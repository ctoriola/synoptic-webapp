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Albert Sans" panose="020B0604020202020204" charset="0"/>
      <p:regular r:id="rId5"/>
      <p:bold r:id="rId6"/>
      <p:italic r:id="rId7"/>
      <p:boldItalic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49">
          <p15:clr>
            <a:srgbClr val="747775"/>
          </p15:clr>
        </p15:guide>
        <p15:guide id="4" pos="530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733ACE-D28B-45FE-A9BC-BD882C99EDB6}">
  <a:tblStyle styleId="{FE733ACE-D28B-45FE-A9BC-BD882C99ED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2"/>
      </p:cViewPr>
      <p:guideLst>
        <p:guide orient="horz" pos="1620"/>
        <p:guide pos="2880"/>
        <p:guide pos="449"/>
        <p:guide pos="53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3" r:id="rId2"/>
    <p:sldLayoutId id="2147483674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260700" y="4633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Launch Product Crowdfunding Pitch Deck</a:t>
            </a:r>
            <a:endParaRPr sz="5400" dirty="0"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283" name="Google Shape;283;p32"/>
          <p:cNvGrpSpPr/>
          <p:nvPr/>
        </p:nvGrpSpPr>
        <p:grpSpPr>
          <a:xfrm>
            <a:off x="5482795" y="1103972"/>
            <a:ext cx="4357122" cy="707497"/>
            <a:chOff x="6456475" y="3575600"/>
            <a:chExt cx="3403204" cy="552603"/>
          </a:xfrm>
        </p:grpSpPr>
        <p:sp>
          <p:nvSpPr>
            <p:cNvPr id="284" name="Google Shape;284;p32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2"/>
          <p:cNvGrpSpPr/>
          <p:nvPr/>
        </p:nvGrpSpPr>
        <p:grpSpPr>
          <a:xfrm>
            <a:off x="4467450" y="228600"/>
            <a:ext cx="5455165" cy="875381"/>
            <a:chOff x="6456469" y="3575596"/>
            <a:chExt cx="3443700" cy="552604"/>
          </a:xfrm>
        </p:grpSpPr>
        <p:sp>
          <p:nvSpPr>
            <p:cNvPr id="287" name="Google Shape;287;p32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" name="Google Shape;289;p32"/>
          <p:cNvGrpSpPr/>
          <p:nvPr/>
        </p:nvGrpSpPr>
        <p:grpSpPr>
          <a:xfrm>
            <a:off x="7518600" y="1769557"/>
            <a:ext cx="2394232" cy="2358638"/>
            <a:chOff x="7518600" y="1769557"/>
            <a:chExt cx="2394232" cy="2358638"/>
          </a:xfrm>
        </p:grpSpPr>
        <p:grpSp>
          <p:nvGrpSpPr>
            <p:cNvPr id="290" name="Google Shape;290;p32"/>
            <p:cNvGrpSpPr/>
            <p:nvPr/>
          </p:nvGrpSpPr>
          <p:grpSpPr>
            <a:xfrm rot="2700000">
              <a:off x="7735132" y="2112570"/>
              <a:ext cx="1045765" cy="1045615"/>
              <a:chOff x="3741950" y="353925"/>
              <a:chExt cx="1045775" cy="1045625"/>
            </a:xfrm>
          </p:grpSpPr>
          <p:sp>
            <p:nvSpPr>
              <p:cNvPr id="291" name="Google Shape;291;p32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2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2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4" name="Google Shape;294;p32"/>
            <p:cNvSpPr/>
            <p:nvPr/>
          </p:nvSpPr>
          <p:spPr>
            <a:xfrm rot="2700000">
              <a:off x="7904583" y="21099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2"/>
          <p:cNvGrpSpPr/>
          <p:nvPr/>
        </p:nvGrpSpPr>
        <p:grpSpPr>
          <a:xfrm>
            <a:off x="6551233" y="1811472"/>
            <a:ext cx="3759089" cy="707494"/>
            <a:chOff x="6456475" y="3575600"/>
            <a:chExt cx="2936100" cy="552600"/>
          </a:xfrm>
        </p:grpSpPr>
        <p:sp>
          <p:nvSpPr>
            <p:cNvPr id="296" name="Google Shape;296;p32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2;p33">
            <a:extLst>
              <a:ext uri="{FF2B5EF4-FFF2-40B4-BE49-F238E27FC236}">
                <a16:creationId xmlns:a16="http://schemas.microsoft.com/office/drawing/2014/main" id="{78DE070C-AAFD-1BA8-9003-D86688B31021}"/>
              </a:ext>
            </a:extLst>
          </p:cNvPr>
          <p:cNvSpPr txBox="1">
            <a:spLocks/>
          </p:cNvSpPr>
          <p:nvPr/>
        </p:nvSpPr>
        <p:spPr>
          <a:xfrm>
            <a:off x="755169" y="15133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2800" b="1"/>
              <a:t>Demo Page</a:t>
            </a:r>
            <a:endParaRPr lang="en-GB" sz="2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0F7518-C539-64EA-0250-E5EB5D7E0B7A}"/>
              </a:ext>
            </a:extLst>
          </p:cNvPr>
          <p:cNvSpPr txBox="1"/>
          <p:nvPr/>
        </p:nvSpPr>
        <p:spPr>
          <a:xfrm>
            <a:off x="1644492" y="854424"/>
            <a:ext cx="7418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rgbClr val="191919"/>
                </a:solidFill>
                <a:latin typeface="Albert Sans"/>
                <a:ea typeface="Albert Sans"/>
                <a:cs typeface="Albert Sans"/>
                <a:sym typeface="Albert Sans"/>
              </a:rPr>
              <a:t>Demo Body</a:t>
            </a:r>
          </a:p>
        </p:txBody>
      </p:sp>
    </p:spTree>
    <p:extLst>
      <p:ext uri="{BB962C8B-B14F-4D97-AF65-F5344CB8AC3E}">
        <p14:creationId xmlns:p14="http://schemas.microsoft.com/office/powerpoint/2010/main" val="3325551155"/>
      </p:ext>
    </p:extLst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15</Words>
  <Application>Microsoft Office PowerPoint</Application>
  <PresentationFormat>On-screen Show (16:9)</PresentationFormat>
  <Paragraphs>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Albert Sans</vt:lpstr>
      <vt:lpstr>Launch Product Crowdfunding Pitch Deck by Slidesgo</vt:lpstr>
      <vt:lpstr>Launch Product Crowdfunding Pitch Deck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TOG-M</cp:lastModifiedBy>
  <cp:revision>10</cp:revision>
  <dcterms:modified xsi:type="dcterms:W3CDTF">2025-09-11T17:08:10Z</dcterms:modified>
</cp:coreProperties>
</file>