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Albert Sans" panose="020B0604020202020204" charset="0"/>
      <p:regular r:id="rId5"/>
      <p:bold r:id="rId6"/>
      <p:italic r:id="rId7"/>
      <p:boldItalic r:id="rId8"/>
    </p:embeddedFont>
    <p:embeddedFont>
      <p:font typeface="Segoe UI" panose="020B0502040204020203" pitchFamily="34" charset="0"/>
      <p:regular r:id="rId9"/>
      <p:bold r:id="rId10"/>
      <p:italic r:id="rId11"/>
      <p:boldItalic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34" y="72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theme" Target="theme/theme1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3" r:id="rId2"/>
    <p:sldLayoutId id="2147483674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260700" y="4633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47571B-039C-5C4B-4AE2-66D6C89A9DB7}"/>
              </a:ext>
            </a:extLst>
          </p:cNvPr>
          <p:cNvSpPr txBox="1"/>
          <p:nvPr/>
        </p:nvSpPr>
        <p:spPr>
          <a:xfrm>
            <a:off x="1684421" y="192505"/>
            <a:ext cx="5500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Segoe UI" panose="020B0502040204020203" pitchFamily="34" charset="0"/>
                <a:cs typeface="Segoe UI" panose="020B0502040204020203" pitchFamily="34" charset="0"/>
              </a:rPr>
              <a:t>Demo Header</a:t>
            </a:r>
            <a:endParaRPr lang="en-GB" sz="3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4E9EC9-14B3-3556-A191-F6FEBFB97318}"/>
              </a:ext>
            </a:extLst>
          </p:cNvPr>
          <p:cNvSpPr txBox="1"/>
          <p:nvPr/>
        </p:nvSpPr>
        <p:spPr>
          <a:xfrm>
            <a:off x="1760047" y="777280"/>
            <a:ext cx="5500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Demo Body</a:t>
            </a:r>
            <a:endParaRPr lang="en-GB" sz="1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551155"/>
      </p:ext>
    </p:extLst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15</Words>
  <Application>Microsoft Office PowerPoint</Application>
  <PresentationFormat>On-screen Show (16:9)</PresentationFormat>
  <Paragraphs>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Segoe UI</vt:lpstr>
      <vt:lpstr>Arial</vt:lpstr>
      <vt:lpstr>Albert Sans</vt:lpstr>
      <vt:lpstr>Launch Product Crowdfunding Pitch Deck by Slidesgo</vt:lpstr>
      <vt:lpstr>Launch Product Crowdfunding Pitch Deck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9</cp:revision>
  <dcterms:modified xsi:type="dcterms:W3CDTF">2025-09-11T17:02:41Z</dcterms:modified>
</cp:coreProperties>
</file>