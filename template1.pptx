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Albert Sans" panose="020B0604020202020204" charset="0"/>
      <p:regular r:id="rId5"/>
      <p:bold r:id="rId6"/>
      <p:italic r:id="rId7"/>
      <p:boldItalic r:id="rId8"/>
    </p:embeddedFont>
    <p:embeddedFont>
      <p:font typeface="Nunito Light" pitchFamily="2" charset="0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449">
          <p15:clr>
            <a:srgbClr val="747775"/>
          </p15:clr>
        </p15:guide>
        <p15:guide id="4" pos="530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733ACE-D28B-45FE-A9BC-BD882C99EDB6}">
  <a:tblStyle styleId="{FE733ACE-D28B-45FE-A9BC-BD882C99ED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82"/>
      </p:cViewPr>
      <p:guideLst>
        <p:guide orient="horz" pos="1620"/>
        <p:guide pos="2880"/>
        <p:guide pos="449"/>
        <p:guide pos="53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269175"/>
            <a:ext cx="77040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7845966" y="4050781"/>
            <a:ext cx="1775083" cy="1748694"/>
            <a:chOff x="4757800" y="3823757"/>
            <a:chExt cx="2394232" cy="2358638"/>
          </a:xfrm>
        </p:grpSpPr>
        <p:grpSp>
          <p:nvGrpSpPr>
            <p:cNvPr id="25" name="Google Shape;25;p4"/>
            <p:cNvGrpSpPr/>
            <p:nvPr/>
          </p:nvGrpSpPr>
          <p:grpSpPr>
            <a:xfrm rot="2700000">
              <a:off x="4974332" y="4166770"/>
              <a:ext cx="1045765" cy="1045615"/>
              <a:chOff x="3741950" y="353925"/>
              <a:chExt cx="1045775" cy="1045625"/>
            </a:xfrm>
          </p:grpSpPr>
          <p:sp>
            <p:nvSpPr>
              <p:cNvPr id="26" name="Google Shape;26;p4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" name="Google Shape;29;p4"/>
            <p:cNvSpPr/>
            <p:nvPr/>
          </p:nvSpPr>
          <p:spPr>
            <a:xfrm rot="2700000">
              <a:off x="5143783" y="41641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7"/>
          <p:cNvGrpSpPr/>
          <p:nvPr/>
        </p:nvGrpSpPr>
        <p:grpSpPr>
          <a:xfrm rot="10800000" flipH="1">
            <a:off x="8331027" y="3471397"/>
            <a:ext cx="4357122" cy="707497"/>
            <a:chOff x="6456475" y="3575600"/>
            <a:chExt cx="3403204" cy="552603"/>
          </a:xfrm>
        </p:grpSpPr>
        <p:sp>
          <p:nvSpPr>
            <p:cNvPr id="247" name="Google Shape;247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7"/>
          <p:cNvGrpSpPr/>
          <p:nvPr/>
        </p:nvGrpSpPr>
        <p:grpSpPr>
          <a:xfrm rot="10800000" flipH="1">
            <a:off x="7315681" y="4178885"/>
            <a:ext cx="5455165" cy="875381"/>
            <a:chOff x="6456469" y="3575596"/>
            <a:chExt cx="3443700" cy="552604"/>
          </a:xfrm>
        </p:grpSpPr>
        <p:sp>
          <p:nvSpPr>
            <p:cNvPr id="250" name="Google Shape;250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" name="Google Shape;252;p27"/>
          <p:cNvGrpSpPr/>
          <p:nvPr/>
        </p:nvGrpSpPr>
        <p:grpSpPr>
          <a:xfrm flipH="1">
            <a:off x="-3486996" y="942843"/>
            <a:ext cx="4357122" cy="707497"/>
            <a:chOff x="6456475" y="3575600"/>
            <a:chExt cx="3403204" cy="552603"/>
          </a:xfrm>
        </p:grpSpPr>
        <p:sp>
          <p:nvSpPr>
            <p:cNvPr id="253" name="Google Shape;253;p27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" name="Google Shape;255;p27"/>
          <p:cNvGrpSpPr/>
          <p:nvPr/>
        </p:nvGrpSpPr>
        <p:grpSpPr>
          <a:xfrm flipH="1">
            <a:off x="-3569694" y="67472"/>
            <a:ext cx="5455165" cy="875381"/>
            <a:chOff x="6456469" y="3575596"/>
            <a:chExt cx="3443700" cy="552604"/>
          </a:xfrm>
        </p:grpSpPr>
        <p:sp>
          <p:nvSpPr>
            <p:cNvPr id="256" name="Google Shape;256;p27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8"/>
          <p:cNvGrpSpPr/>
          <p:nvPr/>
        </p:nvGrpSpPr>
        <p:grpSpPr>
          <a:xfrm rot="5400000">
            <a:off x="6537771" y="4976418"/>
            <a:ext cx="4357122" cy="707497"/>
            <a:chOff x="6456475" y="3575600"/>
            <a:chExt cx="3403204" cy="552603"/>
          </a:xfrm>
        </p:grpSpPr>
        <p:sp>
          <p:nvSpPr>
            <p:cNvPr id="260" name="Google Shape;260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28"/>
          <p:cNvGrpSpPr/>
          <p:nvPr/>
        </p:nvGrpSpPr>
        <p:grpSpPr>
          <a:xfrm rot="5400000">
            <a:off x="6129289" y="5745840"/>
            <a:ext cx="3759089" cy="707494"/>
            <a:chOff x="6456475" y="3575600"/>
            <a:chExt cx="2936100" cy="552600"/>
          </a:xfrm>
        </p:grpSpPr>
        <p:sp>
          <p:nvSpPr>
            <p:cNvPr id="263" name="Google Shape;263;p28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28"/>
          <p:cNvGrpSpPr/>
          <p:nvPr/>
        </p:nvGrpSpPr>
        <p:grpSpPr>
          <a:xfrm rot="-5400000">
            <a:off x="-887968" y="-1051338"/>
            <a:ext cx="4357122" cy="707497"/>
            <a:chOff x="6456475" y="3575600"/>
            <a:chExt cx="3403204" cy="552603"/>
          </a:xfrm>
        </p:grpSpPr>
        <p:sp>
          <p:nvSpPr>
            <p:cNvPr id="266" name="Google Shape;266;p28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28"/>
          <p:cNvGrpSpPr/>
          <p:nvPr/>
        </p:nvGrpSpPr>
        <p:grpSpPr>
          <a:xfrm rot="-5400000">
            <a:off x="-2228419" y="-668956"/>
            <a:ext cx="5455165" cy="875381"/>
            <a:chOff x="6456469" y="3575596"/>
            <a:chExt cx="3443700" cy="552604"/>
          </a:xfrm>
        </p:grpSpPr>
        <p:sp>
          <p:nvSpPr>
            <p:cNvPr id="269" name="Google Shape;269;p28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3" r:id="rId4"/>
    <p:sldLayoutId id="214748367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ctrTitle"/>
          </p:nvPr>
        </p:nvSpPr>
        <p:spPr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Launch Product Crowdfunding Pitch Deck</a:t>
            </a:r>
            <a:endParaRPr sz="5400" dirty="0"/>
          </a:p>
        </p:txBody>
      </p:sp>
      <p:sp>
        <p:nvSpPr>
          <p:cNvPr id="282" name="Google Shape;282;p32"/>
          <p:cNvSpPr txBox="1">
            <a:spLocks noGrp="1"/>
          </p:cNvSpPr>
          <p:nvPr>
            <p:ph type="subTitle" idx="1"/>
          </p:nvPr>
        </p:nvSpPr>
        <p:spPr>
          <a:xfrm>
            <a:off x="260700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your presentation begins</a:t>
            </a:r>
            <a:endParaRPr dirty="0"/>
          </a:p>
        </p:txBody>
      </p:sp>
      <p:grpSp>
        <p:nvGrpSpPr>
          <p:cNvPr id="283" name="Google Shape;283;p32"/>
          <p:cNvGrpSpPr/>
          <p:nvPr/>
        </p:nvGrpSpPr>
        <p:grpSpPr>
          <a:xfrm>
            <a:off x="5482795" y="1103972"/>
            <a:ext cx="4357122" cy="707497"/>
            <a:chOff x="6456475" y="3575600"/>
            <a:chExt cx="3403204" cy="552603"/>
          </a:xfrm>
        </p:grpSpPr>
        <p:sp>
          <p:nvSpPr>
            <p:cNvPr id="284" name="Google Shape;284;p32"/>
            <p:cNvSpPr/>
            <p:nvPr/>
          </p:nvSpPr>
          <p:spPr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32"/>
          <p:cNvGrpSpPr/>
          <p:nvPr/>
        </p:nvGrpSpPr>
        <p:grpSpPr>
          <a:xfrm>
            <a:off x="4467450" y="228600"/>
            <a:ext cx="5455165" cy="875381"/>
            <a:chOff x="6456469" y="3575596"/>
            <a:chExt cx="3443700" cy="552604"/>
          </a:xfrm>
        </p:grpSpPr>
        <p:sp>
          <p:nvSpPr>
            <p:cNvPr id="287" name="Google Shape;287;p32"/>
            <p:cNvSpPr/>
            <p:nvPr/>
          </p:nvSpPr>
          <p:spPr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" name="Google Shape;289;p32"/>
          <p:cNvGrpSpPr/>
          <p:nvPr/>
        </p:nvGrpSpPr>
        <p:grpSpPr>
          <a:xfrm>
            <a:off x="7518600" y="1769557"/>
            <a:ext cx="2394232" cy="2358638"/>
            <a:chOff x="7518600" y="1769557"/>
            <a:chExt cx="2394232" cy="2358638"/>
          </a:xfrm>
        </p:grpSpPr>
        <p:grpSp>
          <p:nvGrpSpPr>
            <p:cNvPr id="290" name="Google Shape;290;p32"/>
            <p:cNvGrpSpPr/>
            <p:nvPr/>
          </p:nvGrpSpPr>
          <p:grpSpPr>
            <a:xfrm rot="2700000">
              <a:off x="7735132" y="2112570"/>
              <a:ext cx="1045765" cy="1045615"/>
              <a:chOff x="3741950" y="353925"/>
              <a:chExt cx="1045775" cy="1045625"/>
            </a:xfrm>
          </p:grpSpPr>
          <p:sp>
            <p:nvSpPr>
              <p:cNvPr id="291" name="Google Shape;291;p32"/>
              <p:cNvSpPr/>
              <p:nvPr/>
            </p:nvSpPr>
            <p:spPr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2"/>
              <p:cNvSpPr/>
              <p:nvPr/>
            </p:nvSpPr>
            <p:spPr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2"/>
              <p:cNvSpPr/>
              <p:nvPr/>
            </p:nvSpPr>
            <p:spPr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4" name="Google Shape;294;p32"/>
            <p:cNvSpPr/>
            <p:nvPr/>
          </p:nvSpPr>
          <p:spPr>
            <a:xfrm rot="2700000">
              <a:off x="7904583" y="21099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32"/>
          <p:cNvGrpSpPr/>
          <p:nvPr/>
        </p:nvGrpSpPr>
        <p:grpSpPr>
          <a:xfrm>
            <a:off x="6551233" y="1811472"/>
            <a:ext cx="3759089" cy="707494"/>
            <a:chOff x="6456475" y="3575600"/>
            <a:chExt cx="2936100" cy="552600"/>
          </a:xfrm>
        </p:grpSpPr>
        <p:sp>
          <p:nvSpPr>
            <p:cNvPr id="296" name="Google Shape;296;p32"/>
            <p:cNvSpPr/>
            <p:nvPr/>
          </p:nvSpPr>
          <p:spPr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2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" name="Google Shape;303;p33"/>
          <p:cNvGraphicFramePr/>
          <p:nvPr>
            <p:extLst>
              <p:ext uri="{D42A27DB-BD31-4B8C-83A1-F6EECF244321}">
                <p14:modId xmlns:p14="http://schemas.microsoft.com/office/powerpoint/2010/main" val="171168238"/>
              </p:ext>
            </p:extLst>
          </p:nvPr>
        </p:nvGraphicFramePr>
        <p:xfrm>
          <a:off x="713225" y="1244409"/>
          <a:ext cx="7717550" cy="463036"/>
        </p:xfrm>
        <a:graphic>
          <a:graphicData uri="http://schemas.openxmlformats.org/drawingml/2006/table">
            <a:tbl>
              <a:tblPr>
                <a:noFill/>
                <a:tableStyleId>{FE733ACE-D28B-45FE-A9BC-BD882C99EDB6}</a:tableStyleId>
              </a:tblPr>
              <a:tblGrid>
                <a:gridCol w="250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036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lt2"/>
                          </a:solidFill>
                          <a:uFill>
                            <a:noFill/>
                          </a:u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Demo H</a:t>
                      </a:r>
                      <a:r>
                        <a:rPr lang="en-GB" sz="1100" b="1" dirty="0" err="1">
                          <a:solidFill>
                            <a:schemeClr val="lt2"/>
                          </a:solidFill>
                          <a:uFill>
                            <a:noFill/>
                          </a:u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eading</a:t>
                      </a:r>
                      <a:endParaRPr sz="1100" b="1" dirty="0">
                        <a:solidFill>
                          <a:schemeClr val="lt2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Demo Body</a:t>
                      </a:r>
                      <a:endParaRPr sz="1000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6" name="Google Shape;306;p33"/>
          <p:cNvGrpSpPr/>
          <p:nvPr/>
        </p:nvGrpSpPr>
        <p:grpSpPr>
          <a:xfrm flipH="1">
            <a:off x="-311297" y="150024"/>
            <a:ext cx="1590595" cy="875375"/>
            <a:chOff x="6456464" y="3575600"/>
            <a:chExt cx="1004100" cy="552601"/>
          </a:xfrm>
        </p:grpSpPr>
        <p:sp>
          <p:nvSpPr>
            <p:cNvPr id="307" name="Google Shape;307;p33"/>
            <p:cNvSpPr/>
            <p:nvPr/>
          </p:nvSpPr>
          <p:spPr>
            <a:xfrm>
              <a:off x="6456464" y="3575601"/>
              <a:ext cx="1004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9" name="Google Shape;309;p33"/>
          <p:cNvGrpSpPr/>
          <p:nvPr/>
        </p:nvGrpSpPr>
        <p:grpSpPr>
          <a:xfrm flipH="1">
            <a:off x="-425085" y="1025388"/>
            <a:ext cx="1249832" cy="707506"/>
            <a:chOff x="6456475" y="3575600"/>
            <a:chExt cx="976202" cy="552609"/>
          </a:xfrm>
        </p:grpSpPr>
        <p:sp>
          <p:nvSpPr>
            <p:cNvPr id="310" name="Google Shape;310;p33"/>
            <p:cNvSpPr/>
            <p:nvPr/>
          </p:nvSpPr>
          <p:spPr>
            <a:xfrm>
              <a:off x="6456477" y="3575609"/>
              <a:ext cx="976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3"/>
            <p:cNvSpPr/>
            <p:nvPr/>
          </p:nvSpPr>
          <p:spPr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" name="Google Shape;312;p33"/>
          <p:cNvSpPr txBox="1">
            <a:spLocks noGrp="1"/>
          </p:cNvSpPr>
          <p:nvPr>
            <p:ph type="title"/>
          </p:nvPr>
        </p:nvSpPr>
        <p:spPr>
          <a:xfrm>
            <a:off x="726775" y="23367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Demo Page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 Product Crowdfunding Pitch Deck by Slidesgo">
  <a:themeElements>
    <a:clrScheme name="Simple Light">
      <a:dk1>
        <a:srgbClr val="191919"/>
      </a:dk1>
      <a:lt1>
        <a:srgbClr val="FFFFFF"/>
      </a:lt1>
      <a:dk2>
        <a:srgbClr val="002080"/>
      </a:dk2>
      <a:lt2>
        <a:srgbClr val="0336D0"/>
      </a:lt2>
      <a:accent1>
        <a:srgbClr val="1382DB"/>
      </a:accent1>
      <a:accent2>
        <a:srgbClr val="1FC2E1"/>
      </a:accent2>
      <a:accent3>
        <a:srgbClr val="08E0DB"/>
      </a:accent3>
      <a:accent4>
        <a:srgbClr val="03FCD5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Albert Sans</vt:lpstr>
      <vt:lpstr>Nunito Light</vt:lpstr>
      <vt:lpstr>Launch Product Crowdfunding Pitch Deck by Slidesgo</vt:lpstr>
      <vt:lpstr>Launch Product Crowdfunding Pitch Deck</vt:lpstr>
      <vt:lpstr>Demo Page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TOG-M</cp:lastModifiedBy>
  <cp:revision>3</cp:revision>
  <dcterms:modified xsi:type="dcterms:W3CDTF">2025-08-30T19:11:23Z</dcterms:modified>
</cp:coreProperties>
</file>