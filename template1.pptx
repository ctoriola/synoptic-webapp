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Albert Sans" panose="020B060402020202020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49">
          <p15:clr>
            <a:srgbClr val="747775"/>
          </p15:clr>
        </p15:guide>
        <p15:guide id="4" pos="530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733ACE-D28B-45FE-A9BC-BD882C99EDB6}">
  <a:tblStyle styleId="{FE733ACE-D28B-45FE-A9BC-BD882C99ED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389" y="72"/>
      </p:cViewPr>
      <p:guideLst>
        <p:guide orient="horz" pos="1620"/>
        <p:guide pos="2880"/>
        <p:guide pos="449"/>
        <p:guide pos="53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73" r:id="rId3"/>
    <p:sldLayoutId id="2147483674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260700" y="4633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Launch Product Crowdfunding Pitch Deck</a:t>
            </a:r>
            <a:endParaRPr sz="5400" dirty="0"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283" name="Google Shape;283;p32"/>
          <p:cNvGrpSpPr/>
          <p:nvPr/>
        </p:nvGrpSpPr>
        <p:grpSpPr>
          <a:xfrm>
            <a:off x="5482795" y="1103972"/>
            <a:ext cx="4357122" cy="707497"/>
            <a:chOff x="6456475" y="3575600"/>
            <a:chExt cx="3403204" cy="552603"/>
          </a:xfrm>
        </p:grpSpPr>
        <p:sp>
          <p:nvSpPr>
            <p:cNvPr id="284" name="Google Shape;284;p32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2"/>
          <p:cNvGrpSpPr/>
          <p:nvPr/>
        </p:nvGrpSpPr>
        <p:grpSpPr>
          <a:xfrm>
            <a:off x="4467450" y="228600"/>
            <a:ext cx="5455165" cy="875381"/>
            <a:chOff x="6456469" y="3575596"/>
            <a:chExt cx="3443700" cy="552604"/>
          </a:xfrm>
        </p:grpSpPr>
        <p:sp>
          <p:nvSpPr>
            <p:cNvPr id="287" name="Google Shape;287;p32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" name="Google Shape;289;p32"/>
          <p:cNvGrpSpPr/>
          <p:nvPr/>
        </p:nvGrpSpPr>
        <p:grpSpPr>
          <a:xfrm>
            <a:off x="7518600" y="1769557"/>
            <a:ext cx="2394232" cy="2358638"/>
            <a:chOff x="7518600" y="1769557"/>
            <a:chExt cx="2394232" cy="2358638"/>
          </a:xfrm>
        </p:grpSpPr>
        <p:grpSp>
          <p:nvGrpSpPr>
            <p:cNvPr id="290" name="Google Shape;290;p32"/>
            <p:cNvGrpSpPr/>
            <p:nvPr/>
          </p:nvGrpSpPr>
          <p:grpSpPr>
            <a:xfrm rot="2700000">
              <a:off x="7735132" y="2112570"/>
              <a:ext cx="1045765" cy="1045615"/>
              <a:chOff x="3741950" y="353925"/>
              <a:chExt cx="1045775" cy="1045625"/>
            </a:xfrm>
          </p:grpSpPr>
          <p:sp>
            <p:nvSpPr>
              <p:cNvPr id="291" name="Google Shape;291;p32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2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2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4" name="Google Shape;294;p32"/>
            <p:cNvSpPr/>
            <p:nvPr/>
          </p:nvSpPr>
          <p:spPr>
            <a:xfrm rot="2700000">
              <a:off x="7904583" y="21099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2"/>
          <p:cNvGrpSpPr/>
          <p:nvPr/>
        </p:nvGrpSpPr>
        <p:grpSpPr>
          <a:xfrm>
            <a:off x="6551233" y="1811472"/>
            <a:ext cx="3759089" cy="707494"/>
            <a:chOff x="6456475" y="3575600"/>
            <a:chExt cx="2936100" cy="552600"/>
          </a:xfrm>
        </p:grpSpPr>
        <p:sp>
          <p:nvSpPr>
            <p:cNvPr id="296" name="Google Shape;296;p32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11</Words>
  <Application>Microsoft Office PowerPoint</Application>
  <PresentationFormat>On-screen Show (16:9)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Albert Sans</vt:lpstr>
      <vt:lpstr>Arial</vt:lpstr>
      <vt:lpstr>Launch Product Crowdfunding Pitch Deck by Slidesgo</vt:lpstr>
      <vt:lpstr>Launch Product Crowdfunding Pitch Deck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TOG-M</cp:lastModifiedBy>
  <cp:revision>8</cp:revision>
  <dcterms:modified xsi:type="dcterms:W3CDTF">2025-09-11T16:53:58Z</dcterms:modified>
</cp:coreProperties>
</file>