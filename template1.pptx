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5"/>
    <p:sldMasterId id="214748367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y="5143500" cx="9144000"/>
  <p:notesSz cx="6858000" cy="9144000"/>
  <p:embeddedFontLst>
    <p:embeddedFont>
      <p:font typeface="Proxima Nova"/>
      <p:regular r:id="rId61"/>
      <p:bold r:id="rId62"/>
      <p:italic r:id="rId63"/>
      <p:boldItalic r:id="rId64"/>
    </p:embeddedFont>
    <p:embeddedFont>
      <p:font typeface="Roboto Medium"/>
      <p:regular r:id="rId65"/>
      <p:bold r:id="rId66"/>
      <p:italic r:id="rId67"/>
      <p:boldItalic r:id="rId68"/>
    </p:embeddedFont>
    <p:embeddedFont>
      <p:font typeface="Amatic SC"/>
      <p:regular r:id="rId69"/>
      <p:bold r:id="rId70"/>
    </p:embeddedFont>
    <p:embeddedFont>
      <p:font typeface="Anaheim"/>
      <p:regular r:id="rId71"/>
      <p:bold r:id="rId72"/>
    </p:embeddedFont>
    <p:embeddedFont>
      <p:font typeface="Bebas Neue"/>
      <p:regular r:id="rId73"/>
    </p:embeddedFont>
    <p:embeddedFont>
      <p:font typeface="Albert Sans Light"/>
      <p:regular r:id="rId74"/>
      <p:bold r:id="rId75"/>
      <p:italic r:id="rId76"/>
      <p:boldItalic r:id="rId77"/>
    </p:embeddedFont>
    <p:embeddedFont>
      <p:font typeface="Albert Sans SemiBold"/>
      <p:regular r:id="rId78"/>
      <p:bold r:id="rId79"/>
      <p:italic r:id="rId80"/>
      <p:boldItalic r:id="rId81"/>
    </p:embeddedFont>
    <p:embeddedFont>
      <p:font typeface="Albert Sans"/>
      <p:regular r:id="rId82"/>
      <p:bold r:id="rId83"/>
      <p:italic r:id="rId84"/>
      <p:boldItalic r:id="rId85"/>
    </p:embeddedFont>
    <p:embeddedFont>
      <p:font typeface="PT Sans"/>
      <p:regular r:id="rId86"/>
      <p:bold r:id="rId87"/>
      <p:italic r:id="rId88"/>
      <p:boldItalic r:id="rId89"/>
    </p:embeddedFont>
    <p:embeddedFont>
      <p:font typeface="Fira Sans Extra Condensed SemiBold"/>
      <p:regular r:id="rId90"/>
      <p:bold r:id="rId91"/>
      <p:italic r:id="rId92"/>
      <p:boldItalic r:id="rId9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guide id="3" pos="449">
          <p15:clr>
            <a:srgbClr val="747775"/>
          </p15:clr>
        </p15:guide>
        <p15:guide id="4" pos="5306">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E733ACE-D28B-45FE-A9BC-BD882C99EDB6}">
  <a:tblStyle styleId="{FE733ACE-D28B-45FE-A9BC-BD882C99EDB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449"/>
        <p:guide pos="5306"/>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84" Type="http://schemas.openxmlformats.org/officeDocument/2006/relationships/font" Target="fonts/AlbertSans-italic.fntdata"/><Relationship Id="rId83" Type="http://schemas.openxmlformats.org/officeDocument/2006/relationships/font" Target="fonts/AlbertSans-bold.fntdata"/><Relationship Id="rId42" Type="http://schemas.openxmlformats.org/officeDocument/2006/relationships/slide" Target="slides/slide35.xml"/><Relationship Id="rId86" Type="http://schemas.openxmlformats.org/officeDocument/2006/relationships/font" Target="fonts/PTSans-regular.fntdata"/><Relationship Id="rId41" Type="http://schemas.openxmlformats.org/officeDocument/2006/relationships/slide" Target="slides/slide34.xml"/><Relationship Id="rId85" Type="http://schemas.openxmlformats.org/officeDocument/2006/relationships/font" Target="fonts/AlbertSans-boldItalic.fntdata"/><Relationship Id="rId44" Type="http://schemas.openxmlformats.org/officeDocument/2006/relationships/slide" Target="slides/slide37.xml"/><Relationship Id="rId88" Type="http://schemas.openxmlformats.org/officeDocument/2006/relationships/font" Target="fonts/PTSans-italic.fntdata"/><Relationship Id="rId43" Type="http://schemas.openxmlformats.org/officeDocument/2006/relationships/slide" Target="slides/slide36.xml"/><Relationship Id="rId87" Type="http://schemas.openxmlformats.org/officeDocument/2006/relationships/font" Target="fonts/PTSans-bold.fntdata"/><Relationship Id="rId46" Type="http://schemas.openxmlformats.org/officeDocument/2006/relationships/slide" Target="slides/slide39.xml"/><Relationship Id="rId45" Type="http://schemas.openxmlformats.org/officeDocument/2006/relationships/slide" Target="slides/slide38.xml"/><Relationship Id="rId89" Type="http://schemas.openxmlformats.org/officeDocument/2006/relationships/font" Target="fonts/PTSans-boldItalic.fntdata"/><Relationship Id="rId80" Type="http://schemas.openxmlformats.org/officeDocument/2006/relationships/font" Target="fonts/AlbertSansSemiBold-italic.fntdata"/><Relationship Id="rId82" Type="http://schemas.openxmlformats.org/officeDocument/2006/relationships/font" Target="fonts/AlbertSans-regular.fntdata"/><Relationship Id="rId81" Type="http://schemas.openxmlformats.org/officeDocument/2006/relationships/font" Target="fonts/AlbertSans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font" Target="fonts/BebasNeue-regular.fntdata"/><Relationship Id="rId72" Type="http://schemas.openxmlformats.org/officeDocument/2006/relationships/font" Target="fonts/Anaheim-bold.fntdata"/><Relationship Id="rId31" Type="http://schemas.openxmlformats.org/officeDocument/2006/relationships/slide" Target="slides/slide24.xml"/><Relationship Id="rId75" Type="http://schemas.openxmlformats.org/officeDocument/2006/relationships/font" Target="fonts/AlbertSansLight-bold.fntdata"/><Relationship Id="rId30" Type="http://schemas.openxmlformats.org/officeDocument/2006/relationships/slide" Target="slides/slide23.xml"/><Relationship Id="rId74" Type="http://schemas.openxmlformats.org/officeDocument/2006/relationships/font" Target="fonts/AlbertSansLight-regular.fntdata"/><Relationship Id="rId33" Type="http://schemas.openxmlformats.org/officeDocument/2006/relationships/slide" Target="slides/slide26.xml"/><Relationship Id="rId77" Type="http://schemas.openxmlformats.org/officeDocument/2006/relationships/font" Target="fonts/AlbertSansLight-boldItalic.fntdata"/><Relationship Id="rId32" Type="http://schemas.openxmlformats.org/officeDocument/2006/relationships/slide" Target="slides/slide25.xml"/><Relationship Id="rId76" Type="http://schemas.openxmlformats.org/officeDocument/2006/relationships/font" Target="fonts/AlbertSansLight-italic.fntdata"/><Relationship Id="rId35" Type="http://schemas.openxmlformats.org/officeDocument/2006/relationships/slide" Target="slides/slide28.xml"/><Relationship Id="rId79" Type="http://schemas.openxmlformats.org/officeDocument/2006/relationships/font" Target="fonts/AlbertSansSemiBold-bold.fntdata"/><Relationship Id="rId34" Type="http://schemas.openxmlformats.org/officeDocument/2006/relationships/slide" Target="slides/slide27.xml"/><Relationship Id="rId78" Type="http://schemas.openxmlformats.org/officeDocument/2006/relationships/font" Target="fonts/AlbertSansSemiBold-regular.fntdata"/><Relationship Id="rId71" Type="http://schemas.openxmlformats.org/officeDocument/2006/relationships/font" Target="fonts/Anaheim-regular.fntdata"/><Relationship Id="rId70" Type="http://schemas.openxmlformats.org/officeDocument/2006/relationships/font" Target="fonts/AmaticSC-bold.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font" Target="fonts/ProximaNova-bold.fntdata"/><Relationship Id="rId61" Type="http://schemas.openxmlformats.org/officeDocument/2006/relationships/font" Target="fonts/ProximaNova-regular.fntdata"/><Relationship Id="rId20" Type="http://schemas.openxmlformats.org/officeDocument/2006/relationships/slide" Target="slides/slide13.xml"/><Relationship Id="rId64" Type="http://schemas.openxmlformats.org/officeDocument/2006/relationships/font" Target="fonts/ProximaNova-boldItalic.fntdata"/><Relationship Id="rId63" Type="http://schemas.openxmlformats.org/officeDocument/2006/relationships/font" Target="fonts/ProximaNova-italic.fntdata"/><Relationship Id="rId22" Type="http://schemas.openxmlformats.org/officeDocument/2006/relationships/slide" Target="slides/slide15.xml"/><Relationship Id="rId66" Type="http://schemas.openxmlformats.org/officeDocument/2006/relationships/font" Target="fonts/RobotoMedium-bold.fntdata"/><Relationship Id="rId21" Type="http://schemas.openxmlformats.org/officeDocument/2006/relationships/slide" Target="slides/slide14.xml"/><Relationship Id="rId65" Type="http://schemas.openxmlformats.org/officeDocument/2006/relationships/font" Target="fonts/RobotoMedium-regular.fntdata"/><Relationship Id="rId24" Type="http://schemas.openxmlformats.org/officeDocument/2006/relationships/slide" Target="slides/slide17.xml"/><Relationship Id="rId68" Type="http://schemas.openxmlformats.org/officeDocument/2006/relationships/font" Target="fonts/RobotoMedium-boldItalic.fntdata"/><Relationship Id="rId23" Type="http://schemas.openxmlformats.org/officeDocument/2006/relationships/slide" Target="slides/slide16.xml"/><Relationship Id="rId67" Type="http://schemas.openxmlformats.org/officeDocument/2006/relationships/font" Target="fonts/RobotoMedium-italic.fntdata"/><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AmaticSC-regular.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91" Type="http://schemas.openxmlformats.org/officeDocument/2006/relationships/font" Target="fonts/FiraSansExtraCondensedSemiBold-bold.fntdata"/><Relationship Id="rId90" Type="http://schemas.openxmlformats.org/officeDocument/2006/relationships/font" Target="fonts/FiraSansExtraCondensedSemiBold-regular.fntdata"/><Relationship Id="rId93" Type="http://schemas.openxmlformats.org/officeDocument/2006/relationships/font" Target="fonts/FiraSansExtraCondensedSemiBold-boldItalic.fntdata"/><Relationship Id="rId92" Type="http://schemas.openxmlformats.org/officeDocument/2006/relationships/font" Target="fonts/FiraSansExtraCondensedSemiBold-italic.fntdata"/><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4dfce81f19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4dfce81f19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d431007ba2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0" name="Google Shape;300;gd431007ba2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d431007ba2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d431007ba2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i="1" sz="1200">
              <a:solidFill>
                <a:srgbClr val="595959"/>
              </a:solidFill>
              <a:latin typeface="Anaheim"/>
              <a:ea typeface="Anaheim"/>
              <a:cs typeface="Anaheim"/>
              <a:sym typeface="Anaheim"/>
            </a:endParaRPr>
          </a:p>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54dda1946d_6_2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54dda1946d_6_2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1533c90e57b_0_4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1533c90e57b_0_4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54dda1946d_6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54dda1946d_6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d5260bdd85_0_3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d5260bdd85_0_3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g14072739ea5_1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5" name="Google Shape;425;g14072739ea5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54dda1946d_6_3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g54dda1946d_6_3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54dda1946d_6_3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54dda1946d_6_3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54dda1946d_6_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54dda1946d_6_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gd5260bdd85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1" name="Google Shape;561;gd5260bdd85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54dda1946d_4_2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54dda1946d_4_2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g54dda1946d_6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1" name="Google Shape;691;g54dda1946d_6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g54ff9c4cb4_3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g54ff9c4cb4_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gd5260bdd85_0_2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0" name="Google Shape;730;gd5260bdd85_0_2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1" name="Shape 751"/>
        <p:cNvGrpSpPr/>
        <p:nvPr/>
      </p:nvGrpSpPr>
      <p:grpSpPr>
        <a:xfrm>
          <a:off x="0" y="0"/>
          <a:ext cx="0" cy="0"/>
          <a:chOff x="0" y="0"/>
          <a:chExt cx="0" cy="0"/>
        </a:xfrm>
      </p:grpSpPr>
      <p:sp>
        <p:nvSpPr>
          <p:cNvPr id="752" name="Google Shape;752;g54dda1946d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3" name="Google Shape;753;g54dda1946d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6" name="Shape 786"/>
        <p:cNvGrpSpPr/>
        <p:nvPr/>
      </p:nvGrpSpPr>
      <p:grpSpPr>
        <a:xfrm>
          <a:off x="0" y="0"/>
          <a:ext cx="0" cy="0"/>
          <a:chOff x="0" y="0"/>
          <a:chExt cx="0" cy="0"/>
        </a:xfrm>
      </p:grpSpPr>
      <p:sp>
        <p:nvSpPr>
          <p:cNvPr id="787" name="Google Shape;787;g1533c90e57b_0_4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8" name="Google Shape;788;g1533c90e57b_0_4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7" name="Shape 847"/>
        <p:cNvGrpSpPr/>
        <p:nvPr/>
      </p:nvGrpSpPr>
      <p:grpSpPr>
        <a:xfrm>
          <a:off x="0" y="0"/>
          <a:ext cx="0" cy="0"/>
          <a:chOff x="0" y="0"/>
          <a:chExt cx="0" cy="0"/>
        </a:xfrm>
      </p:grpSpPr>
      <p:sp>
        <p:nvSpPr>
          <p:cNvPr id="848" name="Google Shape;848;g188dfb7f3c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9" name="Google Shape;849;g188dfb7f3c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1533c90e57b_0_5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5" name="Google Shape;855;g1533c90e57b_0_5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7" name="Shape 917"/>
        <p:cNvGrpSpPr/>
        <p:nvPr/>
      </p:nvGrpSpPr>
      <p:grpSpPr>
        <a:xfrm>
          <a:off x="0" y="0"/>
          <a:ext cx="0" cy="0"/>
          <a:chOff x="0" y="0"/>
          <a:chExt cx="0" cy="0"/>
        </a:xfrm>
      </p:grpSpPr>
      <p:sp>
        <p:nvSpPr>
          <p:cNvPr id="918" name="Google Shape;918;g1533c90e57b_0_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9" name="Google Shape;919;g1533c90e57b_0_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188dfb7f3cc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188dfb7f3cc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54dda1946d_4_27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8" name="Google Shape;958;g54dda1946d_4_27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g1533c90e57b_0_7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6" name="Google Shape;976;g1533c90e57b_0_7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g54dda1946d_4_26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9" name="Google Shape;1029;g54dda1946d_4_26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g1533c90e57b_0_8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0" name="Google Shape;1070;g1533c90e57b_0_8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54dda1946d_4_27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54dda1946d_4_27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54dda1946d_4_26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54dda1946d_4_26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0" name="Shape 1230"/>
        <p:cNvGrpSpPr/>
        <p:nvPr/>
      </p:nvGrpSpPr>
      <p:grpSpPr>
        <a:xfrm>
          <a:off x="0" y="0"/>
          <a:ext cx="0" cy="0"/>
          <a:chOff x="0" y="0"/>
          <a:chExt cx="0" cy="0"/>
        </a:xfrm>
      </p:grpSpPr>
      <p:sp>
        <p:nvSpPr>
          <p:cNvPr id="1231" name="Google Shape;1231;g54dda1946d_4_27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2" name="Google Shape;1232;g54dda1946d_4_27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8" name="Shape 1288"/>
        <p:cNvGrpSpPr/>
        <p:nvPr/>
      </p:nvGrpSpPr>
      <p:grpSpPr>
        <a:xfrm>
          <a:off x="0" y="0"/>
          <a:ext cx="0" cy="0"/>
          <a:chOff x="0" y="0"/>
          <a:chExt cx="0" cy="0"/>
        </a:xfrm>
      </p:grpSpPr>
      <p:sp>
        <p:nvSpPr>
          <p:cNvPr id="1289" name="Google Shape;1289;g15769533703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0" name="Google Shape;1290;g15769533703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0" name="Shape 1310"/>
        <p:cNvGrpSpPr/>
        <p:nvPr/>
      </p:nvGrpSpPr>
      <p:grpSpPr>
        <a:xfrm>
          <a:off x="0" y="0"/>
          <a:ext cx="0" cy="0"/>
          <a:chOff x="0" y="0"/>
          <a:chExt cx="0" cy="0"/>
        </a:xfrm>
      </p:grpSpPr>
      <p:sp>
        <p:nvSpPr>
          <p:cNvPr id="1311" name="Google Shape;1311;g54dda1946d_4_26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2" name="Google Shape;1312;g54dda1946d_4_26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9" name="Shape 1339"/>
        <p:cNvGrpSpPr/>
        <p:nvPr/>
      </p:nvGrpSpPr>
      <p:grpSpPr>
        <a:xfrm>
          <a:off x="0" y="0"/>
          <a:ext cx="0" cy="0"/>
          <a:chOff x="0" y="0"/>
          <a:chExt cx="0" cy="0"/>
        </a:xfrm>
      </p:grpSpPr>
      <p:sp>
        <p:nvSpPr>
          <p:cNvPr id="1340" name="Google Shape;1340;g135e18421cc_13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1" name="Google Shape;1341;g135e18421cc_13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g152d7ec3a97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2" name="Google Shape;1372;g152d7ec3a97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d44c0c1fca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7" name="Google Shape;1767;gd44c0c1fca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g51b1a71d38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4" name="Google Shape;1834;g51b1a71d38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8" name="Shape 1838"/>
        <p:cNvGrpSpPr/>
        <p:nvPr/>
      </p:nvGrpSpPr>
      <p:grpSpPr>
        <a:xfrm>
          <a:off x="0" y="0"/>
          <a:ext cx="0" cy="0"/>
          <a:chOff x="0" y="0"/>
          <a:chExt cx="0" cy="0"/>
        </a:xfrm>
      </p:grpSpPr>
      <p:sp>
        <p:nvSpPr>
          <p:cNvPr id="1839" name="Google Shape;1839;g1533c90e57b_0_146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0" name="Google Shape;1840;g1533c90e57b_0_14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4" name="Shape 1844"/>
        <p:cNvGrpSpPr/>
        <p:nvPr/>
      </p:nvGrpSpPr>
      <p:grpSpPr>
        <a:xfrm>
          <a:off x="0" y="0"/>
          <a:ext cx="0" cy="0"/>
          <a:chOff x="0" y="0"/>
          <a:chExt cx="0" cy="0"/>
        </a:xfrm>
      </p:grpSpPr>
      <p:sp>
        <p:nvSpPr>
          <p:cNvPr id="1845" name="Google Shape;1845;g1533c90e57b_0_146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6" name="Google Shape;1846;g1533c90e57b_0_146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0" name="Shape 1850"/>
        <p:cNvGrpSpPr/>
        <p:nvPr/>
      </p:nvGrpSpPr>
      <p:grpSpPr>
        <a:xfrm>
          <a:off x="0" y="0"/>
          <a:ext cx="0" cy="0"/>
          <a:chOff x="0" y="0"/>
          <a:chExt cx="0" cy="0"/>
        </a:xfrm>
      </p:grpSpPr>
      <p:sp>
        <p:nvSpPr>
          <p:cNvPr id="1851" name="Google Shape;1851;g1533c90e57b_0_146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2" name="Google Shape;1852;g1533c90e57b_0_146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2" name="Shape 1872"/>
        <p:cNvGrpSpPr/>
        <p:nvPr/>
      </p:nvGrpSpPr>
      <p:grpSpPr>
        <a:xfrm>
          <a:off x="0" y="0"/>
          <a:ext cx="0" cy="0"/>
          <a:chOff x="0" y="0"/>
          <a:chExt cx="0" cy="0"/>
        </a:xfrm>
      </p:grpSpPr>
      <p:sp>
        <p:nvSpPr>
          <p:cNvPr id="1873" name="Google Shape;1873;g1533c90e57b_0_14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4" name="Google Shape;1874;g1533c90e57b_0_14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1533c90e57b_0_14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0" name="Google Shape;1890;g1533c90e57b_0_14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5" name="Shape 2225"/>
        <p:cNvGrpSpPr/>
        <p:nvPr/>
      </p:nvGrpSpPr>
      <p:grpSpPr>
        <a:xfrm>
          <a:off x="0" y="0"/>
          <a:ext cx="0" cy="0"/>
          <a:chOff x="0" y="0"/>
          <a:chExt cx="0" cy="0"/>
        </a:xfrm>
      </p:grpSpPr>
      <p:sp>
        <p:nvSpPr>
          <p:cNvPr id="2226" name="Google Shape;2226;g1533c90e57b_0_150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7" name="Google Shape;2227;g1533c90e57b_0_150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9" name="Shape 8139"/>
        <p:cNvGrpSpPr/>
        <p:nvPr/>
      </p:nvGrpSpPr>
      <p:grpSpPr>
        <a:xfrm>
          <a:off x="0" y="0"/>
          <a:ext cx="0" cy="0"/>
          <a:chOff x="0" y="0"/>
          <a:chExt cx="0" cy="0"/>
        </a:xfrm>
      </p:grpSpPr>
      <p:sp>
        <p:nvSpPr>
          <p:cNvPr id="8140" name="Google Shape;8140;g1533c90e57b_0_209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41" name="Google Shape;8141;g1533c90e57b_0_209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66" name="Shape 8566"/>
        <p:cNvGrpSpPr/>
        <p:nvPr/>
      </p:nvGrpSpPr>
      <p:grpSpPr>
        <a:xfrm>
          <a:off x="0" y="0"/>
          <a:ext cx="0" cy="0"/>
          <a:chOff x="0" y="0"/>
          <a:chExt cx="0" cy="0"/>
        </a:xfrm>
      </p:grpSpPr>
      <p:sp>
        <p:nvSpPr>
          <p:cNvPr id="8567" name="Google Shape;8567;g1533c90e57b_0_21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68" name="Google Shape;8568;g1533c90e57b_0_21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9" name="Shape 8729"/>
        <p:cNvGrpSpPr/>
        <p:nvPr/>
      </p:nvGrpSpPr>
      <p:grpSpPr>
        <a:xfrm>
          <a:off x="0" y="0"/>
          <a:ext cx="0" cy="0"/>
          <a:chOff x="0" y="0"/>
          <a:chExt cx="0" cy="0"/>
        </a:xfrm>
      </p:grpSpPr>
      <p:sp>
        <p:nvSpPr>
          <p:cNvPr id="8730" name="Google Shape;8730;g1533c90e57b_0_215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31" name="Google Shape;8731;g1533c90e57b_0_215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1" name="Shape 9131"/>
        <p:cNvGrpSpPr/>
        <p:nvPr/>
      </p:nvGrpSpPr>
      <p:grpSpPr>
        <a:xfrm>
          <a:off x="0" y="0"/>
          <a:ext cx="0" cy="0"/>
          <a:chOff x="0" y="0"/>
          <a:chExt cx="0" cy="0"/>
        </a:xfrm>
      </p:grpSpPr>
      <p:sp>
        <p:nvSpPr>
          <p:cNvPr id="9132" name="Google Shape;9132;g1533c90e57b_0_219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33" name="Google Shape;9133;g1533c90e57b_0_219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2" name="Shape 9502"/>
        <p:cNvGrpSpPr/>
        <p:nvPr/>
      </p:nvGrpSpPr>
      <p:grpSpPr>
        <a:xfrm>
          <a:off x="0" y="0"/>
          <a:ext cx="0" cy="0"/>
          <a:chOff x="0" y="0"/>
          <a:chExt cx="0" cy="0"/>
        </a:xfrm>
      </p:grpSpPr>
      <p:sp>
        <p:nvSpPr>
          <p:cNvPr id="9503" name="Google Shape;9503;g1533c90e57b_0_223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04" name="Google Shape;9504;g1533c90e57b_0_223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4" name="Shape 9884"/>
        <p:cNvGrpSpPr/>
        <p:nvPr/>
      </p:nvGrpSpPr>
      <p:grpSpPr>
        <a:xfrm>
          <a:off x="0" y="0"/>
          <a:ext cx="0" cy="0"/>
          <a:chOff x="0" y="0"/>
          <a:chExt cx="0" cy="0"/>
        </a:xfrm>
      </p:grpSpPr>
      <p:sp>
        <p:nvSpPr>
          <p:cNvPr id="9885" name="Google Shape;9885;g1533c90e57b_0_226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86" name="Google Shape;9886;g1533c90e57b_0_226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5" name="Shape 10315"/>
        <p:cNvGrpSpPr/>
        <p:nvPr/>
      </p:nvGrpSpPr>
      <p:grpSpPr>
        <a:xfrm>
          <a:off x="0" y="0"/>
          <a:ext cx="0" cy="0"/>
          <a:chOff x="0" y="0"/>
          <a:chExt cx="0" cy="0"/>
        </a:xfrm>
      </p:grpSpPr>
      <p:sp>
        <p:nvSpPr>
          <p:cNvPr id="10316" name="Google Shape;10316;g1533c90e57b_0_23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7" name="Google Shape;10317;g1533c90e57b_0_23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8" name="Shape 11108"/>
        <p:cNvGrpSpPr/>
        <p:nvPr/>
      </p:nvGrpSpPr>
      <p:grpSpPr>
        <a:xfrm>
          <a:off x="0" y="0"/>
          <a:ext cx="0" cy="0"/>
          <a:chOff x="0" y="0"/>
          <a:chExt cx="0" cy="0"/>
        </a:xfrm>
      </p:grpSpPr>
      <p:sp>
        <p:nvSpPr>
          <p:cNvPr id="11109" name="Google Shape;11109;g1533c90e57b_0_239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10" name="Google Shape;11110;g1533c90e57b_0_239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9" name="Shape 11849"/>
        <p:cNvGrpSpPr/>
        <p:nvPr/>
      </p:nvGrpSpPr>
      <p:grpSpPr>
        <a:xfrm>
          <a:off x="0" y="0"/>
          <a:ext cx="0" cy="0"/>
          <a:chOff x="0" y="0"/>
          <a:chExt cx="0" cy="0"/>
        </a:xfrm>
      </p:grpSpPr>
      <p:sp>
        <p:nvSpPr>
          <p:cNvPr id="11850" name="Google Shape;11850;g1533c90e57b_0_246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51" name="Google Shape;11851;g1533c90e57b_0_246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2" name="Shape 12542"/>
        <p:cNvGrpSpPr/>
        <p:nvPr/>
      </p:nvGrpSpPr>
      <p:grpSpPr>
        <a:xfrm>
          <a:off x="0" y="0"/>
          <a:ext cx="0" cy="0"/>
          <a:chOff x="0" y="0"/>
          <a:chExt cx="0" cy="0"/>
        </a:xfrm>
      </p:grpSpPr>
      <p:sp>
        <p:nvSpPr>
          <p:cNvPr id="12543" name="Google Shape;12543;g1533c90e57b_0_253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44" name="Google Shape;12544;g1533c90e57b_0_253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4" name="Shape 12844"/>
        <p:cNvGrpSpPr/>
        <p:nvPr/>
      </p:nvGrpSpPr>
      <p:grpSpPr>
        <a:xfrm>
          <a:off x="0" y="0"/>
          <a:ext cx="0" cy="0"/>
          <a:chOff x="0" y="0"/>
          <a:chExt cx="0" cy="0"/>
        </a:xfrm>
      </p:grpSpPr>
      <p:sp>
        <p:nvSpPr>
          <p:cNvPr id="12845" name="Google Shape;12845;g1533c90e57b_0_256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46" name="Google Shape;12846;g1533c90e57b_0_256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4" name="Shape 13484"/>
        <p:cNvGrpSpPr/>
        <p:nvPr/>
      </p:nvGrpSpPr>
      <p:grpSpPr>
        <a:xfrm>
          <a:off x="0" y="0"/>
          <a:ext cx="0" cy="0"/>
          <a:chOff x="0" y="0"/>
          <a:chExt cx="0" cy="0"/>
        </a:xfrm>
      </p:grpSpPr>
      <p:sp>
        <p:nvSpPr>
          <p:cNvPr id="13485" name="Google Shape;13485;g1533c90e57b_0_28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86" name="Google Shape;13486;g1533c90e57b_0_28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558022" y="692000"/>
            <a:ext cx="6176700" cy="3588600"/>
          </a:xfrm>
          <a:prstGeom prst="rect">
            <a:avLst/>
          </a:prstGeom>
        </p:spPr>
        <p:txBody>
          <a:bodyPr anchorCtr="0" anchor="b" bIns="91425" lIns="91425" spcFirstLastPara="1" rIns="91425" wrap="square" tIns="91425">
            <a:noAutofit/>
          </a:bodyPr>
          <a:lstStyle>
            <a:lvl1pPr lvl="0" algn="l">
              <a:lnSpc>
                <a:spcPct val="80000"/>
              </a:lnSpc>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260700" y="4204400"/>
            <a:ext cx="4528800" cy="4758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600">
                <a:solidFill>
                  <a:schemeClr val="accent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 name="Shape 11"/>
        <p:cNvGrpSpPr/>
        <p:nvPr/>
      </p:nvGrpSpPr>
      <p:grpSpPr>
        <a:xfrm>
          <a:off x="0" y="0"/>
          <a:ext cx="0" cy="0"/>
          <a:chOff x="0" y="0"/>
          <a:chExt cx="0" cy="0"/>
        </a:xfrm>
      </p:grpSpPr>
      <p:sp>
        <p:nvSpPr>
          <p:cNvPr id="12" name="Google Shape;12;p3"/>
          <p:cNvSpPr txBox="1"/>
          <p:nvPr>
            <p:ph type="title"/>
          </p:nvPr>
        </p:nvSpPr>
        <p:spPr>
          <a:xfrm>
            <a:off x="3893700" y="1620825"/>
            <a:ext cx="3537900" cy="1599900"/>
          </a:xfrm>
          <a:prstGeom prst="rect">
            <a:avLst/>
          </a:prstGeom>
        </p:spPr>
        <p:txBody>
          <a:bodyPr anchorCtr="0" anchor="ctr" bIns="91425" lIns="91425" spcFirstLastPara="1" rIns="91425" wrap="square" tIns="91425">
            <a:noAutofit/>
          </a:bodyPr>
          <a:lstStyle>
            <a:lvl1pPr lvl="0" algn="l">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 name="Google Shape;13;p3"/>
          <p:cNvSpPr txBox="1"/>
          <p:nvPr>
            <p:ph hasCustomPrompt="1" idx="2" type="title"/>
          </p:nvPr>
        </p:nvSpPr>
        <p:spPr>
          <a:xfrm>
            <a:off x="2269000" y="1941325"/>
            <a:ext cx="1421100" cy="8418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6000">
                <a:solidFill>
                  <a:schemeClr val="lt1"/>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4" name="Google Shape;14;p3"/>
          <p:cNvSpPr txBox="1"/>
          <p:nvPr>
            <p:ph idx="1" type="subTitle"/>
          </p:nvPr>
        </p:nvSpPr>
        <p:spPr>
          <a:xfrm>
            <a:off x="3893700" y="3220725"/>
            <a:ext cx="4442400" cy="375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solidFill>
                  <a:schemeClr val="accent1"/>
                </a:solidFill>
              </a:defRPr>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15" name="Google Shape;15;p3"/>
          <p:cNvGrpSpPr/>
          <p:nvPr/>
        </p:nvGrpSpPr>
        <p:grpSpPr>
          <a:xfrm>
            <a:off x="7233663" y="3665882"/>
            <a:ext cx="2394232" cy="2358638"/>
            <a:chOff x="7233663" y="3665882"/>
            <a:chExt cx="2394232" cy="2358638"/>
          </a:xfrm>
        </p:grpSpPr>
        <p:grpSp>
          <p:nvGrpSpPr>
            <p:cNvPr id="16" name="Google Shape;16;p3"/>
            <p:cNvGrpSpPr/>
            <p:nvPr/>
          </p:nvGrpSpPr>
          <p:grpSpPr>
            <a:xfrm rot="2700000">
              <a:off x="7450195" y="4008895"/>
              <a:ext cx="1045765" cy="1045615"/>
              <a:chOff x="3741950" y="353925"/>
              <a:chExt cx="1045775" cy="1045625"/>
            </a:xfrm>
          </p:grpSpPr>
          <p:sp>
            <p:nvSpPr>
              <p:cNvPr id="17" name="Google Shape;17;p3"/>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Google Shape;20;p3"/>
            <p:cNvSpPr/>
            <p:nvPr/>
          </p:nvSpPr>
          <p:spPr>
            <a:xfrm rot="2700000">
              <a:off x="7619646" y="4006322"/>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sp>
        <p:nvSpPr>
          <p:cNvPr id="22" name="Google Shape;22;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3" name="Google Shape;23;p4"/>
          <p:cNvSpPr txBox="1"/>
          <p:nvPr>
            <p:ph idx="1" type="body"/>
          </p:nvPr>
        </p:nvSpPr>
        <p:spPr>
          <a:xfrm>
            <a:off x="720000" y="1269175"/>
            <a:ext cx="7704000" cy="399000"/>
          </a:xfrm>
          <a:prstGeom prst="rect">
            <a:avLst/>
          </a:prstGeom>
        </p:spPr>
        <p:txBody>
          <a:bodyPr anchorCtr="0" anchor="t" bIns="91425" lIns="91425" spcFirstLastPara="1" rIns="91425" wrap="square" tIns="91425">
            <a:noAutofit/>
          </a:bodyPr>
          <a:lstStyle>
            <a:lvl1pPr indent="-317500" lvl="0" marL="457200" rtl="0" algn="ctr">
              <a:lnSpc>
                <a:spcPct val="100000"/>
              </a:lnSpc>
              <a:spcBef>
                <a:spcPts val="0"/>
              </a:spcBef>
              <a:spcAft>
                <a:spcPts val="0"/>
              </a:spcAft>
              <a:buSzPts val="1400"/>
              <a:buFont typeface="Nunito Light"/>
              <a:buChar char="●"/>
              <a:defRPr sz="1200"/>
            </a:lvl1pPr>
            <a:lvl2pPr indent="-317500" lvl="1" marL="914400" rtl="0">
              <a:lnSpc>
                <a:spcPct val="100000"/>
              </a:lnSpc>
              <a:spcBef>
                <a:spcPts val="0"/>
              </a:spcBef>
              <a:spcAft>
                <a:spcPts val="0"/>
              </a:spcAft>
              <a:buSzPts val="1400"/>
              <a:buFont typeface="Nunito Light"/>
              <a:buChar char="○"/>
              <a:defRPr/>
            </a:lvl2pPr>
            <a:lvl3pPr indent="-317500" lvl="2" marL="1371600" rtl="0">
              <a:lnSpc>
                <a:spcPct val="100000"/>
              </a:lnSpc>
              <a:spcBef>
                <a:spcPts val="0"/>
              </a:spcBef>
              <a:spcAft>
                <a:spcPts val="0"/>
              </a:spcAft>
              <a:buSzPts val="1400"/>
              <a:buFont typeface="Nunito Light"/>
              <a:buChar char="■"/>
              <a:defRPr/>
            </a:lvl3pPr>
            <a:lvl4pPr indent="-317500" lvl="3" marL="1828800" rtl="0">
              <a:lnSpc>
                <a:spcPct val="100000"/>
              </a:lnSpc>
              <a:spcBef>
                <a:spcPts val="0"/>
              </a:spcBef>
              <a:spcAft>
                <a:spcPts val="0"/>
              </a:spcAft>
              <a:buSzPts val="1400"/>
              <a:buFont typeface="Nunito Light"/>
              <a:buChar char="●"/>
              <a:defRPr/>
            </a:lvl4pPr>
            <a:lvl5pPr indent="-317500" lvl="4" marL="2286000" rtl="0">
              <a:lnSpc>
                <a:spcPct val="100000"/>
              </a:lnSpc>
              <a:spcBef>
                <a:spcPts val="0"/>
              </a:spcBef>
              <a:spcAft>
                <a:spcPts val="0"/>
              </a:spcAft>
              <a:buSzPts val="1400"/>
              <a:buFont typeface="Nunito Light"/>
              <a:buChar char="○"/>
              <a:defRPr/>
            </a:lvl5pPr>
            <a:lvl6pPr indent="-317500" lvl="5" marL="2743200" rtl="0">
              <a:lnSpc>
                <a:spcPct val="100000"/>
              </a:lnSpc>
              <a:spcBef>
                <a:spcPts val="0"/>
              </a:spcBef>
              <a:spcAft>
                <a:spcPts val="0"/>
              </a:spcAft>
              <a:buSzPts val="1400"/>
              <a:buFont typeface="Nunito Light"/>
              <a:buChar char="■"/>
              <a:defRPr/>
            </a:lvl6pPr>
            <a:lvl7pPr indent="-317500" lvl="6" marL="3200400" rtl="0">
              <a:lnSpc>
                <a:spcPct val="100000"/>
              </a:lnSpc>
              <a:spcBef>
                <a:spcPts val="0"/>
              </a:spcBef>
              <a:spcAft>
                <a:spcPts val="0"/>
              </a:spcAft>
              <a:buSzPts val="1400"/>
              <a:buFont typeface="Nunito Light"/>
              <a:buChar char="●"/>
              <a:defRPr/>
            </a:lvl7pPr>
            <a:lvl8pPr indent="-317500" lvl="7" marL="3657600" rtl="0">
              <a:lnSpc>
                <a:spcPct val="100000"/>
              </a:lnSpc>
              <a:spcBef>
                <a:spcPts val="0"/>
              </a:spcBef>
              <a:spcAft>
                <a:spcPts val="0"/>
              </a:spcAft>
              <a:buSzPts val="1400"/>
              <a:buFont typeface="Nunito Light"/>
              <a:buChar char="○"/>
              <a:defRPr/>
            </a:lvl8pPr>
            <a:lvl9pPr indent="-317500" lvl="8" marL="4114800" rtl="0">
              <a:lnSpc>
                <a:spcPct val="100000"/>
              </a:lnSpc>
              <a:spcBef>
                <a:spcPts val="0"/>
              </a:spcBef>
              <a:spcAft>
                <a:spcPts val="0"/>
              </a:spcAft>
              <a:buSzPts val="1400"/>
              <a:buFont typeface="Nunito Light"/>
              <a:buChar char="■"/>
              <a:defRPr/>
            </a:lvl9pPr>
          </a:lstStyle>
          <a:p/>
        </p:txBody>
      </p:sp>
      <p:grpSp>
        <p:nvGrpSpPr>
          <p:cNvPr id="24" name="Google Shape;24;p4"/>
          <p:cNvGrpSpPr/>
          <p:nvPr/>
        </p:nvGrpSpPr>
        <p:grpSpPr>
          <a:xfrm>
            <a:off x="7845966" y="4050781"/>
            <a:ext cx="1775083" cy="1748694"/>
            <a:chOff x="4757800" y="3823757"/>
            <a:chExt cx="2394232" cy="2358638"/>
          </a:xfrm>
        </p:grpSpPr>
        <p:grpSp>
          <p:nvGrpSpPr>
            <p:cNvPr id="25" name="Google Shape;25;p4"/>
            <p:cNvGrpSpPr/>
            <p:nvPr/>
          </p:nvGrpSpPr>
          <p:grpSpPr>
            <a:xfrm rot="2700000">
              <a:off x="4974332" y="4166770"/>
              <a:ext cx="1045765" cy="1045615"/>
              <a:chOff x="3741950" y="353925"/>
              <a:chExt cx="1045775" cy="1045625"/>
            </a:xfrm>
          </p:grpSpPr>
          <p:sp>
            <p:nvSpPr>
              <p:cNvPr id="26" name="Google Shape;26;p4"/>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Google Shape;29;p4"/>
            <p:cNvSpPr/>
            <p:nvPr/>
          </p:nvSpPr>
          <p:spPr>
            <a:xfrm rot="2700000">
              <a:off x="5143783" y="416419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2" name="Google Shape;32;p5"/>
          <p:cNvSpPr txBox="1"/>
          <p:nvPr>
            <p:ph idx="1" type="subTitle"/>
          </p:nvPr>
        </p:nvSpPr>
        <p:spPr>
          <a:xfrm>
            <a:off x="5077073" y="3042975"/>
            <a:ext cx="2619900" cy="1106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3" name="Google Shape;33;p5"/>
          <p:cNvSpPr txBox="1"/>
          <p:nvPr>
            <p:ph idx="2" type="subTitle"/>
          </p:nvPr>
        </p:nvSpPr>
        <p:spPr>
          <a:xfrm>
            <a:off x="1447027" y="3042975"/>
            <a:ext cx="2619900" cy="1106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 name="Google Shape;34;p5"/>
          <p:cNvSpPr txBox="1"/>
          <p:nvPr>
            <p:ph idx="3" type="subTitle"/>
          </p:nvPr>
        </p:nvSpPr>
        <p:spPr>
          <a:xfrm>
            <a:off x="5077073" y="2734950"/>
            <a:ext cx="2619900" cy="3945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35" name="Google Shape;35;p5"/>
          <p:cNvSpPr txBox="1"/>
          <p:nvPr>
            <p:ph idx="4" type="subTitle"/>
          </p:nvPr>
        </p:nvSpPr>
        <p:spPr>
          <a:xfrm>
            <a:off x="1447027" y="2734950"/>
            <a:ext cx="2619900" cy="3945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36" name="Google Shape;36;p5"/>
          <p:cNvGrpSpPr/>
          <p:nvPr/>
        </p:nvGrpSpPr>
        <p:grpSpPr>
          <a:xfrm>
            <a:off x="6667638" y="3630961"/>
            <a:ext cx="2394232" cy="2358638"/>
            <a:chOff x="6667638" y="3630961"/>
            <a:chExt cx="2394232" cy="2358638"/>
          </a:xfrm>
        </p:grpSpPr>
        <p:grpSp>
          <p:nvGrpSpPr>
            <p:cNvPr id="37" name="Google Shape;37;p5"/>
            <p:cNvGrpSpPr/>
            <p:nvPr/>
          </p:nvGrpSpPr>
          <p:grpSpPr>
            <a:xfrm flipH="1" rot="-2700000">
              <a:off x="7799572" y="3973974"/>
              <a:ext cx="1045765" cy="1045615"/>
              <a:chOff x="3741950" y="353925"/>
              <a:chExt cx="1045775" cy="1045625"/>
            </a:xfrm>
          </p:grpSpPr>
          <p:sp>
            <p:nvSpPr>
              <p:cNvPr id="38" name="Google Shape;38;p5"/>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5"/>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 name="Google Shape;41;p5"/>
            <p:cNvSpPr/>
            <p:nvPr/>
          </p:nvSpPr>
          <p:spPr>
            <a:xfrm flipH="1" rot="-2700000">
              <a:off x="7018027" y="3971401"/>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 name="Shape 42"/>
        <p:cNvGrpSpPr/>
        <p:nvPr/>
      </p:nvGrpSpPr>
      <p:grpSpPr>
        <a:xfrm>
          <a:off x="0" y="0"/>
          <a:ext cx="0" cy="0"/>
          <a:chOff x="0" y="0"/>
          <a:chExt cx="0" cy="0"/>
        </a:xfrm>
      </p:grpSpPr>
      <p:sp>
        <p:nvSpPr>
          <p:cNvPr id="43" name="Google Shape;43;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44" name="Google Shape;44;p6"/>
          <p:cNvGrpSpPr/>
          <p:nvPr/>
        </p:nvGrpSpPr>
        <p:grpSpPr>
          <a:xfrm flipH="1" rot="-2700000">
            <a:off x="7844935" y="4353026"/>
            <a:ext cx="1045765" cy="1045615"/>
            <a:chOff x="3741950" y="353925"/>
            <a:chExt cx="1045775" cy="1045625"/>
          </a:xfrm>
        </p:grpSpPr>
        <p:sp>
          <p:nvSpPr>
            <p:cNvPr id="45" name="Google Shape;45;p6"/>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6"/>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6"/>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8" name="Shape 48"/>
        <p:cNvGrpSpPr/>
        <p:nvPr/>
      </p:nvGrpSpPr>
      <p:grpSpPr>
        <a:xfrm>
          <a:off x="0" y="0"/>
          <a:ext cx="0" cy="0"/>
          <a:chOff x="0" y="0"/>
          <a:chExt cx="0" cy="0"/>
        </a:xfrm>
      </p:grpSpPr>
      <p:sp>
        <p:nvSpPr>
          <p:cNvPr id="49" name="Google Shape;49;p7"/>
          <p:cNvSpPr txBox="1"/>
          <p:nvPr>
            <p:ph type="title"/>
          </p:nvPr>
        </p:nvSpPr>
        <p:spPr>
          <a:xfrm>
            <a:off x="720000" y="445025"/>
            <a:ext cx="77109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50" name="Google Shape;50;p7"/>
          <p:cNvSpPr txBox="1"/>
          <p:nvPr>
            <p:ph idx="1" type="subTitle"/>
          </p:nvPr>
        </p:nvSpPr>
        <p:spPr>
          <a:xfrm>
            <a:off x="720000" y="1541950"/>
            <a:ext cx="5373300" cy="2021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Font typeface="Nunito Light"/>
              <a:buChar char="●"/>
              <a:defRPr/>
            </a:lvl1pPr>
            <a:lvl2pPr lvl="1" rtl="0" algn="ctr">
              <a:lnSpc>
                <a:spcPct val="100000"/>
              </a:lnSpc>
              <a:spcBef>
                <a:spcPts val="0"/>
              </a:spcBef>
              <a:spcAft>
                <a:spcPts val="0"/>
              </a:spcAft>
              <a:buClr>
                <a:srgbClr val="E76A28"/>
              </a:buClr>
              <a:buSzPts val="1600"/>
              <a:buFont typeface="Nunito Light"/>
              <a:buChar char="○"/>
              <a:defRPr/>
            </a:lvl2pPr>
            <a:lvl3pPr lvl="2" rtl="0" algn="ctr">
              <a:lnSpc>
                <a:spcPct val="100000"/>
              </a:lnSpc>
              <a:spcBef>
                <a:spcPts val="1600"/>
              </a:spcBef>
              <a:spcAft>
                <a:spcPts val="0"/>
              </a:spcAft>
              <a:buClr>
                <a:srgbClr val="E76A28"/>
              </a:buClr>
              <a:buSzPts val="1500"/>
              <a:buFont typeface="Nunito Light"/>
              <a:buChar char="■"/>
              <a:defRPr/>
            </a:lvl3pPr>
            <a:lvl4pPr lvl="3" rtl="0" algn="ctr">
              <a:lnSpc>
                <a:spcPct val="100000"/>
              </a:lnSpc>
              <a:spcBef>
                <a:spcPts val="1600"/>
              </a:spcBef>
              <a:spcAft>
                <a:spcPts val="0"/>
              </a:spcAft>
              <a:buClr>
                <a:srgbClr val="E76A28"/>
              </a:buClr>
              <a:buSzPts val="1500"/>
              <a:buFont typeface="Nunito Light"/>
              <a:buChar char="●"/>
              <a:defRPr/>
            </a:lvl4pPr>
            <a:lvl5pPr lvl="4" rtl="0" algn="ctr">
              <a:lnSpc>
                <a:spcPct val="100000"/>
              </a:lnSpc>
              <a:spcBef>
                <a:spcPts val="1600"/>
              </a:spcBef>
              <a:spcAft>
                <a:spcPts val="0"/>
              </a:spcAft>
              <a:buClr>
                <a:srgbClr val="E76A28"/>
              </a:buClr>
              <a:buSzPts val="1400"/>
              <a:buFont typeface="Nunito Light"/>
              <a:buChar char="○"/>
              <a:defRPr/>
            </a:lvl5pPr>
            <a:lvl6pPr lvl="5" rtl="0" algn="ctr">
              <a:lnSpc>
                <a:spcPct val="100000"/>
              </a:lnSpc>
              <a:spcBef>
                <a:spcPts val="1600"/>
              </a:spcBef>
              <a:spcAft>
                <a:spcPts val="0"/>
              </a:spcAft>
              <a:buClr>
                <a:srgbClr val="999999"/>
              </a:buClr>
              <a:buSzPts val="1400"/>
              <a:buFont typeface="Nunito Light"/>
              <a:buChar char="■"/>
              <a:defRPr/>
            </a:lvl6pPr>
            <a:lvl7pPr lvl="6" rtl="0" algn="ctr">
              <a:lnSpc>
                <a:spcPct val="100000"/>
              </a:lnSpc>
              <a:spcBef>
                <a:spcPts val="1600"/>
              </a:spcBef>
              <a:spcAft>
                <a:spcPts val="0"/>
              </a:spcAft>
              <a:buClr>
                <a:srgbClr val="999999"/>
              </a:buClr>
              <a:buSzPts val="1300"/>
              <a:buFont typeface="Nunito Light"/>
              <a:buChar char="●"/>
              <a:defRPr/>
            </a:lvl7pPr>
            <a:lvl8pPr lvl="7" rtl="0" algn="ctr">
              <a:lnSpc>
                <a:spcPct val="100000"/>
              </a:lnSpc>
              <a:spcBef>
                <a:spcPts val="1600"/>
              </a:spcBef>
              <a:spcAft>
                <a:spcPts val="0"/>
              </a:spcAft>
              <a:buClr>
                <a:srgbClr val="999999"/>
              </a:buClr>
              <a:buSzPts val="1300"/>
              <a:buFont typeface="Nunito Light"/>
              <a:buChar char="○"/>
              <a:defRPr/>
            </a:lvl8pPr>
            <a:lvl9pPr lvl="8" rtl="0" algn="ctr">
              <a:lnSpc>
                <a:spcPct val="100000"/>
              </a:lnSpc>
              <a:spcBef>
                <a:spcPts val="1600"/>
              </a:spcBef>
              <a:spcAft>
                <a:spcPts val="1600"/>
              </a:spcAft>
              <a:buClr>
                <a:srgbClr val="999999"/>
              </a:buClr>
              <a:buSzPts val="1400"/>
              <a:buFont typeface="Nunito Light"/>
              <a:buChar char="■"/>
              <a:defRPr/>
            </a:lvl9pPr>
          </a:lstStyle>
          <a:p/>
        </p:txBody>
      </p:sp>
      <p:grpSp>
        <p:nvGrpSpPr>
          <p:cNvPr id="51" name="Google Shape;51;p7"/>
          <p:cNvGrpSpPr/>
          <p:nvPr/>
        </p:nvGrpSpPr>
        <p:grpSpPr>
          <a:xfrm>
            <a:off x="83363" y="3630961"/>
            <a:ext cx="2394232" cy="2358638"/>
            <a:chOff x="7518600" y="1769557"/>
            <a:chExt cx="2394232" cy="2358638"/>
          </a:xfrm>
        </p:grpSpPr>
        <p:grpSp>
          <p:nvGrpSpPr>
            <p:cNvPr id="52" name="Google Shape;52;p7"/>
            <p:cNvGrpSpPr/>
            <p:nvPr/>
          </p:nvGrpSpPr>
          <p:grpSpPr>
            <a:xfrm rot="2700000">
              <a:off x="7735132" y="2112570"/>
              <a:ext cx="1045765" cy="1045615"/>
              <a:chOff x="3741950" y="353925"/>
              <a:chExt cx="1045775" cy="1045625"/>
            </a:xfrm>
          </p:grpSpPr>
          <p:sp>
            <p:nvSpPr>
              <p:cNvPr id="53" name="Google Shape;53;p7"/>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7"/>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7"/>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6" name="Google Shape;56;p7"/>
            <p:cNvSpPr/>
            <p:nvPr/>
          </p:nvSpPr>
          <p:spPr>
            <a:xfrm rot="2700000">
              <a:off x="7904583" y="210999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7" name="Shape 57"/>
        <p:cNvGrpSpPr/>
        <p:nvPr/>
      </p:nvGrpSpPr>
      <p:grpSpPr>
        <a:xfrm>
          <a:off x="0" y="0"/>
          <a:ext cx="0" cy="0"/>
          <a:chOff x="0" y="0"/>
          <a:chExt cx="0" cy="0"/>
        </a:xfrm>
      </p:grpSpPr>
      <p:sp>
        <p:nvSpPr>
          <p:cNvPr id="58" name="Google Shape;58;p8"/>
          <p:cNvSpPr txBox="1"/>
          <p:nvPr>
            <p:ph type="title"/>
          </p:nvPr>
        </p:nvSpPr>
        <p:spPr>
          <a:xfrm>
            <a:off x="1962000" y="1307100"/>
            <a:ext cx="5220000" cy="2529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SzPts val="4800"/>
              <a:buNone/>
              <a:defRPr sz="72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59" name="Google Shape;59;p8"/>
          <p:cNvGrpSpPr/>
          <p:nvPr/>
        </p:nvGrpSpPr>
        <p:grpSpPr>
          <a:xfrm>
            <a:off x="-808637" y="3630961"/>
            <a:ext cx="2394232" cy="2358638"/>
            <a:chOff x="-808637" y="3630961"/>
            <a:chExt cx="2394232" cy="2358638"/>
          </a:xfrm>
        </p:grpSpPr>
        <p:grpSp>
          <p:nvGrpSpPr>
            <p:cNvPr id="60" name="Google Shape;60;p8"/>
            <p:cNvGrpSpPr/>
            <p:nvPr/>
          </p:nvGrpSpPr>
          <p:grpSpPr>
            <a:xfrm flipH="1" rot="-2700000">
              <a:off x="323297" y="3973974"/>
              <a:ext cx="1045765" cy="1045615"/>
              <a:chOff x="3741950" y="353925"/>
              <a:chExt cx="1045775" cy="1045625"/>
            </a:xfrm>
          </p:grpSpPr>
          <p:sp>
            <p:nvSpPr>
              <p:cNvPr id="61" name="Google Shape;61;p8"/>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8"/>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8"/>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4" name="Google Shape;64;p8"/>
            <p:cNvSpPr/>
            <p:nvPr/>
          </p:nvSpPr>
          <p:spPr>
            <a:xfrm flipH="1" rot="-2700000">
              <a:off x="-458248" y="3971401"/>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5" name="Shape 65"/>
        <p:cNvGrpSpPr/>
        <p:nvPr/>
      </p:nvGrpSpPr>
      <p:grpSpPr>
        <a:xfrm>
          <a:off x="0" y="0"/>
          <a:ext cx="0" cy="0"/>
          <a:chOff x="0" y="0"/>
          <a:chExt cx="0" cy="0"/>
        </a:xfrm>
      </p:grpSpPr>
      <p:sp>
        <p:nvSpPr>
          <p:cNvPr id="66" name="Google Shape;66;p9"/>
          <p:cNvSpPr txBox="1"/>
          <p:nvPr>
            <p:ph type="title"/>
          </p:nvPr>
        </p:nvSpPr>
        <p:spPr>
          <a:xfrm>
            <a:off x="2135550" y="1651188"/>
            <a:ext cx="4872900" cy="11580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500"/>
              <a:buNone/>
              <a:defRPr sz="7200"/>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
        <p:nvSpPr>
          <p:cNvPr id="67" name="Google Shape;67;p9"/>
          <p:cNvSpPr txBox="1"/>
          <p:nvPr>
            <p:ph idx="1" type="subTitle"/>
          </p:nvPr>
        </p:nvSpPr>
        <p:spPr>
          <a:xfrm>
            <a:off x="2135550" y="2765575"/>
            <a:ext cx="4872900" cy="707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600">
                <a:solidFill>
                  <a:schemeClr val="accent1"/>
                </a:solidFill>
              </a:defRPr>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68" name="Google Shape;68;p9"/>
          <p:cNvGrpSpPr/>
          <p:nvPr/>
        </p:nvGrpSpPr>
        <p:grpSpPr>
          <a:xfrm rot="2700000">
            <a:off x="7740957" y="4395495"/>
            <a:ext cx="1045765" cy="1045615"/>
            <a:chOff x="3741950" y="353925"/>
            <a:chExt cx="1045775" cy="1045625"/>
          </a:xfrm>
        </p:grpSpPr>
        <p:sp>
          <p:nvSpPr>
            <p:cNvPr id="69" name="Google Shape;69;p9"/>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9"/>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9"/>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2" name="Shape 72"/>
        <p:cNvGrpSpPr/>
        <p:nvPr/>
      </p:nvGrpSpPr>
      <p:grpSpPr>
        <a:xfrm>
          <a:off x="0" y="0"/>
          <a:ext cx="0" cy="0"/>
          <a:chOff x="0" y="0"/>
          <a:chExt cx="0" cy="0"/>
        </a:xfrm>
      </p:grpSpPr>
      <p:sp>
        <p:nvSpPr>
          <p:cNvPr id="73" name="Google Shape;73;p10"/>
          <p:cNvSpPr txBox="1"/>
          <p:nvPr>
            <p:ph type="title"/>
          </p:nvPr>
        </p:nvSpPr>
        <p:spPr>
          <a:xfrm>
            <a:off x="3992121" y="398525"/>
            <a:ext cx="4597200" cy="1673400"/>
          </a:xfrm>
          <a:prstGeom prst="rect">
            <a:avLst/>
          </a:prstGeom>
          <a:noFill/>
        </p:spPr>
        <p:txBody>
          <a:bodyPr anchorCtr="0" anchor="t" bIns="91425" lIns="91425" spcFirstLastPara="1" rIns="91425" wrap="square" tIns="91425">
            <a:noAutofit/>
          </a:bodyPr>
          <a:lstStyle>
            <a:lvl1pPr lvl="0" rtl="0" algn="ctr">
              <a:spcBef>
                <a:spcPts val="0"/>
              </a:spcBef>
              <a:spcAft>
                <a:spcPts val="0"/>
              </a:spcAft>
              <a:buSzPts val="3500"/>
              <a:buNone/>
              <a:defRPr>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74" name="Shape 74"/>
        <p:cNvGrpSpPr/>
        <p:nvPr/>
      </p:nvGrpSpPr>
      <p:grpSpPr>
        <a:xfrm>
          <a:off x="0" y="0"/>
          <a:ext cx="0" cy="0"/>
          <a:chOff x="0" y="0"/>
          <a:chExt cx="0" cy="0"/>
        </a:xfrm>
      </p:grpSpPr>
      <p:sp>
        <p:nvSpPr>
          <p:cNvPr id="75" name="Google Shape;75;p11"/>
          <p:cNvSpPr txBox="1"/>
          <p:nvPr>
            <p:ph hasCustomPrompt="1" type="title"/>
          </p:nvPr>
        </p:nvSpPr>
        <p:spPr>
          <a:xfrm>
            <a:off x="1284000" y="1288250"/>
            <a:ext cx="6576000" cy="1970700"/>
          </a:xfrm>
          <a:prstGeom prst="rect">
            <a:avLst/>
          </a:prstGeom>
        </p:spPr>
        <p:txBody>
          <a:bodyPr anchorCtr="0" anchor="ctr" bIns="91425" lIns="91425" spcFirstLastPara="1" rIns="91425" wrap="square" tIns="91425">
            <a:noAutofit/>
          </a:bodyPr>
          <a:lstStyle>
            <a:lvl1pPr lvl="0" algn="ctr">
              <a:spcBef>
                <a:spcPts val="0"/>
              </a:spcBef>
              <a:spcAft>
                <a:spcPts val="0"/>
              </a:spcAft>
              <a:buSzPts val="9600"/>
              <a:buNone/>
              <a:defRPr sz="96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6" name="Google Shape;76;p11"/>
          <p:cNvSpPr txBox="1"/>
          <p:nvPr>
            <p:ph idx="1" type="subTitle"/>
          </p:nvPr>
        </p:nvSpPr>
        <p:spPr>
          <a:xfrm>
            <a:off x="1284000" y="3011425"/>
            <a:ext cx="6576000" cy="497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solidFill>
                  <a:schemeClr val="accent1"/>
                </a:solidFill>
              </a:defRPr>
            </a:lvl1pPr>
            <a:lvl2pPr lvl="1" rtl="0" algn="ctr">
              <a:lnSpc>
                <a:spcPct val="100000"/>
              </a:lnSpc>
              <a:spcBef>
                <a:spcPts val="0"/>
              </a:spcBef>
              <a:spcAft>
                <a:spcPts val="0"/>
              </a:spcAft>
              <a:buSzPts val="1600"/>
              <a:buNone/>
              <a:defRPr sz="1600"/>
            </a:lvl2pPr>
            <a:lvl3pPr lvl="2" rtl="0" algn="ctr">
              <a:lnSpc>
                <a:spcPct val="100000"/>
              </a:lnSpc>
              <a:spcBef>
                <a:spcPts val="1600"/>
              </a:spcBef>
              <a:spcAft>
                <a:spcPts val="0"/>
              </a:spcAft>
              <a:buSzPts val="1600"/>
              <a:buNone/>
              <a:defRPr sz="1600"/>
            </a:lvl3pPr>
            <a:lvl4pPr lvl="3" rtl="0" algn="ctr">
              <a:lnSpc>
                <a:spcPct val="100000"/>
              </a:lnSpc>
              <a:spcBef>
                <a:spcPts val="1600"/>
              </a:spcBef>
              <a:spcAft>
                <a:spcPts val="0"/>
              </a:spcAft>
              <a:buSzPts val="1600"/>
              <a:buNone/>
              <a:defRPr sz="1600"/>
            </a:lvl4pPr>
            <a:lvl5pPr lvl="4" rtl="0" algn="ctr">
              <a:lnSpc>
                <a:spcPct val="100000"/>
              </a:lnSpc>
              <a:spcBef>
                <a:spcPts val="1600"/>
              </a:spcBef>
              <a:spcAft>
                <a:spcPts val="0"/>
              </a:spcAft>
              <a:buSzPts val="1600"/>
              <a:buNone/>
              <a:defRPr sz="1600"/>
            </a:lvl5pPr>
            <a:lvl6pPr lvl="5" rtl="0" algn="ctr">
              <a:lnSpc>
                <a:spcPct val="100000"/>
              </a:lnSpc>
              <a:spcBef>
                <a:spcPts val="1600"/>
              </a:spcBef>
              <a:spcAft>
                <a:spcPts val="0"/>
              </a:spcAft>
              <a:buSzPts val="1600"/>
              <a:buNone/>
              <a:defRPr sz="1600"/>
            </a:lvl6pPr>
            <a:lvl7pPr lvl="6" rtl="0" algn="ctr">
              <a:lnSpc>
                <a:spcPct val="100000"/>
              </a:lnSpc>
              <a:spcBef>
                <a:spcPts val="1600"/>
              </a:spcBef>
              <a:spcAft>
                <a:spcPts val="0"/>
              </a:spcAft>
              <a:buSzPts val="1600"/>
              <a:buNone/>
              <a:defRPr sz="1600"/>
            </a:lvl7pPr>
            <a:lvl8pPr lvl="7" rtl="0" algn="ctr">
              <a:lnSpc>
                <a:spcPct val="100000"/>
              </a:lnSpc>
              <a:spcBef>
                <a:spcPts val="1600"/>
              </a:spcBef>
              <a:spcAft>
                <a:spcPts val="0"/>
              </a:spcAft>
              <a:buSzPts val="1600"/>
              <a:buNone/>
              <a:defRPr sz="1600"/>
            </a:lvl8pPr>
            <a:lvl9pPr lvl="8" rtl="0" algn="ctr">
              <a:lnSpc>
                <a:spcPct val="100000"/>
              </a:lnSpc>
              <a:spcBef>
                <a:spcPts val="1600"/>
              </a:spcBef>
              <a:spcAft>
                <a:spcPts val="1600"/>
              </a:spcAft>
              <a:buSzPts val="1600"/>
              <a:buNone/>
              <a:defRPr sz="1600"/>
            </a:lvl9pPr>
          </a:lstStyle>
          <a:p/>
        </p:txBody>
      </p:sp>
      <p:grpSp>
        <p:nvGrpSpPr>
          <p:cNvPr id="77" name="Google Shape;77;p11"/>
          <p:cNvGrpSpPr/>
          <p:nvPr/>
        </p:nvGrpSpPr>
        <p:grpSpPr>
          <a:xfrm flipH="1" rot="-2700000">
            <a:off x="290285" y="-33524"/>
            <a:ext cx="1045765" cy="1045615"/>
            <a:chOff x="3741950" y="353925"/>
            <a:chExt cx="1045775" cy="1045625"/>
          </a:xfrm>
        </p:grpSpPr>
        <p:sp>
          <p:nvSpPr>
            <p:cNvPr id="78" name="Google Shape;78;p11"/>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1"/>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1"/>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1" name="Shape 81"/>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82" name="Shape 82"/>
        <p:cNvGrpSpPr/>
        <p:nvPr/>
      </p:nvGrpSpPr>
      <p:grpSpPr>
        <a:xfrm>
          <a:off x="0" y="0"/>
          <a:ext cx="0" cy="0"/>
          <a:chOff x="0" y="0"/>
          <a:chExt cx="0" cy="0"/>
        </a:xfrm>
      </p:grpSpPr>
      <p:sp>
        <p:nvSpPr>
          <p:cNvPr id="83" name="Google Shape;83;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84" name="Google Shape;84;p13"/>
          <p:cNvGrpSpPr/>
          <p:nvPr/>
        </p:nvGrpSpPr>
        <p:grpSpPr>
          <a:xfrm flipH="1">
            <a:off x="-657300" y="3660238"/>
            <a:ext cx="2358638" cy="2358638"/>
            <a:chOff x="7553538" y="3660238"/>
            <a:chExt cx="2358638" cy="2358638"/>
          </a:xfrm>
        </p:grpSpPr>
        <p:grpSp>
          <p:nvGrpSpPr>
            <p:cNvPr id="85" name="Google Shape;85;p13"/>
            <p:cNvGrpSpPr/>
            <p:nvPr/>
          </p:nvGrpSpPr>
          <p:grpSpPr>
            <a:xfrm flipH="1" rot="-2700000">
              <a:off x="7828010" y="4050176"/>
              <a:ext cx="1045765" cy="1045615"/>
              <a:chOff x="3741950" y="353925"/>
              <a:chExt cx="1045775" cy="1045625"/>
            </a:xfrm>
          </p:grpSpPr>
          <p:sp>
            <p:nvSpPr>
              <p:cNvPr id="86" name="Google Shape;86;p13"/>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3"/>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3"/>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13"/>
            <p:cNvSpPr/>
            <p:nvPr/>
          </p:nvSpPr>
          <p:spPr>
            <a:xfrm flipH="1" rot="-2700000">
              <a:off x="7903927" y="400067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1_1">
    <p:spTree>
      <p:nvGrpSpPr>
        <p:cNvPr id="90" name="Shape 90"/>
        <p:cNvGrpSpPr/>
        <p:nvPr/>
      </p:nvGrpSpPr>
      <p:grpSpPr>
        <a:xfrm>
          <a:off x="0" y="0"/>
          <a:ext cx="0" cy="0"/>
          <a:chOff x="0" y="0"/>
          <a:chExt cx="0" cy="0"/>
        </a:xfrm>
      </p:grpSpPr>
      <p:sp>
        <p:nvSpPr>
          <p:cNvPr id="91" name="Google Shape;91;p1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92" name="Google Shape;92;p14"/>
          <p:cNvGrpSpPr/>
          <p:nvPr/>
        </p:nvGrpSpPr>
        <p:grpSpPr>
          <a:xfrm>
            <a:off x="7324675" y="3660238"/>
            <a:ext cx="2358638" cy="2358638"/>
            <a:chOff x="7553538" y="3660238"/>
            <a:chExt cx="2358638" cy="2358638"/>
          </a:xfrm>
        </p:grpSpPr>
        <p:grpSp>
          <p:nvGrpSpPr>
            <p:cNvPr id="93" name="Google Shape;93;p14"/>
            <p:cNvGrpSpPr/>
            <p:nvPr/>
          </p:nvGrpSpPr>
          <p:grpSpPr>
            <a:xfrm flipH="1" rot="-2700000">
              <a:off x="7828010" y="4050176"/>
              <a:ext cx="1045765" cy="1045615"/>
              <a:chOff x="3741950" y="353925"/>
              <a:chExt cx="1045775" cy="1045625"/>
            </a:xfrm>
          </p:grpSpPr>
          <p:sp>
            <p:nvSpPr>
              <p:cNvPr id="94" name="Google Shape;94;p14"/>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14"/>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4"/>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 name="Google Shape;97;p14"/>
            <p:cNvSpPr/>
            <p:nvPr/>
          </p:nvSpPr>
          <p:spPr>
            <a:xfrm flipH="1" rot="-2700000">
              <a:off x="7903927" y="400067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6_1_1">
    <p:spTree>
      <p:nvGrpSpPr>
        <p:cNvPr id="98" name="Shape 98"/>
        <p:cNvGrpSpPr/>
        <p:nvPr/>
      </p:nvGrpSpPr>
      <p:grpSpPr>
        <a:xfrm>
          <a:off x="0" y="0"/>
          <a:ext cx="0" cy="0"/>
          <a:chOff x="0" y="0"/>
          <a:chExt cx="0" cy="0"/>
        </a:xfrm>
      </p:grpSpPr>
      <p:sp>
        <p:nvSpPr>
          <p:cNvPr id="99" name="Google Shape;99;p1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00" name="Google Shape;100;p15"/>
          <p:cNvSpPr txBox="1"/>
          <p:nvPr>
            <p:ph idx="1" type="subTitle"/>
          </p:nvPr>
        </p:nvSpPr>
        <p:spPr>
          <a:xfrm>
            <a:off x="774411" y="3926850"/>
            <a:ext cx="2301300" cy="60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01" name="Google Shape;101;p15"/>
          <p:cNvSpPr txBox="1"/>
          <p:nvPr>
            <p:ph idx="2" type="subTitle"/>
          </p:nvPr>
        </p:nvSpPr>
        <p:spPr>
          <a:xfrm>
            <a:off x="3419568" y="3926850"/>
            <a:ext cx="2301300" cy="60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02" name="Google Shape;102;p15"/>
          <p:cNvSpPr txBox="1"/>
          <p:nvPr>
            <p:ph idx="3" type="subTitle"/>
          </p:nvPr>
        </p:nvSpPr>
        <p:spPr>
          <a:xfrm>
            <a:off x="6068289" y="3926850"/>
            <a:ext cx="2301300" cy="60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03" name="Google Shape;103;p15"/>
          <p:cNvSpPr txBox="1"/>
          <p:nvPr>
            <p:ph idx="4" type="subTitle"/>
          </p:nvPr>
        </p:nvSpPr>
        <p:spPr>
          <a:xfrm>
            <a:off x="774411" y="3472275"/>
            <a:ext cx="2301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04" name="Google Shape;104;p15"/>
          <p:cNvSpPr txBox="1"/>
          <p:nvPr>
            <p:ph idx="5" type="subTitle"/>
          </p:nvPr>
        </p:nvSpPr>
        <p:spPr>
          <a:xfrm>
            <a:off x="3419568" y="3472275"/>
            <a:ext cx="2301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05" name="Google Shape;105;p15"/>
          <p:cNvSpPr txBox="1"/>
          <p:nvPr>
            <p:ph idx="6" type="subTitle"/>
          </p:nvPr>
        </p:nvSpPr>
        <p:spPr>
          <a:xfrm>
            <a:off x="6068289" y="3472275"/>
            <a:ext cx="2301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106" name="Google Shape;106;p15"/>
          <p:cNvGrpSpPr/>
          <p:nvPr/>
        </p:nvGrpSpPr>
        <p:grpSpPr>
          <a:xfrm>
            <a:off x="7382638" y="3658850"/>
            <a:ext cx="2358638" cy="2358638"/>
            <a:chOff x="7330063" y="1376500"/>
            <a:chExt cx="2358638" cy="2358638"/>
          </a:xfrm>
        </p:grpSpPr>
        <p:grpSp>
          <p:nvGrpSpPr>
            <p:cNvPr id="107" name="Google Shape;107;p15"/>
            <p:cNvGrpSpPr/>
            <p:nvPr/>
          </p:nvGrpSpPr>
          <p:grpSpPr>
            <a:xfrm flipH="1" rot="-2700000">
              <a:off x="7604535" y="1766438"/>
              <a:ext cx="1045765" cy="1045615"/>
              <a:chOff x="3741950" y="353925"/>
              <a:chExt cx="1045775" cy="1045625"/>
            </a:xfrm>
          </p:grpSpPr>
          <p:sp>
            <p:nvSpPr>
              <p:cNvPr id="108" name="Google Shape;108;p15"/>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5"/>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5"/>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 name="Google Shape;111;p15"/>
            <p:cNvSpPr/>
            <p:nvPr/>
          </p:nvSpPr>
          <p:spPr>
            <a:xfrm flipH="1" rot="-2700000">
              <a:off x="7680452" y="1716940"/>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_1">
    <p:spTree>
      <p:nvGrpSpPr>
        <p:cNvPr id="112" name="Shape 112"/>
        <p:cNvGrpSpPr/>
        <p:nvPr/>
      </p:nvGrpSpPr>
      <p:grpSpPr>
        <a:xfrm>
          <a:off x="0" y="0"/>
          <a:ext cx="0" cy="0"/>
          <a:chOff x="0" y="0"/>
          <a:chExt cx="0" cy="0"/>
        </a:xfrm>
      </p:grpSpPr>
      <p:sp>
        <p:nvSpPr>
          <p:cNvPr id="113" name="Google Shape;113;p1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14" name="Google Shape;114;p16"/>
          <p:cNvSpPr txBox="1"/>
          <p:nvPr>
            <p:ph idx="1" type="subTitle"/>
          </p:nvPr>
        </p:nvSpPr>
        <p:spPr>
          <a:xfrm>
            <a:off x="2968125" y="1744118"/>
            <a:ext cx="5455800" cy="651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15" name="Google Shape;115;p16"/>
          <p:cNvSpPr txBox="1"/>
          <p:nvPr>
            <p:ph idx="2" type="subTitle"/>
          </p:nvPr>
        </p:nvSpPr>
        <p:spPr>
          <a:xfrm>
            <a:off x="2968112" y="2794537"/>
            <a:ext cx="5455800" cy="649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16" name="Google Shape;116;p16"/>
          <p:cNvSpPr txBox="1"/>
          <p:nvPr>
            <p:ph idx="3" type="subTitle"/>
          </p:nvPr>
        </p:nvSpPr>
        <p:spPr>
          <a:xfrm>
            <a:off x="2968098" y="3841899"/>
            <a:ext cx="5455800" cy="649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17" name="Google Shape;117;p16"/>
          <p:cNvSpPr txBox="1"/>
          <p:nvPr>
            <p:ph idx="4" type="subTitle"/>
          </p:nvPr>
        </p:nvSpPr>
        <p:spPr>
          <a:xfrm>
            <a:off x="2968125" y="1289543"/>
            <a:ext cx="5455800" cy="527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18" name="Google Shape;118;p16"/>
          <p:cNvSpPr txBox="1"/>
          <p:nvPr>
            <p:ph idx="5" type="subTitle"/>
          </p:nvPr>
        </p:nvSpPr>
        <p:spPr>
          <a:xfrm>
            <a:off x="2968127" y="2339963"/>
            <a:ext cx="5455800" cy="527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19" name="Google Shape;119;p16"/>
          <p:cNvSpPr txBox="1"/>
          <p:nvPr>
            <p:ph idx="6" type="subTitle"/>
          </p:nvPr>
        </p:nvSpPr>
        <p:spPr>
          <a:xfrm>
            <a:off x="2968112" y="3387325"/>
            <a:ext cx="5455800" cy="527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120" name="Google Shape;120;p16"/>
          <p:cNvGrpSpPr/>
          <p:nvPr/>
        </p:nvGrpSpPr>
        <p:grpSpPr>
          <a:xfrm>
            <a:off x="7553538" y="3660238"/>
            <a:ext cx="2358638" cy="2358638"/>
            <a:chOff x="7553538" y="3660238"/>
            <a:chExt cx="2358638" cy="2358638"/>
          </a:xfrm>
        </p:grpSpPr>
        <p:grpSp>
          <p:nvGrpSpPr>
            <p:cNvPr id="121" name="Google Shape;121;p16"/>
            <p:cNvGrpSpPr/>
            <p:nvPr/>
          </p:nvGrpSpPr>
          <p:grpSpPr>
            <a:xfrm flipH="1" rot="-2700000">
              <a:off x="7828010" y="4050176"/>
              <a:ext cx="1045765" cy="1045615"/>
              <a:chOff x="3741950" y="353925"/>
              <a:chExt cx="1045775" cy="1045625"/>
            </a:xfrm>
          </p:grpSpPr>
          <p:sp>
            <p:nvSpPr>
              <p:cNvPr id="122" name="Google Shape;122;p16"/>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6"/>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6"/>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6"/>
            <p:cNvSpPr/>
            <p:nvPr/>
          </p:nvSpPr>
          <p:spPr>
            <a:xfrm flipH="1" rot="-2700000">
              <a:off x="7903927" y="400067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126" name="Shape 126"/>
        <p:cNvGrpSpPr/>
        <p:nvPr/>
      </p:nvGrpSpPr>
      <p:grpSpPr>
        <a:xfrm>
          <a:off x="0" y="0"/>
          <a:ext cx="0" cy="0"/>
          <a:chOff x="0" y="0"/>
          <a:chExt cx="0" cy="0"/>
        </a:xfrm>
      </p:grpSpPr>
      <p:sp>
        <p:nvSpPr>
          <p:cNvPr id="127" name="Google Shape;127;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28" name="Google Shape;128;p17"/>
          <p:cNvSpPr txBox="1"/>
          <p:nvPr>
            <p:ph idx="1" type="subTitle"/>
          </p:nvPr>
        </p:nvSpPr>
        <p:spPr>
          <a:xfrm>
            <a:off x="2010042" y="1471051"/>
            <a:ext cx="3391200" cy="484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29" name="Google Shape;129;p17"/>
          <p:cNvSpPr txBox="1"/>
          <p:nvPr>
            <p:ph idx="2" type="subTitle"/>
          </p:nvPr>
        </p:nvSpPr>
        <p:spPr>
          <a:xfrm>
            <a:off x="3546853" y="3210739"/>
            <a:ext cx="3391200" cy="484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30" name="Google Shape;130;p17"/>
          <p:cNvSpPr txBox="1"/>
          <p:nvPr>
            <p:ph idx="3" type="subTitle"/>
          </p:nvPr>
        </p:nvSpPr>
        <p:spPr>
          <a:xfrm>
            <a:off x="2780860" y="2338825"/>
            <a:ext cx="3391200" cy="484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31" name="Google Shape;131;p17"/>
          <p:cNvSpPr txBox="1"/>
          <p:nvPr>
            <p:ph idx="4" type="subTitle"/>
          </p:nvPr>
        </p:nvSpPr>
        <p:spPr>
          <a:xfrm>
            <a:off x="4304937" y="4082578"/>
            <a:ext cx="3391200" cy="484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32" name="Google Shape;132;p17"/>
          <p:cNvSpPr txBox="1"/>
          <p:nvPr>
            <p:ph hasCustomPrompt="1" idx="5" type="title"/>
          </p:nvPr>
        </p:nvSpPr>
        <p:spPr>
          <a:xfrm>
            <a:off x="1121750" y="1405736"/>
            <a:ext cx="8607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3" name="Google Shape;133;p17"/>
          <p:cNvSpPr txBox="1"/>
          <p:nvPr>
            <p:ph hasCustomPrompt="1" idx="6" type="title"/>
          </p:nvPr>
        </p:nvSpPr>
        <p:spPr>
          <a:xfrm>
            <a:off x="1892625" y="2251075"/>
            <a:ext cx="8607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4" name="Google Shape;134;p17"/>
          <p:cNvSpPr txBox="1"/>
          <p:nvPr>
            <p:ph hasCustomPrompt="1" idx="7" type="title"/>
          </p:nvPr>
        </p:nvSpPr>
        <p:spPr>
          <a:xfrm>
            <a:off x="2656850" y="3122939"/>
            <a:ext cx="8607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5" name="Google Shape;135;p17"/>
          <p:cNvSpPr txBox="1"/>
          <p:nvPr>
            <p:ph hasCustomPrompt="1" idx="8" type="title"/>
          </p:nvPr>
        </p:nvSpPr>
        <p:spPr>
          <a:xfrm>
            <a:off x="3415352" y="3994815"/>
            <a:ext cx="8595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36" name="Google Shape;136;p17"/>
          <p:cNvSpPr txBox="1"/>
          <p:nvPr>
            <p:ph idx="9" type="subTitle"/>
          </p:nvPr>
        </p:nvSpPr>
        <p:spPr>
          <a:xfrm>
            <a:off x="2010042" y="1258251"/>
            <a:ext cx="3391200" cy="3945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37" name="Google Shape;137;p17"/>
          <p:cNvSpPr txBox="1"/>
          <p:nvPr>
            <p:ph idx="13" type="subTitle"/>
          </p:nvPr>
        </p:nvSpPr>
        <p:spPr>
          <a:xfrm>
            <a:off x="3546861" y="2997939"/>
            <a:ext cx="3391200" cy="3945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38" name="Google Shape;138;p17"/>
          <p:cNvSpPr txBox="1"/>
          <p:nvPr>
            <p:ph idx="14" type="subTitle"/>
          </p:nvPr>
        </p:nvSpPr>
        <p:spPr>
          <a:xfrm>
            <a:off x="2780860" y="2126100"/>
            <a:ext cx="3391200" cy="3945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39" name="Google Shape;139;p17"/>
          <p:cNvSpPr txBox="1"/>
          <p:nvPr>
            <p:ph idx="15" type="subTitle"/>
          </p:nvPr>
        </p:nvSpPr>
        <p:spPr>
          <a:xfrm>
            <a:off x="4304946" y="3869853"/>
            <a:ext cx="3391200" cy="3945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140" name="Google Shape;140;p17"/>
          <p:cNvGrpSpPr/>
          <p:nvPr/>
        </p:nvGrpSpPr>
        <p:grpSpPr>
          <a:xfrm flipH="1" rot="-2700000">
            <a:off x="7837772" y="4409520"/>
            <a:ext cx="1045765" cy="1045615"/>
            <a:chOff x="3741950" y="353925"/>
            <a:chExt cx="1045775" cy="1045625"/>
          </a:xfrm>
        </p:grpSpPr>
        <p:sp>
          <p:nvSpPr>
            <p:cNvPr id="141" name="Google Shape;141;p17"/>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7"/>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7"/>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144" name="Shape 144"/>
        <p:cNvGrpSpPr/>
        <p:nvPr/>
      </p:nvGrpSpPr>
      <p:grpSpPr>
        <a:xfrm>
          <a:off x="0" y="0"/>
          <a:ext cx="0" cy="0"/>
          <a:chOff x="0" y="0"/>
          <a:chExt cx="0" cy="0"/>
        </a:xfrm>
      </p:grpSpPr>
      <p:sp>
        <p:nvSpPr>
          <p:cNvPr id="145" name="Google Shape;145;p18"/>
          <p:cNvSpPr txBox="1"/>
          <p:nvPr>
            <p:ph type="title"/>
          </p:nvPr>
        </p:nvSpPr>
        <p:spPr>
          <a:xfrm>
            <a:off x="2968125" y="3100294"/>
            <a:ext cx="4949400" cy="5319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146" name="Google Shape;146;p18"/>
          <p:cNvSpPr txBox="1"/>
          <p:nvPr>
            <p:ph idx="1" type="subTitle"/>
          </p:nvPr>
        </p:nvSpPr>
        <p:spPr>
          <a:xfrm>
            <a:off x="1226400" y="1511306"/>
            <a:ext cx="6691200" cy="14784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3000"/>
              <a:buNone/>
              <a:defRPr sz="3000">
                <a:solidFill>
                  <a:schemeClr val="accent1"/>
                </a:solidFill>
              </a:defRPr>
            </a:lvl1pPr>
            <a:lvl2pPr lvl="1" rtl="0" algn="ctr">
              <a:lnSpc>
                <a:spcPct val="100000"/>
              </a:lnSpc>
              <a:spcBef>
                <a:spcPts val="0"/>
              </a:spcBef>
              <a:spcAft>
                <a:spcPts val="0"/>
              </a:spcAft>
              <a:buSzPts val="3000"/>
              <a:buNone/>
              <a:defRPr sz="3000"/>
            </a:lvl2pPr>
            <a:lvl3pPr lvl="2" rtl="0" algn="ctr">
              <a:lnSpc>
                <a:spcPct val="100000"/>
              </a:lnSpc>
              <a:spcBef>
                <a:spcPts val="1600"/>
              </a:spcBef>
              <a:spcAft>
                <a:spcPts val="0"/>
              </a:spcAft>
              <a:buSzPts val="3000"/>
              <a:buNone/>
              <a:defRPr sz="3000"/>
            </a:lvl3pPr>
            <a:lvl4pPr lvl="3" rtl="0" algn="ctr">
              <a:lnSpc>
                <a:spcPct val="100000"/>
              </a:lnSpc>
              <a:spcBef>
                <a:spcPts val="1600"/>
              </a:spcBef>
              <a:spcAft>
                <a:spcPts val="0"/>
              </a:spcAft>
              <a:buSzPts val="3000"/>
              <a:buNone/>
              <a:defRPr sz="3000"/>
            </a:lvl4pPr>
            <a:lvl5pPr lvl="4" rtl="0" algn="ctr">
              <a:lnSpc>
                <a:spcPct val="100000"/>
              </a:lnSpc>
              <a:spcBef>
                <a:spcPts val="1600"/>
              </a:spcBef>
              <a:spcAft>
                <a:spcPts val="0"/>
              </a:spcAft>
              <a:buSzPts val="3000"/>
              <a:buNone/>
              <a:defRPr sz="3000"/>
            </a:lvl5pPr>
            <a:lvl6pPr lvl="5" rtl="0" algn="ctr">
              <a:lnSpc>
                <a:spcPct val="100000"/>
              </a:lnSpc>
              <a:spcBef>
                <a:spcPts val="1600"/>
              </a:spcBef>
              <a:spcAft>
                <a:spcPts val="0"/>
              </a:spcAft>
              <a:buSzPts val="3000"/>
              <a:buNone/>
              <a:defRPr sz="3000"/>
            </a:lvl6pPr>
            <a:lvl7pPr lvl="6" rtl="0" algn="ctr">
              <a:lnSpc>
                <a:spcPct val="100000"/>
              </a:lnSpc>
              <a:spcBef>
                <a:spcPts val="1600"/>
              </a:spcBef>
              <a:spcAft>
                <a:spcPts val="0"/>
              </a:spcAft>
              <a:buSzPts val="3000"/>
              <a:buNone/>
              <a:defRPr sz="3000"/>
            </a:lvl7pPr>
            <a:lvl8pPr lvl="7" rtl="0" algn="ctr">
              <a:lnSpc>
                <a:spcPct val="100000"/>
              </a:lnSpc>
              <a:spcBef>
                <a:spcPts val="1600"/>
              </a:spcBef>
              <a:spcAft>
                <a:spcPts val="0"/>
              </a:spcAft>
              <a:buSzPts val="3000"/>
              <a:buNone/>
              <a:defRPr sz="3000"/>
            </a:lvl8pPr>
            <a:lvl9pPr lvl="8" rtl="0" algn="ctr">
              <a:lnSpc>
                <a:spcPct val="100000"/>
              </a:lnSpc>
              <a:spcBef>
                <a:spcPts val="1600"/>
              </a:spcBef>
              <a:spcAft>
                <a:spcPts val="1600"/>
              </a:spcAft>
              <a:buSzPts val="3000"/>
              <a:buNone/>
              <a:defRPr sz="3000"/>
            </a:lvl9pPr>
          </a:lstStyle>
          <a:p/>
        </p:txBody>
      </p:sp>
      <p:grpSp>
        <p:nvGrpSpPr>
          <p:cNvPr id="147" name="Google Shape;147;p18"/>
          <p:cNvGrpSpPr/>
          <p:nvPr/>
        </p:nvGrpSpPr>
        <p:grpSpPr>
          <a:xfrm flipH="1" rot="-2700000">
            <a:off x="520872" y="60574"/>
            <a:ext cx="1045765" cy="1045615"/>
            <a:chOff x="3741950" y="353925"/>
            <a:chExt cx="1045775" cy="1045625"/>
          </a:xfrm>
        </p:grpSpPr>
        <p:sp>
          <p:nvSpPr>
            <p:cNvPr id="148" name="Google Shape;148;p18"/>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8"/>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8"/>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 name="Google Shape;151;p18"/>
          <p:cNvGrpSpPr/>
          <p:nvPr/>
        </p:nvGrpSpPr>
        <p:grpSpPr>
          <a:xfrm>
            <a:off x="7553538" y="3660238"/>
            <a:ext cx="2358638" cy="2358638"/>
            <a:chOff x="7553538" y="3660238"/>
            <a:chExt cx="2358638" cy="2358638"/>
          </a:xfrm>
        </p:grpSpPr>
        <p:grpSp>
          <p:nvGrpSpPr>
            <p:cNvPr id="152" name="Google Shape;152;p18"/>
            <p:cNvGrpSpPr/>
            <p:nvPr/>
          </p:nvGrpSpPr>
          <p:grpSpPr>
            <a:xfrm flipH="1" rot="-2700000">
              <a:off x="7828010" y="4050176"/>
              <a:ext cx="1045765" cy="1045615"/>
              <a:chOff x="3741950" y="353925"/>
              <a:chExt cx="1045775" cy="1045625"/>
            </a:xfrm>
          </p:grpSpPr>
          <p:sp>
            <p:nvSpPr>
              <p:cNvPr id="153" name="Google Shape;153;p18"/>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8"/>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8"/>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6" name="Google Shape;156;p18"/>
            <p:cNvSpPr/>
            <p:nvPr/>
          </p:nvSpPr>
          <p:spPr>
            <a:xfrm flipH="1" rot="-2700000">
              <a:off x="7903927" y="400067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
    <p:spTree>
      <p:nvGrpSpPr>
        <p:cNvPr id="157" name="Shape 157"/>
        <p:cNvGrpSpPr/>
        <p:nvPr/>
      </p:nvGrpSpPr>
      <p:grpSpPr>
        <a:xfrm>
          <a:off x="0" y="0"/>
          <a:ext cx="0" cy="0"/>
          <a:chOff x="0" y="0"/>
          <a:chExt cx="0" cy="0"/>
        </a:xfrm>
      </p:grpSpPr>
      <p:sp>
        <p:nvSpPr>
          <p:cNvPr id="158" name="Google Shape;158;p19"/>
          <p:cNvSpPr txBox="1"/>
          <p:nvPr>
            <p:ph type="title"/>
          </p:nvPr>
        </p:nvSpPr>
        <p:spPr>
          <a:xfrm>
            <a:off x="720000" y="897163"/>
            <a:ext cx="3594000" cy="1632000"/>
          </a:xfrm>
          <a:prstGeom prst="rect">
            <a:avLst/>
          </a:prstGeom>
        </p:spPr>
        <p:txBody>
          <a:bodyPr anchorCtr="0" anchor="b" bIns="91425" lIns="91425" spcFirstLastPara="1" rIns="91425" wrap="square" tIns="91425">
            <a:noAutofit/>
          </a:bodyPr>
          <a:lstStyle>
            <a:lvl1pPr lvl="0" rtl="0" algn="l">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59" name="Google Shape;159;p19"/>
          <p:cNvSpPr txBox="1"/>
          <p:nvPr>
            <p:ph idx="1" type="subTitle"/>
          </p:nvPr>
        </p:nvSpPr>
        <p:spPr>
          <a:xfrm>
            <a:off x="720000" y="2529150"/>
            <a:ext cx="3594000" cy="918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60" name="Google Shape;160;p19"/>
          <p:cNvSpPr/>
          <p:nvPr>
            <p:ph idx="2" type="pic"/>
          </p:nvPr>
        </p:nvSpPr>
        <p:spPr>
          <a:xfrm>
            <a:off x="4739575" y="971573"/>
            <a:ext cx="3447600" cy="3443700"/>
          </a:xfrm>
          <a:prstGeom prst="ellipse">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
    <p:spTree>
      <p:nvGrpSpPr>
        <p:cNvPr id="161" name="Shape 161"/>
        <p:cNvGrpSpPr/>
        <p:nvPr/>
      </p:nvGrpSpPr>
      <p:grpSpPr>
        <a:xfrm>
          <a:off x="0" y="0"/>
          <a:ext cx="0" cy="0"/>
          <a:chOff x="0" y="0"/>
          <a:chExt cx="0" cy="0"/>
        </a:xfrm>
      </p:grpSpPr>
      <p:sp>
        <p:nvSpPr>
          <p:cNvPr id="162" name="Google Shape;162;p20"/>
          <p:cNvSpPr txBox="1"/>
          <p:nvPr>
            <p:ph type="title"/>
          </p:nvPr>
        </p:nvSpPr>
        <p:spPr>
          <a:xfrm>
            <a:off x="720000" y="1745250"/>
            <a:ext cx="3588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63" name="Google Shape;163;p20"/>
          <p:cNvSpPr txBox="1"/>
          <p:nvPr>
            <p:ph idx="1" type="subTitle"/>
          </p:nvPr>
        </p:nvSpPr>
        <p:spPr>
          <a:xfrm>
            <a:off x="720000" y="2317950"/>
            <a:ext cx="3588600" cy="887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164" name="Google Shape;164;p20"/>
          <p:cNvGrpSpPr/>
          <p:nvPr/>
        </p:nvGrpSpPr>
        <p:grpSpPr>
          <a:xfrm flipH="1">
            <a:off x="-797087" y="3665882"/>
            <a:ext cx="2394232" cy="2358638"/>
            <a:chOff x="7233663" y="3665882"/>
            <a:chExt cx="2394232" cy="2358638"/>
          </a:xfrm>
        </p:grpSpPr>
        <p:grpSp>
          <p:nvGrpSpPr>
            <p:cNvPr id="165" name="Google Shape;165;p20"/>
            <p:cNvGrpSpPr/>
            <p:nvPr/>
          </p:nvGrpSpPr>
          <p:grpSpPr>
            <a:xfrm rot="2700000">
              <a:off x="7450195" y="4008895"/>
              <a:ext cx="1045765" cy="1045615"/>
              <a:chOff x="3741950" y="353925"/>
              <a:chExt cx="1045775" cy="1045625"/>
            </a:xfrm>
          </p:grpSpPr>
          <p:sp>
            <p:nvSpPr>
              <p:cNvPr id="166" name="Google Shape;166;p20"/>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20"/>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20"/>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20"/>
            <p:cNvSpPr/>
            <p:nvPr/>
          </p:nvSpPr>
          <p:spPr>
            <a:xfrm rot="2700000">
              <a:off x="7619646" y="4006322"/>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TWO_COLUMNS_1_1">
    <p:spTree>
      <p:nvGrpSpPr>
        <p:cNvPr id="170" name="Shape 170"/>
        <p:cNvGrpSpPr/>
        <p:nvPr/>
      </p:nvGrpSpPr>
      <p:grpSpPr>
        <a:xfrm>
          <a:off x="0" y="0"/>
          <a:ext cx="0" cy="0"/>
          <a:chOff x="0" y="0"/>
          <a:chExt cx="0" cy="0"/>
        </a:xfrm>
      </p:grpSpPr>
      <p:sp>
        <p:nvSpPr>
          <p:cNvPr id="171" name="Google Shape;171;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72" name="Google Shape;172;p21"/>
          <p:cNvSpPr txBox="1"/>
          <p:nvPr>
            <p:ph idx="1" type="subTitle"/>
          </p:nvPr>
        </p:nvSpPr>
        <p:spPr>
          <a:xfrm>
            <a:off x="5084391" y="1572587"/>
            <a:ext cx="2947800" cy="2875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73" name="Google Shape;173;p21"/>
          <p:cNvSpPr txBox="1"/>
          <p:nvPr>
            <p:ph idx="2" type="subTitle"/>
          </p:nvPr>
        </p:nvSpPr>
        <p:spPr>
          <a:xfrm>
            <a:off x="1111834" y="1572587"/>
            <a:ext cx="2947800" cy="2875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174" name="Google Shape;174;p21"/>
          <p:cNvGrpSpPr/>
          <p:nvPr/>
        </p:nvGrpSpPr>
        <p:grpSpPr>
          <a:xfrm flipH="1" rot="10800000">
            <a:off x="7191231" y="4676382"/>
            <a:ext cx="2249640" cy="423402"/>
            <a:chOff x="6456475" y="3575600"/>
            <a:chExt cx="2936100" cy="552600"/>
          </a:xfrm>
        </p:grpSpPr>
        <p:sp>
          <p:nvSpPr>
            <p:cNvPr id="175" name="Google Shape;175;p21"/>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21"/>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177" name="Shape 177"/>
        <p:cNvGrpSpPr/>
        <p:nvPr/>
      </p:nvGrpSpPr>
      <p:grpSpPr>
        <a:xfrm>
          <a:off x="0" y="0"/>
          <a:ext cx="0" cy="0"/>
          <a:chOff x="0" y="0"/>
          <a:chExt cx="0" cy="0"/>
        </a:xfrm>
      </p:grpSpPr>
      <p:sp>
        <p:nvSpPr>
          <p:cNvPr id="178" name="Google Shape;178;p2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79" name="Google Shape;179;p22"/>
          <p:cNvSpPr txBox="1"/>
          <p:nvPr>
            <p:ph idx="1" type="subTitle"/>
          </p:nvPr>
        </p:nvSpPr>
        <p:spPr>
          <a:xfrm>
            <a:off x="785226" y="3042926"/>
            <a:ext cx="2175300" cy="869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80" name="Google Shape;180;p22"/>
          <p:cNvSpPr txBox="1"/>
          <p:nvPr>
            <p:ph idx="2" type="subTitle"/>
          </p:nvPr>
        </p:nvSpPr>
        <p:spPr>
          <a:xfrm>
            <a:off x="3484347" y="3042926"/>
            <a:ext cx="2175300" cy="869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81" name="Google Shape;181;p22"/>
          <p:cNvSpPr txBox="1"/>
          <p:nvPr>
            <p:ph idx="3" type="subTitle"/>
          </p:nvPr>
        </p:nvSpPr>
        <p:spPr>
          <a:xfrm>
            <a:off x="6183474" y="3042926"/>
            <a:ext cx="2175300" cy="869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82" name="Google Shape;182;p22"/>
          <p:cNvSpPr txBox="1"/>
          <p:nvPr>
            <p:ph idx="4" type="subTitle"/>
          </p:nvPr>
        </p:nvSpPr>
        <p:spPr>
          <a:xfrm>
            <a:off x="785225" y="2601445"/>
            <a:ext cx="2175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83" name="Google Shape;183;p22"/>
          <p:cNvSpPr txBox="1"/>
          <p:nvPr>
            <p:ph idx="5" type="subTitle"/>
          </p:nvPr>
        </p:nvSpPr>
        <p:spPr>
          <a:xfrm>
            <a:off x="3484350" y="2601445"/>
            <a:ext cx="2175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84" name="Google Shape;184;p22"/>
          <p:cNvSpPr txBox="1"/>
          <p:nvPr>
            <p:ph idx="6" type="subTitle"/>
          </p:nvPr>
        </p:nvSpPr>
        <p:spPr>
          <a:xfrm>
            <a:off x="6183475" y="2601445"/>
            <a:ext cx="2175300" cy="52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185" name="Google Shape;185;p22"/>
          <p:cNvGrpSpPr/>
          <p:nvPr/>
        </p:nvGrpSpPr>
        <p:grpSpPr>
          <a:xfrm rot="10800000">
            <a:off x="-310519" y="4676382"/>
            <a:ext cx="2249640" cy="423402"/>
            <a:chOff x="6456475" y="3575600"/>
            <a:chExt cx="2936100" cy="552600"/>
          </a:xfrm>
        </p:grpSpPr>
        <p:sp>
          <p:nvSpPr>
            <p:cNvPr id="186" name="Google Shape;186;p22"/>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22"/>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88" name="Shape 188"/>
        <p:cNvGrpSpPr/>
        <p:nvPr/>
      </p:nvGrpSpPr>
      <p:grpSpPr>
        <a:xfrm>
          <a:off x="0" y="0"/>
          <a:ext cx="0" cy="0"/>
          <a:chOff x="0" y="0"/>
          <a:chExt cx="0" cy="0"/>
        </a:xfrm>
      </p:grpSpPr>
      <p:sp>
        <p:nvSpPr>
          <p:cNvPr id="189" name="Google Shape;189;p2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90" name="Google Shape;190;p23"/>
          <p:cNvSpPr txBox="1"/>
          <p:nvPr>
            <p:ph idx="1" type="subTitle"/>
          </p:nvPr>
        </p:nvSpPr>
        <p:spPr>
          <a:xfrm>
            <a:off x="900101" y="2021050"/>
            <a:ext cx="2161500" cy="665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91" name="Google Shape;191;p23"/>
          <p:cNvSpPr txBox="1"/>
          <p:nvPr>
            <p:ph idx="2" type="subTitle"/>
          </p:nvPr>
        </p:nvSpPr>
        <p:spPr>
          <a:xfrm>
            <a:off x="6082360" y="2021625"/>
            <a:ext cx="2157900" cy="665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92" name="Google Shape;192;p23"/>
          <p:cNvSpPr txBox="1"/>
          <p:nvPr>
            <p:ph idx="3" type="subTitle"/>
          </p:nvPr>
        </p:nvSpPr>
        <p:spPr>
          <a:xfrm>
            <a:off x="900101" y="3606850"/>
            <a:ext cx="2161500" cy="6654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93" name="Google Shape;193;p23"/>
          <p:cNvSpPr txBox="1"/>
          <p:nvPr>
            <p:ph idx="4" type="subTitle"/>
          </p:nvPr>
        </p:nvSpPr>
        <p:spPr>
          <a:xfrm>
            <a:off x="6082360" y="3607425"/>
            <a:ext cx="2157900" cy="665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94" name="Google Shape;194;p23"/>
          <p:cNvSpPr txBox="1"/>
          <p:nvPr>
            <p:ph idx="5" type="subTitle"/>
          </p:nvPr>
        </p:nvSpPr>
        <p:spPr>
          <a:xfrm>
            <a:off x="900101" y="1737450"/>
            <a:ext cx="2161500" cy="377100"/>
          </a:xfrm>
          <a:prstGeom prst="rect">
            <a:avLst/>
          </a:prstGeom>
        </p:spPr>
        <p:txBody>
          <a:bodyPr anchorCtr="0" anchor="b" bIns="91425" lIns="91425" spcFirstLastPara="1" rIns="91425" wrap="square" tIns="91425">
            <a:noAutofit/>
          </a:bodyPr>
          <a:lstStyle>
            <a:lvl1pPr lvl="0" rtl="0" algn="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95" name="Google Shape;195;p23"/>
          <p:cNvSpPr txBox="1"/>
          <p:nvPr>
            <p:ph idx="6" type="subTitle"/>
          </p:nvPr>
        </p:nvSpPr>
        <p:spPr>
          <a:xfrm>
            <a:off x="900101" y="3323325"/>
            <a:ext cx="2161500" cy="377100"/>
          </a:xfrm>
          <a:prstGeom prst="rect">
            <a:avLst/>
          </a:prstGeom>
        </p:spPr>
        <p:txBody>
          <a:bodyPr anchorCtr="0" anchor="b" bIns="91425" lIns="91425" spcFirstLastPara="1" rIns="91425" wrap="square" tIns="91425">
            <a:noAutofit/>
          </a:bodyPr>
          <a:lstStyle>
            <a:lvl1pPr lvl="0" rtl="0" algn="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96" name="Google Shape;196;p23"/>
          <p:cNvSpPr txBox="1"/>
          <p:nvPr>
            <p:ph idx="7" type="subTitle"/>
          </p:nvPr>
        </p:nvSpPr>
        <p:spPr>
          <a:xfrm>
            <a:off x="6082356" y="1738025"/>
            <a:ext cx="2157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197" name="Google Shape;197;p23"/>
          <p:cNvSpPr txBox="1"/>
          <p:nvPr>
            <p:ph idx="8" type="subTitle"/>
          </p:nvPr>
        </p:nvSpPr>
        <p:spPr>
          <a:xfrm>
            <a:off x="6082356" y="3323900"/>
            <a:ext cx="2157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198" name="Google Shape;198;p23"/>
          <p:cNvGrpSpPr/>
          <p:nvPr/>
        </p:nvGrpSpPr>
        <p:grpSpPr>
          <a:xfrm flipH="1" rot="10800000">
            <a:off x="7191231" y="4676382"/>
            <a:ext cx="2249640" cy="423402"/>
            <a:chOff x="6456475" y="3575600"/>
            <a:chExt cx="2936100" cy="552600"/>
          </a:xfrm>
        </p:grpSpPr>
        <p:sp>
          <p:nvSpPr>
            <p:cNvPr id="199" name="Google Shape;199;p23"/>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2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201" name="Shape 201"/>
        <p:cNvGrpSpPr/>
        <p:nvPr/>
      </p:nvGrpSpPr>
      <p:grpSpPr>
        <a:xfrm>
          <a:off x="0" y="0"/>
          <a:ext cx="0" cy="0"/>
          <a:chOff x="0" y="0"/>
          <a:chExt cx="0" cy="0"/>
        </a:xfrm>
      </p:grpSpPr>
      <p:sp>
        <p:nvSpPr>
          <p:cNvPr id="202" name="Google Shape;202;p2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03" name="Google Shape;203;p24"/>
          <p:cNvSpPr txBox="1"/>
          <p:nvPr>
            <p:ph idx="1" type="subTitle"/>
          </p:nvPr>
        </p:nvSpPr>
        <p:spPr>
          <a:xfrm>
            <a:off x="1109155" y="2421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4" name="Google Shape;204;p24"/>
          <p:cNvSpPr txBox="1"/>
          <p:nvPr>
            <p:ph idx="2" type="subTitle"/>
          </p:nvPr>
        </p:nvSpPr>
        <p:spPr>
          <a:xfrm>
            <a:off x="3579000" y="2421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5" name="Google Shape;205;p24"/>
          <p:cNvSpPr txBox="1"/>
          <p:nvPr>
            <p:ph idx="3" type="subTitle"/>
          </p:nvPr>
        </p:nvSpPr>
        <p:spPr>
          <a:xfrm>
            <a:off x="1109155" y="4083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6" name="Google Shape;206;p24"/>
          <p:cNvSpPr txBox="1"/>
          <p:nvPr>
            <p:ph idx="4" type="subTitle"/>
          </p:nvPr>
        </p:nvSpPr>
        <p:spPr>
          <a:xfrm>
            <a:off x="3579000" y="4083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7" name="Google Shape;207;p24"/>
          <p:cNvSpPr txBox="1"/>
          <p:nvPr>
            <p:ph idx="5" type="subTitle"/>
          </p:nvPr>
        </p:nvSpPr>
        <p:spPr>
          <a:xfrm>
            <a:off x="6048845" y="2421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8" name="Google Shape;208;p24"/>
          <p:cNvSpPr txBox="1"/>
          <p:nvPr>
            <p:ph idx="6" type="subTitle"/>
          </p:nvPr>
        </p:nvSpPr>
        <p:spPr>
          <a:xfrm>
            <a:off x="6048845" y="4083775"/>
            <a:ext cx="1986000" cy="484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09" name="Google Shape;209;p24"/>
          <p:cNvSpPr txBox="1"/>
          <p:nvPr>
            <p:ph idx="7" type="subTitle"/>
          </p:nvPr>
        </p:nvSpPr>
        <p:spPr>
          <a:xfrm>
            <a:off x="1113055" y="2214388"/>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210" name="Google Shape;210;p24"/>
          <p:cNvSpPr txBox="1"/>
          <p:nvPr>
            <p:ph idx="8" type="subTitle"/>
          </p:nvPr>
        </p:nvSpPr>
        <p:spPr>
          <a:xfrm>
            <a:off x="3582900" y="2214388"/>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211" name="Google Shape;211;p24"/>
          <p:cNvSpPr txBox="1"/>
          <p:nvPr>
            <p:ph idx="9" type="subTitle"/>
          </p:nvPr>
        </p:nvSpPr>
        <p:spPr>
          <a:xfrm>
            <a:off x="6052745" y="2214388"/>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212" name="Google Shape;212;p24"/>
          <p:cNvSpPr txBox="1"/>
          <p:nvPr>
            <p:ph idx="13" type="subTitle"/>
          </p:nvPr>
        </p:nvSpPr>
        <p:spPr>
          <a:xfrm>
            <a:off x="1113055" y="3875250"/>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213" name="Google Shape;213;p24"/>
          <p:cNvSpPr txBox="1"/>
          <p:nvPr>
            <p:ph idx="14" type="subTitle"/>
          </p:nvPr>
        </p:nvSpPr>
        <p:spPr>
          <a:xfrm>
            <a:off x="3582900" y="3875250"/>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sp>
        <p:nvSpPr>
          <p:cNvPr id="214" name="Google Shape;214;p24"/>
          <p:cNvSpPr txBox="1"/>
          <p:nvPr>
            <p:ph idx="15" type="subTitle"/>
          </p:nvPr>
        </p:nvSpPr>
        <p:spPr>
          <a:xfrm>
            <a:off x="6052745" y="3875250"/>
            <a:ext cx="1978200" cy="3771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Bebas Neue"/>
              <a:buNone/>
              <a:defRPr b="1" sz="2400">
                <a:solidFill>
                  <a:schemeClr val="dk2"/>
                </a:solidFill>
              </a:defRPr>
            </a:lvl1pPr>
            <a:lvl2pPr lvl="1" rtl="0"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p:txBody>
      </p:sp>
      <p:grpSp>
        <p:nvGrpSpPr>
          <p:cNvPr id="215" name="Google Shape;215;p24"/>
          <p:cNvGrpSpPr/>
          <p:nvPr/>
        </p:nvGrpSpPr>
        <p:grpSpPr>
          <a:xfrm rot="10800000">
            <a:off x="-310519" y="4676382"/>
            <a:ext cx="2249640" cy="423402"/>
            <a:chOff x="6456475" y="3575600"/>
            <a:chExt cx="2936100" cy="552600"/>
          </a:xfrm>
        </p:grpSpPr>
        <p:sp>
          <p:nvSpPr>
            <p:cNvPr id="216" name="Google Shape;216;p24"/>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2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_1">
    <p:spTree>
      <p:nvGrpSpPr>
        <p:cNvPr id="218" name="Shape 218"/>
        <p:cNvGrpSpPr/>
        <p:nvPr/>
      </p:nvGrpSpPr>
      <p:grpSpPr>
        <a:xfrm>
          <a:off x="0" y="0"/>
          <a:ext cx="0" cy="0"/>
          <a:chOff x="0" y="0"/>
          <a:chExt cx="0" cy="0"/>
        </a:xfrm>
      </p:grpSpPr>
      <p:sp>
        <p:nvSpPr>
          <p:cNvPr id="219" name="Google Shape;219;p25"/>
          <p:cNvSpPr txBox="1"/>
          <p:nvPr>
            <p:ph hasCustomPrompt="1" type="title"/>
          </p:nvPr>
        </p:nvSpPr>
        <p:spPr>
          <a:xfrm>
            <a:off x="1182628" y="2128775"/>
            <a:ext cx="1627500" cy="6213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000">
                <a:solidFill>
                  <a:schemeClr val="lt1"/>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20" name="Google Shape;220;p25"/>
          <p:cNvSpPr txBox="1"/>
          <p:nvPr>
            <p:ph idx="1" type="subTitle"/>
          </p:nvPr>
        </p:nvSpPr>
        <p:spPr>
          <a:xfrm>
            <a:off x="909778" y="3629175"/>
            <a:ext cx="2173200" cy="65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221" name="Google Shape;221;p25"/>
          <p:cNvSpPr txBox="1"/>
          <p:nvPr>
            <p:ph idx="2" type="subTitle"/>
          </p:nvPr>
        </p:nvSpPr>
        <p:spPr>
          <a:xfrm>
            <a:off x="909778" y="3273300"/>
            <a:ext cx="2173200" cy="4404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Bebas Neue"/>
              <a:buNone/>
              <a:defRPr b="1" sz="2400">
                <a:solidFill>
                  <a:schemeClr val="dk2"/>
                </a:solidFill>
              </a:defRPr>
            </a:lvl1pPr>
            <a:lvl2pPr lvl="1"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p:txBody>
      </p:sp>
      <p:sp>
        <p:nvSpPr>
          <p:cNvPr id="222" name="Google Shape;222;p25"/>
          <p:cNvSpPr txBox="1"/>
          <p:nvPr>
            <p:ph hasCustomPrompt="1" idx="3" type="title"/>
          </p:nvPr>
        </p:nvSpPr>
        <p:spPr>
          <a:xfrm>
            <a:off x="3758399" y="2128775"/>
            <a:ext cx="1627200" cy="6213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000">
                <a:solidFill>
                  <a:schemeClr val="lt1"/>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23" name="Google Shape;223;p25"/>
          <p:cNvSpPr txBox="1"/>
          <p:nvPr>
            <p:ph idx="4" type="subTitle"/>
          </p:nvPr>
        </p:nvSpPr>
        <p:spPr>
          <a:xfrm>
            <a:off x="3485399" y="3629175"/>
            <a:ext cx="2173200" cy="65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224" name="Google Shape;224;p25"/>
          <p:cNvSpPr txBox="1"/>
          <p:nvPr>
            <p:ph idx="5" type="subTitle"/>
          </p:nvPr>
        </p:nvSpPr>
        <p:spPr>
          <a:xfrm>
            <a:off x="3485399" y="3273300"/>
            <a:ext cx="2173200" cy="4404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Bebas Neue"/>
              <a:buNone/>
              <a:defRPr b="1" sz="2400">
                <a:solidFill>
                  <a:schemeClr val="dk2"/>
                </a:solidFill>
              </a:defRPr>
            </a:lvl1pPr>
            <a:lvl2pPr lvl="1"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p:txBody>
      </p:sp>
      <p:sp>
        <p:nvSpPr>
          <p:cNvPr id="225" name="Google Shape;225;p25"/>
          <p:cNvSpPr txBox="1"/>
          <p:nvPr>
            <p:ph hasCustomPrompt="1" idx="6" type="title"/>
          </p:nvPr>
        </p:nvSpPr>
        <p:spPr>
          <a:xfrm>
            <a:off x="6334019" y="2128775"/>
            <a:ext cx="1627200" cy="6213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000">
                <a:solidFill>
                  <a:schemeClr val="lt1"/>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26" name="Google Shape;226;p25"/>
          <p:cNvSpPr txBox="1"/>
          <p:nvPr>
            <p:ph idx="7" type="subTitle"/>
          </p:nvPr>
        </p:nvSpPr>
        <p:spPr>
          <a:xfrm>
            <a:off x="6061019" y="3629175"/>
            <a:ext cx="2173200" cy="65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Font typeface="PT Sans"/>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Font typeface="PT Sans"/>
              <a:buNone/>
              <a:defRPr sz="2100">
                <a:latin typeface="PT Sans"/>
                <a:ea typeface="PT Sans"/>
                <a:cs typeface="PT Sans"/>
                <a:sym typeface="PT Sans"/>
              </a:defRPr>
            </a:lvl4pPr>
            <a:lvl5pPr lvl="4" rtl="0" algn="ctr">
              <a:lnSpc>
                <a:spcPct val="100000"/>
              </a:lnSpc>
              <a:spcBef>
                <a:spcPts val="0"/>
              </a:spcBef>
              <a:spcAft>
                <a:spcPts val="0"/>
              </a:spcAft>
              <a:buSzPts val="2100"/>
              <a:buFont typeface="PT Sans"/>
              <a:buNone/>
              <a:defRPr sz="2100">
                <a:latin typeface="PT Sans"/>
                <a:ea typeface="PT Sans"/>
                <a:cs typeface="PT Sans"/>
                <a:sym typeface="PT Sans"/>
              </a:defRPr>
            </a:lvl5pPr>
            <a:lvl6pPr lvl="5" rtl="0" algn="ctr">
              <a:lnSpc>
                <a:spcPct val="100000"/>
              </a:lnSpc>
              <a:spcBef>
                <a:spcPts val="0"/>
              </a:spcBef>
              <a:spcAft>
                <a:spcPts val="0"/>
              </a:spcAft>
              <a:buSzPts val="2100"/>
              <a:buFont typeface="PT Sans"/>
              <a:buNone/>
              <a:defRPr sz="2100">
                <a:latin typeface="PT Sans"/>
                <a:ea typeface="PT Sans"/>
                <a:cs typeface="PT Sans"/>
                <a:sym typeface="PT Sans"/>
              </a:defRPr>
            </a:lvl6pPr>
            <a:lvl7pPr lvl="6" rtl="0" algn="ctr">
              <a:lnSpc>
                <a:spcPct val="100000"/>
              </a:lnSpc>
              <a:spcBef>
                <a:spcPts val="0"/>
              </a:spcBef>
              <a:spcAft>
                <a:spcPts val="0"/>
              </a:spcAft>
              <a:buSzPts val="2100"/>
              <a:buFont typeface="PT Sans"/>
              <a:buNone/>
              <a:defRPr sz="2100">
                <a:latin typeface="PT Sans"/>
                <a:ea typeface="PT Sans"/>
                <a:cs typeface="PT Sans"/>
                <a:sym typeface="PT Sans"/>
              </a:defRPr>
            </a:lvl7pPr>
            <a:lvl8pPr lvl="7" rtl="0" algn="ctr">
              <a:lnSpc>
                <a:spcPct val="100000"/>
              </a:lnSpc>
              <a:spcBef>
                <a:spcPts val="0"/>
              </a:spcBef>
              <a:spcAft>
                <a:spcPts val="0"/>
              </a:spcAft>
              <a:buSzPts val="2100"/>
              <a:buFont typeface="PT Sans"/>
              <a:buNone/>
              <a:defRPr sz="2100">
                <a:latin typeface="PT Sans"/>
                <a:ea typeface="PT Sans"/>
                <a:cs typeface="PT Sans"/>
                <a:sym typeface="PT Sans"/>
              </a:defRPr>
            </a:lvl8pPr>
            <a:lvl9pPr lvl="8" rtl="0" algn="ctr">
              <a:lnSpc>
                <a:spcPct val="100000"/>
              </a:lnSpc>
              <a:spcBef>
                <a:spcPts val="0"/>
              </a:spcBef>
              <a:spcAft>
                <a:spcPts val="0"/>
              </a:spcAft>
              <a:buSzPts val="2100"/>
              <a:buFont typeface="PT Sans"/>
              <a:buNone/>
              <a:defRPr sz="2100">
                <a:latin typeface="PT Sans"/>
                <a:ea typeface="PT Sans"/>
                <a:cs typeface="PT Sans"/>
                <a:sym typeface="PT Sans"/>
              </a:defRPr>
            </a:lvl9pPr>
          </a:lstStyle>
          <a:p/>
        </p:txBody>
      </p:sp>
      <p:sp>
        <p:nvSpPr>
          <p:cNvPr id="227" name="Google Shape;227;p25"/>
          <p:cNvSpPr txBox="1"/>
          <p:nvPr>
            <p:ph idx="8" type="subTitle"/>
          </p:nvPr>
        </p:nvSpPr>
        <p:spPr>
          <a:xfrm>
            <a:off x="6061019" y="3273300"/>
            <a:ext cx="2173200" cy="4404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Clr>
                <a:schemeClr val="dk1"/>
              </a:buClr>
              <a:buSzPts val="2400"/>
              <a:buFont typeface="Bebas Neue"/>
              <a:buNone/>
              <a:defRPr b="1" sz="2400">
                <a:solidFill>
                  <a:schemeClr val="dk2"/>
                </a:solidFill>
              </a:defRPr>
            </a:lvl1pPr>
            <a:lvl2pPr lvl="1"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rtl="0" algn="ctr">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p:txBody>
      </p:sp>
      <p:sp>
        <p:nvSpPr>
          <p:cNvPr id="228" name="Google Shape;228;p25"/>
          <p:cNvSpPr txBox="1"/>
          <p:nvPr>
            <p:ph idx="9"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229" name="Google Shape;229;p25"/>
          <p:cNvGrpSpPr/>
          <p:nvPr/>
        </p:nvGrpSpPr>
        <p:grpSpPr>
          <a:xfrm>
            <a:off x="7553538" y="3660238"/>
            <a:ext cx="2358638" cy="2358638"/>
            <a:chOff x="7553538" y="3660238"/>
            <a:chExt cx="2358638" cy="2358638"/>
          </a:xfrm>
        </p:grpSpPr>
        <p:grpSp>
          <p:nvGrpSpPr>
            <p:cNvPr id="230" name="Google Shape;230;p25"/>
            <p:cNvGrpSpPr/>
            <p:nvPr/>
          </p:nvGrpSpPr>
          <p:grpSpPr>
            <a:xfrm flipH="1" rot="-2700000">
              <a:off x="7828010" y="4050176"/>
              <a:ext cx="1045765" cy="1045615"/>
              <a:chOff x="3741950" y="353925"/>
              <a:chExt cx="1045775" cy="1045625"/>
            </a:xfrm>
          </p:grpSpPr>
          <p:sp>
            <p:nvSpPr>
              <p:cNvPr id="231" name="Google Shape;231;p25"/>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5"/>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5"/>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4" name="Google Shape;234;p25"/>
            <p:cNvSpPr/>
            <p:nvPr/>
          </p:nvSpPr>
          <p:spPr>
            <a:xfrm flipH="1" rot="-2700000">
              <a:off x="7903927" y="400067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235" name="Shape 235"/>
        <p:cNvGrpSpPr/>
        <p:nvPr/>
      </p:nvGrpSpPr>
      <p:grpSpPr>
        <a:xfrm>
          <a:off x="0" y="0"/>
          <a:ext cx="0" cy="0"/>
          <a:chOff x="0" y="0"/>
          <a:chExt cx="0" cy="0"/>
        </a:xfrm>
      </p:grpSpPr>
      <p:sp>
        <p:nvSpPr>
          <p:cNvPr id="236" name="Google Shape;236;p26"/>
          <p:cNvSpPr txBox="1"/>
          <p:nvPr>
            <p:ph type="title"/>
          </p:nvPr>
        </p:nvSpPr>
        <p:spPr>
          <a:xfrm>
            <a:off x="713275" y="540000"/>
            <a:ext cx="4448100" cy="1301400"/>
          </a:xfrm>
          <a:prstGeom prst="rect">
            <a:avLst/>
          </a:prstGeom>
        </p:spPr>
        <p:txBody>
          <a:bodyPr anchorCtr="0" anchor="t" bIns="91425" lIns="91425" spcFirstLastPara="1" rIns="91425" wrap="square" tIns="91425">
            <a:noAutofit/>
          </a:bodyPr>
          <a:lstStyle>
            <a:lvl1pPr lvl="0" rtl="0" algn="l">
              <a:spcBef>
                <a:spcPts val="0"/>
              </a:spcBef>
              <a:spcAft>
                <a:spcPts val="0"/>
              </a:spcAft>
              <a:buSzPts val="3500"/>
              <a:buNone/>
              <a:defRPr sz="8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37" name="Google Shape;237;p26"/>
          <p:cNvSpPr txBox="1"/>
          <p:nvPr>
            <p:ph idx="1" type="subTitle"/>
          </p:nvPr>
        </p:nvSpPr>
        <p:spPr>
          <a:xfrm>
            <a:off x="713225" y="1841450"/>
            <a:ext cx="4448100" cy="105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38" name="Google Shape;238;p26"/>
          <p:cNvSpPr txBox="1"/>
          <p:nvPr/>
        </p:nvSpPr>
        <p:spPr>
          <a:xfrm>
            <a:off x="713275" y="3840550"/>
            <a:ext cx="4945800" cy="556200"/>
          </a:xfrm>
          <a:prstGeom prst="rect">
            <a:avLst/>
          </a:prstGeom>
          <a:noFill/>
          <a:ln>
            <a:noFill/>
          </a:ln>
        </p:spPr>
        <p:txBody>
          <a:bodyPr anchorCtr="0" anchor="t" bIns="91425" lIns="91425" spcFirstLastPara="1" rIns="91425" wrap="square" tIns="91425">
            <a:noAutofit/>
          </a:bodyPr>
          <a:lstStyle/>
          <a:p>
            <a:pPr indent="0" lvl="0" marL="0" rtl="0" algn="l">
              <a:spcBef>
                <a:spcPts val="300"/>
              </a:spcBef>
              <a:spcAft>
                <a:spcPts val="0"/>
              </a:spcAft>
              <a:buNone/>
            </a:pPr>
            <a:r>
              <a:rPr b="1" lang="en" sz="1200">
                <a:solidFill>
                  <a:schemeClr val="dk1"/>
                </a:solidFill>
                <a:latin typeface="Albert Sans"/>
                <a:ea typeface="Albert Sans"/>
                <a:cs typeface="Albert Sans"/>
                <a:sym typeface="Albert Sans"/>
              </a:rPr>
              <a:t>CREDITS:</a:t>
            </a:r>
            <a:r>
              <a:rPr lang="en" sz="1200">
                <a:solidFill>
                  <a:schemeClr val="dk1"/>
                </a:solidFill>
                <a:latin typeface="Albert Sans"/>
                <a:ea typeface="Albert Sans"/>
                <a:cs typeface="Albert Sans"/>
                <a:sym typeface="Albert Sans"/>
              </a:rPr>
              <a:t> This presentation template was created by </a:t>
            </a:r>
            <a:r>
              <a:rPr b="1" lang="en" sz="1200">
                <a:solidFill>
                  <a:schemeClr val="dk1"/>
                </a:solidFill>
                <a:uFill>
                  <a:noFill/>
                </a:uFill>
                <a:latin typeface="Albert Sans"/>
                <a:ea typeface="Albert Sans"/>
                <a:cs typeface="Albert Sans"/>
                <a:sym typeface="Albert Sans"/>
                <a:hlinkClick r:id="rId2">
                  <a:extLst>
                    <a:ext uri="{A12FA001-AC4F-418D-AE19-62706E023703}">
                      <ahyp:hlinkClr val="tx"/>
                    </a:ext>
                  </a:extLst>
                </a:hlinkClick>
              </a:rPr>
              <a:t>Slidesgo</a:t>
            </a:r>
            <a:r>
              <a:rPr lang="en" sz="1200">
                <a:solidFill>
                  <a:schemeClr val="dk1"/>
                </a:solidFill>
                <a:latin typeface="Albert Sans"/>
                <a:ea typeface="Albert Sans"/>
                <a:cs typeface="Albert Sans"/>
                <a:sym typeface="Albert Sans"/>
              </a:rPr>
              <a:t>, and includes icons by </a:t>
            </a:r>
            <a:r>
              <a:rPr b="1" lang="en" sz="1200">
                <a:solidFill>
                  <a:schemeClr val="dk1"/>
                </a:solidFill>
                <a:uFill>
                  <a:noFill/>
                </a:uFill>
                <a:latin typeface="Albert Sans"/>
                <a:ea typeface="Albert Sans"/>
                <a:cs typeface="Albert Sans"/>
                <a:sym typeface="Albert Sans"/>
                <a:hlinkClick r:id="rId3">
                  <a:extLst>
                    <a:ext uri="{A12FA001-AC4F-418D-AE19-62706E023703}">
                      <ahyp:hlinkClr val="tx"/>
                    </a:ext>
                  </a:extLst>
                </a:hlinkClick>
              </a:rPr>
              <a:t>Flaticon</a:t>
            </a:r>
            <a:r>
              <a:rPr lang="en" sz="1200">
                <a:solidFill>
                  <a:schemeClr val="dk1"/>
                </a:solidFill>
                <a:latin typeface="Albert Sans"/>
                <a:ea typeface="Albert Sans"/>
                <a:cs typeface="Albert Sans"/>
                <a:sym typeface="Albert Sans"/>
              </a:rPr>
              <a:t>, and infographics &amp; images by </a:t>
            </a:r>
            <a:r>
              <a:rPr b="1" lang="en" sz="1200">
                <a:solidFill>
                  <a:schemeClr val="dk1"/>
                </a:solidFill>
                <a:uFill>
                  <a:noFill/>
                </a:uFill>
                <a:latin typeface="Albert Sans"/>
                <a:ea typeface="Albert Sans"/>
                <a:cs typeface="Albert Sans"/>
                <a:sym typeface="Albert Sans"/>
                <a:hlinkClick r:id="rId4">
                  <a:extLst>
                    <a:ext uri="{A12FA001-AC4F-418D-AE19-62706E023703}">
                      <ahyp:hlinkClr val="tx"/>
                    </a:ext>
                  </a:extLst>
                </a:hlinkClick>
              </a:rPr>
              <a:t>Freepik</a:t>
            </a:r>
            <a:r>
              <a:rPr lang="en" sz="1200">
                <a:solidFill>
                  <a:schemeClr val="dk1"/>
                </a:solidFill>
                <a:latin typeface="Albert Sans"/>
                <a:ea typeface="Albert Sans"/>
                <a:cs typeface="Albert Sans"/>
                <a:sym typeface="Albert Sans"/>
              </a:rPr>
              <a:t> </a:t>
            </a:r>
            <a:endParaRPr b="1" sz="1200">
              <a:solidFill>
                <a:schemeClr val="dk1"/>
              </a:solidFill>
              <a:latin typeface="Albert Sans"/>
              <a:ea typeface="Albert Sans"/>
              <a:cs typeface="Albert Sans"/>
              <a:sym typeface="Albert Sans"/>
            </a:endParaRPr>
          </a:p>
        </p:txBody>
      </p:sp>
      <p:grpSp>
        <p:nvGrpSpPr>
          <p:cNvPr id="239" name="Google Shape;239;p26"/>
          <p:cNvGrpSpPr/>
          <p:nvPr/>
        </p:nvGrpSpPr>
        <p:grpSpPr>
          <a:xfrm>
            <a:off x="7538450" y="3670107"/>
            <a:ext cx="2394232" cy="2358638"/>
            <a:chOff x="7518600" y="1769557"/>
            <a:chExt cx="2394232" cy="2358638"/>
          </a:xfrm>
        </p:grpSpPr>
        <p:grpSp>
          <p:nvGrpSpPr>
            <p:cNvPr id="240" name="Google Shape;240;p26"/>
            <p:cNvGrpSpPr/>
            <p:nvPr/>
          </p:nvGrpSpPr>
          <p:grpSpPr>
            <a:xfrm rot="2700000">
              <a:off x="7735132" y="2112570"/>
              <a:ext cx="1045765" cy="1045615"/>
              <a:chOff x="3741950" y="353925"/>
              <a:chExt cx="1045775" cy="1045625"/>
            </a:xfrm>
          </p:grpSpPr>
          <p:sp>
            <p:nvSpPr>
              <p:cNvPr id="241" name="Google Shape;241;p26"/>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26"/>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6"/>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4" name="Google Shape;244;p26"/>
            <p:cNvSpPr/>
            <p:nvPr/>
          </p:nvSpPr>
          <p:spPr>
            <a:xfrm rot="2700000">
              <a:off x="7904583" y="210999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245" name="Shape 245"/>
        <p:cNvGrpSpPr/>
        <p:nvPr/>
      </p:nvGrpSpPr>
      <p:grpSpPr>
        <a:xfrm>
          <a:off x="0" y="0"/>
          <a:ext cx="0" cy="0"/>
          <a:chOff x="0" y="0"/>
          <a:chExt cx="0" cy="0"/>
        </a:xfrm>
      </p:grpSpPr>
      <p:grpSp>
        <p:nvGrpSpPr>
          <p:cNvPr id="246" name="Google Shape;246;p27"/>
          <p:cNvGrpSpPr/>
          <p:nvPr/>
        </p:nvGrpSpPr>
        <p:grpSpPr>
          <a:xfrm flipH="1" rot="10800000">
            <a:off x="8331027" y="3471397"/>
            <a:ext cx="4357122" cy="707497"/>
            <a:chOff x="6456475" y="3575600"/>
            <a:chExt cx="3403204" cy="552603"/>
          </a:xfrm>
        </p:grpSpPr>
        <p:sp>
          <p:nvSpPr>
            <p:cNvPr id="247" name="Google Shape;247;p27"/>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7"/>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9" name="Google Shape;249;p27"/>
          <p:cNvGrpSpPr/>
          <p:nvPr/>
        </p:nvGrpSpPr>
        <p:grpSpPr>
          <a:xfrm flipH="1" rot="10800000">
            <a:off x="7315681" y="4178885"/>
            <a:ext cx="5455165" cy="875381"/>
            <a:chOff x="6456469" y="3575596"/>
            <a:chExt cx="3443700" cy="552604"/>
          </a:xfrm>
        </p:grpSpPr>
        <p:sp>
          <p:nvSpPr>
            <p:cNvPr id="250" name="Google Shape;250;p27"/>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7"/>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2" name="Google Shape;252;p27"/>
          <p:cNvGrpSpPr/>
          <p:nvPr/>
        </p:nvGrpSpPr>
        <p:grpSpPr>
          <a:xfrm flipH="1">
            <a:off x="-3486996" y="942843"/>
            <a:ext cx="4357122" cy="707497"/>
            <a:chOff x="6456475" y="3575600"/>
            <a:chExt cx="3403204" cy="552603"/>
          </a:xfrm>
        </p:grpSpPr>
        <p:sp>
          <p:nvSpPr>
            <p:cNvPr id="253" name="Google Shape;253;p27"/>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7"/>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 name="Google Shape;255;p27"/>
          <p:cNvGrpSpPr/>
          <p:nvPr/>
        </p:nvGrpSpPr>
        <p:grpSpPr>
          <a:xfrm flipH="1">
            <a:off x="-3569694" y="67472"/>
            <a:ext cx="5455165" cy="875381"/>
            <a:chOff x="6456469" y="3575596"/>
            <a:chExt cx="3443700" cy="552604"/>
          </a:xfrm>
        </p:grpSpPr>
        <p:sp>
          <p:nvSpPr>
            <p:cNvPr id="256" name="Google Shape;256;p27"/>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7"/>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258" name="Shape 258"/>
        <p:cNvGrpSpPr/>
        <p:nvPr/>
      </p:nvGrpSpPr>
      <p:grpSpPr>
        <a:xfrm>
          <a:off x="0" y="0"/>
          <a:ext cx="0" cy="0"/>
          <a:chOff x="0" y="0"/>
          <a:chExt cx="0" cy="0"/>
        </a:xfrm>
      </p:grpSpPr>
      <p:grpSp>
        <p:nvGrpSpPr>
          <p:cNvPr id="259" name="Google Shape;259;p28"/>
          <p:cNvGrpSpPr/>
          <p:nvPr/>
        </p:nvGrpSpPr>
        <p:grpSpPr>
          <a:xfrm rot="5400000">
            <a:off x="6537771" y="4976418"/>
            <a:ext cx="4357122" cy="707497"/>
            <a:chOff x="6456475" y="3575600"/>
            <a:chExt cx="3403204" cy="552603"/>
          </a:xfrm>
        </p:grpSpPr>
        <p:sp>
          <p:nvSpPr>
            <p:cNvPr id="260" name="Google Shape;260;p28"/>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28"/>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2" name="Google Shape;262;p28"/>
          <p:cNvGrpSpPr/>
          <p:nvPr/>
        </p:nvGrpSpPr>
        <p:grpSpPr>
          <a:xfrm rot="5400000">
            <a:off x="6129289" y="5745840"/>
            <a:ext cx="3759089" cy="707494"/>
            <a:chOff x="6456475" y="3575600"/>
            <a:chExt cx="2936100" cy="552600"/>
          </a:xfrm>
        </p:grpSpPr>
        <p:sp>
          <p:nvSpPr>
            <p:cNvPr id="263" name="Google Shape;263;p28"/>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28"/>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5" name="Google Shape;265;p28"/>
          <p:cNvGrpSpPr/>
          <p:nvPr/>
        </p:nvGrpSpPr>
        <p:grpSpPr>
          <a:xfrm rot="-5400000">
            <a:off x="-887968" y="-1051338"/>
            <a:ext cx="4357122" cy="707497"/>
            <a:chOff x="6456475" y="3575600"/>
            <a:chExt cx="3403204" cy="552603"/>
          </a:xfrm>
        </p:grpSpPr>
        <p:sp>
          <p:nvSpPr>
            <p:cNvPr id="266" name="Google Shape;266;p28"/>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8"/>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8" name="Google Shape;268;p28"/>
          <p:cNvGrpSpPr/>
          <p:nvPr/>
        </p:nvGrpSpPr>
        <p:grpSpPr>
          <a:xfrm rot="-5400000">
            <a:off x="-2228419" y="-668956"/>
            <a:ext cx="5455165" cy="875381"/>
            <a:chOff x="6456469" y="3575596"/>
            <a:chExt cx="3443700" cy="552604"/>
          </a:xfrm>
        </p:grpSpPr>
        <p:sp>
          <p:nvSpPr>
            <p:cNvPr id="269" name="Google Shape;269;p28"/>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8"/>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74" name="Shape 274"/>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275" name="Shape 275"/>
        <p:cNvGrpSpPr/>
        <p:nvPr/>
      </p:nvGrpSpPr>
      <p:grpSpPr>
        <a:xfrm>
          <a:off x="0" y="0"/>
          <a:ext cx="0" cy="0"/>
          <a:chOff x="0" y="0"/>
          <a:chExt cx="0" cy="0"/>
        </a:xfrm>
      </p:grpSpPr>
      <p:sp>
        <p:nvSpPr>
          <p:cNvPr id="276" name="Google Shape;276;p31"/>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lgn="r">
              <a:spcBef>
                <a:spcPts val="0"/>
              </a:spcBef>
              <a:spcAft>
                <a:spcPts val="0"/>
              </a:spcAft>
              <a:buClr>
                <a:schemeClr val="dk1"/>
              </a:buClr>
              <a:buSzPts val="3500"/>
              <a:buFont typeface="Albert Sans"/>
              <a:buNone/>
              <a:defRPr b="1" sz="3500">
                <a:solidFill>
                  <a:schemeClr val="dk1"/>
                </a:solidFill>
                <a:latin typeface="Albert Sans"/>
                <a:ea typeface="Albert Sans"/>
                <a:cs typeface="Albert Sans"/>
                <a:sym typeface="Albert Sans"/>
              </a:defRPr>
            </a:lvl1pPr>
            <a:lvl2pPr lvl="1"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2pPr>
            <a:lvl3pPr lvl="2"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3pPr>
            <a:lvl4pPr lvl="3"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4pPr>
            <a:lvl5pPr lvl="4"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5pPr>
            <a:lvl6pPr lvl="5"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6pPr>
            <a:lvl7pPr lvl="6"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7pPr>
            <a:lvl8pPr lvl="7"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8pPr>
            <a:lvl9pPr lvl="8" rtl="0" algn="r">
              <a:spcBef>
                <a:spcPts val="0"/>
              </a:spcBef>
              <a:spcAft>
                <a:spcPts val="0"/>
              </a:spcAft>
              <a:buClr>
                <a:schemeClr val="dk1"/>
              </a:buClr>
              <a:buSzPts val="3500"/>
              <a:buFont typeface="Albert Sans SemiBold"/>
              <a:buNone/>
              <a:defRPr sz="3500">
                <a:solidFill>
                  <a:schemeClr val="dk1"/>
                </a:solidFill>
                <a:latin typeface="Albert Sans SemiBold"/>
                <a:ea typeface="Albert Sans SemiBold"/>
                <a:cs typeface="Albert Sans SemiBold"/>
                <a:sym typeface="Albert Sans SemiBold"/>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1pPr>
            <a:lvl2pPr indent="-317500" lvl="1" marL="9144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2pPr>
            <a:lvl3pPr indent="-317500" lvl="2" marL="13716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3pPr>
            <a:lvl4pPr indent="-317500" lvl="3" marL="18288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4pPr>
            <a:lvl5pPr indent="-317500" lvl="4" marL="22860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5pPr>
            <a:lvl6pPr indent="-317500" lvl="5" marL="27432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6pPr>
            <a:lvl7pPr indent="-317500" lvl="6" marL="32004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7pPr>
            <a:lvl8pPr indent="-317500" lvl="7" marL="3657600">
              <a:lnSpc>
                <a:spcPct val="100000"/>
              </a:lnSpc>
              <a:spcBef>
                <a:spcPts val="160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8pPr>
            <a:lvl9pPr indent="-317500" lvl="8" marL="4114800">
              <a:lnSpc>
                <a:spcPct val="100000"/>
              </a:lnSpc>
              <a:spcBef>
                <a:spcPts val="1600"/>
              </a:spcBef>
              <a:spcAft>
                <a:spcPts val="1600"/>
              </a:spcAft>
              <a:buClr>
                <a:schemeClr val="dk1"/>
              </a:buClr>
              <a:buSzPts val="1400"/>
              <a:buFont typeface="Albert Sans"/>
              <a:buChar char="■"/>
              <a:defRPr>
                <a:solidFill>
                  <a:schemeClr val="dk1"/>
                </a:solidFill>
                <a:latin typeface="Albert Sans"/>
                <a:ea typeface="Albert Sans"/>
                <a:cs typeface="Albert Sans"/>
                <a:sym typeface="Albert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271" name="Shape 271"/>
        <p:cNvGrpSpPr/>
        <p:nvPr/>
      </p:nvGrpSpPr>
      <p:grpSpPr>
        <a:xfrm>
          <a:off x="0" y="0"/>
          <a:ext cx="0" cy="0"/>
          <a:chOff x="0" y="0"/>
          <a:chExt cx="0" cy="0"/>
        </a:xfrm>
      </p:grpSpPr>
      <p:sp>
        <p:nvSpPr>
          <p:cNvPr id="272" name="Google Shape;272;p29"/>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273" name="Google Shape;273;p29"/>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slide" Target="/ppt/slides/slide38.xml"/><Relationship Id="rId4" Type="http://schemas.openxmlformats.org/officeDocument/2006/relationships/slide" Target="/ppt/slides/slide35.xml"/><Relationship Id="rId9" Type="http://schemas.openxmlformats.org/officeDocument/2006/relationships/slide" Target="/ppt/slides/slide46.xml"/><Relationship Id="rId5" Type="http://schemas.openxmlformats.org/officeDocument/2006/relationships/slide" Target="/ppt/slides/slide34.xml"/><Relationship Id="rId6" Type="http://schemas.openxmlformats.org/officeDocument/2006/relationships/slide" Target="/ppt/slides/slide34.xml"/><Relationship Id="rId7" Type="http://schemas.openxmlformats.org/officeDocument/2006/relationships/slide" Target="/ppt/slides/slide32.xml"/><Relationship Id="rId8" Type="http://schemas.openxmlformats.org/officeDocument/2006/relationships/slide" Target="/ppt/slides/slide38.xml"/><Relationship Id="rId11"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0" Type="http://schemas.openxmlformats.org/officeDocument/2006/relationships/slide" Target="/ppt/slides/slide40.xml"/><Relationship Id="rId13" Type="http://schemas.openxmlformats.org/officeDocument/2006/relationships/hyperlink" Target="http://bit.ly/30B07Gq" TargetMode="External"/><Relationship Id="rId12" Type="http://schemas.openxmlformats.org/officeDocument/2006/relationships/hyperlink" Target="https://bit.ly/3A1uf1Q" TargetMode="External"/><Relationship Id="rId15" Type="http://schemas.openxmlformats.org/officeDocument/2006/relationships/hyperlink" Target="https://www.freepik.com/?utm_source=slidesgo_template&amp;utm_medium=referral-link&amp;utm_campaign=promo-slide&amp;utm_term=slidesgo&amp;utm_content=freepik" TargetMode="External"/><Relationship Id="rId14" Type="http://schemas.openxmlformats.org/officeDocument/2006/relationships/hyperlink" Target="http://bit.ly/33VAFh3" TargetMode="External"/><Relationship Id="rId17" Type="http://schemas.openxmlformats.org/officeDocument/2006/relationships/hyperlink" Target="https://storyset.com/?utm_source=slidesgo_template&amp;utm_medium=referral-link&amp;utm_campaign=promo-slide&amp;utm_term=slidesgo&amp;utm_content=storyset" TargetMode="External"/><Relationship Id="rId16" Type="http://schemas.openxmlformats.org/officeDocument/2006/relationships/hyperlink" Target="https://www.flaticon.com/?utm_source=slidesgo_template&amp;utm_medium=referral-link&amp;utm_campaign=promo-slide&amp;utm_term=slidesgo&amp;utm_content=flaticon" TargetMode="External"/><Relationship Id="rId19" Type="http://schemas.openxmlformats.org/officeDocument/2006/relationships/hyperlink" Target="https://www.videvo.net/?utm_source=slidesgo_template&amp;utm_medium=referral-link&amp;utm_campaign=sg_resources&amp;utm_content=videvo" TargetMode="External"/><Relationship Id="rId18" Type="http://schemas.openxmlformats.org/officeDocument/2006/relationships/hyperlink" Target="https://wepik.com/?utm_source=slidesgo_template&amp;utm_medium=referral-link&amp;utm_campaign=promo-slide&amp;utm_term=slidesgo&amp;utm_content=wepik"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 Id="rId3"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hyperlink" Target="https://docs.google.com/spreadsheets/d/1qY_gpI55TdxxQdIx5HMgIHn1_RVW-d5tF2rABgm1Xhw/copy" TargetMode="External"/><Relationship Id="rId4" Type="http://schemas.openxmlformats.org/officeDocument/2006/relationships/image" Target="../media/image1.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hyperlink" Target="https://docs.google.com/spreadsheets/d/1qY_gpI55TdxxQdIx5HMgIHn1_RVW-d5tF2rABgm1Xhw/copy" TargetMode="External"/><Relationship Id="rId4" Type="http://schemas.openxmlformats.org/officeDocument/2006/relationships/image" Target="../media/image3.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qY_gpI55TdxxQdIx5HMgIHn1_RVW-d5tF2rABgm1Xhw/copy" TargetMode="External"/><Relationship Id="rId5"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hyperlink" Target="https://www.freepik.com/free-vector/abstract-style-classic-blue-background_6728902.htm/?utm_source=slidesgo_template&amp;utm_medium=referral-link&amp;utm_campaign=sg_resources&amp;utm_content=freepi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hyperlink" Target="https://www.freepik.com/free-vector/abstract-style-classic-blue-background_6728902.htm/?utm_source=slidesgo_template&amp;utm_medium=referral-link&amp;utm_campaign=sg_resources&amp;utm_content=freepik" TargetMode="External"/><Relationship Id="rId4" Type="http://schemas.openxmlformats.org/officeDocument/2006/relationships/hyperlink" Target="https://www.freepik.com/free-photo/man-cunting-stack-coins_5566643.htm/?utm_source=slidesgo_template&amp;utm_medium=referral-link&amp;utm_campaign=sg_resources&amp;utm_content=freepik" TargetMode="External"/><Relationship Id="rId9" Type="http://schemas.openxmlformats.org/officeDocument/2006/relationships/hyperlink" Target="https://www.freepik.com/free-photo/top-view-finance-elements-with-white-piggy-bank_11433067.htm/?utm_source=slidesgo_template&amp;utm_medium=referral-link&amp;utm_campaign=sg_resources&amp;utm_content=freepik" TargetMode="External"/><Relationship Id="rId5" Type="http://schemas.openxmlformats.org/officeDocument/2006/relationships/hyperlink" Target="https://www.freepik.com/free-photo/freelance-worker-using-laptop_4333953.htm/?utm_source=slidesgo_template&amp;utm_medium=referral-link&amp;utm_campaign=sg_resources&amp;utm_content=freepik" TargetMode="External"/><Relationship Id="rId6" Type="http://schemas.openxmlformats.org/officeDocument/2006/relationships/hyperlink" Target="https://www.freepik.com/free-photo/nomad-woman-traveling-with-family_27331898.htm/?utm_source=slidesgo_template&amp;utm_medium=referral-link&amp;utm_campaign=sg_resources&amp;utm_content=freepik" TargetMode="External"/><Relationship Id="rId7" Type="http://schemas.openxmlformats.org/officeDocument/2006/relationships/hyperlink" Target="https://www.freepik.com/free-photo/smiling-young-male-it-technician-with-hardware-equipment-s_2944530.htm/?utm_source=slidesgo_template&amp;utm_medium=referral-link&amp;utm_campaign=sg_resources&amp;utm_content=freepik" TargetMode="External"/><Relationship Id="rId8" Type="http://schemas.openxmlformats.org/officeDocument/2006/relationships/hyperlink" Target="https://www.freepik.com/free-photo/young-woman-wearing-embroidered-shirt_25909519.htm/?utm_source=slidesgo_template&amp;utm_medium=referral-link&amp;utm_campaign=sg_resources&amp;utm_content=freepik" TargetMode="External"/><Relationship Id="rId10" Type="http://schemas.openxmlformats.org/officeDocument/2006/relationships/hyperlink" Target="https://www.flaticon.com/packs/crowdfunding-54/?utm_source=slidesgo_template&amp;utm_medium=referral-link&amp;utm_campaign=sg_resources&amp;utm_content=flaticon"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6.xml"/><Relationship Id="rId3" Type="http://schemas.openxmlformats.org/officeDocument/2006/relationships/hyperlink" Target="http://bit.ly/2PfT4lq" TargetMode="External"/><Relationship Id="rId4" Type="http://schemas.openxmlformats.org/officeDocument/2006/relationships/slide" Target="/ppt/slides/slide32.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7.xml"/><Relationship Id="rId3" Type="http://schemas.openxmlformats.org/officeDocument/2006/relationships/hyperlink" Target="http://bit.ly/2PfT4lq" TargetMode="External"/><Relationship Id="rId4" Type="http://schemas.openxmlformats.org/officeDocument/2006/relationships/slide" Target="/ppt/slides/slide32.xml"/><Relationship Id="rId5" Type="http://schemas.openxmlformats.org/officeDocument/2006/relationships/hyperlink" Target="http://bit.ly/33VAFh3" TargetMode="External"/><Relationship Id="rId6" Type="http://schemas.openxmlformats.org/officeDocument/2006/relationships/hyperlink" Target="http://bit.ly/30B07Gq"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8.xml"/><Relationship Id="rId3" Type="http://schemas.openxmlformats.org/officeDocument/2006/relationships/hyperlink" Target="https://fonts.google.com/specimen/Albert+San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9.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hyperlink" Target="https://storyset.com/how-it-works?utm_source=slidesgo_template&amp;utm_medium=referral-link&amp;utm_campaign=slidesgo_final_slides&amp;utm_term=how%20it%20works&amp;utm_content=storyset" TargetMode="External"/><Relationship Id="rId9" Type="http://schemas.openxmlformats.org/officeDocument/2006/relationships/hyperlink" Target="https://storyset.com/amico?utm_source=slidesgo_template&amp;utm_medium=referral-link&amp;utm_campaign=slidesgo_final_slides&amp;utm_term=amico&amp;utm_content=storyset" TargetMode="External"/><Relationship Id="rId5" Type="http://schemas.openxmlformats.org/officeDocument/2006/relationships/image" Target="../media/image9.png"/><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pana?utm_source=slidesgo_template&amp;utm_medium=referral-link&amp;utm_campaign=slidesgo_final_slides&amp;utm_term=pana&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bro?utm_source=slidesgo_template&amp;utm_medium=referral-link&amp;utm_campaign=slidesgo_final_slides&amp;utm_term=bro&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hyperlink" Target="https://storyset.com/rafiki?utm_source=slidesgo_template&amp;utm_medium=referral-link&amp;utm_campaign=slidesgo_final_slides&amp;utm_term=rafiki&amp;utm_content=storyset" TargetMode="External"/><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7.png"/><Relationship Id="rId14" Type="http://schemas.openxmlformats.org/officeDocument/2006/relationships/image" Target="../media/image6.png"/><Relationship Id="rId17" Type="http://schemas.openxmlformats.org/officeDocument/2006/relationships/image" Target="../media/image8.png"/><Relationship Id="rId16" Type="http://schemas.openxmlformats.org/officeDocument/2006/relationships/image" Target="../media/image5.png"/><Relationship Id="rId19" Type="http://schemas.openxmlformats.org/officeDocument/2006/relationships/hyperlink" Target="https://storyset.com/cuate?utm_source=slidesgo_template&amp;utm_medium=referral-link&amp;utm_campaign=slidesgo_final_slides&amp;utm_term=cuate&amp;utm_content=storyset" TargetMode="External"/><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0.xml"/><Relationship Id="rId3" Type="http://schemas.openxmlformats.org/officeDocument/2006/relationships/hyperlink" Target="https://bit.ly/2ZjL1pd"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 Id="rId3" Type="http://schemas.openxmlformats.org/officeDocument/2006/relationships/hyperlink" Target="https://workspace.google.com/marketplace/app/icons_for_slides_docs/38157832650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53.xml"/><Relationship Id="rId3" Type="http://schemas.openxmlformats.org/officeDocument/2006/relationships/hyperlink" Target="http://bit.ly/2PfT4lq" TargetMode="Externa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32"/>
          <p:cNvSpPr txBox="1"/>
          <p:nvPr>
            <p:ph type="ctrTitle"/>
          </p:nvPr>
        </p:nvSpPr>
        <p:spPr>
          <a:xfrm>
            <a:off x="558022" y="692000"/>
            <a:ext cx="6176700" cy="3588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Launch Product Crowdfunding Pitch Deck</a:t>
            </a:r>
            <a:endParaRPr/>
          </a:p>
        </p:txBody>
      </p:sp>
      <p:sp>
        <p:nvSpPr>
          <p:cNvPr id="282" name="Google Shape;282;p32"/>
          <p:cNvSpPr txBox="1"/>
          <p:nvPr>
            <p:ph idx="1" type="subTitle"/>
          </p:nvPr>
        </p:nvSpPr>
        <p:spPr>
          <a:xfrm>
            <a:off x="260700" y="4204400"/>
            <a:ext cx="4528800" cy="475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Here is where your presentation begins</a:t>
            </a:r>
            <a:endParaRPr/>
          </a:p>
        </p:txBody>
      </p:sp>
      <p:grpSp>
        <p:nvGrpSpPr>
          <p:cNvPr id="283" name="Google Shape;283;p32"/>
          <p:cNvGrpSpPr/>
          <p:nvPr/>
        </p:nvGrpSpPr>
        <p:grpSpPr>
          <a:xfrm>
            <a:off x="5482795" y="1103972"/>
            <a:ext cx="4357122" cy="707497"/>
            <a:chOff x="6456475" y="3575600"/>
            <a:chExt cx="3403204" cy="552603"/>
          </a:xfrm>
        </p:grpSpPr>
        <p:sp>
          <p:nvSpPr>
            <p:cNvPr id="284" name="Google Shape;284;p32"/>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32"/>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6" name="Google Shape;286;p32"/>
          <p:cNvGrpSpPr/>
          <p:nvPr/>
        </p:nvGrpSpPr>
        <p:grpSpPr>
          <a:xfrm>
            <a:off x="4467450" y="228600"/>
            <a:ext cx="5455165" cy="875381"/>
            <a:chOff x="6456469" y="3575596"/>
            <a:chExt cx="3443700" cy="552604"/>
          </a:xfrm>
        </p:grpSpPr>
        <p:sp>
          <p:nvSpPr>
            <p:cNvPr id="287" name="Google Shape;287;p32"/>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2"/>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9" name="Google Shape;289;p32"/>
          <p:cNvGrpSpPr/>
          <p:nvPr/>
        </p:nvGrpSpPr>
        <p:grpSpPr>
          <a:xfrm>
            <a:off x="7518600" y="1769557"/>
            <a:ext cx="2394232" cy="2358638"/>
            <a:chOff x="7518600" y="1769557"/>
            <a:chExt cx="2394232" cy="2358638"/>
          </a:xfrm>
        </p:grpSpPr>
        <p:grpSp>
          <p:nvGrpSpPr>
            <p:cNvPr id="290" name="Google Shape;290;p32"/>
            <p:cNvGrpSpPr/>
            <p:nvPr/>
          </p:nvGrpSpPr>
          <p:grpSpPr>
            <a:xfrm rot="2700000">
              <a:off x="7735132" y="2112570"/>
              <a:ext cx="1045765" cy="1045615"/>
              <a:chOff x="3741950" y="353925"/>
              <a:chExt cx="1045775" cy="1045625"/>
            </a:xfrm>
          </p:grpSpPr>
          <p:sp>
            <p:nvSpPr>
              <p:cNvPr id="291" name="Google Shape;291;p32"/>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32"/>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32"/>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4" name="Google Shape;294;p32"/>
            <p:cNvSpPr/>
            <p:nvPr/>
          </p:nvSpPr>
          <p:spPr>
            <a:xfrm rot="2700000">
              <a:off x="7904583" y="2109997"/>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5" name="Google Shape;295;p32"/>
          <p:cNvGrpSpPr/>
          <p:nvPr/>
        </p:nvGrpSpPr>
        <p:grpSpPr>
          <a:xfrm>
            <a:off x="6551233" y="1811472"/>
            <a:ext cx="3759089" cy="707494"/>
            <a:chOff x="6456475" y="3575600"/>
            <a:chExt cx="2936100" cy="552600"/>
          </a:xfrm>
        </p:grpSpPr>
        <p:sp>
          <p:nvSpPr>
            <p:cNvPr id="296" name="Google Shape;296;p32"/>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32"/>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33"/>
          <p:cNvSpPr txBox="1"/>
          <p:nvPr>
            <p:ph idx="1" type="body"/>
          </p:nvPr>
        </p:nvSpPr>
        <p:spPr>
          <a:xfrm>
            <a:off x="720000" y="1269175"/>
            <a:ext cx="7704000" cy="399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delete this slide when you’re done editing the presentation</a:t>
            </a:r>
            <a:endParaRPr/>
          </a:p>
        </p:txBody>
      </p:sp>
      <p:graphicFrame>
        <p:nvGraphicFramePr>
          <p:cNvPr id="303" name="Google Shape;303;p33"/>
          <p:cNvGraphicFramePr/>
          <p:nvPr/>
        </p:nvGraphicFramePr>
        <p:xfrm>
          <a:off x="713225" y="1919625"/>
          <a:ext cx="3000000" cy="3000000"/>
        </p:xfrm>
        <a:graphic>
          <a:graphicData uri="http://schemas.openxmlformats.org/drawingml/2006/table">
            <a:tbl>
              <a:tblPr>
                <a:noFill/>
                <a:tableStyleId>{FE733ACE-D28B-45FE-A9BC-BD882C99EDB6}</a:tableStyleId>
              </a:tblPr>
              <a:tblGrid>
                <a:gridCol w="2501400"/>
                <a:gridCol w="5216150"/>
              </a:tblGrid>
              <a:tr h="350500">
                <a:tc>
                  <a:txBody>
                    <a:bodyPr/>
                    <a:lstStyle/>
                    <a:p>
                      <a:pPr indent="0" lvl="0" marL="0" rtl="0" algn="r">
                        <a:spcBef>
                          <a:spcPts val="0"/>
                        </a:spcBef>
                        <a:spcAft>
                          <a:spcPts val="0"/>
                        </a:spcAft>
                        <a:buNone/>
                      </a:pPr>
                      <a:r>
                        <a:rPr b="1" lang="en" sz="1100">
                          <a:solidFill>
                            <a:schemeClr val="lt2"/>
                          </a:solidFill>
                          <a:uFill>
                            <a:noFill/>
                          </a:uFill>
                          <a:latin typeface="Albert Sans"/>
                          <a:ea typeface="Albert Sans"/>
                          <a:cs typeface="Albert Sans"/>
                          <a:sym typeface="Albert Sans"/>
                          <a:hlinkClick action="ppaction://hlinksldjump" r:id="rId3">
                            <a:extLst>
                              <a:ext uri="{A12FA001-AC4F-418D-AE19-62706E023703}">
                                <ahyp:hlinkClr val="tx"/>
                              </a:ext>
                            </a:extLst>
                          </a:hlinkClick>
                        </a:rPr>
                        <a:t>Fonts</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dk1"/>
                          </a:solidFill>
                          <a:latin typeface="Albert Sans"/>
                          <a:ea typeface="Albert Sans"/>
                          <a:cs typeface="Albert Sans"/>
                          <a:sym typeface="Albert Sans"/>
                        </a:rPr>
                        <a:t>To view this template correctly in PowerPoint, download and install the fonts we used</a:t>
                      </a:r>
                      <a:endParaRPr sz="1000">
                        <a:solidFill>
                          <a:schemeClr val="dk1"/>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50500">
                <a:tc>
                  <a:txBody>
                    <a:bodyPr/>
                    <a:lstStyle/>
                    <a:p>
                      <a:pPr indent="0" lvl="0" marL="0" rtl="0" algn="r">
                        <a:spcBef>
                          <a:spcPts val="0"/>
                        </a:spcBef>
                        <a:spcAft>
                          <a:spcPts val="0"/>
                        </a:spcAft>
                        <a:buNone/>
                      </a:pPr>
                      <a:r>
                        <a:rPr b="1" lang="en" sz="1100">
                          <a:solidFill>
                            <a:schemeClr val="lt2"/>
                          </a:solidFill>
                          <a:uFill>
                            <a:noFill/>
                          </a:uFill>
                          <a:latin typeface="Albert Sans"/>
                          <a:ea typeface="Albert Sans"/>
                          <a:cs typeface="Albert Sans"/>
                          <a:sym typeface="Albert Sans"/>
                          <a:hlinkClick action="ppaction://hlinksldjump" r:id="rId4">
                            <a:extLst>
                              <a:ext uri="{A12FA001-AC4F-418D-AE19-62706E023703}">
                                <ahyp:hlinkClr val="tx"/>
                              </a:ext>
                            </a:extLst>
                          </a:hlinkClick>
                        </a:rPr>
                        <a:t>Used </a:t>
                      </a:r>
                      <a:r>
                        <a:rPr b="1" lang="en" sz="1100">
                          <a:solidFill>
                            <a:schemeClr val="lt2"/>
                          </a:solidFill>
                          <a:latin typeface="Albert Sans"/>
                          <a:ea typeface="Albert Sans"/>
                          <a:cs typeface="Albert Sans"/>
                          <a:sym typeface="Albert Sans"/>
                        </a:rPr>
                        <a:t>and </a:t>
                      </a:r>
                      <a:r>
                        <a:rPr b="1" lang="en" sz="1100">
                          <a:solidFill>
                            <a:schemeClr val="lt2"/>
                          </a:solidFill>
                          <a:uFill>
                            <a:noFill/>
                          </a:uFill>
                          <a:latin typeface="Albert Sans"/>
                          <a:ea typeface="Albert Sans"/>
                          <a:cs typeface="Albert Sans"/>
                          <a:sym typeface="Albert Sans"/>
                          <a:hlinkClick action="ppaction://hlinksldjump" r:id="rId5">
                            <a:extLst>
                              <a:ext uri="{A12FA001-AC4F-418D-AE19-62706E023703}">
                                <ahyp:hlinkClr val="tx"/>
                              </a:ext>
                            </a:extLst>
                          </a:hlinkClick>
                        </a:rPr>
                        <a:t>alternative</a:t>
                      </a:r>
                      <a:r>
                        <a:rPr b="1" lang="en" sz="1100">
                          <a:solidFill>
                            <a:schemeClr val="lt2"/>
                          </a:solidFill>
                          <a:uFill>
                            <a:noFill/>
                          </a:uFill>
                          <a:latin typeface="Albert Sans"/>
                          <a:ea typeface="Albert Sans"/>
                          <a:cs typeface="Albert Sans"/>
                          <a:sym typeface="Albert Sans"/>
                          <a:hlinkClick action="ppaction://hlinksldjump" r:id="rId6">
                            <a:extLst>
                              <a:ext uri="{A12FA001-AC4F-418D-AE19-62706E023703}">
                                <ahyp:hlinkClr val="tx"/>
                              </a:ext>
                            </a:extLst>
                          </a:hlinkClick>
                        </a:rPr>
                        <a:t> resources</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1600"/>
                        </a:spcAft>
                        <a:buNone/>
                      </a:pPr>
                      <a:r>
                        <a:rPr lang="en" sz="1000">
                          <a:solidFill>
                            <a:schemeClr val="dk1"/>
                          </a:solidFill>
                          <a:latin typeface="Albert Sans"/>
                          <a:ea typeface="Albert Sans"/>
                          <a:cs typeface="Albert Sans"/>
                          <a:sym typeface="Albert Sans"/>
                        </a:rPr>
                        <a:t>An assortment of graphic resources that are suitable for use in this presentation</a:t>
                      </a:r>
                      <a:endParaRPr sz="1000">
                        <a:solidFill>
                          <a:schemeClr val="dk1"/>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50500">
                <a:tc>
                  <a:txBody>
                    <a:bodyPr/>
                    <a:lstStyle/>
                    <a:p>
                      <a:pPr indent="0" lvl="0" marL="0" rtl="0" algn="r">
                        <a:spcBef>
                          <a:spcPts val="0"/>
                        </a:spcBef>
                        <a:spcAft>
                          <a:spcPts val="0"/>
                        </a:spcAft>
                        <a:buNone/>
                      </a:pPr>
                      <a:r>
                        <a:rPr b="1" lang="en" sz="1100">
                          <a:solidFill>
                            <a:schemeClr val="lt2"/>
                          </a:solidFill>
                          <a:uFill>
                            <a:noFill/>
                          </a:uFill>
                          <a:latin typeface="Albert Sans"/>
                          <a:ea typeface="Albert Sans"/>
                          <a:cs typeface="Albert Sans"/>
                          <a:sym typeface="Albert Sans"/>
                          <a:hlinkClick action="ppaction://hlinksldjump" r:id="rId7">
                            <a:extLst>
                              <a:ext uri="{A12FA001-AC4F-418D-AE19-62706E023703}">
                                <ahyp:hlinkClr val="tx"/>
                              </a:ext>
                            </a:extLst>
                          </a:hlinkClick>
                        </a:rPr>
                        <a:t>Thanks slide</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dk1"/>
                          </a:solidFill>
                          <a:latin typeface="Albert Sans"/>
                          <a:ea typeface="Albert Sans"/>
                          <a:cs typeface="Albert Sans"/>
                          <a:sym typeface="Albert Sans"/>
                        </a:rPr>
                        <a:t>You must keep it so that proper credits for our design are given</a:t>
                      </a:r>
                      <a:endParaRPr sz="1000">
                        <a:solidFill>
                          <a:schemeClr val="dk1"/>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50500">
                <a:tc>
                  <a:txBody>
                    <a:bodyPr/>
                    <a:lstStyle/>
                    <a:p>
                      <a:pPr indent="0" lvl="0" marL="0" rtl="0" algn="r">
                        <a:spcBef>
                          <a:spcPts val="0"/>
                        </a:spcBef>
                        <a:spcAft>
                          <a:spcPts val="0"/>
                        </a:spcAft>
                        <a:buNone/>
                      </a:pPr>
                      <a:r>
                        <a:rPr b="1" lang="en" sz="1100">
                          <a:solidFill>
                            <a:schemeClr val="lt2"/>
                          </a:solidFill>
                          <a:uFill>
                            <a:noFill/>
                          </a:uFill>
                          <a:latin typeface="Albert Sans"/>
                          <a:ea typeface="Albert Sans"/>
                          <a:cs typeface="Albert Sans"/>
                          <a:sym typeface="Albert Sans"/>
                          <a:hlinkClick action="ppaction://hlinksldjump" r:id="rId8">
                            <a:extLst>
                              <a:ext uri="{A12FA001-AC4F-418D-AE19-62706E023703}">
                                <ahyp:hlinkClr val="tx"/>
                              </a:ext>
                            </a:extLst>
                          </a:hlinkClick>
                        </a:rPr>
                        <a:t>Colors</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dk1"/>
                          </a:solidFill>
                          <a:latin typeface="Albert Sans"/>
                          <a:ea typeface="Albert Sans"/>
                          <a:cs typeface="Albert Sans"/>
                          <a:sym typeface="Albert Sans"/>
                        </a:rPr>
                        <a:t>All the colors used in this presentation</a:t>
                      </a:r>
                      <a:endParaRPr sz="1000">
                        <a:solidFill>
                          <a:schemeClr val="dk1"/>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50500">
                <a:tc>
                  <a:txBody>
                    <a:bodyPr/>
                    <a:lstStyle/>
                    <a:p>
                      <a:pPr indent="0" lvl="0" marL="0" rtl="0" algn="r">
                        <a:spcBef>
                          <a:spcPts val="0"/>
                        </a:spcBef>
                        <a:spcAft>
                          <a:spcPts val="0"/>
                        </a:spcAft>
                        <a:buNone/>
                      </a:pPr>
                      <a:r>
                        <a:rPr b="1" lang="en" sz="1100">
                          <a:solidFill>
                            <a:schemeClr val="lt2"/>
                          </a:solidFill>
                          <a:uFill>
                            <a:noFill/>
                          </a:uFill>
                          <a:latin typeface="Albert Sans"/>
                          <a:ea typeface="Albert Sans"/>
                          <a:cs typeface="Albert Sans"/>
                          <a:sym typeface="Albert Sans"/>
                          <a:hlinkClick action="ppaction://hlinksldjump" r:id="rId9">
                            <a:extLst>
                              <a:ext uri="{A12FA001-AC4F-418D-AE19-62706E023703}">
                                <ahyp:hlinkClr val="tx"/>
                              </a:ext>
                            </a:extLst>
                          </a:hlinkClick>
                        </a:rPr>
                        <a:t>Icons </a:t>
                      </a:r>
                      <a:r>
                        <a:rPr b="1" lang="en" sz="1100">
                          <a:solidFill>
                            <a:schemeClr val="lt2"/>
                          </a:solidFill>
                          <a:latin typeface="Albert Sans"/>
                          <a:ea typeface="Albert Sans"/>
                          <a:cs typeface="Albert Sans"/>
                          <a:sym typeface="Albert Sans"/>
                        </a:rPr>
                        <a:t>and </a:t>
                      </a:r>
                      <a:r>
                        <a:rPr b="1" lang="en" sz="1100">
                          <a:solidFill>
                            <a:schemeClr val="lt2"/>
                          </a:solidFill>
                          <a:uFill>
                            <a:noFill/>
                          </a:uFill>
                          <a:latin typeface="Albert Sans"/>
                          <a:ea typeface="Albert Sans"/>
                          <a:cs typeface="Albert Sans"/>
                          <a:sym typeface="Albert Sans"/>
                          <a:hlinkClick action="ppaction://hlinksldjump" r:id="rId10">
                            <a:extLst>
                              <a:ext uri="{A12FA001-AC4F-418D-AE19-62706E023703}">
                                <ahyp:hlinkClr val="tx"/>
                              </a:ext>
                            </a:extLst>
                          </a:hlinkClick>
                        </a:rPr>
                        <a:t>infographic resources</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sz="1000">
                          <a:solidFill>
                            <a:schemeClr val="dk1"/>
                          </a:solidFill>
                          <a:latin typeface="Albert Sans"/>
                          <a:ea typeface="Albert Sans"/>
                          <a:cs typeface="Albert Sans"/>
                          <a:sym typeface="Albert Sans"/>
                        </a:rPr>
                        <a:t>These can be used in the template, and their size and color can be edited</a:t>
                      </a:r>
                      <a:endParaRPr sz="1000">
                        <a:solidFill>
                          <a:schemeClr val="dk1"/>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50500">
                <a:tc>
                  <a:txBody>
                    <a:bodyPr/>
                    <a:lstStyle/>
                    <a:p>
                      <a:pPr indent="0" lvl="0" marL="0" rtl="0" algn="r">
                        <a:spcBef>
                          <a:spcPts val="0"/>
                        </a:spcBef>
                        <a:spcAft>
                          <a:spcPts val="0"/>
                        </a:spcAft>
                        <a:buNone/>
                      </a:pPr>
                      <a:r>
                        <a:rPr b="1" lang="en" sz="1100">
                          <a:solidFill>
                            <a:schemeClr val="lt2"/>
                          </a:solidFill>
                          <a:latin typeface="Albert Sans"/>
                          <a:ea typeface="Albert Sans"/>
                          <a:cs typeface="Albert Sans"/>
                          <a:sym typeface="Albert Sans"/>
                        </a:rPr>
                        <a:t>Editable presentation theme </a:t>
                      </a:r>
                      <a:endParaRPr b="1" sz="11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rtl="0" algn="l">
                        <a:spcBef>
                          <a:spcPts val="0"/>
                        </a:spcBef>
                        <a:spcAft>
                          <a:spcPts val="1600"/>
                        </a:spcAft>
                        <a:buNone/>
                      </a:pPr>
                      <a:r>
                        <a:rPr lang="en" sz="1000">
                          <a:solidFill>
                            <a:schemeClr val="dk1"/>
                          </a:solidFill>
                          <a:latin typeface="Albert Sans"/>
                          <a:ea typeface="Albert Sans"/>
                          <a:cs typeface="Albert Sans"/>
                          <a:sym typeface="Albert Sans"/>
                        </a:rPr>
                        <a:t>You can edit the master slides easily. For more info, click </a:t>
                      </a:r>
                      <a:r>
                        <a:rPr b="1" lang="en" sz="1100">
                          <a:solidFill>
                            <a:schemeClr val="lt2"/>
                          </a:solidFill>
                          <a:uFill>
                            <a:noFill/>
                          </a:uFill>
                          <a:latin typeface="Albert Sans"/>
                          <a:ea typeface="Albert Sans"/>
                          <a:cs typeface="Albert Sans"/>
                          <a:sym typeface="Albert Sans"/>
                          <a:hlinkClick r:id="rId11">
                            <a:extLst>
                              <a:ext uri="{A12FA001-AC4F-418D-AE19-62706E023703}">
                                <ahyp:hlinkClr val="tx"/>
                              </a:ext>
                            </a:extLst>
                          </a:hlinkClick>
                        </a:rPr>
                        <a:t>here</a:t>
                      </a:r>
                      <a:endParaRPr b="1" sz="1000">
                        <a:solidFill>
                          <a:schemeClr val="lt2"/>
                        </a:solidFill>
                        <a:latin typeface="Albert Sans"/>
                        <a:ea typeface="Albert Sans"/>
                        <a:cs typeface="Albert Sans"/>
                        <a:sym typeface="Albert Sans"/>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bl>
          </a:graphicData>
        </a:graphic>
      </p:graphicFrame>
      <p:sp>
        <p:nvSpPr>
          <p:cNvPr id="304" name="Google Shape;304;p33"/>
          <p:cNvSpPr txBox="1"/>
          <p:nvPr/>
        </p:nvSpPr>
        <p:spPr>
          <a:xfrm>
            <a:off x="925575" y="4147800"/>
            <a:ext cx="33726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800">
                <a:solidFill>
                  <a:schemeClr val="dk1"/>
                </a:solidFill>
                <a:latin typeface="Albert Sans"/>
                <a:ea typeface="Albert Sans"/>
                <a:cs typeface="Albert Sans"/>
                <a:sym typeface="Albert Sans"/>
              </a:rPr>
              <a:t>For more info:</a:t>
            </a:r>
            <a:br>
              <a:rPr lang="en" sz="800">
                <a:solidFill>
                  <a:schemeClr val="dk1"/>
                </a:solidFill>
                <a:latin typeface="Albert Sans"/>
                <a:ea typeface="Albert Sans"/>
                <a:cs typeface="Albert Sans"/>
                <a:sym typeface="Albert Sans"/>
              </a:rPr>
            </a:br>
            <a:r>
              <a:rPr b="1" lang="en" sz="1000">
                <a:solidFill>
                  <a:schemeClr val="lt2"/>
                </a:solidFill>
                <a:uFill>
                  <a:noFill/>
                </a:uFill>
                <a:latin typeface="Albert Sans"/>
                <a:ea typeface="Albert Sans"/>
                <a:cs typeface="Albert Sans"/>
                <a:sym typeface="Albert Sans"/>
                <a:hlinkClick r:id="rId12">
                  <a:extLst>
                    <a:ext uri="{A12FA001-AC4F-418D-AE19-62706E023703}">
                      <ahyp:hlinkClr val="tx"/>
                    </a:ext>
                  </a:extLst>
                </a:hlinkClick>
              </a:rPr>
              <a:t>SLIDESGO </a:t>
            </a:r>
            <a:r>
              <a:rPr b="1" lang="en" sz="1000">
                <a:solidFill>
                  <a:schemeClr val="lt2"/>
                </a:solidFill>
                <a:latin typeface="Albert Sans"/>
                <a:ea typeface="Albert Sans"/>
                <a:cs typeface="Albert Sans"/>
                <a:sym typeface="Albert Sans"/>
              </a:rPr>
              <a:t>| </a:t>
            </a:r>
            <a:r>
              <a:rPr b="1" lang="en" sz="1000">
                <a:solidFill>
                  <a:schemeClr val="lt2"/>
                </a:solidFill>
                <a:uFill>
                  <a:noFill/>
                </a:uFill>
                <a:latin typeface="Albert Sans"/>
                <a:ea typeface="Albert Sans"/>
                <a:cs typeface="Albert Sans"/>
                <a:sym typeface="Albert Sans"/>
                <a:hlinkClick r:id="rId13">
                  <a:extLst>
                    <a:ext uri="{A12FA001-AC4F-418D-AE19-62706E023703}">
                      <ahyp:hlinkClr val="tx"/>
                    </a:ext>
                  </a:extLst>
                </a:hlinkClick>
              </a:rPr>
              <a:t>SLIDESGO SCHOOL</a:t>
            </a:r>
            <a:r>
              <a:rPr b="1" lang="en" sz="1000">
                <a:solidFill>
                  <a:schemeClr val="lt2"/>
                </a:solidFill>
                <a:latin typeface="Albert Sans"/>
                <a:ea typeface="Albert Sans"/>
                <a:cs typeface="Albert Sans"/>
                <a:sym typeface="Albert Sans"/>
              </a:rPr>
              <a:t> | </a:t>
            </a:r>
            <a:r>
              <a:rPr b="1" lang="en" sz="1000">
                <a:solidFill>
                  <a:schemeClr val="lt2"/>
                </a:solidFill>
                <a:uFill>
                  <a:noFill/>
                </a:uFill>
                <a:latin typeface="Albert Sans"/>
                <a:ea typeface="Albert Sans"/>
                <a:cs typeface="Albert Sans"/>
                <a:sym typeface="Albert Sans"/>
                <a:hlinkClick r:id="rId14">
                  <a:extLst>
                    <a:ext uri="{A12FA001-AC4F-418D-AE19-62706E023703}">
                      <ahyp:hlinkClr val="tx"/>
                    </a:ext>
                  </a:extLst>
                </a:hlinkClick>
              </a:rPr>
              <a:t>FAQ</a:t>
            </a:r>
            <a:r>
              <a:rPr b="1" lang="en" sz="1000">
                <a:solidFill>
                  <a:schemeClr val="lt2"/>
                </a:solidFill>
                <a:latin typeface="Albert Sans"/>
                <a:ea typeface="Albert Sans"/>
                <a:cs typeface="Albert Sans"/>
                <a:sym typeface="Albert Sans"/>
              </a:rPr>
              <a:t>s</a:t>
            </a:r>
            <a:endParaRPr b="1" sz="1000">
              <a:solidFill>
                <a:schemeClr val="lt2"/>
              </a:solidFill>
              <a:latin typeface="Albert Sans"/>
              <a:ea typeface="Albert Sans"/>
              <a:cs typeface="Albert Sans"/>
              <a:sym typeface="Albert Sans"/>
            </a:endParaRPr>
          </a:p>
        </p:txBody>
      </p:sp>
      <p:sp>
        <p:nvSpPr>
          <p:cNvPr id="305" name="Google Shape;305;p33"/>
          <p:cNvSpPr txBox="1"/>
          <p:nvPr/>
        </p:nvSpPr>
        <p:spPr>
          <a:xfrm>
            <a:off x="4845834" y="4147800"/>
            <a:ext cx="3372600" cy="461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800">
                <a:solidFill>
                  <a:schemeClr val="dk1"/>
                </a:solidFill>
                <a:latin typeface="Albert Sans"/>
                <a:ea typeface="Albert Sans"/>
                <a:cs typeface="Albert Sans"/>
                <a:sym typeface="Albert Sans"/>
              </a:rPr>
              <a:t>You can visit our sister </a:t>
            </a:r>
            <a:r>
              <a:rPr lang="en" sz="800">
                <a:solidFill>
                  <a:schemeClr val="dk1"/>
                </a:solidFill>
                <a:latin typeface="Albert Sans"/>
                <a:ea typeface="Albert Sans"/>
                <a:cs typeface="Albert Sans"/>
                <a:sym typeface="Albert Sans"/>
              </a:rPr>
              <a:t>projects</a:t>
            </a:r>
            <a:r>
              <a:rPr lang="en" sz="800">
                <a:solidFill>
                  <a:schemeClr val="dk1"/>
                </a:solidFill>
                <a:latin typeface="Albert Sans"/>
                <a:ea typeface="Albert Sans"/>
                <a:cs typeface="Albert Sans"/>
                <a:sym typeface="Albert Sans"/>
              </a:rPr>
              <a:t>:</a:t>
            </a:r>
            <a:br>
              <a:rPr lang="en" sz="800">
                <a:solidFill>
                  <a:schemeClr val="dk1"/>
                </a:solidFill>
                <a:latin typeface="Albert Sans"/>
                <a:ea typeface="Albert Sans"/>
                <a:cs typeface="Albert Sans"/>
                <a:sym typeface="Albert Sans"/>
              </a:rPr>
            </a:br>
            <a:r>
              <a:rPr b="1" lang="en" sz="1000">
                <a:solidFill>
                  <a:schemeClr val="lt2"/>
                </a:solidFill>
                <a:uFill>
                  <a:noFill/>
                </a:uFill>
                <a:latin typeface="Albert Sans"/>
                <a:ea typeface="Albert Sans"/>
                <a:cs typeface="Albert Sans"/>
                <a:sym typeface="Albert Sans"/>
                <a:hlinkClick r:id="rId15">
                  <a:extLst>
                    <a:ext uri="{A12FA001-AC4F-418D-AE19-62706E023703}">
                      <ahyp:hlinkClr val="tx"/>
                    </a:ext>
                  </a:extLst>
                </a:hlinkClick>
              </a:rPr>
              <a:t>FREEPIK</a:t>
            </a:r>
            <a:r>
              <a:rPr b="1" lang="en" sz="1000">
                <a:solidFill>
                  <a:schemeClr val="lt2"/>
                </a:solidFill>
                <a:latin typeface="Albert Sans"/>
                <a:ea typeface="Albert Sans"/>
                <a:cs typeface="Albert Sans"/>
                <a:sym typeface="Albert Sans"/>
              </a:rPr>
              <a:t> | </a:t>
            </a:r>
            <a:r>
              <a:rPr b="1" lang="en" sz="1000">
                <a:solidFill>
                  <a:schemeClr val="lt2"/>
                </a:solidFill>
                <a:uFill>
                  <a:noFill/>
                </a:uFill>
                <a:latin typeface="Albert Sans"/>
                <a:ea typeface="Albert Sans"/>
                <a:cs typeface="Albert Sans"/>
                <a:sym typeface="Albert Sans"/>
                <a:hlinkClick r:id="rId16">
                  <a:extLst>
                    <a:ext uri="{A12FA001-AC4F-418D-AE19-62706E023703}">
                      <ahyp:hlinkClr val="tx"/>
                    </a:ext>
                  </a:extLst>
                </a:hlinkClick>
              </a:rPr>
              <a:t>FLATICON</a:t>
            </a:r>
            <a:r>
              <a:rPr b="1" lang="en" sz="1000">
                <a:solidFill>
                  <a:schemeClr val="lt2"/>
                </a:solidFill>
                <a:latin typeface="Albert Sans"/>
                <a:ea typeface="Albert Sans"/>
                <a:cs typeface="Albert Sans"/>
                <a:sym typeface="Albert Sans"/>
              </a:rPr>
              <a:t> | </a:t>
            </a:r>
            <a:r>
              <a:rPr b="1" lang="en" sz="1000">
                <a:solidFill>
                  <a:schemeClr val="lt2"/>
                </a:solidFill>
                <a:uFill>
                  <a:noFill/>
                </a:uFill>
                <a:latin typeface="Albert Sans"/>
                <a:ea typeface="Albert Sans"/>
                <a:cs typeface="Albert Sans"/>
                <a:sym typeface="Albert Sans"/>
                <a:hlinkClick r:id="rId17">
                  <a:extLst>
                    <a:ext uri="{A12FA001-AC4F-418D-AE19-62706E023703}">
                      <ahyp:hlinkClr val="tx"/>
                    </a:ext>
                  </a:extLst>
                </a:hlinkClick>
              </a:rPr>
              <a:t>STORYSET</a:t>
            </a:r>
            <a:r>
              <a:rPr b="1" lang="en" sz="1000">
                <a:solidFill>
                  <a:schemeClr val="lt2"/>
                </a:solidFill>
                <a:latin typeface="Albert Sans"/>
                <a:ea typeface="Albert Sans"/>
                <a:cs typeface="Albert Sans"/>
                <a:sym typeface="Albert Sans"/>
              </a:rPr>
              <a:t> | </a:t>
            </a:r>
            <a:r>
              <a:rPr b="1" lang="en" sz="1000">
                <a:solidFill>
                  <a:schemeClr val="lt2"/>
                </a:solidFill>
                <a:uFill>
                  <a:noFill/>
                </a:uFill>
                <a:latin typeface="Albert Sans"/>
                <a:ea typeface="Albert Sans"/>
                <a:cs typeface="Albert Sans"/>
                <a:sym typeface="Albert Sans"/>
                <a:hlinkClick r:id="rId18">
                  <a:extLst>
                    <a:ext uri="{A12FA001-AC4F-418D-AE19-62706E023703}">
                      <ahyp:hlinkClr val="tx"/>
                    </a:ext>
                  </a:extLst>
                </a:hlinkClick>
              </a:rPr>
              <a:t>WEPIK </a:t>
            </a:r>
            <a:r>
              <a:rPr b="1" lang="en" sz="1000">
                <a:solidFill>
                  <a:schemeClr val="lt2"/>
                </a:solidFill>
                <a:latin typeface="Albert Sans"/>
                <a:ea typeface="Albert Sans"/>
                <a:cs typeface="Albert Sans"/>
                <a:sym typeface="Albert Sans"/>
              </a:rPr>
              <a:t>| </a:t>
            </a:r>
            <a:r>
              <a:rPr b="1" lang="en" sz="1000">
                <a:solidFill>
                  <a:schemeClr val="lt2"/>
                </a:solidFill>
                <a:uFill>
                  <a:noFill/>
                </a:uFill>
                <a:latin typeface="Albert Sans"/>
                <a:ea typeface="Albert Sans"/>
                <a:cs typeface="Albert Sans"/>
                <a:sym typeface="Albert Sans"/>
                <a:hlinkClick r:id="rId19">
                  <a:extLst>
                    <a:ext uri="{A12FA001-AC4F-418D-AE19-62706E023703}">
                      <ahyp:hlinkClr val="tx"/>
                    </a:ext>
                  </a:extLst>
                </a:hlinkClick>
              </a:rPr>
              <a:t>VIDEVO</a:t>
            </a:r>
            <a:endParaRPr b="1" sz="600">
              <a:solidFill>
                <a:schemeClr val="lt2"/>
              </a:solidFill>
              <a:latin typeface="Albert Sans"/>
              <a:ea typeface="Albert Sans"/>
              <a:cs typeface="Albert Sans"/>
              <a:sym typeface="Albert Sans"/>
            </a:endParaRPr>
          </a:p>
        </p:txBody>
      </p:sp>
      <p:grpSp>
        <p:nvGrpSpPr>
          <p:cNvPr id="306" name="Google Shape;306;p33"/>
          <p:cNvGrpSpPr/>
          <p:nvPr/>
        </p:nvGrpSpPr>
        <p:grpSpPr>
          <a:xfrm flipH="1">
            <a:off x="-311297" y="150024"/>
            <a:ext cx="1590595" cy="875375"/>
            <a:chOff x="6456464" y="3575600"/>
            <a:chExt cx="1004100" cy="552601"/>
          </a:xfrm>
        </p:grpSpPr>
        <p:sp>
          <p:nvSpPr>
            <p:cNvPr id="307" name="Google Shape;307;p33"/>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3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9" name="Google Shape;309;p33"/>
          <p:cNvGrpSpPr/>
          <p:nvPr/>
        </p:nvGrpSpPr>
        <p:grpSpPr>
          <a:xfrm flipH="1">
            <a:off x="-425085" y="1025388"/>
            <a:ext cx="1249832" cy="707506"/>
            <a:chOff x="6456475" y="3575600"/>
            <a:chExt cx="976202" cy="552609"/>
          </a:xfrm>
        </p:grpSpPr>
        <p:sp>
          <p:nvSpPr>
            <p:cNvPr id="310" name="Google Shape;310;p33"/>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33"/>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2" name="Google Shape;312;p3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a:t>
            </a:r>
            <a:r>
              <a:rPr lang="en"/>
              <a:t>ontents of this template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grpSp>
        <p:nvGrpSpPr>
          <p:cNvPr id="317" name="Google Shape;317;p34"/>
          <p:cNvGrpSpPr/>
          <p:nvPr/>
        </p:nvGrpSpPr>
        <p:grpSpPr>
          <a:xfrm flipH="1">
            <a:off x="-3472675" y="1165299"/>
            <a:ext cx="5455165" cy="875381"/>
            <a:chOff x="6456469" y="3575596"/>
            <a:chExt cx="3443700" cy="552604"/>
          </a:xfrm>
        </p:grpSpPr>
        <p:sp>
          <p:nvSpPr>
            <p:cNvPr id="318" name="Google Shape;318;p34"/>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3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0" name="Google Shape;320;p3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a:t>
            </a:r>
            <a:r>
              <a:rPr lang="en"/>
              <a:t>able of contents</a:t>
            </a:r>
            <a:endParaRPr/>
          </a:p>
        </p:txBody>
      </p:sp>
      <p:sp>
        <p:nvSpPr>
          <p:cNvPr id="321" name="Google Shape;321;p34"/>
          <p:cNvSpPr txBox="1"/>
          <p:nvPr>
            <p:ph idx="2" type="subTitle"/>
          </p:nvPr>
        </p:nvSpPr>
        <p:spPr>
          <a:xfrm>
            <a:off x="3546853" y="3210739"/>
            <a:ext cx="3391200" cy="4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322" name="Google Shape;322;p34"/>
          <p:cNvSpPr txBox="1"/>
          <p:nvPr>
            <p:ph idx="4" type="subTitle"/>
          </p:nvPr>
        </p:nvSpPr>
        <p:spPr>
          <a:xfrm>
            <a:off x="4304937" y="4082578"/>
            <a:ext cx="3391200" cy="4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323" name="Google Shape;323;p34"/>
          <p:cNvSpPr txBox="1"/>
          <p:nvPr>
            <p:ph idx="13" type="subTitle"/>
          </p:nvPr>
        </p:nvSpPr>
        <p:spPr>
          <a:xfrm>
            <a:off x="3546861" y="2997939"/>
            <a:ext cx="3391200" cy="394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Market &amp; competition</a:t>
            </a:r>
            <a:endParaRPr/>
          </a:p>
        </p:txBody>
      </p:sp>
      <p:sp>
        <p:nvSpPr>
          <p:cNvPr id="324" name="Google Shape;324;p34"/>
          <p:cNvSpPr txBox="1"/>
          <p:nvPr>
            <p:ph idx="15" type="subTitle"/>
          </p:nvPr>
        </p:nvSpPr>
        <p:spPr>
          <a:xfrm>
            <a:off x="4304946" y="3869853"/>
            <a:ext cx="3391200" cy="394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Business model</a:t>
            </a:r>
            <a:endParaRPr/>
          </a:p>
        </p:txBody>
      </p:sp>
      <p:sp>
        <p:nvSpPr>
          <p:cNvPr id="325" name="Google Shape;325;p34"/>
          <p:cNvSpPr txBox="1"/>
          <p:nvPr>
            <p:ph idx="3" type="subTitle"/>
          </p:nvPr>
        </p:nvSpPr>
        <p:spPr>
          <a:xfrm>
            <a:off x="2780860" y="2338825"/>
            <a:ext cx="3391200" cy="4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sz="1600">
              <a:solidFill>
                <a:srgbClr val="666666"/>
              </a:solidFill>
            </a:endParaRPr>
          </a:p>
        </p:txBody>
      </p:sp>
      <p:sp>
        <p:nvSpPr>
          <p:cNvPr id="326" name="Google Shape;326;p34"/>
          <p:cNvSpPr txBox="1"/>
          <p:nvPr>
            <p:ph idx="1" type="subTitle"/>
          </p:nvPr>
        </p:nvSpPr>
        <p:spPr>
          <a:xfrm>
            <a:off x="2010042" y="1471051"/>
            <a:ext cx="3391200" cy="48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describe the topic of the section here</a:t>
            </a:r>
            <a:endParaRPr/>
          </a:p>
        </p:txBody>
      </p:sp>
      <p:sp>
        <p:nvSpPr>
          <p:cNvPr id="327" name="Google Shape;327;p34"/>
          <p:cNvSpPr txBox="1"/>
          <p:nvPr>
            <p:ph idx="5" type="title"/>
          </p:nvPr>
        </p:nvSpPr>
        <p:spPr>
          <a:xfrm>
            <a:off x="1121750" y="1405736"/>
            <a:ext cx="860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01</a:t>
            </a:r>
            <a:endParaRPr/>
          </a:p>
        </p:txBody>
      </p:sp>
      <p:sp>
        <p:nvSpPr>
          <p:cNvPr id="328" name="Google Shape;328;p34"/>
          <p:cNvSpPr txBox="1"/>
          <p:nvPr>
            <p:ph idx="9" type="subTitle"/>
          </p:nvPr>
        </p:nvSpPr>
        <p:spPr>
          <a:xfrm>
            <a:off x="2010042" y="1258251"/>
            <a:ext cx="3391200" cy="394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Problem vs solution</a:t>
            </a:r>
            <a:endParaRPr/>
          </a:p>
        </p:txBody>
      </p:sp>
      <p:sp>
        <p:nvSpPr>
          <p:cNvPr id="329" name="Google Shape;329;p34"/>
          <p:cNvSpPr txBox="1"/>
          <p:nvPr>
            <p:ph idx="14" type="subTitle"/>
          </p:nvPr>
        </p:nvSpPr>
        <p:spPr>
          <a:xfrm>
            <a:off x="2780860" y="2126100"/>
            <a:ext cx="3391200" cy="394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Production</a:t>
            </a:r>
            <a:endParaRPr/>
          </a:p>
        </p:txBody>
      </p:sp>
      <p:grpSp>
        <p:nvGrpSpPr>
          <p:cNvPr id="330" name="Google Shape;330;p34"/>
          <p:cNvGrpSpPr/>
          <p:nvPr/>
        </p:nvGrpSpPr>
        <p:grpSpPr>
          <a:xfrm flipH="1">
            <a:off x="-2702000" y="2037187"/>
            <a:ext cx="5455165" cy="875381"/>
            <a:chOff x="6456469" y="3575596"/>
            <a:chExt cx="3443700" cy="552604"/>
          </a:xfrm>
        </p:grpSpPr>
        <p:sp>
          <p:nvSpPr>
            <p:cNvPr id="331" name="Google Shape;331;p34"/>
            <p:cNvSpPr/>
            <p:nvPr/>
          </p:nvSpPr>
          <p:spPr>
            <a:xfrm>
              <a:off x="6456469" y="3575596"/>
              <a:ext cx="34437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34"/>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3" name="Google Shape;333;p34"/>
          <p:cNvSpPr txBox="1"/>
          <p:nvPr>
            <p:ph idx="6" type="title"/>
          </p:nvPr>
        </p:nvSpPr>
        <p:spPr>
          <a:xfrm>
            <a:off x="1892625" y="2251075"/>
            <a:ext cx="860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02</a:t>
            </a:r>
            <a:endParaRPr/>
          </a:p>
        </p:txBody>
      </p:sp>
      <p:grpSp>
        <p:nvGrpSpPr>
          <p:cNvPr id="334" name="Google Shape;334;p34"/>
          <p:cNvGrpSpPr/>
          <p:nvPr/>
        </p:nvGrpSpPr>
        <p:grpSpPr>
          <a:xfrm flipH="1">
            <a:off x="-1936093" y="2909051"/>
            <a:ext cx="5455165" cy="875381"/>
            <a:chOff x="6456469" y="3575596"/>
            <a:chExt cx="3443700" cy="552604"/>
          </a:xfrm>
        </p:grpSpPr>
        <p:sp>
          <p:nvSpPr>
            <p:cNvPr id="335" name="Google Shape;335;p34"/>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3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7" name="Google Shape;337;p34"/>
          <p:cNvSpPr txBox="1"/>
          <p:nvPr>
            <p:ph idx="7" type="title"/>
          </p:nvPr>
        </p:nvSpPr>
        <p:spPr>
          <a:xfrm>
            <a:off x="2656850" y="3122939"/>
            <a:ext cx="8607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03</a:t>
            </a:r>
            <a:endParaRPr/>
          </a:p>
        </p:txBody>
      </p:sp>
      <p:grpSp>
        <p:nvGrpSpPr>
          <p:cNvPr id="338" name="Google Shape;338;p34"/>
          <p:cNvGrpSpPr/>
          <p:nvPr/>
        </p:nvGrpSpPr>
        <p:grpSpPr>
          <a:xfrm flipH="1">
            <a:off x="-1165096" y="3780928"/>
            <a:ext cx="5455165" cy="875381"/>
            <a:chOff x="6456469" y="3575596"/>
            <a:chExt cx="3443700" cy="552604"/>
          </a:xfrm>
        </p:grpSpPr>
        <p:sp>
          <p:nvSpPr>
            <p:cNvPr id="339" name="Google Shape;339;p34"/>
            <p:cNvSpPr/>
            <p:nvPr/>
          </p:nvSpPr>
          <p:spPr>
            <a:xfrm>
              <a:off x="6456469" y="3575596"/>
              <a:ext cx="34437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34"/>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1" name="Google Shape;341;p34"/>
          <p:cNvSpPr txBox="1"/>
          <p:nvPr>
            <p:ph idx="8" type="title"/>
          </p:nvPr>
        </p:nvSpPr>
        <p:spPr>
          <a:xfrm>
            <a:off x="3415352" y="3994815"/>
            <a:ext cx="859500" cy="44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04</a:t>
            </a:r>
            <a:endParaRPr/>
          </a:p>
        </p:txBody>
      </p:sp>
      <p:grpSp>
        <p:nvGrpSpPr>
          <p:cNvPr id="342" name="Google Shape;342;p34"/>
          <p:cNvGrpSpPr/>
          <p:nvPr/>
        </p:nvGrpSpPr>
        <p:grpSpPr>
          <a:xfrm flipH="1" rot="-2700000">
            <a:off x="268610" y="471195"/>
            <a:ext cx="1045765" cy="1045615"/>
            <a:chOff x="3741950" y="353925"/>
            <a:chExt cx="1045775" cy="1045625"/>
          </a:xfrm>
        </p:grpSpPr>
        <p:sp>
          <p:nvSpPr>
            <p:cNvPr id="343" name="Google Shape;343;p34"/>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34"/>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34"/>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35"/>
          <p:cNvSpPr txBox="1"/>
          <p:nvPr>
            <p:ph type="title"/>
          </p:nvPr>
        </p:nvSpPr>
        <p:spPr>
          <a:xfrm>
            <a:off x="2135550" y="1651188"/>
            <a:ext cx="4872900" cy="1158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5000"/>
              <a:t>Introduction</a:t>
            </a:r>
            <a:endParaRPr sz="5000"/>
          </a:p>
        </p:txBody>
      </p:sp>
      <p:sp>
        <p:nvSpPr>
          <p:cNvPr id="351" name="Google Shape;351;p35"/>
          <p:cNvSpPr txBox="1"/>
          <p:nvPr>
            <p:ph idx="1" type="subTitle"/>
          </p:nvPr>
        </p:nvSpPr>
        <p:spPr>
          <a:xfrm>
            <a:off x="2135550" y="2765575"/>
            <a:ext cx="4872900" cy="7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This can be the part of the presentation where you introduce yourself, write your email…</a:t>
            </a:r>
            <a:endParaRPr/>
          </a:p>
        </p:txBody>
      </p:sp>
      <p:grpSp>
        <p:nvGrpSpPr>
          <p:cNvPr id="352" name="Google Shape;352;p35"/>
          <p:cNvGrpSpPr/>
          <p:nvPr/>
        </p:nvGrpSpPr>
        <p:grpSpPr>
          <a:xfrm>
            <a:off x="6397195" y="1008651"/>
            <a:ext cx="4357122" cy="707497"/>
            <a:chOff x="6456475" y="3575600"/>
            <a:chExt cx="3403204" cy="552603"/>
          </a:xfrm>
        </p:grpSpPr>
        <p:sp>
          <p:nvSpPr>
            <p:cNvPr id="353" name="Google Shape;353;p35"/>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35"/>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5" name="Google Shape;355;p35"/>
          <p:cNvGrpSpPr/>
          <p:nvPr/>
        </p:nvGrpSpPr>
        <p:grpSpPr>
          <a:xfrm>
            <a:off x="5381850" y="133279"/>
            <a:ext cx="5455165" cy="875381"/>
            <a:chOff x="6456469" y="3575596"/>
            <a:chExt cx="3443700" cy="552604"/>
          </a:xfrm>
        </p:grpSpPr>
        <p:sp>
          <p:nvSpPr>
            <p:cNvPr id="356" name="Google Shape;356;p35"/>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3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8" name="Google Shape;358;p35"/>
          <p:cNvGrpSpPr/>
          <p:nvPr/>
        </p:nvGrpSpPr>
        <p:grpSpPr>
          <a:xfrm>
            <a:off x="7465633" y="1716151"/>
            <a:ext cx="3759089" cy="707494"/>
            <a:chOff x="6456475" y="3575600"/>
            <a:chExt cx="2936100" cy="552600"/>
          </a:xfrm>
        </p:grpSpPr>
        <p:sp>
          <p:nvSpPr>
            <p:cNvPr id="359" name="Google Shape;359;p35"/>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3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1" name="Google Shape;361;p35"/>
          <p:cNvGrpSpPr/>
          <p:nvPr/>
        </p:nvGrpSpPr>
        <p:grpSpPr>
          <a:xfrm rot="10800000">
            <a:off x="-2032471" y="3471397"/>
            <a:ext cx="4357122" cy="707497"/>
            <a:chOff x="6456475" y="3575600"/>
            <a:chExt cx="3403204" cy="552603"/>
          </a:xfrm>
        </p:grpSpPr>
        <p:sp>
          <p:nvSpPr>
            <p:cNvPr id="362" name="Google Shape;362;p35"/>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35"/>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4" name="Google Shape;364;p35"/>
          <p:cNvGrpSpPr/>
          <p:nvPr/>
        </p:nvGrpSpPr>
        <p:grpSpPr>
          <a:xfrm rot="10800000">
            <a:off x="-2115169" y="4178885"/>
            <a:ext cx="5455165" cy="875381"/>
            <a:chOff x="6456469" y="3575596"/>
            <a:chExt cx="3443700" cy="552604"/>
          </a:xfrm>
        </p:grpSpPr>
        <p:sp>
          <p:nvSpPr>
            <p:cNvPr id="365" name="Google Shape;365;p35"/>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3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7" name="Google Shape;367;p35"/>
          <p:cNvGrpSpPr/>
          <p:nvPr/>
        </p:nvGrpSpPr>
        <p:grpSpPr>
          <a:xfrm rot="2700000">
            <a:off x="354482" y="-253580"/>
            <a:ext cx="1045765" cy="1045615"/>
            <a:chOff x="3741950" y="353925"/>
            <a:chExt cx="1045775" cy="1045625"/>
          </a:xfrm>
        </p:grpSpPr>
        <p:sp>
          <p:nvSpPr>
            <p:cNvPr id="368" name="Google Shape;368;p35"/>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35"/>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35"/>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36"/>
          <p:cNvSpPr txBox="1"/>
          <p:nvPr>
            <p:ph type="title"/>
          </p:nvPr>
        </p:nvSpPr>
        <p:spPr>
          <a:xfrm>
            <a:off x="720000" y="1745250"/>
            <a:ext cx="3588600" cy="572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Our company</a:t>
            </a:r>
            <a:endParaRPr/>
          </a:p>
        </p:txBody>
      </p:sp>
      <p:sp>
        <p:nvSpPr>
          <p:cNvPr id="376" name="Google Shape;376;p36"/>
          <p:cNvSpPr txBox="1"/>
          <p:nvPr>
            <p:ph idx="1" type="subTitle"/>
          </p:nvPr>
        </p:nvSpPr>
        <p:spPr>
          <a:xfrm>
            <a:off x="720000" y="2317950"/>
            <a:ext cx="3588600" cy="887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Venus has a beautiful name and is the second planet from the Sun. It’s terribly hot, even hotter than Mercury, and its atmosphere is extremely poisonous. It’s the second-brightest natural object in the night sky after the Moon</a:t>
            </a:r>
            <a:endParaRPr/>
          </a:p>
        </p:txBody>
      </p:sp>
      <p:grpSp>
        <p:nvGrpSpPr>
          <p:cNvPr id="377" name="Google Shape;377;p36"/>
          <p:cNvGrpSpPr/>
          <p:nvPr/>
        </p:nvGrpSpPr>
        <p:grpSpPr>
          <a:xfrm flipH="1" rot="10800000">
            <a:off x="5587345" y="2134059"/>
            <a:ext cx="4357122" cy="707497"/>
            <a:chOff x="6456475" y="3575600"/>
            <a:chExt cx="3403204" cy="552603"/>
          </a:xfrm>
        </p:grpSpPr>
        <p:sp>
          <p:nvSpPr>
            <p:cNvPr id="378" name="Google Shape;378;p36"/>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36"/>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0" name="Google Shape;380;p36"/>
          <p:cNvGrpSpPr/>
          <p:nvPr/>
        </p:nvGrpSpPr>
        <p:grpSpPr>
          <a:xfrm flipH="1" rot="10800000">
            <a:off x="4572000" y="2841547"/>
            <a:ext cx="5455165" cy="875381"/>
            <a:chOff x="6456469" y="3575596"/>
            <a:chExt cx="3443700" cy="552604"/>
          </a:xfrm>
        </p:grpSpPr>
        <p:sp>
          <p:nvSpPr>
            <p:cNvPr id="381" name="Google Shape;381;p36"/>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36"/>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3" name="Google Shape;383;p36"/>
          <p:cNvGrpSpPr/>
          <p:nvPr/>
        </p:nvGrpSpPr>
        <p:grpSpPr>
          <a:xfrm flipH="1" rot="10800000">
            <a:off x="6655783" y="1426563"/>
            <a:ext cx="3759089" cy="707494"/>
            <a:chOff x="6456475" y="3575600"/>
            <a:chExt cx="2936100" cy="552600"/>
          </a:xfrm>
        </p:grpSpPr>
        <p:sp>
          <p:nvSpPr>
            <p:cNvPr id="384" name="Google Shape;384;p36"/>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36"/>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7"/>
          <p:cNvSpPr txBox="1"/>
          <p:nvPr>
            <p:ph type="title"/>
          </p:nvPr>
        </p:nvSpPr>
        <p:spPr>
          <a:xfrm>
            <a:off x="3893700" y="1620825"/>
            <a:ext cx="3537900" cy="1599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Name of the section</a:t>
            </a:r>
            <a:endParaRPr/>
          </a:p>
        </p:txBody>
      </p:sp>
      <p:sp>
        <p:nvSpPr>
          <p:cNvPr id="391" name="Google Shape;391;p37"/>
          <p:cNvSpPr txBox="1"/>
          <p:nvPr>
            <p:ph idx="1" type="subTitle"/>
          </p:nvPr>
        </p:nvSpPr>
        <p:spPr>
          <a:xfrm>
            <a:off x="3893700" y="3220725"/>
            <a:ext cx="4442400" cy="37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You can enter a subtitle here if you need it</a:t>
            </a:r>
            <a:endParaRPr/>
          </a:p>
        </p:txBody>
      </p:sp>
      <p:grpSp>
        <p:nvGrpSpPr>
          <p:cNvPr id="392" name="Google Shape;392;p37"/>
          <p:cNvGrpSpPr/>
          <p:nvPr/>
        </p:nvGrpSpPr>
        <p:grpSpPr>
          <a:xfrm flipH="1">
            <a:off x="-5202412" y="1648704"/>
            <a:ext cx="8892667" cy="1427045"/>
            <a:chOff x="6456469" y="3575596"/>
            <a:chExt cx="3443700" cy="552604"/>
          </a:xfrm>
        </p:grpSpPr>
        <p:sp>
          <p:nvSpPr>
            <p:cNvPr id="393" name="Google Shape;393;p37"/>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37"/>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5" name="Google Shape;395;p37"/>
          <p:cNvSpPr txBox="1"/>
          <p:nvPr>
            <p:ph idx="2" type="title"/>
          </p:nvPr>
        </p:nvSpPr>
        <p:spPr>
          <a:xfrm>
            <a:off x="2269000" y="1941325"/>
            <a:ext cx="1421100" cy="841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01</a:t>
            </a:r>
            <a:endParaRPr/>
          </a:p>
        </p:txBody>
      </p:sp>
      <p:grpSp>
        <p:nvGrpSpPr>
          <p:cNvPr id="396" name="Google Shape;396;p37"/>
          <p:cNvGrpSpPr/>
          <p:nvPr/>
        </p:nvGrpSpPr>
        <p:grpSpPr>
          <a:xfrm rot="10800000">
            <a:off x="-1778501" y="941197"/>
            <a:ext cx="4357122" cy="707497"/>
            <a:chOff x="6456475" y="3575600"/>
            <a:chExt cx="3403204" cy="552603"/>
          </a:xfrm>
        </p:grpSpPr>
        <p:sp>
          <p:nvSpPr>
            <p:cNvPr id="397" name="Google Shape;397;p37"/>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37"/>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9" name="Google Shape;399;p37"/>
          <p:cNvGrpSpPr/>
          <p:nvPr/>
        </p:nvGrpSpPr>
        <p:grpSpPr>
          <a:xfrm rot="10800000">
            <a:off x="-2248905" y="233701"/>
            <a:ext cx="3759089" cy="707494"/>
            <a:chOff x="6456475" y="3575600"/>
            <a:chExt cx="2936100" cy="552600"/>
          </a:xfrm>
        </p:grpSpPr>
        <p:sp>
          <p:nvSpPr>
            <p:cNvPr id="400" name="Google Shape;400;p37"/>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37"/>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38"/>
          <p:cNvSpPr/>
          <p:nvPr/>
        </p:nvSpPr>
        <p:spPr>
          <a:xfrm>
            <a:off x="1013125" y="1411750"/>
            <a:ext cx="10007100" cy="19203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7" name="Google Shape;407;p38"/>
          <p:cNvPicPr preferRelativeResize="0"/>
          <p:nvPr/>
        </p:nvPicPr>
        <p:blipFill rotWithShape="1">
          <a:blip r:embed="rId3">
            <a:alphaModFix/>
          </a:blip>
          <a:srcRect b="15192" l="20987" r="18582" t="4466"/>
          <a:stretch/>
        </p:blipFill>
        <p:spPr>
          <a:xfrm>
            <a:off x="964911" y="1411750"/>
            <a:ext cx="1920300" cy="1922400"/>
          </a:xfrm>
          <a:prstGeom prst="ellipse">
            <a:avLst/>
          </a:prstGeom>
          <a:noFill/>
          <a:ln>
            <a:noFill/>
          </a:ln>
        </p:spPr>
      </p:pic>
      <p:pic>
        <p:nvPicPr>
          <p:cNvPr id="408" name="Google Shape;408;p38"/>
          <p:cNvPicPr preferRelativeResize="0"/>
          <p:nvPr/>
        </p:nvPicPr>
        <p:blipFill rotWithShape="1">
          <a:blip r:embed="rId4">
            <a:alphaModFix/>
          </a:blip>
          <a:srcRect b="8333" l="31576" r="12839" t="8333"/>
          <a:stretch/>
        </p:blipFill>
        <p:spPr>
          <a:xfrm>
            <a:off x="3610068" y="1412800"/>
            <a:ext cx="1920300" cy="1920300"/>
          </a:xfrm>
          <a:prstGeom prst="ellipse">
            <a:avLst/>
          </a:prstGeom>
          <a:noFill/>
          <a:ln>
            <a:noFill/>
          </a:ln>
        </p:spPr>
      </p:pic>
      <p:pic>
        <p:nvPicPr>
          <p:cNvPr id="409" name="Google Shape;409;p38"/>
          <p:cNvPicPr preferRelativeResize="0"/>
          <p:nvPr/>
        </p:nvPicPr>
        <p:blipFill rotWithShape="1">
          <a:blip r:embed="rId5">
            <a:alphaModFix/>
          </a:blip>
          <a:srcRect b="41432" l="18561" r="11606" t="12018"/>
          <a:stretch/>
        </p:blipFill>
        <p:spPr>
          <a:xfrm>
            <a:off x="6258789" y="1412800"/>
            <a:ext cx="1920300" cy="1920300"/>
          </a:xfrm>
          <a:prstGeom prst="ellipse">
            <a:avLst/>
          </a:prstGeom>
          <a:noFill/>
          <a:ln>
            <a:noFill/>
          </a:ln>
        </p:spPr>
      </p:pic>
      <p:sp>
        <p:nvSpPr>
          <p:cNvPr id="410" name="Google Shape;410;p38"/>
          <p:cNvSpPr txBox="1"/>
          <p:nvPr>
            <p:ph idx="5" type="subTitle"/>
          </p:nvPr>
        </p:nvSpPr>
        <p:spPr>
          <a:xfrm>
            <a:off x="3419568" y="3472275"/>
            <a:ext cx="2301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John James</a:t>
            </a:r>
            <a:endParaRPr/>
          </a:p>
        </p:txBody>
      </p:sp>
      <p:sp>
        <p:nvSpPr>
          <p:cNvPr id="411" name="Google Shape;411;p38"/>
          <p:cNvSpPr txBox="1"/>
          <p:nvPr>
            <p:ph idx="4" type="subTitle"/>
          </p:nvPr>
        </p:nvSpPr>
        <p:spPr>
          <a:xfrm>
            <a:off x="774411" y="3472275"/>
            <a:ext cx="2301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Sofia Hill</a:t>
            </a:r>
            <a:endParaRPr/>
          </a:p>
        </p:txBody>
      </p:sp>
      <p:sp>
        <p:nvSpPr>
          <p:cNvPr id="412" name="Google Shape;412;p3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team</a:t>
            </a:r>
            <a:endParaRPr/>
          </a:p>
        </p:txBody>
      </p:sp>
      <p:sp>
        <p:nvSpPr>
          <p:cNvPr id="413" name="Google Shape;413;p38"/>
          <p:cNvSpPr txBox="1"/>
          <p:nvPr>
            <p:ph idx="1" type="subTitle"/>
          </p:nvPr>
        </p:nvSpPr>
        <p:spPr>
          <a:xfrm>
            <a:off x="774411" y="3926850"/>
            <a:ext cx="2301300" cy="60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414" name="Google Shape;414;p38"/>
          <p:cNvSpPr txBox="1"/>
          <p:nvPr>
            <p:ph idx="2" type="subTitle"/>
          </p:nvPr>
        </p:nvSpPr>
        <p:spPr>
          <a:xfrm>
            <a:off x="3419568" y="3926850"/>
            <a:ext cx="2301300" cy="60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415" name="Google Shape;415;p38"/>
          <p:cNvSpPr txBox="1"/>
          <p:nvPr>
            <p:ph idx="3" type="subTitle"/>
          </p:nvPr>
        </p:nvSpPr>
        <p:spPr>
          <a:xfrm>
            <a:off x="6068289" y="3926850"/>
            <a:ext cx="2301300" cy="60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You can speak a bit about this person here</a:t>
            </a:r>
            <a:endParaRPr/>
          </a:p>
        </p:txBody>
      </p:sp>
      <p:sp>
        <p:nvSpPr>
          <p:cNvPr id="416" name="Google Shape;416;p38"/>
          <p:cNvSpPr txBox="1"/>
          <p:nvPr>
            <p:ph idx="6" type="subTitle"/>
          </p:nvPr>
        </p:nvSpPr>
        <p:spPr>
          <a:xfrm>
            <a:off x="6068289" y="3472275"/>
            <a:ext cx="2301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Jane Patterson</a:t>
            </a:r>
            <a:endParaRPr/>
          </a:p>
        </p:txBody>
      </p:sp>
      <p:grpSp>
        <p:nvGrpSpPr>
          <p:cNvPr id="417" name="Google Shape;417;p38"/>
          <p:cNvGrpSpPr/>
          <p:nvPr/>
        </p:nvGrpSpPr>
        <p:grpSpPr>
          <a:xfrm flipH="1">
            <a:off x="-311297" y="150024"/>
            <a:ext cx="1590595" cy="875375"/>
            <a:chOff x="6456464" y="3575600"/>
            <a:chExt cx="1004100" cy="552601"/>
          </a:xfrm>
        </p:grpSpPr>
        <p:sp>
          <p:nvSpPr>
            <p:cNvPr id="418" name="Google Shape;418;p38"/>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38"/>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 name="Google Shape;420;p38"/>
          <p:cNvGrpSpPr/>
          <p:nvPr/>
        </p:nvGrpSpPr>
        <p:grpSpPr>
          <a:xfrm flipH="1">
            <a:off x="-425085" y="1025388"/>
            <a:ext cx="1249832" cy="707506"/>
            <a:chOff x="6456475" y="3575600"/>
            <a:chExt cx="976202" cy="552609"/>
          </a:xfrm>
        </p:grpSpPr>
        <p:sp>
          <p:nvSpPr>
            <p:cNvPr id="421" name="Google Shape;421;p38"/>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38"/>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a:t>
            </a:r>
            <a:r>
              <a:rPr lang="en"/>
              <a:t>o you need longer text?</a:t>
            </a:r>
            <a:endParaRPr/>
          </a:p>
        </p:txBody>
      </p:sp>
      <p:sp>
        <p:nvSpPr>
          <p:cNvPr id="428" name="Google Shape;428;p39"/>
          <p:cNvSpPr txBox="1"/>
          <p:nvPr>
            <p:ph idx="1" type="subTitle"/>
          </p:nvPr>
        </p:nvSpPr>
        <p:spPr>
          <a:xfrm>
            <a:off x="5084378" y="1572587"/>
            <a:ext cx="2947800" cy="287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in Venus, and the solar radiation is so high, Mercury has been deemed to be non-habitable for humans</a:t>
            </a:r>
            <a:endParaRPr/>
          </a:p>
        </p:txBody>
      </p:sp>
      <p:sp>
        <p:nvSpPr>
          <p:cNvPr id="429" name="Google Shape;429;p39"/>
          <p:cNvSpPr txBox="1"/>
          <p:nvPr>
            <p:ph idx="2" type="subTitle"/>
          </p:nvPr>
        </p:nvSpPr>
        <p:spPr>
          <a:xfrm>
            <a:off x="1111822" y="1572587"/>
            <a:ext cx="2947800" cy="287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a:t>
            </a:r>
            <a:r>
              <a:rPr lang="en"/>
              <a:t>Venus</a:t>
            </a:r>
            <a:r>
              <a:rPr lang="en"/>
              <a:t>, its temperatures aren't as terribly hot as that planet's. Its surface is quite similar to that of Earth's Moon, which means there are a lot of craters and plains</a:t>
            </a:r>
            <a:endParaRPr/>
          </a:p>
        </p:txBody>
      </p:sp>
      <p:grpSp>
        <p:nvGrpSpPr>
          <p:cNvPr id="430" name="Google Shape;430;p39"/>
          <p:cNvGrpSpPr/>
          <p:nvPr/>
        </p:nvGrpSpPr>
        <p:grpSpPr>
          <a:xfrm rot="2700000">
            <a:off x="266682" y="-187130"/>
            <a:ext cx="1045765" cy="1045615"/>
            <a:chOff x="3741950" y="353925"/>
            <a:chExt cx="1045775" cy="1045625"/>
          </a:xfrm>
        </p:grpSpPr>
        <p:sp>
          <p:nvSpPr>
            <p:cNvPr id="431" name="Google Shape;431;p39"/>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39"/>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39"/>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 name="Google Shape;434;p39"/>
          <p:cNvGrpSpPr/>
          <p:nvPr/>
        </p:nvGrpSpPr>
        <p:grpSpPr>
          <a:xfrm flipH="1">
            <a:off x="-311297" y="150024"/>
            <a:ext cx="1590595" cy="875375"/>
            <a:chOff x="6456464" y="3575600"/>
            <a:chExt cx="1004100" cy="552601"/>
          </a:xfrm>
        </p:grpSpPr>
        <p:sp>
          <p:nvSpPr>
            <p:cNvPr id="435" name="Google Shape;435;p39"/>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39"/>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7" name="Google Shape;437;p39"/>
          <p:cNvGrpSpPr/>
          <p:nvPr/>
        </p:nvGrpSpPr>
        <p:grpSpPr>
          <a:xfrm flipH="1">
            <a:off x="-425085" y="1025388"/>
            <a:ext cx="1249832" cy="707506"/>
            <a:chOff x="6456475" y="3575600"/>
            <a:chExt cx="976202" cy="552609"/>
          </a:xfrm>
        </p:grpSpPr>
        <p:sp>
          <p:nvSpPr>
            <p:cNvPr id="438" name="Google Shape;438;p39"/>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39"/>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40"/>
          <p:cNvSpPr txBox="1"/>
          <p:nvPr>
            <p:ph type="title"/>
          </p:nvPr>
        </p:nvSpPr>
        <p:spPr>
          <a:xfrm>
            <a:off x="720000" y="445025"/>
            <a:ext cx="77109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Problem</a:t>
            </a:r>
            <a:endParaRPr/>
          </a:p>
        </p:txBody>
      </p:sp>
      <p:sp>
        <p:nvSpPr>
          <p:cNvPr id="445" name="Google Shape;445;p40"/>
          <p:cNvSpPr txBox="1"/>
          <p:nvPr>
            <p:ph idx="1" type="subTitle"/>
          </p:nvPr>
        </p:nvSpPr>
        <p:spPr>
          <a:xfrm>
            <a:off x="720000" y="1541950"/>
            <a:ext cx="5373300" cy="202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Do you know what helps you make your point clear? Lists like this one:</a:t>
            </a:r>
            <a:endParaRPr/>
          </a:p>
          <a:p>
            <a:pPr indent="-317500" lvl="0" marL="457200" rtl="0" algn="l">
              <a:spcBef>
                <a:spcPts val="1000"/>
              </a:spcBef>
              <a:spcAft>
                <a:spcPts val="0"/>
              </a:spcAft>
              <a:buSzPts val="1400"/>
              <a:buChar char="●"/>
            </a:pPr>
            <a:r>
              <a:rPr lang="en"/>
              <a:t>They’re simple </a:t>
            </a:r>
            <a:endParaRPr/>
          </a:p>
          <a:p>
            <a:pPr indent="-317500" lvl="0" marL="457200" rtl="0" algn="l">
              <a:spcBef>
                <a:spcPts val="0"/>
              </a:spcBef>
              <a:spcAft>
                <a:spcPts val="0"/>
              </a:spcAft>
              <a:buSzPts val="1400"/>
              <a:buChar char="●"/>
            </a:pPr>
            <a:r>
              <a:rPr lang="en"/>
              <a:t>You can organize your ideas clearly</a:t>
            </a:r>
            <a:endParaRPr/>
          </a:p>
          <a:p>
            <a:pPr indent="-317500" lvl="0" marL="457200" rtl="0" algn="l">
              <a:spcBef>
                <a:spcPts val="0"/>
              </a:spcBef>
              <a:spcAft>
                <a:spcPts val="0"/>
              </a:spcAft>
              <a:buSzPts val="1400"/>
              <a:buChar char="●"/>
            </a:pPr>
            <a:r>
              <a:rPr lang="en"/>
              <a:t>You’ll never forget to buy milk!</a:t>
            </a:r>
            <a:endParaRPr/>
          </a:p>
          <a:p>
            <a:pPr indent="0" lvl="0" marL="0" rtl="0" algn="l">
              <a:spcBef>
                <a:spcPts val="1000"/>
              </a:spcBef>
              <a:spcAft>
                <a:spcPts val="0"/>
              </a:spcAft>
              <a:buNone/>
            </a:pPr>
            <a:r>
              <a:rPr lang="en"/>
              <a:t>And the most important thing: the audience won’t miss the point of your presentation</a:t>
            </a:r>
            <a:endParaRPr/>
          </a:p>
        </p:txBody>
      </p:sp>
      <p:grpSp>
        <p:nvGrpSpPr>
          <p:cNvPr id="446" name="Google Shape;446;p40"/>
          <p:cNvGrpSpPr/>
          <p:nvPr/>
        </p:nvGrpSpPr>
        <p:grpSpPr>
          <a:xfrm>
            <a:off x="6121178" y="1803451"/>
            <a:ext cx="2290365" cy="5842872"/>
            <a:chOff x="6323153" y="613276"/>
            <a:chExt cx="2290365" cy="5842872"/>
          </a:xfrm>
        </p:grpSpPr>
        <p:grpSp>
          <p:nvGrpSpPr>
            <p:cNvPr id="447" name="Google Shape;447;p40"/>
            <p:cNvGrpSpPr/>
            <p:nvPr/>
          </p:nvGrpSpPr>
          <p:grpSpPr>
            <a:xfrm rot="5400000">
              <a:off x="5205837" y="3453434"/>
              <a:ext cx="4357122" cy="707497"/>
              <a:chOff x="6456475" y="3575600"/>
              <a:chExt cx="3403204" cy="552603"/>
            </a:xfrm>
          </p:grpSpPr>
          <p:sp>
            <p:nvSpPr>
              <p:cNvPr id="448" name="Google Shape;448;p40"/>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40"/>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0" name="Google Shape;450;p40"/>
            <p:cNvGrpSpPr/>
            <p:nvPr/>
          </p:nvGrpSpPr>
          <p:grpSpPr>
            <a:xfrm rot="5400000">
              <a:off x="5448246" y="2903168"/>
              <a:ext cx="5455165" cy="875381"/>
              <a:chOff x="6456469" y="3575596"/>
              <a:chExt cx="3443700" cy="552604"/>
            </a:xfrm>
          </p:grpSpPr>
          <p:sp>
            <p:nvSpPr>
              <p:cNvPr id="451" name="Google Shape;451;p40"/>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40"/>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3" name="Google Shape;453;p40"/>
            <p:cNvGrpSpPr/>
            <p:nvPr/>
          </p:nvGrpSpPr>
          <p:grpSpPr>
            <a:xfrm rot="5400000">
              <a:off x="4797356" y="4222856"/>
              <a:ext cx="3759089" cy="707494"/>
              <a:chOff x="6456475" y="3575600"/>
              <a:chExt cx="2936100" cy="552600"/>
            </a:xfrm>
          </p:grpSpPr>
          <p:sp>
            <p:nvSpPr>
              <p:cNvPr id="454" name="Google Shape;454;p40"/>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40"/>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56" name="Google Shape;456;p40"/>
          <p:cNvGrpSpPr/>
          <p:nvPr/>
        </p:nvGrpSpPr>
        <p:grpSpPr>
          <a:xfrm flipH="1">
            <a:off x="-311297" y="150024"/>
            <a:ext cx="1590595" cy="875375"/>
            <a:chOff x="6456464" y="3575600"/>
            <a:chExt cx="1004100" cy="552601"/>
          </a:xfrm>
        </p:grpSpPr>
        <p:sp>
          <p:nvSpPr>
            <p:cNvPr id="457" name="Google Shape;457;p40"/>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40"/>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9" name="Google Shape;459;p40"/>
          <p:cNvGrpSpPr/>
          <p:nvPr/>
        </p:nvGrpSpPr>
        <p:grpSpPr>
          <a:xfrm flipH="1">
            <a:off x="-425085" y="1025388"/>
            <a:ext cx="1249832" cy="707506"/>
            <a:chOff x="6456475" y="3575600"/>
            <a:chExt cx="976202" cy="552609"/>
          </a:xfrm>
        </p:grpSpPr>
        <p:sp>
          <p:nvSpPr>
            <p:cNvPr id="460" name="Google Shape;460;p40"/>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40"/>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4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Them / Us</a:t>
            </a:r>
            <a:endParaRPr/>
          </a:p>
        </p:txBody>
      </p:sp>
      <p:sp>
        <p:nvSpPr>
          <p:cNvPr id="467" name="Google Shape;467;p41"/>
          <p:cNvSpPr txBox="1"/>
          <p:nvPr>
            <p:ph idx="1" type="subTitle"/>
          </p:nvPr>
        </p:nvSpPr>
        <p:spPr>
          <a:xfrm>
            <a:off x="5077073" y="3042975"/>
            <a:ext cx="2619900" cy="1106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 It’s hot and has a really poisonous atmosphere</a:t>
            </a:r>
            <a:endParaRPr/>
          </a:p>
        </p:txBody>
      </p:sp>
      <p:sp>
        <p:nvSpPr>
          <p:cNvPr id="468" name="Google Shape;468;p41"/>
          <p:cNvSpPr txBox="1"/>
          <p:nvPr>
            <p:ph idx="2" type="subTitle"/>
          </p:nvPr>
        </p:nvSpPr>
        <p:spPr>
          <a:xfrm>
            <a:off x="1447027" y="3042975"/>
            <a:ext cx="2619900" cy="1106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the closest planet to the Sun and the smallest one in the Solar System—it’s a bit larger than the Moon</a:t>
            </a:r>
            <a:endParaRPr/>
          </a:p>
        </p:txBody>
      </p:sp>
      <p:sp>
        <p:nvSpPr>
          <p:cNvPr id="469" name="Google Shape;469;p41"/>
          <p:cNvSpPr txBox="1"/>
          <p:nvPr>
            <p:ph idx="4" type="subTitle"/>
          </p:nvPr>
        </p:nvSpPr>
        <p:spPr>
          <a:xfrm>
            <a:off x="1447027" y="2734950"/>
            <a:ext cx="2619900" cy="394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Them</a:t>
            </a:r>
            <a:endParaRPr/>
          </a:p>
        </p:txBody>
      </p:sp>
      <p:sp>
        <p:nvSpPr>
          <p:cNvPr id="470" name="Google Shape;470;p41"/>
          <p:cNvSpPr txBox="1"/>
          <p:nvPr>
            <p:ph idx="3" type="subTitle"/>
          </p:nvPr>
        </p:nvSpPr>
        <p:spPr>
          <a:xfrm>
            <a:off x="5077073" y="2734950"/>
            <a:ext cx="2619900" cy="394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Us</a:t>
            </a:r>
            <a:endParaRPr/>
          </a:p>
        </p:txBody>
      </p:sp>
      <p:grpSp>
        <p:nvGrpSpPr>
          <p:cNvPr id="471" name="Google Shape;471;p41"/>
          <p:cNvGrpSpPr/>
          <p:nvPr/>
        </p:nvGrpSpPr>
        <p:grpSpPr>
          <a:xfrm>
            <a:off x="2403276" y="1859870"/>
            <a:ext cx="707400" cy="707400"/>
            <a:chOff x="2476347" y="1758459"/>
            <a:chExt cx="707400" cy="707400"/>
          </a:xfrm>
        </p:grpSpPr>
        <p:sp>
          <p:nvSpPr>
            <p:cNvPr id="472" name="Google Shape;472;p41"/>
            <p:cNvSpPr/>
            <p:nvPr/>
          </p:nvSpPr>
          <p:spPr>
            <a:xfrm rot="5400000">
              <a:off x="2476347" y="1758459"/>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73" name="Google Shape;473;p41"/>
            <p:cNvGrpSpPr/>
            <p:nvPr/>
          </p:nvGrpSpPr>
          <p:grpSpPr>
            <a:xfrm>
              <a:off x="2629125" y="1911225"/>
              <a:ext cx="401850" cy="401850"/>
              <a:chOff x="238125" y="2075425"/>
              <a:chExt cx="401850" cy="401850"/>
            </a:xfrm>
          </p:grpSpPr>
          <p:sp>
            <p:nvSpPr>
              <p:cNvPr id="474" name="Google Shape;474;p41"/>
              <p:cNvSpPr/>
              <p:nvPr/>
            </p:nvSpPr>
            <p:spPr>
              <a:xfrm>
                <a:off x="564600" y="2388300"/>
                <a:ext cx="35050" cy="64125"/>
              </a:xfrm>
              <a:custGeom>
                <a:rect b="b" l="l" r="r" t="t"/>
                <a:pathLst>
                  <a:path extrusionOk="0" h="2565" w="1402">
                    <a:moveTo>
                      <a:pt x="710" y="1"/>
                    </a:moveTo>
                    <a:cubicBezTo>
                      <a:pt x="595" y="1"/>
                      <a:pt x="480" y="73"/>
                      <a:pt x="480" y="217"/>
                    </a:cubicBezTo>
                    <a:lnTo>
                      <a:pt x="480" y="332"/>
                    </a:lnTo>
                    <a:cubicBezTo>
                      <a:pt x="307" y="390"/>
                      <a:pt x="192" y="563"/>
                      <a:pt x="134" y="735"/>
                    </a:cubicBezTo>
                    <a:cubicBezTo>
                      <a:pt x="76" y="966"/>
                      <a:pt x="192" y="1139"/>
                      <a:pt x="307" y="1254"/>
                    </a:cubicBezTo>
                    <a:cubicBezTo>
                      <a:pt x="422" y="1369"/>
                      <a:pt x="652" y="1427"/>
                      <a:pt x="825" y="1484"/>
                    </a:cubicBezTo>
                    <a:cubicBezTo>
                      <a:pt x="998" y="1542"/>
                      <a:pt x="883" y="1830"/>
                      <a:pt x="710" y="1830"/>
                    </a:cubicBezTo>
                    <a:lnTo>
                      <a:pt x="710" y="1772"/>
                    </a:lnTo>
                    <a:cubicBezTo>
                      <a:pt x="595" y="1772"/>
                      <a:pt x="537" y="1772"/>
                      <a:pt x="422" y="1715"/>
                    </a:cubicBezTo>
                    <a:cubicBezTo>
                      <a:pt x="383" y="1685"/>
                      <a:pt x="343" y="1673"/>
                      <a:pt x="306" y="1673"/>
                    </a:cubicBezTo>
                    <a:cubicBezTo>
                      <a:pt x="126" y="1673"/>
                      <a:pt x="0" y="1975"/>
                      <a:pt x="192" y="2118"/>
                    </a:cubicBezTo>
                    <a:cubicBezTo>
                      <a:pt x="307" y="2176"/>
                      <a:pt x="364" y="2233"/>
                      <a:pt x="480" y="2233"/>
                    </a:cubicBezTo>
                    <a:lnTo>
                      <a:pt x="480" y="2349"/>
                    </a:lnTo>
                    <a:cubicBezTo>
                      <a:pt x="480" y="2493"/>
                      <a:pt x="595" y="2565"/>
                      <a:pt x="710" y="2565"/>
                    </a:cubicBezTo>
                    <a:cubicBezTo>
                      <a:pt x="825" y="2565"/>
                      <a:pt x="940" y="2493"/>
                      <a:pt x="940" y="2349"/>
                    </a:cubicBezTo>
                    <a:lnTo>
                      <a:pt x="940" y="2233"/>
                    </a:lnTo>
                    <a:cubicBezTo>
                      <a:pt x="1171" y="2176"/>
                      <a:pt x="1344" y="1945"/>
                      <a:pt x="1401" y="1715"/>
                    </a:cubicBezTo>
                    <a:cubicBezTo>
                      <a:pt x="1401" y="1427"/>
                      <a:pt x="1286" y="1139"/>
                      <a:pt x="998" y="1023"/>
                    </a:cubicBezTo>
                    <a:cubicBezTo>
                      <a:pt x="825" y="1023"/>
                      <a:pt x="652" y="966"/>
                      <a:pt x="595" y="851"/>
                    </a:cubicBezTo>
                    <a:cubicBezTo>
                      <a:pt x="595" y="793"/>
                      <a:pt x="595" y="793"/>
                      <a:pt x="652" y="735"/>
                    </a:cubicBezTo>
                    <a:cubicBezTo>
                      <a:pt x="710" y="735"/>
                      <a:pt x="825" y="735"/>
                      <a:pt x="883" y="793"/>
                    </a:cubicBezTo>
                    <a:cubicBezTo>
                      <a:pt x="883" y="793"/>
                      <a:pt x="960" y="844"/>
                      <a:pt x="1062" y="844"/>
                    </a:cubicBezTo>
                    <a:cubicBezTo>
                      <a:pt x="1113" y="844"/>
                      <a:pt x="1171" y="831"/>
                      <a:pt x="1229" y="793"/>
                    </a:cubicBezTo>
                    <a:cubicBezTo>
                      <a:pt x="1401" y="620"/>
                      <a:pt x="1171" y="447"/>
                      <a:pt x="1171" y="447"/>
                    </a:cubicBezTo>
                    <a:cubicBezTo>
                      <a:pt x="1113" y="390"/>
                      <a:pt x="1056" y="332"/>
                      <a:pt x="940" y="275"/>
                    </a:cubicBezTo>
                    <a:lnTo>
                      <a:pt x="940" y="217"/>
                    </a:lnTo>
                    <a:cubicBezTo>
                      <a:pt x="940" y="73"/>
                      <a:pt x="825" y="1"/>
                      <a:pt x="7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41"/>
              <p:cNvSpPr/>
              <p:nvPr/>
            </p:nvSpPr>
            <p:spPr>
              <a:xfrm>
                <a:off x="276775" y="2388300"/>
                <a:ext cx="36250" cy="64125"/>
              </a:xfrm>
              <a:custGeom>
                <a:rect b="b" l="l" r="r" t="t"/>
                <a:pathLst>
                  <a:path extrusionOk="0" h="2565" w="1450">
                    <a:moveTo>
                      <a:pt x="758" y="1"/>
                    </a:moveTo>
                    <a:cubicBezTo>
                      <a:pt x="643" y="1"/>
                      <a:pt x="528" y="73"/>
                      <a:pt x="528" y="217"/>
                    </a:cubicBezTo>
                    <a:lnTo>
                      <a:pt x="528" y="332"/>
                    </a:lnTo>
                    <a:cubicBezTo>
                      <a:pt x="355" y="390"/>
                      <a:pt x="240" y="563"/>
                      <a:pt x="182" y="735"/>
                    </a:cubicBezTo>
                    <a:cubicBezTo>
                      <a:pt x="125" y="966"/>
                      <a:pt x="182" y="1139"/>
                      <a:pt x="355" y="1254"/>
                    </a:cubicBezTo>
                    <a:cubicBezTo>
                      <a:pt x="470" y="1369"/>
                      <a:pt x="643" y="1427"/>
                      <a:pt x="874" y="1484"/>
                    </a:cubicBezTo>
                    <a:cubicBezTo>
                      <a:pt x="1046" y="1542"/>
                      <a:pt x="931" y="1830"/>
                      <a:pt x="758" y="1830"/>
                    </a:cubicBezTo>
                    <a:lnTo>
                      <a:pt x="758" y="1772"/>
                    </a:lnTo>
                    <a:cubicBezTo>
                      <a:pt x="643" y="1772"/>
                      <a:pt x="586" y="1772"/>
                      <a:pt x="470" y="1715"/>
                    </a:cubicBezTo>
                    <a:cubicBezTo>
                      <a:pt x="431" y="1685"/>
                      <a:pt x="390" y="1673"/>
                      <a:pt x="351" y="1673"/>
                    </a:cubicBezTo>
                    <a:cubicBezTo>
                      <a:pt x="159" y="1673"/>
                      <a:pt x="1" y="1975"/>
                      <a:pt x="240" y="2118"/>
                    </a:cubicBezTo>
                    <a:cubicBezTo>
                      <a:pt x="355" y="2176"/>
                      <a:pt x="413" y="2233"/>
                      <a:pt x="528" y="2233"/>
                    </a:cubicBezTo>
                    <a:lnTo>
                      <a:pt x="528" y="2349"/>
                    </a:lnTo>
                    <a:cubicBezTo>
                      <a:pt x="528" y="2493"/>
                      <a:pt x="643" y="2565"/>
                      <a:pt x="758" y="2565"/>
                    </a:cubicBezTo>
                    <a:cubicBezTo>
                      <a:pt x="874" y="2565"/>
                      <a:pt x="989" y="2493"/>
                      <a:pt x="989" y="2349"/>
                    </a:cubicBezTo>
                    <a:lnTo>
                      <a:pt x="989" y="2233"/>
                    </a:lnTo>
                    <a:cubicBezTo>
                      <a:pt x="1219" y="2176"/>
                      <a:pt x="1392" y="1945"/>
                      <a:pt x="1392" y="1715"/>
                    </a:cubicBezTo>
                    <a:cubicBezTo>
                      <a:pt x="1450" y="1427"/>
                      <a:pt x="1277" y="1139"/>
                      <a:pt x="989" y="1023"/>
                    </a:cubicBezTo>
                    <a:cubicBezTo>
                      <a:pt x="874" y="1023"/>
                      <a:pt x="701" y="966"/>
                      <a:pt x="643" y="851"/>
                    </a:cubicBezTo>
                    <a:cubicBezTo>
                      <a:pt x="643" y="793"/>
                      <a:pt x="643" y="793"/>
                      <a:pt x="701" y="735"/>
                    </a:cubicBezTo>
                    <a:cubicBezTo>
                      <a:pt x="758" y="735"/>
                      <a:pt x="874" y="735"/>
                      <a:pt x="931" y="793"/>
                    </a:cubicBezTo>
                    <a:cubicBezTo>
                      <a:pt x="931" y="793"/>
                      <a:pt x="1008" y="844"/>
                      <a:pt x="1111" y="844"/>
                    </a:cubicBezTo>
                    <a:cubicBezTo>
                      <a:pt x="1162" y="844"/>
                      <a:pt x="1219" y="831"/>
                      <a:pt x="1277" y="793"/>
                    </a:cubicBezTo>
                    <a:cubicBezTo>
                      <a:pt x="1450" y="620"/>
                      <a:pt x="1219" y="447"/>
                      <a:pt x="1219" y="447"/>
                    </a:cubicBezTo>
                    <a:cubicBezTo>
                      <a:pt x="1162" y="390"/>
                      <a:pt x="1104" y="332"/>
                      <a:pt x="989" y="275"/>
                    </a:cubicBezTo>
                    <a:lnTo>
                      <a:pt x="989" y="217"/>
                    </a:lnTo>
                    <a:cubicBezTo>
                      <a:pt x="989" y="73"/>
                      <a:pt x="874" y="1"/>
                      <a:pt x="75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41"/>
              <p:cNvSpPr/>
              <p:nvPr/>
            </p:nvSpPr>
            <p:spPr>
              <a:xfrm>
                <a:off x="564600" y="2101700"/>
                <a:ext cx="35050" cy="63750"/>
              </a:xfrm>
              <a:custGeom>
                <a:rect b="b" l="l" r="r" t="t"/>
                <a:pathLst>
                  <a:path extrusionOk="0" h="2550" w="1402">
                    <a:moveTo>
                      <a:pt x="710" y="0"/>
                    </a:moveTo>
                    <a:cubicBezTo>
                      <a:pt x="595" y="0"/>
                      <a:pt x="480" y="72"/>
                      <a:pt x="480" y="216"/>
                    </a:cubicBezTo>
                    <a:lnTo>
                      <a:pt x="480" y="274"/>
                    </a:lnTo>
                    <a:cubicBezTo>
                      <a:pt x="307" y="389"/>
                      <a:pt x="192" y="504"/>
                      <a:pt x="134" y="735"/>
                    </a:cubicBezTo>
                    <a:cubicBezTo>
                      <a:pt x="76" y="908"/>
                      <a:pt x="192" y="1138"/>
                      <a:pt x="307" y="1253"/>
                    </a:cubicBezTo>
                    <a:cubicBezTo>
                      <a:pt x="422" y="1369"/>
                      <a:pt x="652" y="1426"/>
                      <a:pt x="825" y="1484"/>
                    </a:cubicBezTo>
                    <a:cubicBezTo>
                      <a:pt x="998" y="1541"/>
                      <a:pt x="883" y="1772"/>
                      <a:pt x="710" y="1772"/>
                    </a:cubicBezTo>
                    <a:cubicBezTo>
                      <a:pt x="595" y="1772"/>
                      <a:pt x="537" y="1772"/>
                      <a:pt x="422" y="1714"/>
                    </a:cubicBezTo>
                    <a:cubicBezTo>
                      <a:pt x="383" y="1685"/>
                      <a:pt x="343" y="1672"/>
                      <a:pt x="306" y="1672"/>
                    </a:cubicBezTo>
                    <a:cubicBezTo>
                      <a:pt x="126" y="1672"/>
                      <a:pt x="0" y="1974"/>
                      <a:pt x="192" y="2118"/>
                    </a:cubicBezTo>
                    <a:cubicBezTo>
                      <a:pt x="307" y="2175"/>
                      <a:pt x="364" y="2233"/>
                      <a:pt x="480" y="2233"/>
                    </a:cubicBezTo>
                    <a:lnTo>
                      <a:pt x="480" y="2290"/>
                    </a:lnTo>
                    <a:cubicBezTo>
                      <a:pt x="480" y="2463"/>
                      <a:pt x="595" y="2550"/>
                      <a:pt x="710" y="2550"/>
                    </a:cubicBezTo>
                    <a:cubicBezTo>
                      <a:pt x="825" y="2550"/>
                      <a:pt x="940" y="2463"/>
                      <a:pt x="940" y="2290"/>
                    </a:cubicBezTo>
                    <a:lnTo>
                      <a:pt x="940" y="2233"/>
                    </a:lnTo>
                    <a:cubicBezTo>
                      <a:pt x="1171" y="2118"/>
                      <a:pt x="1344" y="1945"/>
                      <a:pt x="1401" y="1714"/>
                    </a:cubicBezTo>
                    <a:cubicBezTo>
                      <a:pt x="1401" y="1426"/>
                      <a:pt x="1286" y="1138"/>
                      <a:pt x="998" y="1023"/>
                    </a:cubicBezTo>
                    <a:cubicBezTo>
                      <a:pt x="825" y="965"/>
                      <a:pt x="652" y="908"/>
                      <a:pt x="595" y="850"/>
                    </a:cubicBezTo>
                    <a:cubicBezTo>
                      <a:pt x="595" y="793"/>
                      <a:pt x="595" y="735"/>
                      <a:pt x="652" y="735"/>
                    </a:cubicBezTo>
                    <a:lnTo>
                      <a:pt x="883" y="735"/>
                    </a:lnTo>
                    <a:cubicBezTo>
                      <a:pt x="883" y="735"/>
                      <a:pt x="980" y="832"/>
                      <a:pt x="1102" y="832"/>
                    </a:cubicBezTo>
                    <a:cubicBezTo>
                      <a:pt x="1142" y="832"/>
                      <a:pt x="1185" y="821"/>
                      <a:pt x="1229" y="793"/>
                    </a:cubicBezTo>
                    <a:cubicBezTo>
                      <a:pt x="1401" y="620"/>
                      <a:pt x="1171" y="389"/>
                      <a:pt x="1171" y="389"/>
                    </a:cubicBezTo>
                    <a:cubicBezTo>
                      <a:pt x="1113" y="389"/>
                      <a:pt x="1056" y="332"/>
                      <a:pt x="940" y="274"/>
                    </a:cubicBezTo>
                    <a:lnTo>
                      <a:pt x="940" y="216"/>
                    </a:lnTo>
                    <a:cubicBezTo>
                      <a:pt x="940" y="72"/>
                      <a:pt x="825" y="0"/>
                      <a:pt x="7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41"/>
              <p:cNvSpPr/>
              <p:nvPr/>
            </p:nvSpPr>
            <p:spPr>
              <a:xfrm>
                <a:off x="327400" y="2197825"/>
                <a:ext cx="223275" cy="158475"/>
              </a:xfrm>
              <a:custGeom>
                <a:rect b="b" l="l" r="r" t="t"/>
                <a:pathLst>
                  <a:path extrusionOk="0" h="6339" w="8931">
                    <a:moveTo>
                      <a:pt x="5301" y="462"/>
                    </a:moveTo>
                    <a:lnTo>
                      <a:pt x="4610" y="1499"/>
                    </a:lnTo>
                    <a:lnTo>
                      <a:pt x="750" y="1499"/>
                    </a:lnTo>
                    <a:lnTo>
                      <a:pt x="1499" y="462"/>
                    </a:lnTo>
                    <a:close/>
                    <a:moveTo>
                      <a:pt x="7490" y="462"/>
                    </a:moveTo>
                    <a:lnTo>
                      <a:pt x="8182" y="1499"/>
                    </a:lnTo>
                    <a:lnTo>
                      <a:pt x="6914" y="1499"/>
                    </a:lnTo>
                    <a:lnTo>
                      <a:pt x="6165" y="462"/>
                    </a:lnTo>
                    <a:close/>
                    <a:moveTo>
                      <a:pt x="5992" y="980"/>
                    </a:moveTo>
                    <a:lnTo>
                      <a:pt x="6569" y="1844"/>
                    </a:lnTo>
                    <a:cubicBezTo>
                      <a:pt x="6626" y="1902"/>
                      <a:pt x="6684" y="1960"/>
                      <a:pt x="6799" y="1960"/>
                    </a:cubicBezTo>
                    <a:lnTo>
                      <a:pt x="7375" y="1960"/>
                    </a:lnTo>
                    <a:lnTo>
                      <a:pt x="7375" y="5820"/>
                    </a:lnTo>
                    <a:lnTo>
                      <a:pt x="5992" y="5820"/>
                    </a:lnTo>
                    <a:lnTo>
                      <a:pt x="5992" y="5071"/>
                    </a:lnTo>
                    <a:cubicBezTo>
                      <a:pt x="5992" y="4955"/>
                      <a:pt x="5877" y="4840"/>
                      <a:pt x="5762" y="4840"/>
                    </a:cubicBezTo>
                    <a:cubicBezTo>
                      <a:pt x="5647" y="4840"/>
                      <a:pt x="5532" y="4898"/>
                      <a:pt x="5532" y="5071"/>
                    </a:cubicBezTo>
                    <a:lnTo>
                      <a:pt x="5532" y="5877"/>
                    </a:lnTo>
                    <a:lnTo>
                      <a:pt x="1556" y="5877"/>
                    </a:lnTo>
                    <a:lnTo>
                      <a:pt x="1556" y="1960"/>
                    </a:lnTo>
                    <a:lnTo>
                      <a:pt x="4725" y="1960"/>
                    </a:lnTo>
                    <a:cubicBezTo>
                      <a:pt x="4783" y="1960"/>
                      <a:pt x="4840" y="1902"/>
                      <a:pt x="4898" y="1844"/>
                    </a:cubicBezTo>
                    <a:lnTo>
                      <a:pt x="5474" y="980"/>
                    </a:lnTo>
                    <a:lnTo>
                      <a:pt x="5474" y="3630"/>
                    </a:lnTo>
                    <a:cubicBezTo>
                      <a:pt x="5474" y="3803"/>
                      <a:pt x="5589" y="3861"/>
                      <a:pt x="5762" y="3861"/>
                    </a:cubicBezTo>
                    <a:cubicBezTo>
                      <a:pt x="5877" y="3861"/>
                      <a:pt x="5992" y="3803"/>
                      <a:pt x="5992" y="3630"/>
                    </a:cubicBezTo>
                    <a:lnTo>
                      <a:pt x="5992" y="980"/>
                    </a:lnTo>
                    <a:close/>
                    <a:moveTo>
                      <a:pt x="1326" y="1"/>
                    </a:moveTo>
                    <a:cubicBezTo>
                      <a:pt x="1268" y="1"/>
                      <a:pt x="1211" y="59"/>
                      <a:pt x="1153" y="116"/>
                    </a:cubicBezTo>
                    <a:lnTo>
                      <a:pt x="116" y="1556"/>
                    </a:lnTo>
                    <a:cubicBezTo>
                      <a:pt x="1" y="1729"/>
                      <a:pt x="116" y="1960"/>
                      <a:pt x="289" y="1960"/>
                    </a:cubicBezTo>
                    <a:lnTo>
                      <a:pt x="1095" y="1960"/>
                    </a:lnTo>
                    <a:lnTo>
                      <a:pt x="1095" y="6108"/>
                    </a:lnTo>
                    <a:cubicBezTo>
                      <a:pt x="1095" y="6223"/>
                      <a:pt x="1211" y="6338"/>
                      <a:pt x="1326" y="6338"/>
                    </a:cubicBezTo>
                    <a:lnTo>
                      <a:pt x="7606" y="6338"/>
                    </a:lnTo>
                    <a:cubicBezTo>
                      <a:pt x="7721" y="6338"/>
                      <a:pt x="7836" y="6223"/>
                      <a:pt x="7836" y="6108"/>
                    </a:cubicBezTo>
                    <a:lnTo>
                      <a:pt x="7836" y="1960"/>
                    </a:lnTo>
                    <a:lnTo>
                      <a:pt x="8643" y="1960"/>
                    </a:lnTo>
                    <a:cubicBezTo>
                      <a:pt x="8815" y="1960"/>
                      <a:pt x="8931" y="1729"/>
                      <a:pt x="8815" y="1556"/>
                    </a:cubicBezTo>
                    <a:lnTo>
                      <a:pt x="7778" y="116"/>
                    </a:lnTo>
                    <a:cubicBezTo>
                      <a:pt x="7778" y="59"/>
                      <a:pt x="7663" y="1"/>
                      <a:pt x="76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41"/>
              <p:cNvSpPr/>
              <p:nvPr/>
            </p:nvSpPr>
            <p:spPr>
              <a:xfrm>
                <a:off x="238125" y="2075425"/>
                <a:ext cx="115225" cy="115225"/>
              </a:xfrm>
              <a:custGeom>
                <a:rect b="b" l="l" r="r" t="t"/>
                <a:pathLst>
                  <a:path extrusionOk="0" h="4609" w="4609">
                    <a:moveTo>
                      <a:pt x="2304" y="0"/>
                    </a:moveTo>
                    <a:cubicBezTo>
                      <a:pt x="1901" y="0"/>
                      <a:pt x="1440" y="115"/>
                      <a:pt x="1095" y="346"/>
                    </a:cubicBezTo>
                    <a:cubicBezTo>
                      <a:pt x="856" y="489"/>
                      <a:pt x="1013" y="791"/>
                      <a:pt x="1205" y="791"/>
                    </a:cubicBezTo>
                    <a:cubicBezTo>
                      <a:pt x="1245" y="791"/>
                      <a:pt x="1286" y="778"/>
                      <a:pt x="1325" y="749"/>
                    </a:cubicBezTo>
                    <a:cubicBezTo>
                      <a:pt x="1613" y="576"/>
                      <a:pt x="1959" y="461"/>
                      <a:pt x="2304" y="461"/>
                    </a:cubicBezTo>
                    <a:cubicBezTo>
                      <a:pt x="3341" y="461"/>
                      <a:pt x="4148" y="1267"/>
                      <a:pt x="4148" y="2304"/>
                    </a:cubicBezTo>
                    <a:cubicBezTo>
                      <a:pt x="4148" y="3284"/>
                      <a:pt x="3341" y="4148"/>
                      <a:pt x="2304" y="4148"/>
                    </a:cubicBezTo>
                    <a:cubicBezTo>
                      <a:pt x="1325" y="4148"/>
                      <a:pt x="461" y="3341"/>
                      <a:pt x="461" y="2304"/>
                    </a:cubicBezTo>
                    <a:cubicBezTo>
                      <a:pt x="461" y="2074"/>
                      <a:pt x="518" y="1844"/>
                      <a:pt x="634" y="1613"/>
                    </a:cubicBezTo>
                    <a:cubicBezTo>
                      <a:pt x="712" y="1419"/>
                      <a:pt x="527" y="1250"/>
                      <a:pt x="363" y="1250"/>
                    </a:cubicBezTo>
                    <a:cubicBezTo>
                      <a:pt x="284" y="1250"/>
                      <a:pt x="210" y="1289"/>
                      <a:pt x="173" y="1383"/>
                    </a:cubicBezTo>
                    <a:cubicBezTo>
                      <a:pt x="58" y="1671"/>
                      <a:pt x="0" y="2016"/>
                      <a:pt x="0" y="2304"/>
                    </a:cubicBezTo>
                    <a:cubicBezTo>
                      <a:pt x="0" y="3572"/>
                      <a:pt x="1037" y="4609"/>
                      <a:pt x="2304" y="4609"/>
                    </a:cubicBezTo>
                    <a:cubicBezTo>
                      <a:pt x="3572" y="4609"/>
                      <a:pt x="4609" y="3572"/>
                      <a:pt x="4609" y="2304"/>
                    </a:cubicBezTo>
                    <a:cubicBezTo>
                      <a:pt x="4609" y="1037"/>
                      <a:pt x="3572" y="0"/>
                      <a:pt x="230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41"/>
              <p:cNvSpPr/>
              <p:nvPr/>
            </p:nvSpPr>
            <p:spPr>
              <a:xfrm>
                <a:off x="276775" y="2101700"/>
                <a:ext cx="36250" cy="63750"/>
              </a:xfrm>
              <a:custGeom>
                <a:rect b="b" l="l" r="r" t="t"/>
                <a:pathLst>
                  <a:path extrusionOk="0" h="2550" w="1450">
                    <a:moveTo>
                      <a:pt x="758" y="0"/>
                    </a:moveTo>
                    <a:cubicBezTo>
                      <a:pt x="643" y="0"/>
                      <a:pt x="528" y="72"/>
                      <a:pt x="528" y="216"/>
                    </a:cubicBezTo>
                    <a:lnTo>
                      <a:pt x="528" y="274"/>
                    </a:lnTo>
                    <a:cubicBezTo>
                      <a:pt x="355" y="389"/>
                      <a:pt x="240" y="504"/>
                      <a:pt x="182" y="735"/>
                    </a:cubicBezTo>
                    <a:cubicBezTo>
                      <a:pt x="125" y="908"/>
                      <a:pt x="182" y="1138"/>
                      <a:pt x="355" y="1253"/>
                    </a:cubicBezTo>
                    <a:cubicBezTo>
                      <a:pt x="470" y="1369"/>
                      <a:pt x="643" y="1426"/>
                      <a:pt x="874" y="1484"/>
                    </a:cubicBezTo>
                    <a:cubicBezTo>
                      <a:pt x="1046" y="1541"/>
                      <a:pt x="931" y="1772"/>
                      <a:pt x="758" y="1772"/>
                    </a:cubicBezTo>
                    <a:cubicBezTo>
                      <a:pt x="643" y="1772"/>
                      <a:pt x="586" y="1772"/>
                      <a:pt x="470" y="1714"/>
                    </a:cubicBezTo>
                    <a:cubicBezTo>
                      <a:pt x="431" y="1685"/>
                      <a:pt x="390" y="1672"/>
                      <a:pt x="351" y="1672"/>
                    </a:cubicBezTo>
                    <a:cubicBezTo>
                      <a:pt x="159" y="1672"/>
                      <a:pt x="1" y="1974"/>
                      <a:pt x="240" y="2118"/>
                    </a:cubicBezTo>
                    <a:cubicBezTo>
                      <a:pt x="355" y="2175"/>
                      <a:pt x="413" y="2233"/>
                      <a:pt x="528" y="2233"/>
                    </a:cubicBezTo>
                    <a:lnTo>
                      <a:pt x="528" y="2290"/>
                    </a:lnTo>
                    <a:cubicBezTo>
                      <a:pt x="528" y="2463"/>
                      <a:pt x="643" y="2550"/>
                      <a:pt x="758" y="2550"/>
                    </a:cubicBezTo>
                    <a:cubicBezTo>
                      <a:pt x="874" y="2550"/>
                      <a:pt x="989" y="2463"/>
                      <a:pt x="989" y="2290"/>
                    </a:cubicBezTo>
                    <a:lnTo>
                      <a:pt x="989" y="2233"/>
                    </a:lnTo>
                    <a:cubicBezTo>
                      <a:pt x="1219" y="2118"/>
                      <a:pt x="1392" y="1945"/>
                      <a:pt x="1392" y="1714"/>
                    </a:cubicBezTo>
                    <a:cubicBezTo>
                      <a:pt x="1450" y="1426"/>
                      <a:pt x="1277" y="1138"/>
                      <a:pt x="989" y="1023"/>
                    </a:cubicBezTo>
                    <a:cubicBezTo>
                      <a:pt x="874" y="965"/>
                      <a:pt x="701" y="908"/>
                      <a:pt x="643" y="850"/>
                    </a:cubicBezTo>
                    <a:cubicBezTo>
                      <a:pt x="643" y="793"/>
                      <a:pt x="643" y="735"/>
                      <a:pt x="701" y="735"/>
                    </a:cubicBezTo>
                    <a:lnTo>
                      <a:pt x="931" y="735"/>
                    </a:lnTo>
                    <a:cubicBezTo>
                      <a:pt x="931" y="735"/>
                      <a:pt x="1028" y="832"/>
                      <a:pt x="1150" y="832"/>
                    </a:cubicBezTo>
                    <a:cubicBezTo>
                      <a:pt x="1191" y="832"/>
                      <a:pt x="1234" y="821"/>
                      <a:pt x="1277" y="793"/>
                    </a:cubicBezTo>
                    <a:cubicBezTo>
                      <a:pt x="1450" y="620"/>
                      <a:pt x="1219" y="389"/>
                      <a:pt x="1219" y="389"/>
                    </a:cubicBezTo>
                    <a:cubicBezTo>
                      <a:pt x="1162" y="389"/>
                      <a:pt x="1104" y="332"/>
                      <a:pt x="989" y="274"/>
                    </a:cubicBezTo>
                    <a:lnTo>
                      <a:pt x="989" y="216"/>
                    </a:lnTo>
                    <a:cubicBezTo>
                      <a:pt x="989" y="72"/>
                      <a:pt x="874" y="0"/>
                      <a:pt x="75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41"/>
              <p:cNvSpPr/>
              <p:nvPr/>
            </p:nvSpPr>
            <p:spPr>
              <a:xfrm>
                <a:off x="524725" y="2075425"/>
                <a:ext cx="115250" cy="115225"/>
              </a:xfrm>
              <a:custGeom>
                <a:rect b="b" l="l" r="r" t="t"/>
                <a:pathLst>
                  <a:path extrusionOk="0" h="4609" w="4610">
                    <a:moveTo>
                      <a:pt x="2305" y="461"/>
                    </a:moveTo>
                    <a:cubicBezTo>
                      <a:pt x="3342" y="461"/>
                      <a:pt x="4149" y="1325"/>
                      <a:pt x="4149" y="2304"/>
                    </a:cubicBezTo>
                    <a:cubicBezTo>
                      <a:pt x="4149" y="3284"/>
                      <a:pt x="3342" y="4148"/>
                      <a:pt x="2305" y="4148"/>
                    </a:cubicBezTo>
                    <a:cubicBezTo>
                      <a:pt x="1326" y="4148"/>
                      <a:pt x="461" y="3284"/>
                      <a:pt x="461" y="2304"/>
                    </a:cubicBezTo>
                    <a:cubicBezTo>
                      <a:pt x="461" y="1325"/>
                      <a:pt x="1326" y="461"/>
                      <a:pt x="2305" y="461"/>
                    </a:cubicBezTo>
                    <a:close/>
                    <a:moveTo>
                      <a:pt x="2305" y="0"/>
                    </a:moveTo>
                    <a:cubicBezTo>
                      <a:pt x="1038" y="0"/>
                      <a:pt x="1" y="1037"/>
                      <a:pt x="1" y="2304"/>
                    </a:cubicBezTo>
                    <a:cubicBezTo>
                      <a:pt x="1" y="3572"/>
                      <a:pt x="1038" y="4609"/>
                      <a:pt x="2305" y="4609"/>
                    </a:cubicBezTo>
                    <a:cubicBezTo>
                      <a:pt x="3572" y="4609"/>
                      <a:pt x="4609" y="3572"/>
                      <a:pt x="4609" y="2304"/>
                    </a:cubicBezTo>
                    <a:cubicBezTo>
                      <a:pt x="4609" y="1037"/>
                      <a:pt x="3572"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41"/>
              <p:cNvSpPr/>
              <p:nvPr/>
            </p:nvSpPr>
            <p:spPr>
              <a:xfrm>
                <a:off x="238125" y="2362025"/>
                <a:ext cx="115225" cy="115250"/>
              </a:xfrm>
              <a:custGeom>
                <a:rect b="b" l="l" r="r" t="t"/>
                <a:pathLst>
                  <a:path extrusionOk="0" h="4610" w="4609">
                    <a:moveTo>
                      <a:pt x="2304" y="461"/>
                    </a:moveTo>
                    <a:cubicBezTo>
                      <a:pt x="3341" y="461"/>
                      <a:pt x="4148" y="1326"/>
                      <a:pt x="4148" y="2305"/>
                    </a:cubicBezTo>
                    <a:cubicBezTo>
                      <a:pt x="4148" y="3342"/>
                      <a:pt x="3341" y="4148"/>
                      <a:pt x="2304" y="4148"/>
                    </a:cubicBezTo>
                    <a:cubicBezTo>
                      <a:pt x="1325" y="4148"/>
                      <a:pt x="461" y="3342"/>
                      <a:pt x="461" y="2305"/>
                    </a:cubicBezTo>
                    <a:cubicBezTo>
                      <a:pt x="461" y="1326"/>
                      <a:pt x="1325" y="461"/>
                      <a:pt x="2304" y="461"/>
                    </a:cubicBezTo>
                    <a:close/>
                    <a:moveTo>
                      <a:pt x="2304" y="0"/>
                    </a:moveTo>
                    <a:cubicBezTo>
                      <a:pt x="1037" y="0"/>
                      <a:pt x="0" y="1037"/>
                      <a:pt x="0" y="2305"/>
                    </a:cubicBezTo>
                    <a:cubicBezTo>
                      <a:pt x="0" y="3572"/>
                      <a:pt x="1037" y="4609"/>
                      <a:pt x="2304" y="4609"/>
                    </a:cubicBezTo>
                    <a:cubicBezTo>
                      <a:pt x="3572" y="4609"/>
                      <a:pt x="4609" y="3572"/>
                      <a:pt x="4609" y="2305"/>
                    </a:cubicBezTo>
                    <a:cubicBezTo>
                      <a:pt x="4609" y="1037"/>
                      <a:pt x="3572" y="0"/>
                      <a:pt x="230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41"/>
              <p:cNvSpPr/>
              <p:nvPr/>
            </p:nvSpPr>
            <p:spPr>
              <a:xfrm>
                <a:off x="524725" y="2362025"/>
                <a:ext cx="115250" cy="115250"/>
              </a:xfrm>
              <a:custGeom>
                <a:rect b="b" l="l" r="r" t="t"/>
                <a:pathLst>
                  <a:path extrusionOk="0" h="4610" w="4610">
                    <a:moveTo>
                      <a:pt x="2305" y="461"/>
                    </a:moveTo>
                    <a:cubicBezTo>
                      <a:pt x="3342" y="461"/>
                      <a:pt x="4149" y="1326"/>
                      <a:pt x="4149" y="2305"/>
                    </a:cubicBezTo>
                    <a:cubicBezTo>
                      <a:pt x="4149" y="3342"/>
                      <a:pt x="3342" y="4148"/>
                      <a:pt x="2305" y="4148"/>
                    </a:cubicBezTo>
                    <a:cubicBezTo>
                      <a:pt x="1326" y="4148"/>
                      <a:pt x="461" y="3342"/>
                      <a:pt x="461" y="2305"/>
                    </a:cubicBezTo>
                    <a:cubicBezTo>
                      <a:pt x="461" y="1326"/>
                      <a:pt x="1326" y="461"/>
                      <a:pt x="2305" y="461"/>
                    </a:cubicBezTo>
                    <a:close/>
                    <a:moveTo>
                      <a:pt x="2305" y="0"/>
                    </a:moveTo>
                    <a:cubicBezTo>
                      <a:pt x="1038" y="0"/>
                      <a:pt x="1" y="1037"/>
                      <a:pt x="1" y="2305"/>
                    </a:cubicBezTo>
                    <a:cubicBezTo>
                      <a:pt x="1" y="3572"/>
                      <a:pt x="1038" y="4609"/>
                      <a:pt x="2305" y="4609"/>
                    </a:cubicBezTo>
                    <a:cubicBezTo>
                      <a:pt x="3572" y="4609"/>
                      <a:pt x="4609" y="3572"/>
                      <a:pt x="4609" y="2305"/>
                    </a:cubicBezTo>
                    <a:cubicBezTo>
                      <a:pt x="4609" y="1037"/>
                      <a:pt x="3572"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41"/>
              <p:cNvSpPr/>
              <p:nvPr/>
            </p:nvSpPr>
            <p:spPr>
              <a:xfrm>
                <a:off x="377825" y="2098450"/>
                <a:ext cx="83500" cy="69875"/>
              </a:xfrm>
              <a:custGeom>
                <a:rect b="b" l="l" r="r" t="t"/>
                <a:pathLst>
                  <a:path extrusionOk="0" h="2795" w="3340">
                    <a:moveTo>
                      <a:pt x="288" y="1"/>
                    </a:moveTo>
                    <a:cubicBezTo>
                      <a:pt x="0" y="1"/>
                      <a:pt x="0" y="462"/>
                      <a:pt x="288" y="462"/>
                    </a:cubicBezTo>
                    <a:lnTo>
                      <a:pt x="346" y="462"/>
                    </a:lnTo>
                    <a:cubicBezTo>
                      <a:pt x="1210" y="462"/>
                      <a:pt x="1959" y="1095"/>
                      <a:pt x="2189" y="1960"/>
                    </a:cubicBezTo>
                    <a:lnTo>
                      <a:pt x="2074" y="1844"/>
                    </a:lnTo>
                    <a:cubicBezTo>
                      <a:pt x="2014" y="1784"/>
                      <a:pt x="1947" y="1760"/>
                      <a:pt x="1884" y="1760"/>
                    </a:cubicBezTo>
                    <a:cubicBezTo>
                      <a:pt x="1703" y="1760"/>
                      <a:pt x="1558" y="1962"/>
                      <a:pt x="1729" y="2132"/>
                    </a:cubicBezTo>
                    <a:lnTo>
                      <a:pt x="2305" y="2708"/>
                    </a:lnTo>
                    <a:cubicBezTo>
                      <a:pt x="2362" y="2766"/>
                      <a:pt x="2434" y="2795"/>
                      <a:pt x="2499" y="2795"/>
                    </a:cubicBezTo>
                    <a:cubicBezTo>
                      <a:pt x="2564" y="2795"/>
                      <a:pt x="2622" y="2766"/>
                      <a:pt x="2650" y="2708"/>
                    </a:cubicBezTo>
                    <a:lnTo>
                      <a:pt x="3169" y="2132"/>
                    </a:lnTo>
                    <a:cubicBezTo>
                      <a:pt x="3339" y="1962"/>
                      <a:pt x="3194" y="1760"/>
                      <a:pt x="3014" y="1760"/>
                    </a:cubicBezTo>
                    <a:cubicBezTo>
                      <a:pt x="2951" y="1760"/>
                      <a:pt x="2883" y="1784"/>
                      <a:pt x="2823" y="1844"/>
                    </a:cubicBezTo>
                    <a:lnTo>
                      <a:pt x="2650" y="2017"/>
                    </a:lnTo>
                    <a:cubicBezTo>
                      <a:pt x="2478" y="865"/>
                      <a:pt x="1498"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1"/>
              <p:cNvSpPr/>
              <p:nvPr/>
            </p:nvSpPr>
            <p:spPr>
              <a:xfrm>
                <a:off x="419575" y="2385075"/>
                <a:ext cx="79250" cy="69150"/>
              </a:xfrm>
              <a:custGeom>
                <a:rect b="b" l="l" r="r" t="t"/>
                <a:pathLst>
                  <a:path extrusionOk="0" h="2766" w="3170">
                    <a:moveTo>
                      <a:pt x="808" y="0"/>
                    </a:moveTo>
                    <a:cubicBezTo>
                      <a:pt x="692" y="0"/>
                      <a:pt x="635" y="0"/>
                      <a:pt x="577" y="115"/>
                    </a:cubicBezTo>
                    <a:lnTo>
                      <a:pt x="59" y="634"/>
                    </a:lnTo>
                    <a:cubicBezTo>
                      <a:pt x="1" y="749"/>
                      <a:pt x="1" y="864"/>
                      <a:pt x="59" y="980"/>
                    </a:cubicBezTo>
                    <a:cubicBezTo>
                      <a:pt x="116" y="980"/>
                      <a:pt x="174" y="1037"/>
                      <a:pt x="231" y="1037"/>
                    </a:cubicBezTo>
                    <a:cubicBezTo>
                      <a:pt x="289" y="1037"/>
                      <a:pt x="347" y="980"/>
                      <a:pt x="404" y="980"/>
                    </a:cubicBezTo>
                    <a:lnTo>
                      <a:pt x="577" y="749"/>
                    </a:lnTo>
                    <a:cubicBezTo>
                      <a:pt x="750" y="1901"/>
                      <a:pt x="1729" y="2766"/>
                      <a:pt x="2939" y="2766"/>
                    </a:cubicBezTo>
                    <a:cubicBezTo>
                      <a:pt x="3054" y="2766"/>
                      <a:pt x="3170" y="2708"/>
                      <a:pt x="3170" y="2535"/>
                    </a:cubicBezTo>
                    <a:cubicBezTo>
                      <a:pt x="3170" y="2420"/>
                      <a:pt x="3054" y="2305"/>
                      <a:pt x="2939" y="2305"/>
                    </a:cubicBezTo>
                    <a:cubicBezTo>
                      <a:pt x="2017" y="2305"/>
                      <a:pt x="1268" y="1671"/>
                      <a:pt x="1096" y="864"/>
                    </a:cubicBezTo>
                    <a:lnTo>
                      <a:pt x="1096" y="864"/>
                    </a:lnTo>
                    <a:lnTo>
                      <a:pt x="1211" y="980"/>
                    </a:lnTo>
                    <a:cubicBezTo>
                      <a:pt x="1240" y="1008"/>
                      <a:pt x="1297" y="1023"/>
                      <a:pt x="1355" y="1023"/>
                    </a:cubicBezTo>
                    <a:cubicBezTo>
                      <a:pt x="1412" y="1023"/>
                      <a:pt x="1470" y="1008"/>
                      <a:pt x="1499" y="980"/>
                    </a:cubicBezTo>
                    <a:cubicBezTo>
                      <a:pt x="1614" y="864"/>
                      <a:pt x="1614" y="749"/>
                      <a:pt x="1499" y="634"/>
                    </a:cubicBezTo>
                    <a:lnTo>
                      <a:pt x="980" y="58"/>
                    </a:lnTo>
                    <a:cubicBezTo>
                      <a:pt x="923" y="0"/>
                      <a:pt x="865" y="0"/>
                      <a:pt x="80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41"/>
              <p:cNvSpPr/>
              <p:nvPr/>
            </p:nvSpPr>
            <p:spPr>
              <a:xfrm>
                <a:off x="546325" y="2216925"/>
                <a:ext cx="72050" cy="79325"/>
              </a:xfrm>
              <a:custGeom>
                <a:rect b="b" l="l" r="r" t="t"/>
                <a:pathLst>
                  <a:path extrusionOk="0" h="3173" w="2882">
                    <a:moveTo>
                      <a:pt x="2622" y="0"/>
                    </a:moveTo>
                    <a:cubicBezTo>
                      <a:pt x="2492" y="0"/>
                      <a:pt x="2363" y="72"/>
                      <a:pt x="2363" y="216"/>
                    </a:cubicBezTo>
                    <a:cubicBezTo>
                      <a:pt x="2363" y="1138"/>
                      <a:pt x="1729" y="1887"/>
                      <a:pt x="923" y="2117"/>
                    </a:cubicBezTo>
                    <a:lnTo>
                      <a:pt x="1038" y="2002"/>
                    </a:lnTo>
                    <a:cubicBezTo>
                      <a:pt x="1215" y="1825"/>
                      <a:pt x="1052" y="1581"/>
                      <a:pt x="863" y="1581"/>
                    </a:cubicBezTo>
                    <a:cubicBezTo>
                      <a:pt x="805" y="1581"/>
                      <a:pt x="746" y="1603"/>
                      <a:pt x="692" y="1657"/>
                    </a:cubicBezTo>
                    <a:lnTo>
                      <a:pt x="116" y="2175"/>
                    </a:lnTo>
                    <a:cubicBezTo>
                      <a:pt x="1" y="2290"/>
                      <a:pt x="58" y="2521"/>
                      <a:pt x="174" y="2578"/>
                    </a:cubicBezTo>
                    <a:lnTo>
                      <a:pt x="692" y="3097"/>
                    </a:lnTo>
                    <a:cubicBezTo>
                      <a:pt x="746" y="3150"/>
                      <a:pt x="805" y="3173"/>
                      <a:pt x="863" y="3173"/>
                    </a:cubicBezTo>
                    <a:cubicBezTo>
                      <a:pt x="1052" y="3173"/>
                      <a:pt x="1215" y="2928"/>
                      <a:pt x="1038" y="2751"/>
                    </a:cubicBezTo>
                    <a:lnTo>
                      <a:pt x="865" y="2578"/>
                    </a:lnTo>
                    <a:cubicBezTo>
                      <a:pt x="2017" y="2405"/>
                      <a:pt x="2881" y="1426"/>
                      <a:pt x="2881" y="216"/>
                    </a:cubicBezTo>
                    <a:cubicBezTo>
                      <a:pt x="2881" y="72"/>
                      <a:pt x="2752" y="0"/>
                      <a:pt x="26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41"/>
              <p:cNvSpPr/>
              <p:nvPr/>
            </p:nvSpPr>
            <p:spPr>
              <a:xfrm>
                <a:off x="261150" y="2257150"/>
                <a:ext cx="70600" cy="78625"/>
              </a:xfrm>
              <a:custGeom>
                <a:rect b="b" l="l" r="r" t="t"/>
                <a:pathLst>
                  <a:path extrusionOk="0" h="3145" w="2824">
                    <a:moveTo>
                      <a:pt x="2020" y="0"/>
                    </a:moveTo>
                    <a:cubicBezTo>
                      <a:pt x="1849" y="0"/>
                      <a:pt x="1658" y="253"/>
                      <a:pt x="1844" y="393"/>
                    </a:cubicBezTo>
                    <a:lnTo>
                      <a:pt x="2017" y="566"/>
                    </a:lnTo>
                    <a:cubicBezTo>
                      <a:pt x="865" y="739"/>
                      <a:pt x="1" y="1718"/>
                      <a:pt x="1" y="2928"/>
                    </a:cubicBezTo>
                    <a:cubicBezTo>
                      <a:pt x="1" y="3072"/>
                      <a:pt x="116" y="3144"/>
                      <a:pt x="231" y="3144"/>
                    </a:cubicBezTo>
                    <a:cubicBezTo>
                      <a:pt x="346" y="3144"/>
                      <a:pt x="462" y="3072"/>
                      <a:pt x="462" y="2928"/>
                    </a:cubicBezTo>
                    <a:cubicBezTo>
                      <a:pt x="462" y="2006"/>
                      <a:pt x="1095" y="1257"/>
                      <a:pt x="1902" y="1085"/>
                    </a:cubicBezTo>
                    <a:lnTo>
                      <a:pt x="1902" y="1085"/>
                    </a:lnTo>
                    <a:lnTo>
                      <a:pt x="1787" y="1200"/>
                    </a:lnTo>
                    <a:cubicBezTo>
                      <a:pt x="1647" y="1340"/>
                      <a:pt x="1809" y="1593"/>
                      <a:pt x="1998" y="1593"/>
                    </a:cubicBezTo>
                    <a:cubicBezTo>
                      <a:pt x="2042" y="1593"/>
                      <a:pt x="2088" y="1578"/>
                      <a:pt x="2132" y="1545"/>
                    </a:cubicBezTo>
                    <a:lnTo>
                      <a:pt x="2708" y="969"/>
                    </a:lnTo>
                    <a:cubicBezTo>
                      <a:pt x="2824" y="854"/>
                      <a:pt x="2824" y="681"/>
                      <a:pt x="2651" y="566"/>
                    </a:cubicBezTo>
                    <a:lnTo>
                      <a:pt x="2708" y="566"/>
                    </a:lnTo>
                    <a:lnTo>
                      <a:pt x="2132" y="48"/>
                    </a:lnTo>
                    <a:cubicBezTo>
                      <a:pt x="2099" y="15"/>
                      <a:pt x="2060" y="0"/>
                      <a:pt x="20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87" name="Google Shape;487;p41"/>
          <p:cNvGrpSpPr/>
          <p:nvPr/>
        </p:nvGrpSpPr>
        <p:grpSpPr>
          <a:xfrm>
            <a:off x="6033321" y="1859870"/>
            <a:ext cx="707400" cy="707400"/>
            <a:chOff x="5960247" y="1758459"/>
            <a:chExt cx="707400" cy="707400"/>
          </a:xfrm>
        </p:grpSpPr>
        <p:sp>
          <p:nvSpPr>
            <p:cNvPr id="488" name="Google Shape;488;p41"/>
            <p:cNvSpPr/>
            <p:nvPr/>
          </p:nvSpPr>
          <p:spPr>
            <a:xfrm rot="5400000">
              <a:off x="5960247" y="1758459"/>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9" name="Google Shape;489;p41"/>
            <p:cNvGrpSpPr/>
            <p:nvPr/>
          </p:nvGrpSpPr>
          <p:grpSpPr>
            <a:xfrm>
              <a:off x="6111588" y="1911038"/>
              <a:ext cx="404725" cy="402225"/>
              <a:chOff x="1193025" y="2093775"/>
              <a:chExt cx="404725" cy="402225"/>
            </a:xfrm>
          </p:grpSpPr>
          <p:sp>
            <p:nvSpPr>
              <p:cNvPr id="490" name="Google Shape;490;p41"/>
              <p:cNvSpPr/>
              <p:nvPr/>
            </p:nvSpPr>
            <p:spPr>
              <a:xfrm>
                <a:off x="1283750" y="2223750"/>
                <a:ext cx="63400" cy="11550"/>
              </a:xfrm>
              <a:custGeom>
                <a:rect b="b" l="l" r="r" t="t"/>
                <a:pathLst>
                  <a:path extrusionOk="0" h="462" w="2536">
                    <a:moveTo>
                      <a:pt x="346" y="1"/>
                    </a:moveTo>
                    <a:cubicBezTo>
                      <a:pt x="1" y="1"/>
                      <a:pt x="1" y="462"/>
                      <a:pt x="346" y="462"/>
                    </a:cubicBezTo>
                    <a:lnTo>
                      <a:pt x="2247" y="462"/>
                    </a:lnTo>
                    <a:cubicBezTo>
                      <a:pt x="2535" y="462"/>
                      <a:pt x="2535" y="1"/>
                      <a:pt x="22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41"/>
              <p:cNvSpPr/>
              <p:nvPr/>
            </p:nvSpPr>
            <p:spPr>
              <a:xfrm>
                <a:off x="1236225" y="2249675"/>
                <a:ext cx="110925" cy="13000"/>
              </a:xfrm>
              <a:custGeom>
                <a:rect b="b" l="l" r="r" t="t"/>
                <a:pathLst>
                  <a:path extrusionOk="0" h="520" w="4437">
                    <a:moveTo>
                      <a:pt x="346" y="1"/>
                    </a:moveTo>
                    <a:cubicBezTo>
                      <a:pt x="0" y="1"/>
                      <a:pt x="0" y="519"/>
                      <a:pt x="346" y="519"/>
                    </a:cubicBezTo>
                    <a:lnTo>
                      <a:pt x="4148" y="519"/>
                    </a:lnTo>
                    <a:cubicBezTo>
                      <a:pt x="4436" y="519"/>
                      <a:pt x="4436" y="1"/>
                      <a:pt x="414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41"/>
              <p:cNvSpPr/>
              <p:nvPr/>
            </p:nvSpPr>
            <p:spPr>
              <a:xfrm>
                <a:off x="1326950" y="2324575"/>
                <a:ext cx="34600" cy="60525"/>
              </a:xfrm>
              <a:custGeom>
                <a:rect b="b" l="l" r="r" t="t"/>
                <a:pathLst>
                  <a:path extrusionOk="0" h="2421" w="1384">
                    <a:moveTo>
                      <a:pt x="231" y="1"/>
                    </a:moveTo>
                    <a:cubicBezTo>
                      <a:pt x="116" y="1"/>
                      <a:pt x="1" y="116"/>
                      <a:pt x="1" y="231"/>
                    </a:cubicBezTo>
                    <a:lnTo>
                      <a:pt x="1" y="2190"/>
                    </a:lnTo>
                    <a:cubicBezTo>
                      <a:pt x="1" y="2305"/>
                      <a:pt x="116" y="2420"/>
                      <a:pt x="231" y="2420"/>
                    </a:cubicBezTo>
                    <a:lnTo>
                      <a:pt x="1095" y="2420"/>
                    </a:lnTo>
                    <a:cubicBezTo>
                      <a:pt x="1383" y="2420"/>
                      <a:pt x="1383" y="1959"/>
                      <a:pt x="1095" y="1959"/>
                    </a:cubicBezTo>
                    <a:lnTo>
                      <a:pt x="519" y="1959"/>
                    </a:lnTo>
                    <a:lnTo>
                      <a:pt x="519" y="1441"/>
                    </a:lnTo>
                    <a:lnTo>
                      <a:pt x="1038" y="1441"/>
                    </a:lnTo>
                    <a:cubicBezTo>
                      <a:pt x="1326" y="1441"/>
                      <a:pt x="1326" y="980"/>
                      <a:pt x="1038" y="980"/>
                    </a:cubicBezTo>
                    <a:lnTo>
                      <a:pt x="519" y="980"/>
                    </a:lnTo>
                    <a:lnTo>
                      <a:pt x="519" y="462"/>
                    </a:lnTo>
                    <a:lnTo>
                      <a:pt x="1095" y="462"/>
                    </a:lnTo>
                    <a:cubicBezTo>
                      <a:pt x="1383" y="462"/>
                      <a:pt x="1383" y="1"/>
                      <a:pt x="109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41"/>
              <p:cNvSpPr/>
              <p:nvPr/>
            </p:nvSpPr>
            <p:spPr>
              <a:xfrm>
                <a:off x="1279425" y="2324575"/>
                <a:ext cx="40675" cy="60150"/>
              </a:xfrm>
              <a:custGeom>
                <a:rect b="b" l="l" r="r" t="t"/>
                <a:pathLst>
                  <a:path extrusionOk="0" h="2406" w="1627">
                    <a:moveTo>
                      <a:pt x="807" y="462"/>
                    </a:moveTo>
                    <a:cubicBezTo>
                      <a:pt x="980" y="462"/>
                      <a:pt x="1095" y="577"/>
                      <a:pt x="1095" y="750"/>
                    </a:cubicBezTo>
                    <a:cubicBezTo>
                      <a:pt x="1095" y="865"/>
                      <a:pt x="980" y="980"/>
                      <a:pt x="807" y="980"/>
                    </a:cubicBezTo>
                    <a:lnTo>
                      <a:pt x="519" y="980"/>
                    </a:lnTo>
                    <a:lnTo>
                      <a:pt x="519" y="462"/>
                    </a:lnTo>
                    <a:close/>
                    <a:moveTo>
                      <a:pt x="289" y="1"/>
                    </a:moveTo>
                    <a:cubicBezTo>
                      <a:pt x="116" y="1"/>
                      <a:pt x="1" y="116"/>
                      <a:pt x="1" y="231"/>
                    </a:cubicBezTo>
                    <a:lnTo>
                      <a:pt x="1" y="2190"/>
                    </a:lnTo>
                    <a:cubicBezTo>
                      <a:pt x="1" y="2334"/>
                      <a:pt x="130" y="2406"/>
                      <a:pt x="260" y="2406"/>
                    </a:cubicBezTo>
                    <a:cubicBezTo>
                      <a:pt x="390" y="2406"/>
                      <a:pt x="519" y="2334"/>
                      <a:pt x="519" y="2190"/>
                    </a:cubicBezTo>
                    <a:lnTo>
                      <a:pt x="519" y="1614"/>
                    </a:lnTo>
                    <a:lnTo>
                      <a:pt x="1153" y="2305"/>
                    </a:lnTo>
                    <a:cubicBezTo>
                      <a:pt x="1198" y="2365"/>
                      <a:pt x="1254" y="2390"/>
                      <a:pt x="1310" y="2390"/>
                    </a:cubicBezTo>
                    <a:cubicBezTo>
                      <a:pt x="1470" y="2390"/>
                      <a:pt x="1627" y="2188"/>
                      <a:pt x="1499" y="2017"/>
                    </a:cubicBezTo>
                    <a:lnTo>
                      <a:pt x="980" y="1441"/>
                    </a:lnTo>
                    <a:cubicBezTo>
                      <a:pt x="1326" y="1383"/>
                      <a:pt x="1556" y="1095"/>
                      <a:pt x="1556" y="750"/>
                    </a:cubicBezTo>
                    <a:cubicBezTo>
                      <a:pt x="1556" y="346"/>
                      <a:pt x="1211"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41"/>
              <p:cNvSpPr/>
              <p:nvPr/>
            </p:nvSpPr>
            <p:spPr>
              <a:xfrm>
                <a:off x="1231900" y="2324575"/>
                <a:ext cx="40350" cy="60150"/>
              </a:xfrm>
              <a:custGeom>
                <a:rect b="b" l="l" r="r" t="t"/>
                <a:pathLst>
                  <a:path extrusionOk="0" h="2406" w="1614">
                    <a:moveTo>
                      <a:pt x="807" y="462"/>
                    </a:moveTo>
                    <a:cubicBezTo>
                      <a:pt x="980" y="462"/>
                      <a:pt x="1153" y="577"/>
                      <a:pt x="1153" y="750"/>
                    </a:cubicBezTo>
                    <a:cubicBezTo>
                      <a:pt x="1153" y="922"/>
                      <a:pt x="980" y="1095"/>
                      <a:pt x="807" y="1095"/>
                    </a:cubicBezTo>
                    <a:lnTo>
                      <a:pt x="461" y="1095"/>
                    </a:lnTo>
                    <a:lnTo>
                      <a:pt x="461" y="750"/>
                    </a:lnTo>
                    <a:lnTo>
                      <a:pt x="461" y="462"/>
                    </a:lnTo>
                    <a:close/>
                    <a:moveTo>
                      <a:pt x="231" y="1"/>
                    </a:moveTo>
                    <a:cubicBezTo>
                      <a:pt x="116" y="1"/>
                      <a:pt x="1" y="116"/>
                      <a:pt x="1" y="231"/>
                    </a:cubicBezTo>
                    <a:lnTo>
                      <a:pt x="1" y="2190"/>
                    </a:lnTo>
                    <a:cubicBezTo>
                      <a:pt x="1" y="2334"/>
                      <a:pt x="116" y="2406"/>
                      <a:pt x="231" y="2406"/>
                    </a:cubicBezTo>
                    <a:cubicBezTo>
                      <a:pt x="346" y="2406"/>
                      <a:pt x="461" y="2334"/>
                      <a:pt x="461" y="2190"/>
                    </a:cubicBezTo>
                    <a:lnTo>
                      <a:pt x="461" y="1556"/>
                    </a:lnTo>
                    <a:lnTo>
                      <a:pt x="807" y="1556"/>
                    </a:lnTo>
                    <a:cubicBezTo>
                      <a:pt x="1210" y="1556"/>
                      <a:pt x="1614" y="1210"/>
                      <a:pt x="1614" y="750"/>
                    </a:cubicBezTo>
                    <a:cubicBezTo>
                      <a:pt x="1614" y="346"/>
                      <a:pt x="1210"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41"/>
              <p:cNvSpPr/>
              <p:nvPr/>
            </p:nvSpPr>
            <p:spPr>
              <a:xfrm>
                <a:off x="1390325" y="2398025"/>
                <a:ext cx="34600" cy="60525"/>
              </a:xfrm>
              <a:custGeom>
                <a:rect b="b" l="l" r="r" t="t"/>
                <a:pathLst>
                  <a:path extrusionOk="0" h="2421" w="1384">
                    <a:moveTo>
                      <a:pt x="289" y="1"/>
                    </a:moveTo>
                    <a:cubicBezTo>
                      <a:pt x="116" y="1"/>
                      <a:pt x="1" y="116"/>
                      <a:pt x="1" y="231"/>
                    </a:cubicBezTo>
                    <a:lnTo>
                      <a:pt x="1" y="2190"/>
                    </a:lnTo>
                    <a:cubicBezTo>
                      <a:pt x="1" y="2305"/>
                      <a:pt x="116" y="2420"/>
                      <a:pt x="289" y="2420"/>
                    </a:cubicBezTo>
                    <a:lnTo>
                      <a:pt x="1095" y="2420"/>
                    </a:lnTo>
                    <a:cubicBezTo>
                      <a:pt x="1383" y="2420"/>
                      <a:pt x="1383" y="1960"/>
                      <a:pt x="1095" y="1960"/>
                    </a:cubicBezTo>
                    <a:lnTo>
                      <a:pt x="519" y="1960"/>
                    </a:lnTo>
                    <a:lnTo>
                      <a:pt x="519" y="1441"/>
                    </a:lnTo>
                    <a:lnTo>
                      <a:pt x="1038" y="1441"/>
                    </a:lnTo>
                    <a:cubicBezTo>
                      <a:pt x="1326" y="1441"/>
                      <a:pt x="1326" y="980"/>
                      <a:pt x="1038" y="980"/>
                    </a:cubicBezTo>
                    <a:lnTo>
                      <a:pt x="519" y="980"/>
                    </a:lnTo>
                    <a:lnTo>
                      <a:pt x="519" y="462"/>
                    </a:lnTo>
                    <a:lnTo>
                      <a:pt x="1095" y="462"/>
                    </a:lnTo>
                    <a:cubicBezTo>
                      <a:pt x="1383" y="462"/>
                      <a:pt x="1383" y="1"/>
                      <a:pt x="109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41"/>
              <p:cNvSpPr/>
              <p:nvPr/>
            </p:nvSpPr>
            <p:spPr>
              <a:xfrm>
                <a:off x="1338475" y="2399475"/>
                <a:ext cx="44675" cy="59075"/>
              </a:xfrm>
              <a:custGeom>
                <a:rect b="b" l="l" r="r" t="t"/>
                <a:pathLst>
                  <a:path extrusionOk="0" h="2363" w="1787">
                    <a:moveTo>
                      <a:pt x="807" y="461"/>
                    </a:moveTo>
                    <a:cubicBezTo>
                      <a:pt x="1211" y="461"/>
                      <a:pt x="1326" y="807"/>
                      <a:pt x="1326" y="1153"/>
                    </a:cubicBezTo>
                    <a:cubicBezTo>
                      <a:pt x="1326" y="1613"/>
                      <a:pt x="1095" y="1844"/>
                      <a:pt x="807" y="1844"/>
                    </a:cubicBezTo>
                    <a:lnTo>
                      <a:pt x="519" y="1844"/>
                    </a:lnTo>
                    <a:lnTo>
                      <a:pt x="519" y="1153"/>
                    </a:lnTo>
                    <a:lnTo>
                      <a:pt x="519" y="461"/>
                    </a:lnTo>
                    <a:close/>
                    <a:moveTo>
                      <a:pt x="289" y="0"/>
                    </a:moveTo>
                    <a:cubicBezTo>
                      <a:pt x="116" y="0"/>
                      <a:pt x="1" y="58"/>
                      <a:pt x="1" y="231"/>
                    </a:cubicBezTo>
                    <a:lnTo>
                      <a:pt x="1" y="2074"/>
                    </a:lnTo>
                    <a:lnTo>
                      <a:pt x="58" y="2074"/>
                    </a:lnTo>
                    <a:cubicBezTo>
                      <a:pt x="58" y="2190"/>
                      <a:pt x="116" y="2362"/>
                      <a:pt x="289" y="2362"/>
                    </a:cubicBezTo>
                    <a:lnTo>
                      <a:pt x="807" y="2362"/>
                    </a:lnTo>
                    <a:cubicBezTo>
                      <a:pt x="1383" y="2362"/>
                      <a:pt x="1787" y="1844"/>
                      <a:pt x="1787" y="1153"/>
                    </a:cubicBezTo>
                    <a:cubicBezTo>
                      <a:pt x="1787" y="461"/>
                      <a:pt x="1383" y="0"/>
                      <a:pt x="80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41"/>
              <p:cNvSpPr/>
              <p:nvPr/>
            </p:nvSpPr>
            <p:spPr>
              <a:xfrm>
                <a:off x="1293825" y="2398025"/>
                <a:ext cx="40450" cy="60975"/>
              </a:xfrm>
              <a:custGeom>
                <a:rect b="b" l="l" r="r" t="t"/>
                <a:pathLst>
                  <a:path extrusionOk="0" h="2439" w="1618">
                    <a:moveTo>
                      <a:pt x="750" y="462"/>
                    </a:moveTo>
                    <a:cubicBezTo>
                      <a:pt x="923" y="462"/>
                      <a:pt x="1038" y="577"/>
                      <a:pt x="1038" y="750"/>
                    </a:cubicBezTo>
                    <a:cubicBezTo>
                      <a:pt x="1038" y="865"/>
                      <a:pt x="923" y="1038"/>
                      <a:pt x="750" y="1038"/>
                    </a:cubicBezTo>
                    <a:lnTo>
                      <a:pt x="462" y="1038"/>
                    </a:lnTo>
                    <a:lnTo>
                      <a:pt x="462" y="462"/>
                    </a:lnTo>
                    <a:close/>
                    <a:moveTo>
                      <a:pt x="231" y="1"/>
                    </a:moveTo>
                    <a:cubicBezTo>
                      <a:pt x="116" y="1"/>
                      <a:pt x="1" y="116"/>
                      <a:pt x="1" y="231"/>
                    </a:cubicBezTo>
                    <a:lnTo>
                      <a:pt x="1" y="2190"/>
                    </a:lnTo>
                    <a:cubicBezTo>
                      <a:pt x="1" y="2334"/>
                      <a:pt x="116" y="2406"/>
                      <a:pt x="231" y="2406"/>
                    </a:cubicBezTo>
                    <a:cubicBezTo>
                      <a:pt x="346" y="2406"/>
                      <a:pt x="462" y="2334"/>
                      <a:pt x="462" y="2190"/>
                    </a:cubicBezTo>
                    <a:lnTo>
                      <a:pt x="462" y="1614"/>
                    </a:lnTo>
                    <a:lnTo>
                      <a:pt x="1095" y="2363"/>
                    </a:lnTo>
                    <a:cubicBezTo>
                      <a:pt x="1149" y="2416"/>
                      <a:pt x="1209" y="2439"/>
                      <a:pt x="1266" y="2439"/>
                    </a:cubicBezTo>
                    <a:cubicBezTo>
                      <a:pt x="1455" y="2439"/>
                      <a:pt x="1618" y="2194"/>
                      <a:pt x="1441" y="2017"/>
                    </a:cubicBezTo>
                    <a:lnTo>
                      <a:pt x="923" y="1441"/>
                    </a:lnTo>
                    <a:cubicBezTo>
                      <a:pt x="1268" y="1383"/>
                      <a:pt x="1499" y="1095"/>
                      <a:pt x="1499" y="750"/>
                    </a:cubicBezTo>
                    <a:cubicBezTo>
                      <a:pt x="1499" y="346"/>
                      <a:pt x="1153"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41"/>
              <p:cNvSpPr/>
              <p:nvPr/>
            </p:nvSpPr>
            <p:spPr>
              <a:xfrm>
                <a:off x="1430650" y="2398025"/>
                <a:ext cx="40800" cy="60975"/>
              </a:xfrm>
              <a:custGeom>
                <a:rect b="b" l="l" r="r" t="t"/>
                <a:pathLst>
                  <a:path extrusionOk="0" h="2439" w="1632">
                    <a:moveTo>
                      <a:pt x="750" y="462"/>
                    </a:moveTo>
                    <a:cubicBezTo>
                      <a:pt x="923" y="462"/>
                      <a:pt x="1095" y="577"/>
                      <a:pt x="1095" y="750"/>
                    </a:cubicBezTo>
                    <a:cubicBezTo>
                      <a:pt x="1095" y="865"/>
                      <a:pt x="923" y="1038"/>
                      <a:pt x="750" y="1038"/>
                    </a:cubicBezTo>
                    <a:lnTo>
                      <a:pt x="462" y="1038"/>
                    </a:lnTo>
                    <a:lnTo>
                      <a:pt x="462" y="462"/>
                    </a:lnTo>
                    <a:close/>
                    <a:moveTo>
                      <a:pt x="231" y="1"/>
                    </a:moveTo>
                    <a:cubicBezTo>
                      <a:pt x="116" y="1"/>
                      <a:pt x="1" y="116"/>
                      <a:pt x="1" y="231"/>
                    </a:cubicBezTo>
                    <a:lnTo>
                      <a:pt x="1" y="2190"/>
                    </a:lnTo>
                    <a:cubicBezTo>
                      <a:pt x="1" y="2334"/>
                      <a:pt x="116" y="2406"/>
                      <a:pt x="231" y="2406"/>
                    </a:cubicBezTo>
                    <a:cubicBezTo>
                      <a:pt x="346" y="2406"/>
                      <a:pt x="462" y="2334"/>
                      <a:pt x="462" y="2190"/>
                    </a:cubicBezTo>
                    <a:lnTo>
                      <a:pt x="462" y="1614"/>
                    </a:lnTo>
                    <a:lnTo>
                      <a:pt x="1153" y="2363"/>
                    </a:lnTo>
                    <a:cubicBezTo>
                      <a:pt x="1193" y="2416"/>
                      <a:pt x="1243" y="2439"/>
                      <a:pt x="1293" y="2439"/>
                    </a:cubicBezTo>
                    <a:cubicBezTo>
                      <a:pt x="1459" y="2439"/>
                      <a:pt x="1631" y="2194"/>
                      <a:pt x="1499" y="2017"/>
                    </a:cubicBezTo>
                    <a:lnTo>
                      <a:pt x="980" y="1441"/>
                    </a:lnTo>
                    <a:cubicBezTo>
                      <a:pt x="1268" y="1383"/>
                      <a:pt x="1556" y="1095"/>
                      <a:pt x="1556" y="750"/>
                    </a:cubicBezTo>
                    <a:cubicBezTo>
                      <a:pt x="1556" y="346"/>
                      <a:pt x="1211"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41"/>
              <p:cNvSpPr/>
              <p:nvPr/>
            </p:nvSpPr>
            <p:spPr>
              <a:xfrm>
                <a:off x="1224700" y="2398025"/>
                <a:ext cx="61950" cy="60525"/>
              </a:xfrm>
              <a:custGeom>
                <a:rect b="b" l="l" r="r" t="t"/>
                <a:pathLst>
                  <a:path extrusionOk="0" h="2421" w="2478">
                    <a:moveTo>
                      <a:pt x="1268" y="462"/>
                    </a:moveTo>
                    <a:cubicBezTo>
                      <a:pt x="1671" y="462"/>
                      <a:pt x="2017" y="807"/>
                      <a:pt x="2017" y="1211"/>
                    </a:cubicBezTo>
                    <a:cubicBezTo>
                      <a:pt x="2017" y="1614"/>
                      <a:pt x="1671" y="1960"/>
                      <a:pt x="1268" y="1960"/>
                    </a:cubicBezTo>
                    <a:cubicBezTo>
                      <a:pt x="807" y="1960"/>
                      <a:pt x="519" y="1614"/>
                      <a:pt x="519" y="1211"/>
                    </a:cubicBezTo>
                    <a:cubicBezTo>
                      <a:pt x="519" y="807"/>
                      <a:pt x="807" y="462"/>
                      <a:pt x="1268" y="462"/>
                    </a:cubicBezTo>
                    <a:close/>
                    <a:moveTo>
                      <a:pt x="1268" y="1"/>
                    </a:moveTo>
                    <a:cubicBezTo>
                      <a:pt x="577" y="1"/>
                      <a:pt x="0" y="577"/>
                      <a:pt x="0" y="1211"/>
                    </a:cubicBezTo>
                    <a:cubicBezTo>
                      <a:pt x="0" y="1902"/>
                      <a:pt x="577" y="2420"/>
                      <a:pt x="1268" y="2420"/>
                    </a:cubicBezTo>
                    <a:cubicBezTo>
                      <a:pt x="1902" y="2420"/>
                      <a:pt x="2478" y="1902"/>
                      <a:pt x="2478" y="1211"/>
                    </a:cubicBezTo>
                    <a:cubicBezTo>
                      <a:pt x="2478" y="577"/>
                      <a:pt x="1902" y="1"/>
                      <a:pt x="126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41"/>
              <p:cNvSpPr/>
              <p:nvPr/>
            </p:nvSpPr>
            <p:spPr>
              <a:xfrm>
                <a:off x="1429225" y="2093775"/>
                <a:ext cx="96525" cy="88600"/>
              </a:xfrm>
              <a:custGeom>
                <a:rect b="b" l="l" r="r" t="t"/>
                <a:pathLst>
                  <a:path extrusionOk="0" h="3544" w="3861">
                    <a:moveTo>
                      <a:pt x="1959" y="764"/>
                    </a:moveTo>
                    <a:lnTo>
                      <a:pt x="2247" y="1340"/>
                    </a:lnTo>
                    <a:cubicBezTo>
                      <a:pt x="2305" y="1398"/>
                      <a:pt x="2362" y="1455"/>
                      <a:pt x="2420" y="1455"/>
                    </a:cubicBezTo>
                    <a:lnTo>
                      <a:pt x="3054" y="1570"/>
                    </a:lnTo>
                    <a:lnTo>
                      <a:pt x="2593" y="2031"/>
                    </a:lnTo>
                    <a:cubicBezTo>
                      <a:pt x="2535" y="2089"/>
                      <a:pt x="2535" y="2147"/>
                      <a:pt x="2535" y="2204"/>
                    </a:cubicBezTo>
                    <a:lnTo>
                      <a:pt x="2650" y="2838"/>
                    </a:lnTo>
                    <a:lnTo>
                      <a:pt x="2074" y="2550"/>
                    </a:lnTo>
                    <a:lnTo>
                      <a:pt x="1844" y="2550"/>
                    </a:lnTo>
                    <a:lnTo>
                      <a:pt x="1268" y="2838"/>
                    </a:lnTo>
                    <a:lnTo>
                      <a:pt x="1383" y="2204"/>
                    </a:lnTo>
                    <a:cubicBezTo>
                      <a:pt x="1383" y="2147"/>
                      <a:pt x="1383" y="2089"/>
                      <a:pt x="1325" y="2031"/>
                    </a:cubicBezTo>
                    <a:lnTo>
                      <a:pt x="864" y="1570"/>
                    </a:lnTo>
                    <a:lnTo>
                      <a:pt x="1498" y="1455"/>
                    </a:lnTo>
                    <a:cubicBezTo>
                      <a:pt x="1556" y="1455"/>
                      <a:pt x="1613" y="1398"/>
                      <a:pt x="1671" y="1340"/>
                    </a:cubicBezTo>
                    <a:lnTo>
                      <a:pt x="1959" y="764"/>
                    </a:lnTo>
                    <a:close/>
                    <a:moveTo>
                      <a:pt x="1959" y="1"/>
                    </a:moveTo>
                    <a:cubicBezTo>
                      <a:pt x="1873" y="1"/>
                      <a:pt x="1786" y="44"/>
                      <a:pt x="1729" y="130"/>
                    </a:cubicBezTo>
                    <a:lnTo>
                      <a:pt x="1268" y="1052"/>
                    </a:lnTo>
                    <a:lnTo>
                      <a:pt x="288" y="1167"/>
                    </a:lnTo>
                    <a:cubicBezTo>
                      <a:pt x="115" y="1225"/>
                      <a:pt x="0" y="1455"/>
                      <a:pt x="173" y="1570"/>
                    </a:cubicBezTo>
                    <a:lnTo>
                      <a:pt x="864" y="2262"/>
                    </a:lnTo>
                    <a:lnTo>
                      <a:pt x="922" y="2262"/>
                    </a:lnTo>
                    <a:lnTo>
                      <a:pt x="749" y="3241"/>
                    </a:lnTo>
                    <a:cubicBezTo>
                      <a:pt x="701" y="3432"/>
                      <a:pt x="851" y="3544"/>
                      <a:pt x="970" y="3544"/>
                    </a:cubicBezTo>
                    <a:cubicBezTo>
                      <a:pt x="994" y="3544"/>
                      <a:pt x="1017" y="3539"/>
                      <a:pt x="1037" y="3529"/>
                    </a:cubicBezTo>
                    <a:lnTo>
                      <a:pt x="1959" y="3068"/>
                    </a:lnTo>
                    <a:lnTo>
                      <a:pt x="2823" y="3529"/>
                    </a:lnTo>
                    <a:cubicBezTo>
                      <a:pt x="2853" y="3539"/>
                      <a:pt x="2884" y="3544"/>
                      <a:pt x="2915" y="3544"/>
                    </a:cubicBezTo>
                    <a:cubicBezTo>
                      <a:pt x="3067" y="3544"/>
                      <a:pt x="3217" y="3432"/>
                      <a:pt x="3169" y="3241"/>
                    </a:cubicBezTo>
                    <a:lnTo>
                      <a:pt x="2996" y="2262"/>
                    </a:lnTo>
                    <a:lnTo>
                      <a:pt x="3745" y="1570"/>
                    </a:lnTo>
                    <a:cubicBezTo>
                      <a:pt x="3860" y="1455"/>
                      <a:pt x="3803" y="1225"/>
                      <a:pt x="3630" y="1167"/>
                    </a:cubicBezTo>
                    <a:lnTo>
                      <a:pt x="2593" y="1052"/>
                    </a:lnTo>
                    <a:lnTo>
                      <a:pt x="2189" y="130"/>
                    </a:lnTo>
                    <a:cubicBezTo>
                      <a:pt x="2132" y="44"/>
                      <a:pt x="2045" y="1"/>
                      <a:pt x="19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41"/>
              <p:cNvSpPr/>
              <p:nvPr/>
            </p:nvSpPr>
            <p:spPr>
              <a:xfrm>
                <a:off x="1193025" y="2202150"/>
                <a:ext cx="404725" cy="293850"/>
              </a:xfrm>
              <a:custGeom>
                <a:rect b="b" l="l" r="r" t="t"/>
                <a:pathLst>
                  <a:path extrusionOk="0" h="11754" w="16189">
                    <a:moveTo>
                      <a:pt x="12329" y="462"/>
                    </a:moveTo>
                    <a:lnTo>
                      <a:pt x="11522" y="1556"/>
                    </a:lnTo>
                    <a:lnTo>
                      <a:pt x="7432" y="1556"/>
                    </a:lnTo>
                    <a:lnTo>
                      <a:pt x="8181" y="462"/>
                    </a:lnTo>
                    <a:close/>
                    <a:moveTo>
                      <a:pt x="14633" y="462"/>
                    </a:moveTo>
                    <a:lnTo>
                      <a:pt x="15382" y="1556"/>
                    </a:lnTo>
                    <a:lnTo>
                      <a:pt x="13999" y="1556"/>
                    </a:lnTo>
                    <a:lnTo>
                      <a:pt x="13193" y="462"/>
                    </a:lnTo>
                    <a:close/>
                    <a:moveTo>
                      <a:pt x="13020" y="980"/>
                    </a:moveTo>
                    <a:lnTo>
                      <a:pt x="13654" y="1959"/>
                    </a:lnTo>
                    <a:cubicBezTo>
                      <a:pt x="13711" y="2017"/>
                      <a:pt x="13769" y="2017"/>
                      <a:pt x="13884" y="2017"/>
                    </a:cubicBezTo>
                    <a:lnTo>
                      <a:pt x="14518" y="2017"/>
                    </a:lnTo>
                    <a:cubicBezTo>
                      <a:pt x="14518" y="3457"/>
                      <a:pt x="14518" y="4782"/>
                      <a:pt x="14518" y="6165"/>
                    </a:cubicBezTo>
                    <a:cubicBezTo>
                      <a:pt x="14364" y="6165"/>
                      <a:pt x="13878" y="6191"/>
                      <a:pt x="13485" y="6191"/>
                    </a:cubicBezTo>
                    <a:cubicBezTo>
                      <a:pt x="13289" y="6191"/>
                      <a:pt x="13116" y="6184"/>
                      <a:pt x="13020" y="6165"/>
                    </a:cubicBezTo>
                    <a:lnTo>
                      <a:pt x="13020" y="5301"/>
                    </a:lnTo>
                    <a:cubicBezTo>
                      <a:pt x="13020" y="5157"/>
                      <a:pt x="12890" y="5085"/>
                      <a:pt x="12768" y="5085"/>
                    </a:cubicBezTo>
                    <a:cubicBezTo>
                      <a:pt x="12646" y="5085"/>
                      <a:pt x="12530" y="5157"/>
                      <a:pt x="12559" y="5301"/>
                    </a:cubicBezTo>
                    <a:lnTo>
                      <a:pt x="12559" y="6223"/>
                    </a:lnTo>
                    <a:lnTo>
                      <a:pt x="8354" y="6223"/>
                    </a:lnTo>
                    <a:lnTo>
                      <a:pt x="8354" y="2075"/>
                    </a:lnTo>
                    <a:lnTo>
                      <a:pt x="11637" y="2075"/>
                    </a:lnTo>
                    <a:cubicBezTo>
                      <a:pt x="11753" y="2075"/>
                      <a:pt x="11810" y="2017"/>
                      <a:pt x="11868" y="1959"/>
                    </a:cubicBezTo>
                    <a:lnTo>
                      <a:pt x="12559" y="980"/>
                    </a:lnTo>
                    <a:lnTo>
                      <a:pt x="12559" y="3861"/>
                    </a:lnTo>
                    <a:cubicBezTo>
                      <a:pt x="12559" y="4033"/>
                      <a:pt x="12674" y="4120"/>
                      <a:pt x="12790" y="4120"/>
                    </a:cubicBezTo>
                    <a:cubicBezTo>
                      <a:pt x="12905" y="4120"/>
                      <a:pt x="13020" y="4033"/>
                      <a:pt x="13020" y="3861"/>
                    </a:cubicBezTo>
                    <a:cubicBezTo>
                      <a:pt x="13020" y="2939"/>
                      <a:pt x="13020" y="1959"/>
                      <a:pt x="13020" y="980"/>
                    </a:cubicBezTo>
                    <a:close/>
                    <a:moveTo>
                      <a:pt x="8066" y="1"/>
                    </a:moveTo>
                    <a:cubicBezTo>
                      <a:pt x="8008" y="1"/>
                      <a:pt x="7950" y="58"/>
                      <a:pt x="7893" y="116"/>
                    </a:cubicBezTo>
                    <a:lnTo>
                      <a:pt x="6798" y="1671"/>
                    </a:lnTo>
                    <a:cubicBezTo>
                      <a:pt x="6683" y="1844"/>
                      <a:pt x="6798" y="2075"/>
                      <a:pt x="6971" y="2075"/>
                    </a:cubicBezTo>
                    <a:lnTo>
                      <a:pt x="7835" y="2075"/>
                    </a:lnTo>
                    <a:lnTo>
                      <a:pt x="7835" y="3400"/>
                    </a:lnTo>
                    <a:lnTo>
                      <a:pt x="1037" y="3400"/>
                    </a:lnTo>
                    <a:cubicBezTo>
                      <a:pt x="461" y="3400"/>
                      <a:pt x="0" y="3861"/>
                      <a:pt x="0" y="4494"/>
                    </a:cubicBezTo>
                    <a:lnTo>
                      <a:pt x="0" y="11465"/>
                    </a:lnTo>
                    <a:cubicBezTo>
                      <a:pt x="0" y="11638"/>
                      <a:pt x="58" y="11753"/>
                      <a:pt x="230" y="11753"/>
                    </a:cubicBezTo>
                    <a:lnTo>
                      <a:pt x="1844" y="11753"/>
                    </a:lnTo>
                    <a:cubicBezTo>
                      <a:pt x="1844" y="11753"/>
                      <a:pt x="1901" y="11753"/>
                      <a:pt x="1901" y="11696"/>
                    </a:cubicBezTo>
                    <a:cubicBezTo>
                      <a:pt x="2132" y="11523"/>
                      <a:pt x="1959" y="11292"/>
                      <a:pt x="1786" y="11292"/>
                    </a:cubicBezTo>
                    <a:lnTo>
                      <a:pt x="1037" y="11292"/>
                    </a:lnTo>
                    <a:cubicBezTo>
                      <a:pt x="691" y="11292"/>
                      <a:pt x="461" y="11004"/>
                      <a:pt x="461" y="10659"/>
                    </a:cubicBezTo>
                    <a:lnTo>
                      <a:pt x="461" y="4494"/>
                    </a:lnTo>
                    <a:cubicBezTo>
                      <a:pt x="461" y="4149"/>
                      <a:pt x="691" y="3861"/>
                      <a:pt x="1037" y="3861"/>
                    </a:cubicBezTo>
                    <a:lnTo>
                      <a:pt x="7835" y="3861"/>
                    </a:lnTo>
                    <a:lnTo>
                      <a:pt x="7835" y="6453"/>
                    </a:lnTo>
                    <a:cubicBezTo>
                      <a:pt x="7835" y="6568"/>
                      <a:pt x="7950" y="6684"/>
                      <a:pt x="8123" y="6684"/>
                    </a:cubicBezTo>
                    <a:lnTo>
                      <a:pt x="12559" y="6684"/>
                    </a:lnTo>
                    <a:lnTo>
                      <a:pt x="12559" y="11120"/>
                    </a:lnTo>
                    <a:cubicBezTo>
                      <a:pt x="12559" y="11235"/>
                      <a:pt x="12502" y="11292"/>
                      <a:pt x="12386" y="11292"/>
                    </a:cubicBezTo>
                    <a:lnTo>
                      <a:pt x="3226" y="11292"/>
                    </a:lnTo>
                    <a:cubicBezTo>
                      <a:pt x="2996" y="11465"/>
                      <a:pt x="3111" y="11753"/>
                      <a:pt x="3341" y="11753"/>
                    </a:cubicBezTo>
                    <a:lnTo>
                      <a:pt x="12790" y="11753"/>
                    </a:lnTo>
                    <a:cubicBezTo>
                      <a:pt x="12905" y="11753"/>
                      <a:pt x="13020" y="11638"/>
                      <a:pt x="13020" y="11465"/>
                    </a:cubicBezTo>
                    <a:lnTo>
                      <a:pt x="13020" y="6684"/>
                    </a:lnTo>
                    <a:lnTo>
                      <a:pt x="14748" y="6684"/>
                    </a:lnTo>
                    <a:cubicBezTo>
                      <a:pt x="14864" y="6684"/>
                      <a:pt x="14979" y="6626"/>
                      <a:pt x="14979" y="6453"/>
                    </a:cubicBezTo>
                    <a:cubicBezTo>
                      <a:pt x="15036" y="4955"/>
                      <a:pt x="15036" y="3515"/>
                      <a:pt x="14979" y="2017"/>
                    </a:cubicBezTo>
                    <a:lnTo>
                      <a:pt x="15843" y="2017"/>
                    </a:lnTo>
                    <a:cubicBezTo>
                      <a:pt x="16073" y="2017"/>
                      <a:pt x="16189" y="1844"/>
                      <a:pt x="16073" y="1671"/>
                    </a:cubicBezTo>
                    <a:lnTo>
                      <a:pt x="14979" y="116"/>
                    </a:lnTo>
                    <a:cubicBezTo>
                      <a:pt x="14921" y="58"/>
                      <a:pt x="14864" y="1"/>
                      <a:pt x="1474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02" name="Google Shape;502;p41"/>
          <p:cNvGrpSpPr/>
          <p:nvPr/>
        </p:nvGrpSpPr>
        <p:grpSpPr>
          <a:xfrm flipH="1">
            <a:off x="-311297" y="150024"/>
            <a:ext cx="1590595" cy="875375"/>
            <a:chOff x="6456464" y="3575600"/>
            <a:chExt cx="1004100" cy="552601"/>
          </a:xfrm>
        </p:grpSpPr>
        <p:sp>
          <p:nvSpPr>
            <p:cNvPr id="503" name="Google Shape;503;p41"/>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41"/>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5" name="Google Shape;505;p41"/>
          <p:cNvGrpSpPr/>
          <p:nvPr/>
        </p:nvGrpSpPr>
        <p:grpSpPr>
          <a:xfrm flipH="1">
            <a:off x="-425085" y="1025388"/>
            <a:ext cx="1249832" cy="707506"/>
            <a:chOff x="6456475" y="3575600"/>
            <a:chExt cx="976202" cy="552609"/>
          </a:xfrm>
        </p:grpSpPr>
        <p:sp>
          <p:nvSpPr>
            <p:cNvPr id="506" name="Google Shape;506;p41"/>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41"/>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8" name="Google Shape;508;p41"/>
          <p:cNvGrpSpPr/>
          <p:nvPr/>
        </p:nvGrpSpPr>
        <p:grpSpPr>
          <a:xfrm>
            <a:off x="7728315" y="150024"/>
            <a:ext cx="1590595" cy="875375"/>
            <a:chOff x="6456464" y="3575600"/>
            <a:chExt cx="1004100" cy="552601"/>
          </a:xfrm>
        </p:grpSpPr>
        <p:sp>
          <p:nvSpPr>
            <p:cNvPr id="509" name="Google Shape;509;p41"/>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41"/>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1" name="Google Shape;511;p41"/>
          <p:cNvGrpSpPr/>
          <p:nvPr/>
        </p:nvGrpSpPr>
        <p:grpSpPr>
          <a:xfrm>
            <a:off x="8182866" y="1025388"/>
            <a:ext cx="1249832" cy="707506"/>
            <a:chOff x="6456475" y="3575600"/>
            <a:chExt cx="976202" cy="552609"/>
          </a:xfrm>
        </p:grpSpPr>
        <p:sp>
          <p:nvSpPr>
            <p:cNvPr id="512" name="Google Shape;512;p41"/>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41"/>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4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Solution</a:t>
            </a:r>
            <a:endParaRPr/>
          </a:p>
        </p:txBody>
      </p:sp>
      <p:sp>
        <p:nvSpPr>
          <p:cNvPr id="519" name="Google Shape;519;p42"/>
          <p:cNvSpPr txBox="1"/>
          <p:nvPr>
            <p:ph idx="1" type="subTitle"/>
          </p:nvPr>
        </p:nvSpPr>
        <p:spPr>
          <a:xfrm>
            <a:off x="785226" y="3042926"/>
            <a:ext cx="2175300" cy="869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It’s the closest planet to the Sun and the smallest one</a:t>
            </a:r>
            <a:endParaRPr/>
          </a:p>
        </p:txBody>
      </p:sp>
      <p:sp>
        <p:nvSpPr>
          <p:cNvPr id="520" name="Google Shape;520;p42"/>
          <p:cNvSpPr txBox="1"/>
          <p:nvPr>
            <p:ph idx="2" type="subTitle"/>
          </p:nvPr>
        </p:nvSpPr>
        <p:spPr>
          <a:xfrm>
            <a:off x="3484347" y="3042926"/>
            <a:ext cx="2175300" cy="869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beautiful name and is the second planet from the Sun</a:t>
            </a:r>
            <a:endParaRPr/>
          </a:p>
        </p:txBody>
      </p:sp>
      <p:sp>
        <p:nvSpPr>
          <p:cNvPr id="521" name="Google Shape;521;p42"/>
          <p:cNvSpPr txBox="1"/>
          <p:nvPr>
            <p:ph idx="3" type="subTitle"/>
          </p:nvPr>
        </p:nvSpPr>
        <p:spPr>
          <a:xfrm>
            <a:off x="6183474" y="3042926"/>
            <a:ext cx="2175300" cy="869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 It’s full of iron oxide</a:t>
            </a:r>
            <a:endParaRPr/>
          </a:p>
        </p:txBody>
      </p:sp>
      <p:sp>
        <p:nvSpPr>
          <p:cNvPr id="522" name="Google Shape;522;p42"/>
          <p:cNvSpPr txBox="1"/>
          <p:nvPr>
            <p:ph idx="4" type="subTitle"/>
          </p:nvPr>
        </p:nvSpPr>
        <p:spPr>
          <a:xfrm>
            <a:off x="785225" y="2601445"/>
            <a:ext cx="2175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523" name="Google Shape;523;p42"/>
          <p:cNvSpPr txBox="1"/>
          <p:nvPr>
            <p:ph idx="5" type="subTitle"/>
          </p:nvPr>
        </p:nvSpPr>
        <p:spPr>
          <a:xfrm>
            <a:off x="3484350" y="2601445"/>
            <a:ext cx="2175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524" name="Google Shape;524;p42"/>
          <p:cNvSpPr txBox="1"/>
          <p:nvPr>
            <p:ph idx="6" type="subTitle"/>
          </p:nvPr>
        </p:nvSpPr>
        <p:spPr>
          <a:xfrm>
            <a:off x="6183475" y="2601445"/>
            <a:ext cx="2175300" cy="527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525" name="Google Shape;525;p42"/>
          <p:cNvSpPr/>
          <p:nvPr/>
        </p:nvSpPr>
        <p:spPr>
          <a:xfrm rot="5400000">
            <a:off x="6917425" y="185916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42"/>
          <p:cNvSpPr/>
          <p:nvPr/>
        </p:nvSpPr>
        <p:spPr>
          <a:xfrm rot="5400000">
            <a:off x="4218297" y="185916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42"/>
          <p:cNvSpPr/>
          <p:nvPr/>
        </p:nvSpPr>
        <p:spPr>
          <a:xfrm rot="5400000">
            <a:off x="1519172" y="185916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28" name="Google Shape;528;p42"/>
          <p:cNvGrpSpPr/>
          <p:nvPr/>
        </p:nvGrpSpPr>
        <p:grpSpPr>
          <a:xfrm>
            <a:off x="7067325" y="2011828"/>
            <a:ext cx="407600" cy="402075"/>
            <a:chOff x="6948350" y="2742025"/>
            <a:chExt cx="407600" cy="402075"/>
          </a:xfrm>
        </p:grpSpPr>
        <p:sp>
          <p:nvSpPr>
            <p:cNvPr id="529" name="Google Shape;529;p42"/>
            <p:cNvSpPr/>
            <p:nvPr/>
          </p:nvSpPr>
          <p:spPr>
            <a:xfrm>
              <a:off x="7175900" y="2975575"/>
              <a:ext cx="106600" cy="106600"/>
            </a:xfrm>
            <a:custGeom>
              <a:rect b="b" l="l" r="r" t="t"/>
              <a:pathLst>
                <a:path extrusionOk="0" h="4264" w="4264">
                  <a:moveTo>
                    <a:pt x="2132" y="519"/>
                  </a:moveTo>
                  <a:cubicBezTo>
                    <a:pt x="3054" y="519"/>
                    <a:pt x="3745" y="1210"/>
                    <a:pt x="3745" y="2132"/>
                  </a:cubicBezTo>
                  <a:cubicBezTo>
                    <a:pt x="3745" y="3054"/>
                    <a:pt x="3054" y="3745"/>
                    <a:pt x="2132" y="3745"/>
                  </a:cubicBezTo>
                  <a:cubicBezTo>
                    <a:pt x="1210" y="3745"/>
                    <a:pt x="519" y="3054"/>
                    <a:pt x="519" y="2132"/>
                  </a:cubicBezTo>
                  <a:cubicBezTo>
                    <a:pt x="519" y="1210"/>
                    <a:pt x="1210" y="519"/>
                    <a:pt x="2132" y="519"/>
                  </a:cubicBezTo>
                  <a:close/>
                  <a:moveTo>
                    <a:pt x="2132" y="1"/>
                  </a:moveTo>
                  <a:cubicBezTo>
                    <a:pt x="980" y="1"/>
                    <a:pt x="1" y="980"/>
                    <a:pt x="1" y="2132"/>
                  </a:cubicBezTo>
                  <a:cubicBezTo>
                    <a:pt x="1" y="3284"/>
                    <a:pt x="980" y="4264"/>
                    <a:pt x="2132" y="4264"/>
                  </a:cubicBezTo>
                  <a:cubicBezTo>
                    <a:pt x="3284" y="4264"/>
                    <a:pt x="4264" y="3284"/>
                    <a:pt x="4264" y="2132"/>
                  </a:cubicBezTo>
                  <a:cubicBezTo>
                    <a:pt x="4264" y="980"/>
                    <a:pt x="3284" y="1"/>
                    <a:pt x="2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42"/>
            <p:cNvSpPr/>
            <p:nvPr/>
          </p:nvSpPr>
          <p:spPr>
            <a:xfrm>
              <a:off x="7211900" y="2996250"/>
              <a:ext cx="34600" cy="64325"/>
            </a:xfrm>
            <a:custGeom>
              <a:rect b="b" l="l" r="r" t="t"/>
              <a:pathLst>
                <a:path extrusionOk="0" h="2573" w="1384">
                  <a:moveTo>
                    <a:pt x="693" y="0"/>
                  </a:moveTo>
                  <a:cubicBezTo>
                    <a:pt x="566" y="0"/>
                    <a:pt x="462" y="134"/>
                    <a:pt x="462" y="268"/>
                  </a:cubicBezTo>
                  <a:lnTo>
                    <a:pt x="462" y="326"/>
                  </a:lnTo>
                  <a:cubicBezTo>
                    <a:pt x="462" y="326"/>
                    <a:pt x="116" y="556"/>
                    <a:pt x="59" y="787"/>
                  </a:cubicBezTo>
                  <a:cubicBezTo>
                    <a:pt x="59" y="959"/>
                    <a:pt x="116" y="1132"/>
                    <a:pt x="289" y="1248"/>
                  </a:cubicBezTo>
                  <a:cubicBezTo>
                    <a:pt x="404" y="1363"/>
                    <a:pt x="577" y="1478"/>
                    <a:pt x="750" y="1536"/>
                  </a:cubicBezTo>
                  <a:cubicBezTo>
                    <a:pt x="865" y="1536"/>
                    <a:pt x="865" y="1593"/>
                    <a:pt x="865" y="1651"/>
                  </a:cubicBezTo>
                  <a:cubicBezTo>
                    <a:pt x="865" y="1708"/>
                    <a:pt x="807" y="1824"/>
                    <a:pt x="692" y="1824"/>
                  </a:cubicBezTo>
                  <a:cubicBezTo>
                    <a:pt x="519" y="1824"/>
                    <a:pt x="519" y="1824"/>
                    <a:pt x="404" y="1766"/>
                  </a:cubicBezTo>
                  <a:cubicBezTo>
                    <a:pt x="356" y="1742"/>
                    <a:pt x="299" y="1728"/>
                    <a:pt x="244" y="1728"/>
                  </a:cubicBezTo>
                  <a:cubicBezTo>
                    <a:pt x="166" y="1728"/>
                    <a:pt x="92" y="1756"/>
                    <a:pt x="59" y="1824"/>
                  </a:cubicBezTo>
                  <a:cubicBezTo>
                    <a:pt x="1" y="1939"/>
                    <a:pt x="59" y="2112"/>
                    <a:pt x="116" y="2169"/>
                  </a:cubicBezTo>
                  <a:cubicBezTo>
                    <a:pt x="231" y="2227"/>
                    <a:pt x="462" y="2285"/>
                    <a:pt x="462" y="2285"/>
                  </a:cubicBezTo>
                  <a:lnTo>
                    <a:pt x="462" y="2342"/>
                  </a:lnTo>
                  <a:cubicBezTo>
                    <a:pt x="462" y="2457"/>
                    <a:pt x="577" y="2573"/>
                    <a:pt x="692" y="2573"/>
                  </a:cubicBezTo>
                  <a:cubicBezTo>
                    <a:pt x="807" y="2573"/>
                    <a:pt x="923" y="2515"/>
                    <a:pt x="923" y="2342"/>
                  </a:cubicBezTo>
                  <a:lnTo>
                    <a:pt x="923" y="2285"/>
                  </a:lnTo>
                  <a:cubicBezTo>
                    <a:pt x="923" y="2285"/>
                    <a:pt x="1268" y="1996"/>
                    <a:pt x="1326" y="1766"/>
                  </a:cubicBezTo>
                  <a:cubicBezTo>
                    <a:pt x="1384" y="1420"/>
                    <a:pt x="1211" y="1190"/>
                    <a:pt x="923" y="1075"/>
                  </a:cubicBezTo>
                  <a:cubicBezTo>
                    <a:pt x="807" y="1017"/>
                    <a:pt x="577" y="959"/>
                    <a:pt x="577" y="902"/>
                  </a:cubicBezTo>
                  <a:cubicBezTo>
                    <a:pt x="519" y="844"/>
                    <a:pt x="577" y="787"/>
                    <a:pt x="635" y="787"/>
                  </a:cubicBezTo>
                  <a:cubicBezTo>
                    <a:pt x="673" y="767"/>
                    <a:pt x="711" y="761"/>
                    <a:pt x="746" y="761"/>
                  </a:cubicBezTo>
                  <a:cubicBezTo>
                    <a:pt x="814" y="761"/>
                    <a:pt x="865" y="787"/>
                    <a:pt x="865" y="787"/>
                  </a:cubicBezTo>
                  <a:cubicBezTo>
                    <a:pt x="865" y="787"/>
                    <a:pt x="942" y="863"/>
                    <a:pt x="1044" y="863"/>
                  </a:cubicBezTo>
                  <a:cubicBezTo>
                    <a:pt x="1096" y="863"/>
                    <a:pt x="1153" y="844"/>
                    <a:pt x="1211" y="787"/>
                  </a:cubicBezTo>
                  <a:cubicBezTo>
                    <a:pt x="1384" y="614"/>
                    <a:pt x="1153" y="441"/>
                    <a:pt x="1153" y="441"/>
                  </a:cubicBezTo>
                  <a:cubicBezTo>
                    <a:pt x="1096" y="383"/>
                    <a:pt x="923" y="326"/>
                    <a:pt x="923" y="326"/>
                  </a:cubicBezTo>
                  <a:lnTo>
                    <a:pt x="923" y="268"/>
                  </a:lnTo>
                  <a:cubicBezTo>
                    <a:pt x="923" y="153"/>
                    <a:pt x="865" y="38"/>
                    <a:pt x="807" y="38"/>
                  </a:cubicBezTo>
                  <a:cubicBezTo>
                    <a:pt x="769" y="12"/>
                    <a:pt x="730" y="0"/>
                    <a:pt x="69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42"/>
            <p:cNvSpPr/>
            <p:nvPr/>
          </p:nvSpPr>
          <p:spPr>
            <a:xfrm>
              <a:off x="6948350" y="2742025"/>
              <a:ext cx="407600" cy="402075"/>
            </a:xfrm>
            <a:custGeom>
              <a:rect b="b" l="l" r="r" t="t"/>
              <a:pathLst>
                <a:path extrusionOk="0" h="16083" w="16304">
                  <a:moveTo>
                    <a:pt x="13942" y="1565"/>
                  </a:moveTo>
                  <a:lnTo>
                    <a:pt x="14057" y="2199"/>
                  </a:lnTo>
                  <a:cubicBezTo>
                    <a:pt x="14057" y="2314"/>
                    <a:pt x="14172" y="2372"/>
                    <a:pt x="14288" y="2372"/>
                  </a:cubicBezTo>
                  <a:lnTo>
                    <a:pt x="14921" y="2314"/>
                  </a:lnTo>
                  <a:lnTo>
                    <a:pt x="14518" y="2775"/>
                  </a:lnTo>
                  <a:cubicBezTo>
                    <a:pt x="14403" y="2833"/>
                    <a:pt x="14403" y="3005"/>
                    <a:pt x="14518" y="3063"/>
                  </a:cubicBezTo>
                  <a:lnTo>
                    <a:pt x="14921" y="3524"/>
                  </a:lnTo>
                  <a:lnTo>
                    <a:pt x="14288" y="3466"/>
                  </a:lnTo>
                  <a:cubicBezTo>
                    <a:pt x="14172" y="3466"/>
                    <a:pt x="14057" y="3582"/>
                    <a:pt x="14057" y="3697"/>
                  </a:cubicBezTo>
                  <a:lnTo>
                    <a:pt x="14000" y="4273"/>
                  </a:lnTo>
                  <a:lnTo>
                    <a:pt x="13654" y="3754"/>
                  </a:lnTo>
                  <a:cubicBezTo>
                    <a:pt x="13572" y="3714"/>
                    <a:pt x="13491" y="3673"/>
                    <a:pt x="13409" y="3673"/>
                  </a:cubicBezTo>
                  <a:cubicBezTo>
                    <a:pt x="13376" y="3673"/>
                    <a:pt x="13342" y="3680"/>
                    <a:pt x="13308" y="3697"/>
                  </a:cubicBezTo>
                  <a:lnTo>
                    <a:pt x="12847" y="4042"/>
                  </a:lnTo>
                  <a:lnTo>
                    <a:pt x="12963" y="3466"/>
                  </a:lnTo>
                  <a:cubicBezTo>
                    <a:pt x="13020" y="3351"/>
                    <a:pt x="12963" y="3178"/>
                    <a:pt x="12847" y="3178"/>
                  </a:cubicBezTo>
                  <a:lnTo>
                    <a:pt x="12271" y="2948"/>
                  </a:lnTo>
                  <a:lnTo>
                    <a:pt x="12847" y="2717"/>
                  </a:lnTo>
                  <a:cubicBezTo>
                    <a:pt x="12963" y="2660"/>
                    <a:pt x="13020" y="2545"/>
                    <a:pt x="12963" y="2429"/>
                  </a:cubicBezTo>
                  <a:lnTo>
                    <a:pt x="12790" y="1853"/>
                  </a:lnTo>
                  <a:lnTo>
                    <a:pt x="13308" y="2141"/>
                  </a:lnTo>
                  <a:cubicBezTo>
                    <a:pt x="13356" y="2165"/>
                    <a:pt x="13404" y="2179"/>
                    <a:pt x="13451" y="2179"/>
                  </a:cubicBezTo>
                  <a:cubicBezTo>
                    <a:pt x="13519" y="2179"/>
                    <a:pt x="13586" y="2151"/>
                    <a:pt x="13654" y="2084"/>
                  </a:cubicBezTo>
                  <a:lnTo>
                    <a:pt x="13942" y="1565"/>
                  </a:lnTo>
                  <a:close/>
                  <a:moveTo>
                    <a:pt x="7432" y="8997"/>
                  </a:moveTo>
                  <a:cubicBezTo>
                    <a:pt x="7317" y="9400"/>
                    <a:pt x="7029" y="9746"/>
                    <a:pt x="6625" y="9803"/>
                  </a:cubicBezTo>
                  <a:lnTo>
                    <a:pt x="6625" y="8997"/>
                  </a:lnTo>
                  <a:close/>
                  <a:moveTo>
                    <a:pt x="15786" y="8997"/>
                  </a:moveTo>
                  <a:lnTo>
                    <a:pt x="15786" y="9803"/>
                  </a:lnTo>
                  <a:cubicBezTo>
                    <a:pt x="15440" y="9746"/>
                    <a:pt x="15094" y="9400"/>
                    <a:pt x="15037" y="8997"/>
                  </a:cubicBezTo>
                  <a:close/>
                  <a:moveTo>
                    <a:pt x="6625" y="13087"/>
                  </a:moveTo>
                  <a:cubicBezTo>
                    <a:pt x="7029" y="13202"/>
                    <a:pt x="7317" y="13491"/>
                    <a:pt x="7432" y="13894"/>
                  </a:cubicBezTo>
                  <a:lnTo>
                    <a:pt x="6625" y="13894"/>
                  </a:lnTo>
                  <a:lnTo>
                    <a:pt x="6625" y="13087"/>
                  </a:lnTo>
                  <a:close/>
                  <a:moveTo>
                    <a:pt x="14518" y="9055"/>
                  </a:moveTo>
                  <a:cubicBezTo>
                    <a:pt x="14633" y="9688"/>
                    <a:pt x="15152" y="10207"/>
                    <a:pt x="15786" y="10322"/>
                  </a:cubicBezTo>
                  <a:lnTo>
                    <a:pt x="15786" y="12626"/>
                  </a:lnTo>
                  <a:cubicBezTo>
                    <a:pt x="15152" y="12742"/>
                    <a:pt x="14633" y="13260"/>
                    <a:pt x="14518" y="13894"/>
                  </a:cubicBezTo>
                  <a:lnTo>
                    <a:pt x="7893" y="13894"/>
                  </a:lnTo>
                  <a:cubicBezTo>
                    <a:pt x="7778" y="13260"/>
                    <a:pt x="7259" y="12742"/>
                    <a:pt x="6625" y="12626"/>
                  </a:cubicBezTo>
                  <a:lnTo>
                    <a:pt x="6625" y="10322"/>
                  </a:lnTo>
                  <a:cubicBezTo>
                    <a:pt x="7317" y="10207"/>
                    <a:pt x="7778" y="9688"/>
                    <a:pt x="7893" y="9055"/>
                  </a:cubicBezTo>
                  <a:close/>
                  <a:moveTo>
                    <a:pt x="15786" y="13087"/>
                  </a:moveTo>
                  <a:lnTo>
                    <a:pt x="15786" y="13894"/>
                  </a:lnTo>
                  <a:lnTo>
                    <a:pt x="15037" y="13894"/>
                  </a:lnTo>
                  <a:cubicBezTo>
                    <a:pt x="15094" y="13491"/>
                    <a:pt x="15440" y="13202"/>
                    <a:pt x="15786" y="13087"/>
                  </a:cubicBezTo>
                  <a:close/>
                  <a:moveTo>
                    <a:pt x="15786" y="14355"/>
                  </a:moveTo>
                  <a:lnTo>
                    <a:pt x="15786" y="14758"/>
                  </a:lnTo>
                  <a:lnTo>
                    <a:pt x="6625" y="14758"/>
                  </a:lnTo>
                  <a:lnTo>
                    <a:pt x="6625" y="14355"/>
                  </a:lnTo>
                  <a:close/>
                  <a:moveTo>
                    <a:pt x="11625" y="1"/>
                  </a:moveTo>
                  <a:cubicBezTo>
                    <a:pt x="10951" y="1"/>
                    <a:pt x="10284" y="332"/>
                    <a:pt x="9909" y="931"/>
                  </a:cubicBezTo>
                  <a:lnTo>
                    <a:pt x="8987" y="2429"/>
                  </a:lnTo>
                  <a:lnTo>
                    <a:pt x="7490" y="1508"/>
                  </a:lnTo>
                  <a:cubicBezTo>
                    <a:pt x="7351" y="1428"/>
                    <a:pt x="7192" y="1390"/>
                    <a:pt x="7034" y="1390"/>
                  </a:cubicBezTo>
                  <a:cubicBezTo>
                    <a:pt x="6732" y="1390"/>
                    <a:pt x="6431" y="1531"/>
                    <a:pt x="6280" y="1796"/>
                  </a:cubicBezTo>
                  <a:lnTo>
                    <a:pt x="5704" y="2717"/>
                  </a:lnTo>
                  <a:cubicBezTo>
                    <a:pt x="5128" y="2717"/>
                    <a:pt x="4609" y="2775"/>
                    <a:pt x="4033" y="2948"/>
                  </a:cubicBezTo>
                  <a:cubicBezTo>
                    <a:pt x="3776" y="3050"/>
                    <a:pt x="3885" y="3427"/>
                    <a:pt x="4116" y="3427"/>
                  </a:cubicBezTo>
                  <a:cubicBezTo>
                    <a:pt x="4144" y="3427"/>
                    <a:pt x="4174" y="3421"/>
                    <a:pt x="4206" y="3409"/>
                  </a:cubicBezTo>
                  <a:cubicBezTo>
                    <a:pt x="4724" y="3236"/>
                    <a:pt x="5300" y="3178"/>
                    <a:pt x="5819" y="3178"/>
                  </a:cubicBezTo>
                  <a:cubicBezTo>
                    <a:pt x="5934" y="3178"/>
                    <a:pt x="5992" y="3121"/>
                    <a:pt x="6049" y="3063"/>
                  </a:cubicBezTo>
                  <a:lnTo>
                    <a:pt x="6683" y="2026"/>
                  </a:lnTo>
                  <a:cubicBezTo>
                    <a:pt x="6757" y="1914"/>
                    <a:pt x="6880" y="1851"/>
                    <a:pt x="7004" y="1851"/>
                  </a:cubicBezTo>
                  <a:cubicBezTo>
                    <a:pt x="7072" y="1851"/>
                    <a:pt x="7140" y="1870"/>
                    <a:pt x="7201" y="1911"/>
                  </a:cubicBezTo>
                  <a:lnTo>
                    <a:pt x="10716" y="4042"/>
                  </a:lnTo>
                  <a:cubicBezTo>
                    <a:pt x="10889" y="4158"/>
                    <a:pt x="10946" y="4388"/>
                    <a:pt x="10831" y="4561"/>
                  </a:cubicBezTo>
                  <a:lnTo>
                    <a:pt x="10312" y="5367"/>
                  </a:lnTo>
                  <a:lnTo>
                    <a:pt x="7432" y="3582"/>
                  </a:lnTo>
                  <a:cubicBezTo>
                    <a:pt x="7397" y="3567"/>
                    <a:pt x="7362" y="3561"/>
                    <a:pt x="7329" y="3561"/>
                  </a:cubicBezTo>
                  <a:cubicBezTo>
                    <a:pt x="7094" y="3561"/>
                    <a:pt x="6942" y="3884"/>
                    <a:pt x="7144" y="3985"/>
                  </a:cubicBezTo>
                  <a:lnTo>
                    <a:pt x="10255" y="5886"/>
                  </a:lnTo>
                  <a:cubicBezTo>
                    <a:pt x="10658" y="6692"/>
                    <a:pt x="10889" y="7614"/>
                    <a:pt x="10831" y="8536"/>
                  </a:cubicBezTo>
                  <a:lnTo>
                    <a:pt x="6395" y="8536"/>
                  </a:lnTo>
                  <a:cubicBezTo>
                    <a:pt x="6280" y="8536"/>
                    <a:pt x="6165" y="8651"/>
                    <a:pt x="6165" y="8824"/>
                  </a:cubicBezTo>
                  <a:lnTo>
                    <a:pt x="6165" y="13318"/>
                  </a:lnTo>
                  <a:cubicBezTo>
                    <a:pt x="6056" y="13323"/>
                    <a:pt x="5948" y="13326"/>
                    <a:pt x="5841" y="13326"/>
                  </a:cubicBezTo>
                  <a:cubicBezTo>
                    <a:pt x="4866" y="13326"/>
                    <a:pt x="3942" y="13088"/>
                    <a:pt x="3111" y="12569"/>
                  </a:cubicBezTo>
                  <a:cubicBezTo>
                    <a:pt x="1959" y="11877"/>
                    <a:pt x="1152" y="10783"/>
                    <a:pt x="807" y="9458"/>
                  </a:cubicBezTo>
                  <a:cubicBezTo>
                    <a:pt x="519" y="8133"/>
                    <a:pt x="691" y="6750"/>
                    <a:pt x="1440" y="5598"/>
                  </a:cubicBezTo>
                  <a:cubicBezTo>
                    <a:pt x="1844" y="4907"/>
                    <a:pt x="2362" y="4388"/>
                    <a:pt x="3054" y="3927"/>
                  </a:cubicBezTo>
                  <a:cubicBezTo>
                    <a:pt x="3306" y="3826"/>
                    <a:pt x="3116" y="3503"/>
                    <a:pt x="2909" y="3503"/>
                  </a:cubicBezTo>
                  <a:cubicBezTo>
                    <a:pt x="2881" y="3503"/>
                    <a:pt x="2851" y="3510"/>
                    <a:pt x="2823" y="3524"/>
                  </a:cubicBezTo>
                  <a:cubicBezTo>
                    <a:pt x="2074" y="3985"/>
                    <a:pt x="1498" y="4619"/>
                    <a:pt x="1037" y="5367"/>
                  </a:cubicBezTo>
                  <a:cubicBezTo>
                    <a:pt x="231" y="6635"/>
                    <a:pt x="0" y="8133"/>
                    <a:pt x="346" y="9573"/>
                  </a:cubicBezTo>
                  <a:cubicBezTo>
                    <a:pt x="691" y="11013"/>
                    <a:pt x="1613" y="12223"/>
                    <a:pt x="2881" y="12972"/>
                  </a:cubicBezTo>
                  <a:cubicBezTo>
                    <a:pt x="3745" y="13491"/>
                    <a:pt x="4724" y="13779"/>
                    <a:pt x="5761" y="13779"/>
                  </a:cubicBezTo>
                  <a:lnTo>
                    <a:pt x="6165" y="13779"/>
                  </a:lnTo>
                  <a:lnTo>
                    <a:pt x="6165" y="15853"/>
                  </a:lnTo>
                  <a:cubicBezTo>
                    <a:pt x="6165" y="15968"/>
                    <a:pt x="6280" y="16083"/>
                    <a:pt x="6395" y="16083"/>
                  </a:cubicBezTo>
                  <a:lnTo>
                    <a:pt x="13366" y="16083"/>
                  </a:lnTo>
                  <a:cubicBezTo>
                    <a:pt x="13712" y="16083"/>
                    <a:pt x="13712" y="15622"/>
                    <a:pt x="13366" y="15622"/>
                  </a:cubicBezTo>
                  <a:lnTo>
                    <a:pt x="6683" y="15622"/>
                  </a:lnTo>
                  <a:lnTo>
                    <a:pt x="6683" y="15219"/>
                  </a:lnTo>
                  <a:lnTo>
                    <a:pt x="15843" y="15219"/>
                  </a:lnTo>
                  <a:lnTo>
                    <a:pt x="15843" y="15622"/>
                  </a:lnTo>
                  <a:lnTo>
                    <a:pt x="14806" y="15622"/>
                  </a:lnTo>
                  <a:cubicBezTo>
                    <a:pt x="14518" y="15622"/>
                    <a:pt x="14518" y="16083"/>
                    <a:pt x="14806" y="16083"/>
                  </a:cubicBezTo>
                  <a:lnTo>
                    <a:pt x="16074" y="16083"/>
                  </a:lnTo>
                  <a:cubicBezTo>
                    <a:pt x="16189" y="16083"/>
                    <a:pt x="16304" y="15968"/>
                    <a:pt x="16304" y="15853"/>
                  </a:cubicBezTo>
                  <a:lnTo>
                    <a:pt x="16304" y="8766"/>
                  </a:lnTo>
                  <a:cubicBezTo>
                    <a:pt x="16304" y="8651"/>
                    <a:pt x="16189" y="8536"/>
                    <a:pt x="16074" y="8536"/>
                  </a:cubicBezTo>
                  <a:lnTo>
                    <a:pt x="11292" y="8536"/>
                  </a:lnTo>
                  <a:cubicBezTo>
                    <a:pt x="11349" y="7557"/>
                    <a:pt x="11119" y="6577"/>
                    <a:pt x="10658" y="5713"/>
                  </a:cubicBezTo>
                  <a:lnTo>
                    <a:pt x="11234" y="4791"/>
                  </a:lnTo>
                  <a:cubicBezTo>
                    <a:pt x="11465" y="4388"/>
                    <a:pt x="11349" y="3870"/>
                    <a:pt x="10946" y="3639"/>
                  </a:cubicBezTo>
                  <a:lnTo>
                    <a:pt x="9391" y="2660"/>
                  </a:lnTo>
                  <a:lnTo>
                    <a:pt x="10312" y="1162"/>
                  </a:lnTo>
                  <a:cubicBezTo>
                    <a:pt x="10620" y="701"/>
                    <a:pt x="11132" y="445"/>
                    <a:pt x="11661" y="445"/>
                  </a:cubicBezTo>
                  <a:cubicBezTo>
                    <a:pt x="11926" y="445"/>
                    <a:pt x="12194" y="509"/>
                    <a:pt x="12444" y="643"/>
                  </a:cubicBezTo>
                  <a:cubicBezTo>
                    <a:pt x="12732" y="874"/>
                    <a:pt x="12963" y="1162"/>
                    <a:pt x="13078" y="1508"/>
                  </a:cubicBezTo>
                  <a:lnTo>
                    <a:pt x="12502" y="1162"/>
                  </a:lnTo>
                  <a:cubicBezTo>
                    <a:pt x="12464" y="1137"/>
                    <a:pt x="12423" y="1125"/>
                    <a:pt x="12383" y="1125"/>
                  </a:cubicBezTo>
                  <a:cubicBezTo>
                    <a:pt x="12242" y="1125"/>
                    <a:pt x="12111" y="1270"/>
                    <a:pt x="12156" y="1450"/>
                  </a:cubicBezTo>
                  <a:lnTo>
                    <a:pt x="12444" y="2372"/>
                  </a:lnTo>
                  <a:lnTo>
                    <a:pt x="11522" y="2717"/>
                  </a:lnTo>
                  <a:cubicBezTo>
                    <a:pt x="11349" y="2833"/>
                    <a:pt x="11349" y="3121"/>
                    <a:pt x="11522" y="3178"/>
                  </a:cubicBezTo>
                  <a:lnTo>
                    <a:pt x="12444" y="3524"/>
                  </a:lnTo>
                  <a:lnTo>
                    <a:pt x="12214" y="4446"/>
                  </a:lnTo>
                  <a:cubicBezTo>
                    <a:pt x="12169" y="4626"/>
                    <a:pt x="12264" y="4770"/>
                    <a:pt x="12418" y="4770"/>
                  </a:cubicBezTo>
                  <a:cubicBezTo>
                    <a:pt x="12461" y="4770"/>
                    <a:pt x="12509" y="4759"/>
                    <a:pt x="12559" y="4734"/>
                  </a:cubicBezTo>
                  <a:lnTo>
                    <a:pt x="13366" y="4215"/>
                  </a:lnTo>
                  <a:lnTo>
                    <a:pt x="13942" y="5022"/>
                  </a:lnTo>
                  <a:cubicBezTo>
                    <a:pt x="13987" y="5090"/>
                    <a:pt x="14060" y="5122"/>
                    <a:pt x="14131" y="5122"/>
                  </a:cubicBezTo>
                  <a:cubicBezTo>
                    <a:pt x="14240" y="5122"/>
                    <a:pt x="14345" y="5046"/>
                    <a:pt x="14345" y="4907"/>
                  </a:cubicBezTo>
                  <a:lnTo>
                    <a:pt x="14518" y="3985"/>
                  </a:lnTo>
                  <a:lnTo>
                    <a:pt x="15497" y="4042"/>
                  </a:lnTo>
                  <a:cubicBezTo>
                    <a:pt x="15670" y="4042"/>
                    <a:pt x="15786" y="3754"/>
                    <a:pt x="15670" y="3639"/>
                  </a:cubicBezTo>
                  <a:lnTo>
                    <a:pt x="14979" y="2890"/>
                  </a:lnTo>
                  <a:lnTo>
                    <a:pt x="15670" y="2199"/>
                  </a:lnTo>
                  <a:cubicBezTo>
                    <a:pt x="15786" y="2026"/>
                    <a:pt x="15670" y="1796"/>
                    <a:pt x="15440" y="1796"/>
                  </a:cubicBezTo>
                  <a:lnTo>
                    <a:pt x="14460" y="1853"/>
                  </a:lnTo>
                  <a:lnTo>
                    <a:pt x="14345" y="931"/>
                  </a:lnTo>
                  <a:cubicBezTo>
                    <a:pt x="14310" y="792"/>
                    <a:pt x="14191" y="716"/>
                    <a:pt x="14077" y="716"/>
                  </a:cubicBezTo>
                  <a:cubicBezTo>
                    <a:pt x="14002" y="716"/>
                    <a:pt x="13930" y="748"/>
                    <a:pt x="13884" y="816"/>
                  </a:cubicBezTo>
                  <a:lnTo>
                    <a:pt x="13539" y="1335"/>
                  </a:lnTo>
                  <a:cubicBezTo>
                    <a:pt x="13366" y="931"/>
                    <a:pt x="13078" y="528"/>
                    <a:pt x="12675" y="298"/>
                  </a:cubicBezTo>
                  <a:cubicBezTo>
                    <a:pt x="12352" y="96"/>
                    <a:pt x="11988" y="1"/>
                    <a:pt x="11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42"/>
            <p:cNvSpPr/>
            <p:nvPr/>
          </p:nvSpPr>
          <p:spPr>
            <a:xfrm>
              <a:off x="6977150" y="2878350"/>
              <a:ext cx="50650" cy="140325"/>
            </a:xfrm>
            <a:custGeom>
              <a:rect b="b" l="l" r="r" t="t"/>
              <a:pathLst>
                <a:path extrusionOk="0" h="5613" w="2026">
                  <a:moveTo>
                    <a:pt x="1671" y="1"/>
                  </a:moveTo>
                  <a:cubicBezTo>
                    <a:pt x="1613" y="1"/>
                    <a:pt x="1556" y="30"/>
                    <a:pt x="1498" y="87"/>
                  </a:cubicBezTo>
                  <a:cubicBezTo>
                    <a:pt x="0" y="1585"/>
                    <a:pt x="0" y="4062"/>
                    <a:pt x="1498" y="5560"/>
                  </a:cubicBezTo>
                  <a:cubicBezTo>
                    <a:pt x="1547" y="5597"/>
                    <a:pt x="1602" y="5613"/>
                    <a:pt x="1655" y="5613"/>
                  </a:cubicBezTo>
                  <a:cubicBezTo>
                    <a:pt x="1850" y="5613"/>
                    <a:pt x="2025" y="5396"/>
                    <a:pt x="1844" y="5215"/>
                  </a:cubicBezTo>
                  <a:cubicBezTo>
                    <a:pt x="519" y="3890"/>
                    <a:pt x="519" y="1758"/>
                    <a:pt x="1844" y="433"/>
                  </a:cubicBezTo>
                  <a:cubicBezTo>
                    <a:pt x="1959" y="318"/>
                    <a:pt x="1959" y="202"/>
                    <a:pt x="1844" y="87"/>
                  </a:cubicBezTo>
                  <a:cubicBezTo>
                    <a:pt x="1786" y="30"/>
                    <a:pt x="1729" y="1"/>
                    <a:pt x="167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3" name="Google Shape;533;p42"/>
          <p:cNvGrpSpPr/>
          <p:nvPr/>
        </p:nvGrpSpPr>
        <p:grpSpPr>
          <a:xfrm>
            <a:off x="4369638" y="2011941"/>
            <a:ext cx="404725" cy="401850"/>
            <a:chOff x="2414375" y="2742250"/>
            <a:chExt cx="404725" cy="401850"/>
          </a:xfrm>
        </p:grpSpPr>
        <p:sp>
          <p:nvSpPr>
            <p:cNvPr id="534" name="Google Shape;534;p42"/>
            <p:cNvSpPr/>
            <p:nvPr/>
          </p:nvSpPr>
          <p:spPr>
            <a:xfrm>
              <a:off x="2535350" y="2802750"/>
              <a:ext cx="41800" cy="11550"/>
            </a:xfrm>
            <a:custGeom>
              <a:rect b="b" l="l" r="r" t="t"/>
              <a:pathLst>
                <a:path extrusionOk="0" h="462" w="1672">
                  <a:moveTo>
                    <a:pt x="231" y="0"/>
                  </a:moveTo>
                  <a:cubicBezTo>
                    <a:pt x="116" y="0"/>
                    <a:pt x="0" y="58"/>
                    <a:pt x="0" y="231"/>
                  </a:cubicBezTo>
                  <a:cubicBezTo>
                    <a:pt x="0" y="346"/>
                    <a:pt x="58" y="461"/>
                    <a:pt x="231" y="461"/>
                  </a:cubicBezTo>
                  <a:lnTo>
                    <a:pt x="1441" y="461"/>
                  </a:lnTo>
                  <a:cubicBezTo>
                    <a:pt x="1556" y="461"/>
                    <a:pt x="1671" y="404"/>
                    <a:pt x="1671" y="288"/>
                  </a:cubicBezTo>
                  <a:cubicBezTo>
                    <a:pt x="1671" y="116"/>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42"/>
            <p:cNvSpPr/>
            <p:nvPr/>
          </p:nvSpPr>
          <p:spPr>
            <a:xfrm>
              <a:off x="2535350" y="2834425"/>
              <a:ext cx="41800" cy="13000"/>
            </a:xfrm>
            <a:custGeom>
              <a:rect b="b" l="l" r="r" t="t"/>
              <a:pathLst>
                <a:path extrusionOk="0" h="520" w="1672">
                  <a:moveTo>
                    <a:pt x="231" y="1"/>
                  </a:moveTo>
                  <a:cubicBezTo>
                    <a:pt x="116" y="1"/>
                    <a:pt x="0" y="116"/>
                    <a:pt x="0" y="231"/>
                  </a:cubicBezTo>
                  <a:cubicBezTo>
                    <a:pt x="0" y="346"/>
                    <a:pt x="58" y="519"/>
                    <a:pt x="231" y="519"/>
                  </a:cubicBezTo>
                  <a:lnTo>
                    <a:pt x="1441" y="519"/>
                  </a:lnTo>
                  <a:cubicBezTo>
                    <a:pt x="1556" y="519"/>
                    <a:pt x="1671" y="404"/>
                    <a:pt x="1671" y="289"/>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42"/>
            <p:cNvSpPr/>
            <p:nvPr/>
          </p:nvSpPr>
          <p:spPr>
            <a:xfrm>
              <a:off x="2535350" y="2867550"/>
              <a:ext cx="41800" cy="11550"/>
            </a:xfrm>
            <a:custGeom>
              <a:rect b="b" l="l" r="r" t="t"/>
              <a:pathLst>
                <a:path extrusionOk="0" h="462" w="1672">
                  <a:moveTo>
                    <a:pt x="231" y="1"/>
                  </a:moveTo>
                  <a:cubicBezTo>
                    <a:pt x="116" y="1"/>
                    <a:pt x="0" y="58"/>
                    <a:pt x="0" y="174"/>
                  </a:cubicBezTo>
                  <a:cubicBezTo>
                    <a:pt x="0" y="346"/>
                    <a:pt x="58" y="462"/>
                    <a:pt x="231" y="462"/>
                  </a:cubicBezTo>
                  <a:lnTo>
                    <a:pt x="1441" y="462"/>
                  </a:lnTo>
                  <a:cubicBezTo>
                    <a:pt x="1556" y="462"/>
                    <a:pt x="1671" y="346"/>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42"/>
            <p:cNvSpPr/>
            <p:nvPr/>
          </p:nvSpPr>
          <p:spPr>
            <a:xfrm>
              <a:off x="2535350" y="2899250"/>
              <a:ext cx="41800" cy="11550"/>
            </a:xfrm>
            <a:custGeom>
              <a:rect b="b" l="l" r="r" t="t"/>
              <a:pathLst>
                <a:path extrusionOk="0" h="462" w="1672">
                  <a:moveTo>
                    <a:pt x="231" y="0"/>
                  </a:moveTo>
                  <a:cubicBezTo>
                    <a:pt x="116" y="0"/>
                    <a:pt x="0" y="58"/>
                    <a:pt x="0" y="231"/>
                  </a:cubicBezTo>
                  <a:cubicBezTo>
                    <a:pt x="0" y="346"/>
                    <a:pt x="58"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42"/>
            <p:cNvSpPr/>
            <p:nvPr/>
          </p:nvSpPr>
          <p:spPr>
            <a:xfrm>
              <a:off x="2535350" y="2930925"/>
              <a:ext cx="41800" cy="11550"/>
            </a:xfrm>
            <a:custGeom>
              <a:rect b="b" l="l" r="r" t="t"/>
              <a:pathLst>
                <a:path extrusionOk="0" h="462" w="1672">
                  <a:moveTo>
                    <a:pt x="231" y="1"/>
                  </a:moveTo>
                  <a:cubicBezTo>
                    <a:pt x="116" y="1"/>
                    <a:pt x="0" y="58"/>
                    <a:pt x="0" y="173"/>
                  </a:cubicBezTo>
                  <a:cubicBezTo>
                    <a:pt x="0" y="346"/>
                    <a:pt x="58" y="462"/>
                    <a:pt x="231" y="462"/>
                  </a:cubicBezTo>
                  <a:lnTo>
                    <a:pt x="1441" y="462"/>
                  </a:lnTo>
                  <a:cubicBezTo>
                    <a:pt x="1556" y="462"/>
                    <a:pt x="1671" y="404"/>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42"/>
            <p:cNvSpPr/>
            <p:nvPr/>
          </p:nvSpPr>
          <p:spPr>
            <a:xfrm>
              <a:off x="2535350" y="2962625"/>
              <a:ext cx="41800" cy="11525"/>
            </a:xfrm>
            <a:custGeom>
              <a:rect b="b" l="l" r="r" t="t"/>
              <a:pathLst>
                <a:path extrusionOk="0" h="461" w="1672">
                  <a:moveTo>
                    <a:pt x="231" y="0"/>
                  </a:moveTo>
                  <a:cubicBezTo>
                    <a:pt x="116" y="0"/>
                    <a:pt x="0" y="115"/>
                    <a:pt x="0" y="231"/>
                  </a:cubicBezTo>
                  <a:cubicBezTo>
                    <a:pt x="0" y="346"/>
                    <a:pt x="58"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42"/>
            <p:cNvSpPr/>
            <p:nvPr/>
          </p:nvSpPr>
          <p:spPr>
            <a:xfrm>
              <a:off x="2535350" y="2995750"/>
              <a:ext cx="41800" cy="11525"/>
            </a:xfrm>
            <a:custGeom>
              <a:rect b="b" l="l" r="r" t="t"/>
              <a:pathLst>
                <a:path extrusionOk="0" h="461" w="1672">
                  <a:moveTo>
                    <a:pt x="231" y="0"/>
                  </a:moveTo>
                  <a:cubicBezTo>
                    <a:pt x="116" y="0"/>
                    <a:pt x="0" y="58"/>
                    <a:pt x="0" y="173"/>
                  </a:cubicBezTo>
                  <a:cubicBezTo>
                    <a:pt x="0" y="346"/>
                    <a:pt x="58" y="461"/>
                    <a:pt x="231" y="461"/>
                  </a:cubicBezTo>
                  <a:lnTo>
                    <a:pt x="1441" y="461"/>
                  </a:lnTo>
                  <a:cubicBezTo>
                    <a:pt x="1556" y="461"/>
                    <a:pt x="1671" y="346"/>
                    <a:pt x="1671" y="231"/>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42"/>
            <p:cNvSpPr/>
            <p:nvPr/>
          </p:nvSpPr>
          <p:spPr>
            <a:xfrm>
              <a:off x="2611675" y="2867550"/>
              <a:ext cx="41800" cy="11550"/>
            </a:xfrm>
            <a:custGeom>
              <a:rect b="b" l="l" r="r" t="t"/>
              <a:pathLst>
                <a:path extrusionOk="0" h="462" w="1672">
                  <a:moveTo>
                    <a:pt x="231" y="1"/>
                  </a:moveTo>
                  <a:cubicBezTo>
                    <a:pt x="116" y="1"/>
                    <a:pt x="1" y="58"/>
                    <a:pt x="1" y="174"/>
                  </a:cubicBezTo>
                  <a:cubicBezTo>
                    <a:pt x="1" y="346"/>
                    <a:pt x="116" y="462"/>
                    <a:pt x="231" y="462"/>
                  </a:cubicBezTo>
                  <a:lnTo>
                    <a:pt x="1441" y="462"/>
                  </a:lnTo>
                  <a:cubicBezTo>
                    <a:pt x="1556" y="462"/>
                    <a:pt x="1671" y="346"/>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42"/>
            <p:cNvSpPr/>
            <p:nvPr/>
          </p:nvSpPr>
          <p:spPr>
            <a:xfrm>
              <a:off x="2611675" y="2899250"/>
              <a:ext cx="41800" cy="11550"/>
            </a:xfrm>
            <a:custGeom>
              <a:rect b="b" l="l" r="r" t="t"/>
              <a:pathLst>
                <a:path extrusionOk="0" h="462" w="1672">
                  <a:moveTo>
                    <a:pt x="231" y="0"/>
                  </a:moveTo>
                  <a:cubicBezTo>
                    <a:pt x="116" y="0"/>
                    <a:pt x="1" y="58"/>
                    <a:pt x="1" y="231"/>
                  </a:cubicBezTo>
                  <a:cubicBezTo>
                    <a:pt x="1" y="346"/>
                    <a:pt x="116"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42"/>
            <p:cNvSpPr/>
            <p:nvPr/>
          </p:nvSpPr>
          <p:spPr>
            <a:xfrm>
              <a:off x="2461900" y="2905000"/>
              <a:ext cx="11550" cy="27400"/>
            </a:xfrm>
            <a:custGeom>
              <a:rect b="b" l="l" r="r" t="t"/>
              <a:pathLst>
                <a:path extrusionOk="0" h="1096" w="462">
                  <a:moveTo>
                    <a:pt x="173" y="1"/>
                  </a:moveTo>
                  <a:cubicBezTo>
                    <a:pt x="58" y="1"/>
                    <a:pt x="0" y="116"/>
                    <a:pt x="0" y="231"/>
                  </a:cubicBezTo>
                  <a:lnTo>
                    <a:pt x="0" y="807"/>
                  </a:lnTo>
                  <a:cubicBezTo>
                    <a:pt x="0" y="980"/>
                    <a:pt x="58" y="1038"/>
                    <a:pt x="173" y="1095"/>
                  </a:cubicBezTo>
                  <a:cubicBezTo>
                    <a:pt x="346" y="1095"/>
                    <a:pt x="461" y="980"/>
                    <a:pt x="461" y="865"/>
                  </a:cubicBezTo>
                  <a:lnTo>
                    <a:pt x="461" y="231"/>
                  </a:lnTo>
                  <a:cubicBezTo>
                    <a:pt x="461" y="116"/>
                    <a:pt x="346" y="1"/>
                    <a:pt x="17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42"/>
            <p:cNvSpPr/>
            <p:nvPr/>
          </p:nvSpPr>
          <p:spPr>
            <a:xfrm>
              <a:off x="2484925" y="2905000"/>
              <a:ext cx="13000" cy="27400"/>
            </a:xfrm>
            <a:custGeom>
              <a:rect b="b" l="l" r="r" t="t"/>
              <a:pathLst>
                <a:path extrusionOk="0" h="1096" w="520">
                  <a:moveTo>
                    <a:pt x="231" y="1"/>
                  </a:moveTo>
                  <a:cubicBezTo>
                    <a:pt x="116" y="1"/>
                    <a:pt x="1" y="116"/>
                    <a:pt x="1" y="231"/>
                  </a:cubicBezTo>
                  <a:lnTo>
                    <a:pt x="1" y="807"/>
                  </a:lnTo>
                  <a:cubicBezTo>
                    <a:pt x="1" y="980"/>
                    <a:pt x="116" y="1038"/>
                    <a:pt x="231" y="1095"/>
                  </a:cubicBezTo>
                  <a:cubicBezTo>
                    <a:pt x="404" y="1095"/>
                    <a:pt x="519" y="980"/>
                    <a:pt x="519" y="865"/>
                  </a:cubicBezTo>
                  <a:lnTo>
                    <a:pt x="519" y="231"/>
                  </a:lnTo>
                  <a:cubicBezTo>
                    <a:pt x="519" y="116"/>
                    <a:pt x="404" y="1"/>
                    <a:pt x="2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42"/>
            <p:cNvSpPr/>
            <p:nvPr/>
          </p:nvSpPr>
          <p:spPr>
            <a:xfrm>
              <a:off x="2461900" y="2944950"/>
              <a:ext cx="11550" cy="26325"/>
            </a:xfrm>
            <a:custGeom>
              <a:rect b="b" l="l" r="r" t="t"/>
              <a:pathLst>
                <a:path extrusionOk="0" h="1053" w="462">
                  <a:moveTo>
                    <a:pt x="259" y="1"/>
                  </a:moveTo>
                  <a:cubicBezTo>
                    <a:pt x="232" y="1"/>
                    <a:pt x="204" y="6"/>
                    <a:pt x="173" y="16"/>
                  </a:cubicBezTo>
                  <a:cubicBezTo>
                    <a:pt x="58" y="16"/>
                    <a:pt x="0" y="131"/>
                    <a:pt x="0" y="246"/>
                  </a:cubicBezTo>
                  <a:lnTo>
                    <a:pt x="0" y="822"/>
                  </a:lnTo>
                  <a:cubicBezTo>
                    <a:pt x="0" y="938"/>
                    <a:pt x="58" y="1053"/>
                    <a:pt x="173" y="1053"/>
                  </a:cubicBezTo>
                  <a:cubicBezTo>
                    <a:pt x="346" y="1053"/>
                    <a:pt x="461" y="995"/>
                    <a:pt x="461" y="822"/>
                  </a:cubicBezTo>
                  <a:lnTo>
                    <a:pt x="461" y="246"/>
                  </a:lnTo>
                  <a:cubicBezTo>
                    <a:pt x="461" y="104"/>
                    <a:pt x="383" y="1"/>
                    <a:pt x="2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42"/>
            <p:cNvSpPr/>
            <p:nvPr/>
          </p:nvSpPr>
          <p:spPr>
            <a:xfrm>
              <a:off x="2484925" y="2944950"/>
              <a:ext cx="13000" cy="26325"/>
            </a:xfrm>
            <a:custGeom>
              <a:rect b="b" l="l" r="r" t="t"/>
              <a:pathLst>
                <a:path extrusionOk="0" h="1053" w="520">
                  <a:moveTo>
                    <a:pt x="318" y="1"/>
                  </a:moveTo>
                  <a:cubicBezTo>
                    <a:pt x="291" y="1"/>
                    <a:pt x="262" y="6"/>
                    <a:pt x="231" y="16"/>
                  </a:cubicBezTo>
                  <a:cubicBezTo>
                    <a:pt x="116" y="16"/>
                    <a:pt x="1" y="131"/>
                    <a:pt x="1" y="246"/>
                  </a:cubicBezTo>
                  <a:lnTo>
                    <a:pt x="1" y="822"/>
                  </a:lnTo>
                  <a:cubicBezTo>
                    <a:pt x="1" y="938"/>
                    <a:pt x="116" y="1053"/>
                    <a:pt x="231" y="1053"/>
                  </a:cubicBezTo>
                  <a:cubicBezTo>
                    <a:pt x="404" y="1053"/>
                    <a:pt x="519" y="995"/>
                    <a:pt x="519" y="822"/>
                  </a:cubicBezTo>
                  <a:lnTo>
                    <a:pt x="519" y="246"/>
                  </a:lnTo>
                  <a:cubicBezTo>
                    <a:pt x="519" y="104"/>
                    <a:pt x="441" y="1"/>
                    <a:pt x="31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42"/>
            <p:cNvSpPr/>
            <p:nvPr/>
          </p:nvSpPr>
          <p:spPr>
            <a:xfrm>
              <a:off x="2461900" y="2984225"/>
              <a:ext cx="11550" cy="27375"/>
            </a:xfrm>
            <a:custGeom>
              <a:rect b="b" l="l" r="r" t="t"/>
              <a:pathLst>
                <a:path extrusionOk="0" h="1095" w="462">
                  <a:moveTo>
                    <a:pt x="173" y="0"/>
                  </a:moveTo>
                  <a:cubicBezTo>
                    <a:pt x="58" y="0"/>
                    <a:pt x="0" y="115"/>
                    <a:pt x="0" y="231"/>
                  </a:cubicBezTo>
                  <a:lnTo>
                    <a:pt x="0" y="807"/>
                  </a:lnTo>
                  <a:cubicBezTo>
                    <a:pt x="0" y="980"/>
                    <a:pt x="58" y="1037"/>
                    <a:pt x="173" y="1095"/>
                  </a:cubicBezTo>
                  <a:cubicBezTo>
                    <a:pt x="346" y="1095"/>
                    <a:pt x="461" y="980"/>
                    <a:pt x="461" y="864"/>
                  </a:cubicBezTo>
                  <a:lnTo>
                    <a:pt x="461" y="231"/>
                  </a:lnTo>
                  <a:cubicBezTo>
                    <a:pt x="461" y="115"/>
                    <a:pt x="346" y="0"/>
                    <a:pt x="1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42"/>
            <p:cNvSpPr/>
            <p:nvPr/>
          </p:nvSpPr>
          <p:spPr>
            <a:xfrm>
              <a:off x="2484925" y="2984225"/>
              <a:ext cx="13000" cy="27375"/>
            </a:xfrm>
            <a:custGeom>
              <a:rect b="b" l="l" r="r" t="t"/>
              <a:pathLst>
                <a:path extrusionOk="0" h="1095" w="520">
                  <a:moveTo>
                    <a:pt x="231" y="0"/>
                  </a:moveTo>
                  <a:cubicBezTo>
                    <a:pt x="116" y="0"/>
                    <a:pt x="1" y="115"/>
                    <a:pt x="1" y="231"/>
                  </a:cubicBezTo>
                  <a:lnTo>
                    <a:pt x="1" y="807"/>
                  </a:lnTo>
                  <a:cubicBezTo>
                    <a:pt x="1" y="980"/>
                    <a:pt x="116" y="1037"/>
                    <a:pt x="231" y="1095"/>
                  </a:cubicBezTo>
                  <a:cubicBezTo>
                    <a:pt x="404" y="1095"/>
                    <a:pt x="519" y="980"/>
                    <a:pt x="519" y="864"/>
                  </a:cubicBezTo>
                  <a:lnTo>
                    <a:pt x="519" y="231"/>
                  </a:lnTo>
                  <a:cubicBezTo>
                    <a:pt x="519" y="115"/>
                    <a:pt x="404"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42"/>
            <p:cNvSpPr/>
            <p:nvPr/>
          </p:nvSpPr>
          <p:spPr>
            <a:xfrm>
              <a:off x="2414375" y="2742250"/>
              <a:ext cx="404725" cy="401850"/>
            </a:xfrm>
            <a:custGeom>
              <a:rect b="b" l="l" r="r" t="t"/>
              <a:pathLst>
                <a:path extrusionOk="0" h="16074" w="16189">
                  <a:moveTo>
                    <a:pt x="6395" y="462"/>
                  </a:moveTo>
                  <a:lnTo>
                    <a:pt x="6395" y="1153"/>
                  </a:lnTo>
                  <a:lnTo>
                    <a:pt x="4897" y="1153"/>
                  </a:lnTo>
                  <a:lnTo>
                    <a:pt x="4897" y="462"/>
                  </a:lnTo>
                  <a:close/>
                  <a:moveTo>
                    <a:pt x="12201" y="5184"/>
                  </a:moveTo>
                  <a:cubicBezTo>
                    <a:pt x="12340" y="5184"/>
                    <a:pt x="12475" y="5258"/>
                    <a:pt x="12502" y="5416"/>
                  </a:cubicBezTo>
                  <a:lnTo>
                    <a:pt x="12502" y="7663"/>
                  </a:lnTo>
                  <a:lnTo>
                    <a:pt x="11868" y="7663"/>
                  </a:lnTo>
                  <a:lnTo>
                    <a:pt x="11868" y="5474"/>
                  </a:lnTo>
                  <a:cubicBezTo>
                    <a:pt x="11868" y="5287"/>
                    <a:pt x="12037" y="5184"/>
                    <a:pt x="12201" y="5184"/>
                  </a:cubicBezTo>
                  <a:close/>
                  <a:moveTo>
                    <a:pt x="13268" y="4733"/>
                  </a:moveTo>
                  <a:cubicBezTo>
                    <a:pt x="13407" y="4733"/>
                    <a:pt x="13539" y="4875"/>
                    <a:pt x="13539" y="5070"/>
                  </a:cubicBezTo>
                  <a:lnTo>
                    <a:pt x="13539" y="7663"/>
                  </a:lnTo>
                  <a:lnTo>
                    <a:pt x="12963" y="7663"/>
                  </a:lnTo>
                  <a:lnTo>
                    <a:pt x="12963" y="5013"/>
                  </a:lnTo>
                  <a:cubicBezTo>
                    <a:pt x="12963" y="4955"/>
                    <a:pt x="13020" y="4898"/>
                    <a:pt x="13078" y="4840"/>
                  </a:cubicBezTo>
                  <a:cubicBezTo>
                    <a:pt x="13134" y="4766"/>
                    <a:pt x="13201" y="4733"/>
                    <a:pt x="13268" y="4733"/>
                  </a:cubicBezTo>
                  <a:close/>
                  <a:moveTo>
                    <a:pt x="14345" y="5186"/>
                  </a:moveTo>
                  <a:cubicBezTo>
                    <a:pt x="14518" y="5186"/>
                    <a:pt x="14633" y="5358"/>
                    <a:pt x="14633" y="5474"/>
                  </a:cubicBezTo>
                  <a:lnTo>
                    <a:pt x="14633" y="7663"/>
                  </a:lnTo>
                  <a:lnTo>
                    <a:pt x="14057" y="7663"/>
                  </a:lnTo>
                  <a:lnTo>
                    <a:pt x="14057" y="5474"/>
                  </a:lnTo>
                  <a:cubicBezTo>
                    <a:pt x="14057" y="5301"/>
                    <a:pt x="14172" y="5186"/>
                    <a:pt x="14345" y="5186"/>
                  </a:cubicBezTo>
                  <a:close/>
                  <a:moveTo>
                    <a:pt x="8699" y="8124"/>
                  </a:moveTo>
                  <a:cubicBezTo>
                    <a:pt x="8642" y="8354"/>
                    <a:pt x="8526" y="8469"/>
                    <a:pt x="8296" y="8527"/>
                  </a:cubicBezTo>
                  <a:lnTo>
                    <a:pt x="8354" y="8124"/>
                  </a:lnTo>
                  <a:close/>
                  <a:moveTo>
                    <a:pt x="14633" y="8124"/>
                  </a:moveTo>
                  <a:lnTo>
                    <a:pt x="14633" y="8527"/>
                  </a:lnTo>
                  <a:cubicBezTo>
                    <a:pt x="14518" y="8469"/>
                    <a:pt x="14460" y="8469"/>
                    <a:pt x="14403" y="8354"/>
                  </a:cubicBezTo>
                  <a:cubicBezTo>
                    <a:pt x="14288" y="8297"/>
                    <a:pt x="14288" y="8239"/>
                    <a:pt x="14230" y="8124"/>
                  </a:cubicBezTo>
                  <a:close/>
                  <a:moveTo>
                    <a:pt x="11465" y="8873"/>
                  </a:moveTo>
                  <a:cubicBezTo>
                    <a:pt x="11753" y="8873"/>
                    <a:pt x="12041" y="9046"/>
                    <a:pt x="12214" y="9334"/>
                  </a:cubicBezTo>
                  <a:cubicBezTo>
                    <a:pt x="12329" y="9449"/>
                    <a:pt x="12386" y="9622"/>
                    <a:pt x="12386" y="9794"/>
                  </a:cubicBezTo>
                  <a:cubicBezTo>
                    <a:pt x="12386" y="10313"/>
                    <a:pt x="11983" y="10716"/>
                    <a:pt x="11465" y="10716"/>
                  </a:cubicBezTo>
                  <a:cubicBezTo>
                    <a:pt x="10946" y="10716"/>
                    <a:pt x="10543" y="10313"/>
                    <a:pt x="10543" y="9794"/>
                  </a:cubicBezTo>
                  <a:cubicBezTo>
                    <a:pt x="10543" y="9276"/>
                    <a:pt x="10946" y="8873"/>
                    <a:pt x="11465" y="8873"/>
                  </a:cubicBezTo>
                  <a:close/>
                  <a:moveTo>
                    <a:pt x="8354" y="11062"/>
                  </a:moveTo>
                  <a:cubicBezTo>
                    <a:pt x="8526" y="11119"/>
                    <a:pt x="8642" y="11235"/>
                    <a:pt x="8699" y="11408"/>
                  </a:cubicBezTo>
                  <a:lnTo>
                    <a:pt x="8354" y="11408"/>
                  </a:lnTo>
                  <a:lnTo>
                    <a:pt x="8354" y="11062"/>
                  </a:lnTo>
                  <a:close/>
                  <a:moveTo>
                    <a:pt x="14633" y="11004"/>
                  </a:moveTo>
                  <a:lnTo>
                    <a:pt x="14633" y="11408"/>
                  </a:lnTo>
                  <a:lnTo>
                    <a:pt x="14230" y="11408"/>
                  </a:lnTo>
                  <a:cubicBezTo>
                    <a:pt x="14288" y="11235"/>
                    <a:pt x="14460" y="11119"/>
                    <a:pt x="14633" y="11004"/>
                  </a:cubicBezTo>
                  <a:close/>
                  <a:moveTo>
                    <a:pt x="3860" y="5819"/>
                  </a:moveTo>
                  <a:lnTo>
                    <a:pt x="3860" y="11465"/>
                  </a:lnTo>
                  <a:lnTo>
                    <a:pt x="1325" y="11465"/>
                  </a:lnTo>
                  <a:lnTo>
                    <a:pt x="1325" y="5819"/>
                  </a:lnTo>
                  <a:close/>
                  <a:moveTo>
                    <a:pt x="10024" y="4149"/>
                  </a:moveTo>
                  <a:lnTo>
                    <a:pt x="10024" y="7663"/>
                  </a:lnTo>
                  <a:lnTo>
                    <a:pt x="8987" y="7720"/>
                  </a:lnTo>
                  <a:lnTo>
                    <a:pt x="8123" y="7663"/>
                  </a:lnTo>
                  <a:cubicBezTo>
                    <a:pt x="8123" y="7663"/>
                    <a:pt x="7835" y="7778"/>
                    <a:pt x="7835" y="7893"/>
                  </a:cubicBezTo>
                  <a:lnTo>
                    <a:pt x="7835" y="10774"/>
                  </a:lnTo>
                  <a:lnTo>
                    <a:pt x="7893" y="10774"/>
                  </a:lnTo>
                  <a:lnTo>
                    <a:pt x="7893" y="11465"/>
                  </a:lnTo>
                  <a:lnTo>
                    <a:pt x="7432" y="11465"/>
                  </a:lnTo>
                  <a:lnTo>
                    <a:pt x="7432" y="4149"/>
                  </a:lnTo>
                  <a:close/>
                  <a:moveTo>
                    <a:pt x="13711" y="8124"/>
                  </a:moveTo>
                  <a:cubicBezTo>
                    <a:pt x="13769" y="8354"/>
                    <a:pt x="13884" y="8527"/>
                    <a:pt x="14057" y="8700"/>
                  </a:cubicBezTo>
                  <a:cubicBezTo>
                    <a:pt x="14230" y="8873"/>
                    <a:pt x="14403" y="8988"/>
                    <a:pt x="14633" y="9046"/>
                  </a:cubicBezTo>
                  <a:lnTo>
                    <a:pt x="14633" y="10543"/>
                  </a:lnTo>
                  <a:cubicBezTo>
                    <a:pt x="14172" y="10659"/>
                    <a:pt x="13827" y="11004"/>
                    <a:pt x="13711" y="11465"/>
                  </a:cubicBezTo>
                  <a:lnTo>
                    <a:pt x="10946" y="11465"/>
                  </a:lnTo>
                  <a:cubicBezTo>
                    <a:pt x="10916" y="11470"/>
                    <a:pt x="10886" y="11473"/>
                    <a:pt x="10857" y="11473"/>
                  </a:cubicBezTo>
                  <a:cubicBezTo>
                    <a:pt x="10552" y="11473"/>
                    <a:pt x="10307" y="11210"/>
                    <a:pt x="10255" y="10947"/>
                  </a:cubicBezTo>
                  <a:lnTo>
                    <a:pt x="10255" y="10486"/>
                  </a:lnTo>
                  <a:cubicBezTo>
                    <a:pt x="10485" y="10889"/>
                    <a:pt x="11004" y="11177"/>
                    <a:pt x="11465" y="11177"/>
                  </a:cubicBezTo>
                  <a:cubicBezTo>
                    <a:pt x="12271" y="11177"/>
                    <a:pt x="12905" y="10601"/>
                    <a:pt x="12905" y="9794"/>
                  </a:cubicBezTo>
                  <a:cubicBezTo>
                    <a:pt x="12905" y="9564"/>
                    <a:pt x="12790" y="9276"/>
                    <a:pt x="12674" y="9046"/>
                  </a:cubicBezTo>
                  <a:cubicBezTo>
                    <a:pt x="12386" y="8642"/>
                    <a:pt x="11983" y="8412"/>
                    <a:pt x="11465" y="8412"/>
                  </a:cubicBezTo>
                  <a:lnTo>
                    <a:pt x="11407" y="8412"/>
                  </a:lnTo>
                  <a:cubicBezTo>
                    <a:pt x="10773" y="8412"/>
                    <a:pt x="10197" y="8873"/>
                    <a:pt x="10082" y="9506"/>
                  </a:cubicBezTo>
                  <a:cubicBezTo>
                    <a:pt x="9967" y="9276"/>
                    <a:pt x="9679" y="9161"/>
                    <a:pt x="9448" y="9161"/>
                  </a:cubicBezTo>
                  <a:cubicBezTo>
                    <a:pt x="8987" y="9161"/>
                    <a:pt x="8642" y="9506"/>
                    <a:pt x="8642" y="9967"/>
                  </a:cubicBezTo>
                  <a:lnTo>
                    <a:pt x="8642" y="10659"/>
                  </a:lnTo>
                  <a:cubicBezTo>
                    <a:pt x="8584" y="10601"/>
                    <a:pt x="8469" y="10601"/>
                    <a:pt x="8354" y="10543"/>
                  </a:cubicBezTo>
                  <a:lnTo>
                    <a:pt x="8354" y="9046"/>
                  </a:lnTo>
                  <a:cubicBezTo>
                    <a:pt x="8757" y="8930"/>
                    <a:pt x="9103" y="8585"/>
                    <a:pt x="9218" y="8124"/>
                  </a:cubicBezTo>
                  <a:close/>
                  <a:moveTo>
                    <a:pt x="15411" y="7188"/>
                  </a:moveTo>
                  <a:cubicBezTo>
                    <a:pt x="15569" y="7188"/>
                    <a:pt x="15728" y="7288"/>
                    <a:pt x="15728" y="7490"/>
                  </a:cubicBezTo>
                  <a:lnTo>
                    <a:pt x="15728" y="10659"/>
                  </a:lnTo>
                  <a:cubicBezTo>
                    <a:pt x="15728" y="11408"/>
                    <a:pt x="15440" y="12156"/>
                    <a:pt x="14979" y="12733"/>
                  </a:cubicBezTo>
                  <a:cubicBezTo>
                    <a:pt x="14806" y="13021"/>
                    <a:pt x="14691" y="13309"/>
                    <a:pt x="14691" y="13654"/>
                  </a:cubicBezTo>
                  <a:lnTo>
                    <a:pt x="14691" y="13770"/>
                  </a:lnTo>
                  <a:lnTo>
                    <a:pt x="14691" y="13827"/>
                  </a:lnTo>
                  <a:lnTo>
                    <a:pt x="11349" y="13827"/>
                  </a:lnTo>
                  <a:lnTo>
                    <a:pt x="11349" y="13712"/>
                  </a:lnTo>
                  <a:cubicBezTo>
                    <a:pt x="11349" y="13193"/>
                    <a:pt x="11119" y="12848"/>
                    <a:pt x="10658" y="12675"/>
                  </a:cubicBezTo>
                  <a:cubicBezTo>
                    <a:pt x="9852" y="12387"/>
                    <a:pt x="9218" y="11868"/>
                    <a:pt x="9160" y="11235"/>
                  </a:cubicBezTo>
                  <a:cubicBezTo>
                    <a:pt x="9160" y="11119"/>
                    <a:pt x="9103" y="11004"/>
                    <a:pt x="9103" y="10889"/>
                  </a:cubicBezTo>
                  <a:lnTo>
                    <a:pt x="9103" y="9967"/>
                  </a:lnTo>
                  <a:cubicBezTo>
                    <a:pt x="9103" y="9737"/>
                    <a:pt x="9275" y="9622"/>
                    <a:pt x="9448" y="9622"/>
                  </a:cubicBezTo>
                  <a:cubicBezTo>
                    <a:pt x="9621" y="9622"/>
                    <a:pt x="9794" y="9737"/>
                    <a:pt x="9794" y="9967"/>
                  </a:cubicBezTo>
                  <a:lnTo>
                    <a:pt x="9794" y="10889"/>
                  </a:lnTo>
                  <a:cubicBezTo>
                    <a:pt x="9794" y="11465"/>
                    <a:pt x="10312" y="11926"/>
                    <a:pt x="10889" y="11926"/>
                  </a:cubicBezTo>
                  <a:lnTo>
                    <a:pt x="14864" y="11926"/>
                  </a:lnTo>
                  <a:cubicBezTo>
                    <a:pt x="14979" y="11926"/>
                    <a:pt x="15094" y="11811"/>
                    <a:pt x="15094" y="11696"/>
                  </a:cubicBezTo>
                  <a:lnTo>
                    <a:pt x="15094" y="7490"/>
                  </a:lnTo>
                  <a:cubicBezTo>
                    <a:pt x="15094" y="7288"/>
                    <a:pt x="15253" y="7188"/>
                    <a:pt x="15411" y="7188"/>
                  </a:cubicBezTo>
                  <a:close/>
                  <a:moveTo>
                    <a:pt x="4667" y="1"/>
                  </a:moveTo>
                  <a:cubicBezTo>
                    <a:pt x="4551" y="1"/>
                    <a:pt x="4436" y="116"/>
                    <a:pt x="4436" y="231"/>
                  </a:cubicBezTo>
                  <a:lnTo>
                    <a:pt x="4436" y="1153"/>
                  </a:lnTo>
                  <a:lnTo>
                    <a:pt x="4090" y="1153"/>
                  </a:lnTo>
                  <a:cubicBezTo>
                    <a:pt x="3975" y="1153"/>
                    <a:pt x="3860" y="1268"/>
                    <a:pt x="3860" y="1383"/>
                  </a:cubicBezTo>
                  <a:lnTo>
                    <a:pt x="3860" y="2651"/>
                  </a:lnTo>
                  <a:cubicBezTo>
                    <a:pt x="3860" y="2788"/>
                    <a:pt x="3978" y="2860"/>
                    <a:pt x="4095" y="2860"/>
                  </a:cubicBezTo>
                  <a:cubicBezTo>
                    <a:pt x="4224" y="2860"/>
                    <a:pt x="4351" y="2774"/>
                    <a:pt x="4321" y="2593"/>
                  </a:cubicBezTo>
                  <a:lnTo>
                    <a:pt x="4321" y="1671"/>
                  </a:lnTo>
                  <a:lnTo>
                    <a:pt x="6913" y="1671"/>
                  </a:lnTo>
                  <a:lnTo>
                    <a:pt x="6913" y="11465"/>
                  </a:lnTo>
                  <a:lnTo>
                    <a:pt x="4321" y="11465"/>
                  </a:lnTo>
                  <a:lnTo>
                    <a:pt x="4321" y="5589"/>
                  </a:lnTo>
                  <a:lnTo>
                    <a:pt x="4321" y="5531"/>
                  </a:lnTo>
                  <a:lnTo>
                    <a:pt x="4321" y="3918"/>
                  </a:lnTo>
                  <a:cubicBezTo>
                    <a:pt x="4353" y="3755"/>
                    <a:pt x="4201" y="3647"/>
                    <a:pt x="4063" y="3647"/>
                  </a:cubicBezTo>
                  <a:cubicBezTo>
                    <a:pt x="3958" y="3647"/>
                    <a:pt x="3860" y="3711"/>
                    <a:pt x="3860" y="3861"/>
                  </a:cubicBezTo>
                  <a:lnTo>
                    <a:pt x="3860" y="5358"/>
                  </a:lnTo>
                  <a:lnTo>
                    <a:pt x="1037" y="5358"/>
                  </a:lnTo>
                  <a:cubicBezTo>
                    <a:pt x="922" y="5358"/>
                    <a:pt x="807" y="5474"/>
                    <a:pt x="807" y="5589"/>
                  </a:cubicBezTo>
                  <a:lnTo>
                    <a:pt x="807" y="11465"/>
                  </a:lnTo>
                  <a:lnTo>
                    <a:pt x="288" y="11465"/>
                  </a:lnTo>
                  <a:cubicBezTo>
                    <a:pt x="0" y="11465"/>
                    <a:pt x="0" y="11926"/>
                    <a:pt x="288" y="11926"/>
                  </a:cubicBezTo>
                  <a:lnTo>
                    <a:pt x="8815" y="11926"/>
                  </a:lnTo>
                  <a:cubicBezTo>
                    <a:pt x="9160" y="12560"/>
                    <a:pt x="9794" y="12905"/>
                    <a:pt x="10485" y="13136"/>
                  </a:cubicBezTo>
                  <a:cubicBezTo>
                    <a:pt x="10716" y="13251"/>
                    <a:pt x="10889" y="13424"/>
                    <a:pt x="10889" y="13712"/>
                  </a:cubicBezTo>
                  <a:lnTo>
                    <a:pt x="10889" y="13885"/>
                  </a:lnTo>
                  <a:lnTo>
                    <a:pt x="10658" y="13885"/>
                  </a:lnTo>
                  <a:cubicBezTo>
                    <a:pt x="10543" y="13885"/>
                    <a:pt x="10428" y="14000"/>
                    <a:pt x="10428" y="14115"/>
                  </a:cubicBezTo>
                  <a:lnTo>
                    <a:pt x="10428" y="15844"/>
                  </a:lnTo>
                  <a:cubicBezTo>
                    <a:pt x="10428" y="15959"/>
                    <a:pt x="10543" y="16074"/>
                    <a:pt x="10658" y="16074"/>
                  </a:cubicBezTo>
                  <a:lnTo>
                    <a:pt x="13423" y="16074"/>
                  </a:lnTo>
                  <a:cubicBezTo>
                    <a:pt x="13711" y="16074"/>
                    <a:pt x="13711" y="15613"/>
                    <a:pt x="13423" y="15613"/>
                  </a:cubicBezTo>
                  <a:lnTo>
                    <a:pt x="10889" y="15613"/>
                  </a:lnTo>
                  <a:lnTo>
                    <a:pt x="10889" y="14346"/>
                  </a:lnTo>
                  <a:lnTo>
                    <a:pt x="15094" y="14346"/>
                  </a:lnTo>
                  <a:lnTo>
                    <a:pt x="15094" y="15613"/>
                  </a:lnTo>
                  <a:lnTo>
                    <a:pt x="14691" y="15613"/>
                  </a:lnTo>
                  <a:cubicBezTo>
                    <a:pt x="14403" y="15613"/>
                    <a:pt x="14403" y="16074"/>
                    <a:pt x="14691" y="16074"/>
                  </a:cubicBezTo>
                  <a:lnTo>
                    <a:pt x="15325" y="16074"/>
                  </a:lnTo>
                  <a:cubicBezTo>
                    <a:pt x="15497" y="16074"/>
                    <a:pt x="15613" y="15959"/>
                    <a:pt x="15613" y="15844"/>
                  </a:cubicBezTo>
                  <a:lnTo>
                    <a:pt x="15613" y="14115"/>
                  </a:lnTo>
                  <a:cubicBezTo>
                    <a:pt x="15613" y="14000"/>
                    <a:pt x="15497" y="13885"/>
                    <a:pt x="15325" y="13885"/>
                  </a:cubicBezTo>
                  <a:lnTo>
                    <a:pt x="15094" y="13885"/>
                  </a:lnTo>
                  <a:lnTo>
                    <a:pt x="15094" y="13770"/>
                  </a:lnTo>
                  <a:cubicBezTo>
                    <a:pt x="15094" y="13482"/>
                    <a:pt x="15152" y="13251"/>
                    <a:pt x="15325" y="13078"/>
                  </a:cubicBezTo>
                  <a:cubicBezTo>
                    <a:pt x="15901" y="12387"/>
                    <a:pt x="16189" y="11523"/>
                    <a:pt x="16189" y="10659"/>
                  </a:cubicBezTo>
                  <a:lnTo>
                    <a:pt x="16189" y="7490"/>
                  </a:lnTo>
                  <a:cubicBezTo>
                    <a:pt x="16189" y="7074"/>
                    <a:pt x="15818" y="6732"/>
                    <a:pt x="15404" y="6732"/>
                  </a:cubicBezTo>
                  <a:cubicBezTo>
                    <a:pt x="15302" y="6732"/>
                    <a:pt x="15197" y="6753"/>
                    <a:pt x="15094" y="6799"/>
                  </a:cubicBezTo>
                  <a:lnTo>
                    <a:pt x="15094" y="5531"/>
                  </a:lnTo>
                  <a:cubicBezTo>
                    <a:pt x="15094" y="5068"/>
                    <a:pt x="14721" y="4716"/>
                    <a:pt x="14306" y="4716"/>
                  </a:cubicBezTo>
                  <a:cubicBezTo>
                    <a:pt x="14205" y="4716"/>
                    <a:pt x="14101" y="4737"/>
                    <a:pt x="13999" y="4782"/>
                  </a:cubicBezTo>
                  <a:cubicBezTo>
                    <a:pt x="13882" y="4459"/>
                    <a:pt x="13569" y="4285"/>
                    <a:pt x="13260" y="4285"/>
                  </a:cubicBezTo>
                  <a:cubicBezTo>
                    <a:pt x="12964" y="4285"/>
                    <a:pt x="12672" y="4444"/>
                    <a:pt x="12559" y="4782"/>
                  </a:cubicBezTo>
                  <a:cubicBezTo>
                    <a:pt x="12458" y="4737"/>
                    <a:pt x="12352" y="4716"/>
                    <a:pt x="12247" y="4716"/>
                  </a:cubicBezTo>
                  <a:cubicBezTo>
                    <a:pt x="11817" y="4716"/>
                    <a:pt x="11407" y="5068"/>
                    <a:pt x="11407" y="5531"/>
                  </a:cubicBezTo>
                  <a:lnTo>
                    <a:pt x="11407" y="7663"/>
                  </a:lnTo>
                  <a:lnTo>
                    <a:pt x="10485" y="7663"/>
                  </a:lnTo>
                  <a:lnTo>
                    <a:pt x="10485" y="3918"/>
                  </a:lnTo>
                  <a:cubicBezTo>
                    <a:pt x="10485" y="3803"/>
                    <a:pt x="10370" y="3688"/>
                    <a:pt x="10255" y="3688"/>
                  </a:cubicBezTo>
                  <a:lnTo>
                    <a:pt x="8930" y="3688"/>
                  </a:lnTo>
                  <a:lnTo>
                    <a:pt x="8930" y="1499"/>
                  </a:lnTo>
                  <a:cubicBezTo>
                    <a:pt x="8930" y="1383"/>
                    <a:pt x="8872" y="1326"/>
                    <a:pt x="8757" y="1268"/>
                  </a:cubicBezTo>
                  <a:cubicBezTo>
                    <a:pt x="8642" y="1268"/>
                    <a:pt x="8469" y="1383"/>
                    <a:pt x="8469" y="1499"/>
                  </a:cubicBezTo>
                  <a:lnTo>
                    <a:pt x="8469" y="3688"/>
                  </a:lnTo>
                  <a:lnTo>
                    <a:pt x="7432" y="3688"/>
                  </a:lnTo>
                  <a:lnTo>
                    <a:pt x="7432" y="1383"/>
                  </a:lnTo>
                  <a:cubicBezTo>
                    <a:pt x="7432" y="1268"/>
                    <a:pt x="7317" y="1153"/>
                    <a:pt x="7201" y="1153"/>
                  </a:cubicBezTo>
                  <a:lnTo>
                    <a:pt x="6856" y="1153"/>
                  </a:lnTo>
                  <a:lnTo>
                    <a:pt x="6856" y="231"/>
                  </a:lnTo>
                  <a:cubicBezTo>
                    <a:pt x="6856" y="116"/>
                    <a:pt x="6741" y="1"/>
                    <a:pt x="6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0" name="Google Shape;550;p42"/>
          <p:cNvGrpSpPr/>
          <p:nvPr/>
        </p:nvGrpSpPr>
        <p:grpSpPr>
          <a:xfrm>
            <a:off x="1706513" y="2011366"/>
            <a:ext cx="332725" cy="403000"/>
            <a:chOff x="1354325" y="2722800"/>
            <a:chExt cx="332725" cy="403000"/>
          </a:xfrm>
        </p:grpSpPr>
        <p:sp>
          <p:nvSpPr>
            <p:cNvPr id="551" name="Google Shape;551;p42"/>
            <p:cNvSpPr/>
            <p:nvPr/>
          </p:nvSpPr>
          <p:spPr>
            <a:xfrm>
              <a:off x="1354325" y="2722800"/>
              <a:ext cx="332725" cy="403000"/>
            </a:xfrm>
            <a:custGeom>
              <a:rect b="b" l="l" r="r" t="t"/>
              <a:pathLst>
                <a:path extrusionOk="0" h="16120" w="13309">
                  <a:moveTo>
                    <a:pt x="6626" y="519"/>
                  </a:moveTo>
                  <a:cubicBezTo>
                    <a:pt x="6943" y="519"/>
                    <a:pt x="7259" y="606"/>
                    <a:pt x="7490" y="779"/>
                  </a:cubicBezTo>
                  <a:cubicBezTo>
                    <a:pt x="8008" y="1240"/>
                    <a:pt x="8066" y="2046"/>
                    <a:pt x="7605" y="2968"/>
                  </a:cubicBezTo>
                  <a:cubicBezTo>
                    <a:pt x="7317" y="2853"/>
                    <a:pt x="6971" y="2737"/>
                    <a:pt x="6626" y="2737"/>
                  </a:cubicBezTo>
                  <a:cubicBezTo>
                    <a:pt x="6280" y="2737"/>
                    <a:pt x="5934" y="2853"/>
                    <a:pt x="5646" y="2968"/>
                  </a:cubicBezTo>
                  <a:cubicBezTo>
                    <a:pt x="5185" y="1988"/>
                    <a:pt x="5243" y="1240"/>
                    <a:pt x="5762" y="779"/>
                  </a:cubicBezTo>
                  <a:cubicBezTo>
                    <a:pt x="5992" y="606"/>
                    <a:pt x="6309" y="519"/>
                    <a:pt x="6626" y="519"/>
                  </a:cubicBezTo>
                  <a:close/>
                  <a:moveTo>
                    <a:pt x="9629" y="2149"/>
                  </a:moveTo>
                  <a:cubicBezTo>
                    <a:pt x="9764" y="2149"/>
                    <a:pt x="9897" y="2172"/>
                    <a:pt x="10025" y="2219"/>
                  </a:cubicBezTo>
                  <a:cubicBezTo>
                    <a:pt x="10601" y="2449"/>
                    <a:pt x="10947" y="3141"/>
                    <a:pt x="10889" y="3717"/>
                  </a:cubicBezTo>
                  <a:cubicBezTo>
                    <a:pt x="10774" y="4408"/>
                    <a:pt x="10082" y="4811"/>
                    <a:pt x="9045" y="4927"/>
                  </a:cubicBezTo>
                  <a:cubicBezTo>
                    <a:pt x="8988" y="4235"/>
                    <a:pt x="8584" y="3602"/>
                    <a:pt x="8066" y="3198"/>
                  </a:cubicBezTo>
                  <a:cubicBezTo>
                    <a:pt x="8526" y="2509"/>
                    <a:pt x="9095" y="2149"/>
                    <a:pt x="9629" y="2149"/>
                  </a:cubicBezTo>
                  <a:close/>
                  <a:moveTo>
                    <a:pt x="6626" y="3256"/>
                  </a:moveTo>
                  <a:cubicBezTo>
                    <a:pt x="7720" y="3256"/>
                    <a:pt x="8584" y="4120"/>
                    <a:pt x="8584" y="5157"/>
                  </a:cubicBezTo>
                  <a:cubicBezTo>
                    <a:pt x="8584" y="6252"/>
                    <a:pt x="7720" y="7116"/>
                    <a:pt x="6626" y="7116"/>
                  </a:cubicBezTo>
                  <a:cubicBezTo>
                    <a:pt x="5531" y="7116"/>
                    <a:pt x="4667" y="6252"/>
                    <a:pt x="4667" y="5157"/>
                  </a:cubicBezTo>
                  <a:cubicBezTo>
                    <a:pt x="4667" y="4120"/>
                    <a:pt x="5531" y="3256"/>
                    <a:pt x="6626" y="3256"/>
                  </a:cubicBezTo>
                  <a:close/>
                  <a:moveTo>
                    <a:pt x="9045" y="5445"/>
                  </a:moveTo>
                  <a:cubicBezTo>
                    <a:pt x="10082" y="5503"/>
                    <a:pt x="10774" y="5964"/>
                    <a:pt x="10889" y="6597"/>
                  </a:cubicBezTo>
                  <a:cubicBezTo>
                    <a:pt x="10947" y="7231"/>
                    <a:pt x="10601" y="7922"/>
                    <a:pt x="10025" y="8095"/>
                  </a:cubicBezTo>
                  <a:cubicBezTo>
                    <a:pt x="9879" y="8161"/>
                    <a:pt x="9728" y="8194"/>
                    <a:pt x="9573" y="8194"/>
                  </a:cubicBezTo>
                  <a:cubicBezTo>
                    <a:pt x="9056" y="8194"/>
                    <a:pt x="8510" y="7826"/>
                    <a:pt x="8066" y="7116"/>
                  </a:cubicBezTo>
                  <a:cubicBezTo>
                    <a:pt x="8584" y="6770"/>
                    <a:pt x="8988" y="6136"/>
                    <a:pt x="9045" y="5445"/>
                  </a:cubicBezTo>
                  <a:close/>
                  <a:moveTo>
                    <a:pt x="4206" y="5445"/>
                  </a:moveTo>
                  <a:cubicBezTo>
                    <a:pt x="4264" y="6136"/>
                    <a:pt x="4667" y="6770"/>
                    <a:pt x="5185" y="7173"/>
                  </a:cubicBezTo>
                  <a:cubicBezTo>
                    <a:pt x="4743" y="7837"/>
                    <a:pt x="4233" y="8195"/>
                    <a:pt x="3733" y="8195"/>
                  </a:cubicBezTo>
                  <a:cubicBezTo>
                    <a:pt x="3582" y="8195"/>
                    <a:pt x="3431" y="8162"/>
                    <a:pt x="3284" y="8095"/>
                  </a:cubicBezTo>
                  <a:cubicBezTo>
                    <a:pt x="2708" y="7922"/>
                    <a:pt x="2305" y="7231"/>
                    <a:pt x="2420" y="6597"/>
                  </a:cubicBezTo>
                  <a:cubicBezTo>
                    <a:pt x="2535" y="5964"/>
                    <a:pt x="3169" y="5503"/>
                    <a:pt x="4206" y="5445"/>
                  </a:cubicBezTo>
                  <a:close/>
                  <a:moveTo>
                    <a:pt x="5646" y="7404"/>
                  </a:moveTo>
                  <a:cubicBezTo>
                    <a:pt x="5934" y="7519"/>
                    <a:pt x="6280" y="7634"/>
                    <a:pt x="6626" y="7634"/>
                  </a:cubicBezTo>
                  <a:cubicBezTo>
                    <a:pt x="6971" y="7634"/>
                    <a:pt x="7317" y="7519"/>
                    <a:pt x="7605" y="7404"/>
                  </a:cubicBezTo>
                  <a:lnTo>
                    <a:pt x="7605" y="7404"/>
                  </a:lnTo>
                  <a:cubicBezTo>
                    <a:pt x="8066" y="8326"/>
                    <a:pt x="8066" y="9132"/>
                    <a:pt x="7490" y="9535"/>
                  </a:cubicBezTo>
                  <a:cubicBezTo>
                    <a:pt x="7259" y="9737"/>
                    <a:pt x="6957" y="9838"/>
                    <a:pt x="6647" y="9838"/>
                  </a:cubicBezTo>
                  <a:cubicBezTo>
                    <a:pt x="6338" y="9838"/>
                    <a:pt x="6021" y="9737"/>
                    <a:pt x="5762" y="9535"/>
                  </a:cubicBezTo>
                  <a:cubicBezTo>
                    <a:pt x="5243" y="9132"/>
                    <a:pt x="5185" y="8326"/>
                    <a:pt x="5646" y="7404"/>
                  </a:cubicBezTo>
                  <a:close/>
                  <a:moveTo>
                    <a:pt x="2190" y="10054"/>
                  </a:moveTo>
                  <a:cubicBezTo>
                    <a:pt x="2881" y="10054"/>
                    <a:pt x="3515" y="10572"/>
                    <a:pt x="3745" y="10861"/>
                  </a:cubicBezTo>
                  <a:cubicBezTo>
                    <a:pt x="3515" y="11091"/>
                    <a:pt x="2881" y="11667"/>
                    <a:pt x="2190" y="11667"/>
                  </a:cubicBezTo>
                  <a:cubicBezTo>
                    <a:pt x="1441" y="11667"/>
                    <a:pt x="807" y="11149"/>
                    <a:pt x="577" y="10861"/>
                  </a:cubicBezTo>
                  <a:cubicBezTo>
                    <a:pt x="807" y="10572"/>
                    <a:pt x="1441" y="10054"/>
                    <a:pt x="2190" y="10054"/>
                  </a:cubicBezTo>
                  <a:close/>
                  <a:moveTo>
                    <a:pt x="10486" y="13626"/>
                  </a:moveTo>
                  <a:lnTo>
                    <a:pt x="10486" y="14548"/>
                  </a:lnTo>
                  <a:lnTo>
                    <a:pt x="2766" y="14548"/>
                  </a:lnTo>
                  <a:lnTo>
                    <a:pt x="2766" y="13626"/>
                  </a:lnTo>
                  <a:close/>
                  <a:moveTo>
                    <a:pt x="6633" y="1"/>
                  </a:moveTo>
                  <a:cubicBezTo>
                    <a:pt x="6208" y="1"/>
                    <a:pt x="5790" y="145"/>
                    <a:pt x="5473" y="433"/>
                  </a:cubicBezTo>
                  <a:cubicBezTo>
                    <a:pt x="5185" y="663"/>
                    <a:pt x="4725" y="1182"/>
                    <a:pt x="4897" y="2161"/>
                  </a:cubicBezTo>
                  <a:cubicBezTo>
                    <a:pt x="4552" y="1873"/>
                    <a:pt x="4206" y="1758"/>
                    <a:pt x="3918" y="1700"/>
                  </a:cubicBezTo>
                  <a:cubicBezTo>
                    <a:pt x="3901" y="1697"/>
                    <a:pt x="3885" y="1695"/>
                    <a:pt x="3870" y="1695"/>
                  </a:cubicBezTo>
                  <a:cubicBezTo>
                    <a:pt x="3624" y="1695"/>
                    <a:pt x="3589" y="2107"/>
                    <a:pt x="3860" y="2161"/>
                  </a:cubicBezTo>
                  <a:cubicBezTo>
                    <a:pt x="4321" y="2219"/>
                    <a:pt x="4782" y="2565"/>
                    <a:pt x="5243" y="3198"/>
                  </a:cubicBezTo>
                  <a:cubicBezTo>
                    <a:pt x="4667" y="3602"/>
                    <a:pt x="4321" y="4178"/>
                    <a:pt x="4206" y="4927"/>
                  </a:cubicBezTo>
                  <a:cubicBezTo>
                    <a:pt x="2939" y="4811"/>
                    <a:pt x="2535" y="4235"/>
                    <a:pt x="2420" y="3890"/>
                  </a:cubicBezTo>
                  <a:cubicBezTo>
                    <a:pt x="2305" y="3371"/>
                    <a:pt x="2535" y="2737"/>
                    <a:pt x="2996" y="2392"/>
                  </a:cubicBezTo>
                  <a:cubicBezTo>
                    <a:pt x="3187" y="2248"/>
                    <a:pt x="3061" y="1946"/>
                    <a:pt x="2848" y="1946"/>
                  </a:cubicBezTo>
                  <a:cubicBezTo>
                    <a:pt x="2805" y="1946"/>
                    <a:pt x="2757" y="1959"/>
                    <a:pt x="2708" y="1988"/>
                  </a:cubicBezTo>
                  <a:cubicBezTo>
                    <a:pt x="2074" y="2449"/>
                    <a:pt x="1786" y="3314"/>
                    <a:pt x="2017" y="4005"/>
                  </a:cubicBezTo>
                  <a:cubicBezTo>
                    <a:pt x="2074" y="4351"/>
                    <a:pt x="2362" y="4869"/>
                    <a:pt x="3169" y="5157"/>
                  </a:cubicBezTo>
                  <a:cubicBezTo>
                    <a:pt x="2247" y="5503"/>
                    <a:pt x="2017" y="6194"/>
                    <a:pt x="1959" y="6540"/>
                  </a:cubicBezTo>
                  <a:cubicBezTo>
                    <a:pt x="1844" y="7346"/>
                    <a:pt x="2305" y="8268"/>
                    <a:pt x="3111" y="8556"/>
                  </a:cubicBezTo>
                  <a:cubicBezTo>
                    <a:pt x="3284" y="8614"/>
                    <a:pt x="3457" y="8671"/>
                    <a:pt x="3688" y="8671"/>
                  </a:cubicBezTo>
                  <a:cubicBezTo>
                    <a:pt x="4033" y="8671"/>
                    <a:pt x="4436" y="8556"/>
                    <a:pt x="4897" y="8210"/>
                  </a:cubicBezTo>
                  <a:lnTo>
                    <a:pt x="4897" y="8210"/>
                  </a:lnTo>
                  <a:cubicBezTo>
                    <a:pt x="4782" y="9190"/>
                    <a:pt x="5243" y="9708"/>
                    <a:pt x="5473" y="9939"/>
                  </a:cubicBezTo>
                  <a:cubicBezTo>
                    <a:pt x="5762" y="10112"/>
                    <a:pt x="6107" y="10284"/>
                    <a:pt x="6453" y="10284"/>
                  </a:cubicBezTo>
                  <a:lnTo>
                    <a:pt x="6453" y="11897"/>
                  </a:lnTo>
                  <a:cubicBezTo>
                    <a:pt x="5934" y="11149"/>
                    <a:pt x="5128" y="10688"/>
                    <a:pt x="4206" y="10630"/>
                  </a:cubicBezTo>
                  <a:cubicBezTo>
                    <a:pt x="4033" y="10342"/>
                    <a:pt x="3169" y="9535"/>
                    <a:pt x="2190" y="9535"/>
                  </a:cubicBezTo>
                  <a:cubicBezTo>
                    <a:pt x="1037" y="9535"/>
                    <a:pt x="116" y="10630"/>
                    <a:pt x="116" y="10688"/>
                  </a:cubicBezTo>
                  <a:cubicBezTo>
                    <a:pt x="0" y="10745"/>
                    <a:pt x="0" y="10918"/>
                    <a:pt x="116" y="10976"/>
                  </a:cubicBezTo>
                  <a:cubicBezTo>
                    <a:pt x="116" y="11033"/>
                    <a:pt x="1037" y="12128"/>
                    <a:pt x="2190" y="12128"/>
                  </a:cubicBezTo>
                  <a:cubicBezTo>
                    <a:pt x="3169" y="12128"/>
                    <a:pt x="3918" y="11379"/>
                    <a:pt x="4206" y="11091"/>
                  </a:cubicBezTo>
                  <a:cubicBezTo>
                    <a:pt x="5358" y="11149"/>
                    <a:pt x="6280" y="12013"/>
                    <a:pt x="6395" y="13107"/>
                  </a:cubicBezTo>
                  <a:lnTo>
                    <a:pt x="2593" y="13107"/>
                  </a:lnTo>
                  <a:cubicBezTo>
                    <a:pt x="2478" y="13107"/>
                    <a:pt x="2362" y="13223"/>
                    <a:pt x="2362" y="13338"/>
                  </a:cubicBezTo>
                  <a:lnTo>
                    <a:pt x="2362" y="14778"/>
                  </a:lnTo>
                  <a:cubicBezTo>
                    <a:pt x="2362" y="14778"/>
                    <a:pt x="2478" y="15008"/>
                    <a:pt x="2593" y="15008"/>
                  </a:cubicBezTo>
                  <a:lnTo>
                    <a:pt x="2939" y="15008"/>
                  </a:lnTo>
                  <a:lnTo>
                    <a:pt x="3054" y="15930"/>
                  </a:lnTo>
                  <a:cubicBezTo>
                    <a:pt x="3080" y="16060"/>
                    <a:pt x="3188" y="16120"/>
                    <a:pt x="3293" y="16120"/>
                  </a:cubicBezTo>
                  <a:cubicBezTo>
                    <a:pt x="3421" y="16120"/>
                    <a:pt x="3546" y="16031"/>
                    <a:pt x="3515" y="15873"/>
                  </a:cubicBezTo>
                  <a:lnTo>
                    <a:pt x="3399" y="15008"/>
                  </a:lnTo>
                  <a:lnTo>
                    <a:pt x="9910" y="15008"/>
                  </a:lnTo>
                  <a:lnTo>
                    <a:pt x="9794" y="15873"/>
                  </a:lnTo>
                  <a:cubicBezTo>
                    <a:pt x="9763" y="16031"/>
                    <a:pt x="9888" y="16120"/>
                    <a:pt x="10016" y="16120"/>
                  </a:cubicBezTo>
                  <a:cubicBezTo>
                    <a:pt x="10121" y="16120"/>
                    <a:pt x="10229" y="16060"/>
                    <a:pt x="10255" y="15930"/>
                  </a:cubicBezTo>
                  <a:lnTo>
                    <a:pt x="10370" y="15066"/>
                  </a:lnTo>
                  <a:lnTo>
                    <a:pt x="10716" y="15066"/>
                  </a:lnTo>
                  <a:cubicBezTo>
                    <a:pt x="10716" y="15066"/>
                    <a:pt x="10947" y="14893"/>
                    <a:pt x="10947" y="14778"/>
                  </a:cubicBezTo>
                  <a:lnTo>
                    <a:pt x="10947" y="13395"/>
                  </a:lnTo>
                  <a:cubicBezTo>
                    <a:pt x="10947" y="13223"/>
                    <a:pt x="10831" y="13107"/>
                    <a:pt x="10716" y="13107"/>
                  </a:cubicBezTo>
                  <a:lnTo>
                    <a:pt x="6914" y="13107"/>
                  </a:lnTo>
                  <a:cubicBezTo>
                    <a:pt x="7087" y="12013"/>
                    <a:pt x="8008" y="11149"/>
                    <a:pt x="9161" y="11091"/>
                  </a:cubicBezTo>
                  <a:cubicBezTo>
                    <a:pt x="9391" y="11379"/>
                    <a:pt x="10198" y="12128"/>
                    <a:pt x="11119" y="12128"/>
                  </a:cubicBezTo>
                  <a:cubicBezTo>
                    <a:pt x="11292" y="12128"/>
                    <a:pt x="11407" y="12128"/>
                    <a:pt x="11523" y="12070"/>
                  </a:cubicBezTo>
                  <a:cubicBezTo>
                    <a:pt x="11794" y="12016"/>
                    <a:pt x="11708" y="11604"/>
                    <a:pt x="11456" y="11604"/>
                  </a:cubicBezTo>
                  <a:cubicBezTo>
                    <a:pt x="11441" y="11604"/>
                    <a:pt x="11424" y="11606"/>
                    <a:pt x="11407" y="11609"/>
                  </a:cubicBezTo>
                  <a:cubicBezTo>
                    <a:pt x="11350" y="11667"/>
                    <a:pt x="11235" y="11667"/>
                    <a:pt x="11119" y="11667"/>
                  </a:cubicBezTo>
                  <a:cubicBezTo>
                    <a:pt x="10428" y="11667"/>
                    <a:pt x="9794" y="11149"/>
                    <a:pt x="9564" y="10861"/>
                  </a:cubicBezTo>
                  <a:cubicBezTo>
                    <a:pt x="9794" y="10572"/>
                    <a:pt x="10428" y="10054"/>
                    <a:pt x="11119" y="10054"/>
                  </a:cubicBezTo>
                  <a:cubicBezTo>
                    <a:pt x="11868" y="10054"/>
                    <a:pt x="12502" y="10572"/>
                    <a:pt x="12732" y="10861"/>
                  </a:cubicBezTo>
                  <a:cubicBezTo>
                    <a:pt x="12675" y="10918"/>
                    <a:pt x="12560" y="11033"/>
                    <a:pt x="12387" y="11149"/>
                  </a:cubicBezTo>
                  <a:cubicBezTo>
                    <a:pt x="12205" y="11285"/>
                    <a:pt x="12345" y="11564"/>
                    <a:pt x="12526" y="11564"/>
                  </a:cubicBezTo>
                  <a:cubicBezTo>
                    <a:pt x="12574" y="11564"/>
                    <a:pt x="12626" y="11543"/>
                    <a:pt x="12675" y="11494"/>
                  </a:cubicBezTo>
                  <a:cubicBezTo>
                    <a:pt x="13021" y="11264"/>
                    <a:pt x="13251" y="11033"/>
                    <a:pt x="13251" y="10976"/>
                  </a:cubicBezTo>
                  <a:cubicBezTo>
                    <a:pt x="13309" y="10918"/>
                    <a:pt x="13309" y="10803"/>
                    <a:pt x="13251" y="10688"/>
                  </a:cubicBezTo>
                  <a:cubicBezTo>
                    <a:pt x="13193" y="10630"/>
                    <a:pt x="12272" y="9593"/>
                    <a:pt x="11119" y="9593"/>
                  </a:cubicBezTo>
                  <a:cubicBezTo>
                    <a:pt x="10082" y="9593"/>
                    <a:pt x="9276" y="10400"/>
                    <a:pt x="9045" y="10630"/>
                  </a:cubicBezTo>
                  <a:cubicBezTo>
                    <a:pt x="8124" y="10688"/>
                    <a:pt x="6856" y="11897"/>
                    <a:pt x="6856" y="11897"/>
                  </a:cubicBezTo>
                  <a:lnTo>
                    <a:pt x="6856" y="10284"/>
                  </a:lnTo>
                  <a:cubicBezTo>
                    <a:pt x="7202" y="10284"/>
                    <a:pt x="7547" y="10112"/>
                    <a:pt x="7836" y="9939"/>
                  </a:cubicBezTo>
                  <a:cubicBezTo>
                    <a:pt x="8066" y="9708"/>
                    <a:pt x="8527" y="9190"/>
                    <a:pt x="8412" y="8210"/>
                  </a:cubicBezTo>
                  <a:lnTo>
                    <a:pt x="8412" y="8210"/>
                  </a:lnTo>
                  <a:cubicBezTo>
                    <a:pt x="8815" y="8556"/>
                    <a:pt x="9276" y="8671"/>
                    <a:pt x="9621" y="8671"/>
                  </a:cubicBezTo>
                  <a:cubicBezTo>
                    <a:pt x="9852" y="8671"/>
                    <a:pt x="10025" y="8614"/>
                    <a:pt x="10198" y="8556"/>
                  </a:cubicBezTo>
                  <a:cubicBezTo>
                    <a:pt x="10947" y="8268"/>
                    <a:pt x="11465" y="7346"/>
                    <a:pt x="11350" y="6540"/>
                  </a:cubicBezTo>
                  <a:cubicBezTo>
                    <a:pt x="11292" y="6194"/>
                    <a:pt x="11062" y="5503"/>
                    <a:pt x="10140" y="5157"/>
                  </a:cubicBezTo>
                  <a:cubicBezTo>
                    <a:pt x="11062" y="4811"/>
                    <a:pt x="11292" y="4178"/>
                    <a:pt x="11350" y="3832"/>
                  </a:cubicBezTo>
                  <a:cubicBezTo>
                    <a:pt x="11465" y="2968"/>
                    <a:pt x="10947" y="2104"/>
                    <a:pt x="10198" y="1816"/>
                  </a:cubicBezTo>
                  <a:cubicBezTo>
                    <a:pt x="10051" y="1742"/>
                    <a:pt x="9843" y="1680"/>
                    <a:pt x="9594" y="1680"/>
                  </a:cubicBezTo>
                  <a:cubicBezTo>
                    <a:pt x="9256" y="1680"/>
                    <a:pt x="8843" y="1796"/>
                    <a:pt x="8412" y="2161"/>
                  </a:cubicBezTo>
                  <a:cubicBezTo>
                    <a:pt x="8527" y="1182"/>
                    <a:pt x="8066" y="663"/>
                    <a:pt x="7836" y="433"/>
                  </a:cubicBezTo>
                  <a:cubicBezTo>
                    <a:pt x="7490" y="145"/>
                    <a:pt x="7058" y="1"/>
                    <a:pt x="663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42"/>
            <p:cNvSpPr/>
            <p:nvPr/>
          </p:nvSpPr>
          <p:spPr>
            <a:xfrm>
              <a:off x="1501225" y="2817500"/>
              <a:ext cx="37475" cy="71325"/>
            </a:xfrm>
            <a:custGeom>
              <a:rect b="b" l="l" r="r" t="t"/>
              <a:pathLst>
                <a:path extrusionOk="0" h="2853" w="1499">
                  <a:moveTo>
                    <a:pt x="750" y="1"/>
                  </a:moveTo>
                  <a:cubicBezTo>
                    <a:pt x="634" y="1"/>
                    <a:pt x="519" y="73"/>
                    <a:pt x="519" y="217"/>
                  </a:cubicBezTo>
                  <a:lnTo>
                    <a:pt x="519" y="332"/>
                  </a:lnTo>
                  <a:cubicBezTo>
                    <a:pt x="289" y="390"/>
                    <a:pt x="116" y="563"/>
                    <a:pt x="116" y="793"/>
                  </a:cubicBezTo>
                  <a:cubicBezTo>
                    <a:pt x="58" y="1023"/>
                    <a:pt x="116" y="1254"/>
                    <a:pt x="289" y="1369"/>
                  </a:cubicBezTo>
                  <a:cubicBezTo>
                    <a:pt x="404" y="1484"/>
                    <a:pt x="634" y="1542"/>
                    <a:pt x="865" y="1657"/>
                  </a:cubicBezTo>
                  <a:cubicBezTo>
                    <a:pt x="980" y="1715"/>
                    <a:pt x="980" y="1772"/>
                    <a:pt x="980" y="1888"/>
                  </a:cubicBezTo>
                  <a:cubicBezTo>
                    <a:pt x="980" y="1945"/>
                    <a:pt x="865" y="2060"/>
                    <a:pt x="750" y="2060"/>
                  </a:cubicBezTo>
                  <a:cubicBezTo>
                    <a:pt x="577" y="2060"/>
                    <a:pt x="519" y="2060"/>
                    <a:pt x="404" y="2003"/>
                  </a:cubicBezTo>
                  <a:cubicBezTo>
                    <a:pt x="356" y="1979"/>
                    <a:pt x="309" y="1965"/>
                    <a:pt x="261" y="1965"/>
                  </a:cubicBezTo>
                  <a:cubicBezTo>
                    <a:pt x="193" y="1965"/>
                    <a:pt x="126" y="1993"/>
                    <a:pt x="58" y="2060"/>
                  </a:cubicBezTo>
                  <a:cubicBezTo>
                    <a:pt x="1" y="2176"/>
                    <a:pt x="1" y="2291"/>
                    <a:pt x="116" y="2406"/>
                  </a:cubicBezTo>
                  <a:cubicBezTo>
                    <a:pt x="289" y="2464"/>
                    <a:pt x="404" y="2521"/>
                    <a:pt x="519" y="2521"/>
                  </a:cubicBezTo>
                  <a:lnTo>
                    <a:pt x="519" y="2636"/>
                  </a:lnTo>
                  <a:cubicBezTo>
                    <a:pt x="519" y="2781"/>
                    <a:pt x="634" y="2853"/>
                    <a:pt x="750" y="2853"/>
                  </a:cubicBezTo>
                  <a:cubicBezTo>
                    <a:pt x="865" y="2853"/>
                    <a:pt x="980" y="2781"/>
                    <a:pt x="980" y="2636"/>
                  </a:cubicBezTo>
                  <a:lnTo>
                    <a:pt x="980" y="2521"/>
                  </a:lnTo>
                  <a:cubicBezTo>
                    <a:pt x="1268" y="2406"/>
                    <a:pt x="1441" y="2176"/>
                    <a:pt x="1441" y="1945"/>
                  </a:cubicBezTo>
                  <a:cubicBezTo>
                    <a:pt x="1499" y="1600"/>
                    <a:pt x="1326" y="1311"/>
                    <a:pt x="1038" y="1196"/>
                  </a:cubicBezTo>
                  <a:cubicBezTo>
                    <a:pt x="865" y="1139"/>
                    <a:pt x="692" y="1081"/>
                    <a:pt x="577" y="966"/>
                  </a:cubicBezTo>
                  <a:cubicBezTo>
                    <a:pt x="577" y="966"/>
                    <a:pt x="519" y="966"/>
                    <a:pt x="577" y="908"/>
                  </a:cubicBezTo>
                  <a:cubicBezTo>
                    <a:pt x="577" y="799"/>
                    <a:pt x="693" y="759"/>
                    <a:pt x="792" y="759"/>
                  </a:cubicBezTo>
                  <a:cubicBezTo>
                    <a:pt x="849" y="759"/>
                    <a:pt x="901" y="772"/>
                    <a:pt x="923" y="793"/>
                  </a:cubicBezTo>
                  <a:cubicBezTo>
                    <a:pt x="923" y="793"/>
                    <a:pt x="999" y="870"/>
                    <a:pt x="1102" y="870"/>
                  </a:cubicBezTo>
                  <a:cubicBezTo>
                    <a:pt x="1153" y="870"/>
                    <a:pt x="1211" y="851"/>
                    <a:pt x="1268" y="793"/>
                  </a:cubicBezTo>
                  <a:cubicBezTo>
                    <a:pt x="1441" y="620"/>
                    <a:pt x="1268" y="447"/>
                    <a:pt x="1268" y="447"/>
                  </a:cubicBezTo>
                  <a:cubicBezTo>
                    <a:pt x="1211" y="390"/>
                    <a:pt x="1095" y="332"/>
                    <a:pt x="980" y="332"/>
                  </a:cubicBezTo>
                  <a:lnTo>
                    <a:pt x="980" y="217"/>
                  </a:lnTo>
                  <a:cubicBezTo>
                    <a:pt x="980" y="73"/>
                    <a:pt x="865"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3" name="Google Shape;553;p42"/>
          <p:cNvGrpSpPr/>
          <p:nvPr/>
        </p:nvGrpSpPr>
        <p:grpSpPr>
          <a:xfrm>
            <a:off x="7728315" y="150024"/>
            <a:ext cx="1590595" cy="875375"/>
            <a:chOff x="6456464" y="3575600"/>
            <a:chExt cx="1004100" cy="552601"/>
          </a:xfrm>
        </p:grpSpPr>
        <p:sp>
          <p:nvSpPr>
            <p:cNvPr id="554" name="Google Shape;554;p42"/>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42"/>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6" name="Google Shape;556;p42"/>
          <p:cNvGrpSpPr/>
          <p:nvPr/>
        </p:nvGrpSpPr>
        <p:grpSpPr>
          <a:xfrm>
            <a:off x="8182866" y="1025388"/>
            <a:ext cx="1249832" cy="707506"/>
            <a:chOff x="6456475" y="3575600"/>
            <a:chExt cx="976202" cy="552609"/>
          </a:xfrm>
        </p:grpSpPr>
        <p:sp>
          <p:nvSpPr>
            <p:cNvPr id="557" name="Google Shape;557;p42"/>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42"/>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43"/>
          <p:cNvSpPr/>
          <p:nvPr/>
        </p:nvSpPr>
        <p:spPr>
          <a:xfrm flipH="1" rot="-8100000">
            <a:off x="5268330" y="2839510"/>
            <a:ext cx="920641" cy="917991"/>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43"/>
          <p:cNvSpPr/>
          <p:nvPr/>
        </p:nvSpPr>
        <p:spPr>
          <a:xfrm flipH="1" rot="-8100000">
            <a:off x="2952230" y="2839510"/>
            <a:ext cx="920641" cy="917991"/>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4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Swot analysis</a:t>
            </a:r>
            <a:endParaRPr/>
          </a:p>
        </p:txBody>
      </p:sp>
      <p:sp>
        <p:nvSpPr>
          <p:cNvPr id="566" name="Google Shape;566;p43"/>
          <p:cNvSpPr txBox="1"/>
          <p:nvPr>
            <p:ph idx="1" type="subTitle"/>
          </p:nvPr>
        </p:nvSpPr>
        <p:spPr>
          <a:xfrm>
            <a:off x="900101" y="2021050"/>
            <a:ext cx="2161500" cy="665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Mars is actually a very cold place</a:t>
            </a:r>
            <a:endParaRPr/>
          </a:p>
        </p:txBody>
      </p:sp>
      <p:sp>
        <p:nvSpPr>
          <p:cNvPr id="567" name="Google Shape;567;p43"/>
          <p:cNvSpPr txBox="1"/>
          <p:nvPr>
            <p:ph idx="2" type="subTitle"/>
          </p:nvPr>
        </p:nvSpPr>
        <p:spPr>
          <a:xfrm>
            <a:off x="6082360" y="2021625"/>
            <a:ext cx="2157900" cy="66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extremely high temperatures</a:t>
            </a:r>
            <a:endParaRPr/>
          </a:p>
        </p:txBody>
      </p:sp>
      <p:sp>
        <p:nvSpPr>
          <p:cNvPr id="568" name="Google Shape;568;p43"/>
          <p:cNvSpPr txBox="1"/>
          <p:nvPr>
            <p:ph idx="3" type="subTitle"/>
          </p:nvPr>
        </p:nvSpPr>
        <p:spPr>
          <a:xfrm>
            <a:off x="900101" y="3606850"/>
            <a:ext cx="2161500" cy="665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Jupiter is</a:t>
            </a:r>
            <a:r>
              <a:rPr lang="en"/>
              <a:t> the biggest planet of them all</a:t>
            </a:r>
            <a:endParaRPr/>
          </a:p>
        </p:txBody>
      </p:sp>
      <p:sp>
        <p:nvSpPr>
          <p:cNvPr id="569" name="Google Shape;569;p43"/>
          <p:cNvSpPr txBox="1"/>
          <p:nvPr>
            <p:ph idx="4" type="subTitle"/>
          </p:nvPr>
        </p:nvSpPr>
        <p:spPr>
          <a:xfrm>
            <a:off x="6082360" y="3607425"/>
            <a:ext cx="2157900" cy="66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Saturn is a gas giant and has several rings</a:t>
            </a:r>
            <a:endParaRPr/>
          </a:p>
        </p:txBody>
      </p:sp>
      <p:sp>
        <p:nvSpPr>
          <p:cNvPr id="570" name="Google Shape;570;p43"/>
          <p:cNvSpPr txBox="1"/>
          <p:nvPr>
            <p:ph idx="5" type="subTitle"/>
          </p:nvPr>
        </p:nvSpPr>
        <p:spPr>
          <a:xfrm>
            <a:off x="900101" y="1737450"/>
            <a:ext cx="2161500" cy="3771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lang="en"/>
              <a:t>Strengths</a:t>
            </a:r>
            <a:endParaRPr/>
          </a:p>
        </p:txBody>
      </p:sp>
      <p:sp>
        <p:nvSpPr>
          <p:cNvPr id="571" name="Google Shape;571;p43"/>
          <p:cNvSpPr txBox="1"/>
          <p:nvPr>
            <p:ph idx="6" type="subTitle"/>
          </p:nvPr>
        </p:nvSpPr>
        <p:spPr>
          <a:xfrm>
            <a:off x="900101" y="3323325"/>
            <a:ext cx="2161500" cy="3771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lang="en"/>
              <a:t>Opportunities</a:t>
            </a:r>
            <a:endParaRPr/>
          </a:p>
        </p:txBody>
      </p:sp>
      <p:sp>
        <p:nvSpPr>
          <p:cNvPr id="572" name="Google Shape;572;p43"/>
          <p:cNvSpPr txBox="1"/>
          <p:nvPr>
            <p:ph idx="7" type="subTitle"/>
          </p:nvPr>
        </p:nvSpPr>
        <p:spPr>
          <a:xfrm>
            <a:off x="6082356" y="1738025"/>
            <a:ext cx="2157900" cy="377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Weakness</a:t>
            </a:r>
            <a:endParaRPr/>
          </a:p>
        </p:txBody>
      </p:sp>
      <p:sp>
        <p:nvSpPr>
          <p:cNvPr id="573" name="Google Shape;573;p43"/>
          <p:cNvSpPr txBox="1"/>
          <p:nvPr>
            <p:ph idx="8" type="subTitle"/>
          </p:nvPr>
        </p:nvSpPr>
        <p:spPr>
          <a:xfrm>
            <a:off x="6082356" y="3323900"/>
            <a:ext cx="2157900" cy="377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Threats</a:t>
            </a:r>
            <a:endParaRPr/>
          </a:p>
        </p:txBody>
      </p:sp>
      <p:grpSp>
        <p:nvGrpSpPr>
          <p:cNvPr id="574" name="Google Shape;574;p43"/>
          <p:cNvGrpSpPr/>
          <p:nvPr/>
        </p:nvGrpSpPr>
        <p:grpSpPr>
          <a:xfrm>
            <a:off x="5374953" y="3440046"/>
            <a:ext cx="707400" cy="707400"/>
            <a:chOff x="5374953" y="3440046"/>
            <a:chExt cx="707400" cy="707400"/>
          </a:xfrm>
        </p:grpSpPr>
        <p:sp>
          <p:nvSpPr>
            <p:cNvPr id="575" name="Google Shape;575;p43"/>
            <p:cNvSpPr/>
            <p:nvPr/>
          </p:nvSpPr>
          <p:spPr>
            <a:xfrm rot="5400000">
              <a:off x="5374953" y="34400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6" name="Google Shape;576;p43"/>
            <p:cNvGrpSpPr/>
            <p:nvPr/>
          </p:nvGrpSpPr>
          <p:grpSpPr>
            <a:xfrm>
              <a:off x="5527713" y="3594163"/>
              <a:ext cx="401875" cy="399175"/>
              <a:chOff x="4846975" y="2092700"/>
              <a:chExt cx="401875" cy="399175"/>
            </a:xfrm>
          </p:grpSpPr>
          <p:sp>
            <p:nvSpPr>
              <p:cNvPr id="577" name="Google Shape;577;p43"/>
              <p:cNvSpPr/>
              <p:nvPr/>
            </p:nvSpPr>
            <p:spPr>
              <a:xfrm>
                <a:off x="4846975" y="2259775"/>
                <a:ext cx="401875" cy="232100"/>
              </a:xfrm>
              <a:custGeom>
                <a:rect b="b" l="l" r="r" t="t"/>
                <a:pathLst>
                  <a:path extrusionOk="0" h="9284" w="16075">
                    <a:moveTo>
                      <a:pt x="2939" y="1383"/>
                    </a:moveTo>
                    <a:cubicBezTo>
                      <a:pt x="3746" y="1383"/>
                      <a:pt x="4552" y="1786"/>
                      <a:pt x="5013" y="2477"/>
                    </a:cubicBezTo>
                    <a:cubicBezTo>
                      <a:pt x="5013" y="2650"/>
                      <a:pt x="4955" y="2823"/>
                      <a:pt x="4955" y="2938"/>
                    </a:cubicBezTo>
                    <a:cubicBezTo>
                      <a:pt x="5013" y="3111"/>
                      <a:pt x="4955" y="3284"/>
                      <a:pt x="4898" y="3399"/>
                    </a:cubicBezTo>
                    <a:cubicBezTo>
                      <a:pt x="4783" y="3514"/>
                      <a:pt x="4725" y="3572"/>
                      <a:pt x="4667" y="3687"/>
                    </a:cubicBezTo>
                    <a:cubicBezTo>
                      <a:pt x="4552" y="3630"/>
                      <a:pt x="4379" y="3572"/>
                      <a:pt x="4206" y="3572"/>
                    </a:cubicBezTo>
                    <a:lnTo>
                      <a:pt x="1672" y="3572"/>
                    </a:lnTo>
                    <a:cubicBezTo>
                      <a:pt x="1133" y="3572"/>
                      <a:pt x="695" y="3925"/>
                      <a:pt x="546" y="4395"/>
                    </a:cubicBezTo>
                    <a:lnTo>
                      <a:pt x="546" y="4395"/>
                    </a:lnTo>
                    <a:cubicBezTo>
                      <a:pt x="500" y="4238"/>
                      <a:pt x="462" y="4049"/>
                      <a:pt x="462" y="3860"/>
                    </a:cubicBezTo>
                    <a:cubicBezTo>
                      <a:pt x="462" y="2477"/>
                      <a:pt x="1556" y="1383"/>
                      <a:pt x="2939" y="1383"/>
                    </a:cubicBezTo>
                    <a:close/>
                    <a:moveTo>
                      <a:pt x="7145" y="2765"/>
                    </a:moveTo>
                    <a:cubicBezTo>
                      <a:pt x="7433" y="3342"/>
                      <a:pt x="7836" y="3687"/>
                      <a:pt x="8412" y="3860"/>
                    </a:cubicBezTo>
                    <a:cubicBezTo>
                      <a:pt x="8741" y="3970"/>
                      <a:pt x="9069" y="4010"/>
                      <a:pt x="9383" y="4010"/>
                    </a:cubicBezTo>
                    <a:cubicBezTo>
                      <a:pt x="9565" y="4010"/>
                      <a:pt x="9741" y="3996"/>
                      <a:pt x="9910" y="3975"/>
                    </a:cubicBezTo>
                    <a:lnTo>
                      <a:pt x="9910" y="3975"/>
                    </a:lnTo>
                    <a:cubicBezTo>
                      <a:pt x="9737" y="4839"/>
                      <a:pt x="8931" y="5531"/>
                      <a:pt x="7951" y="5531"/>
                    </a:cubicBezTo>
                    <a:cubicBezTo>
                      <a:pt x="6972" y="5531"/>
                      <a:pt x="6108" y="4724"/>
                      <a:pt x="6050" y="3745"/>
                    </a:cubicBezTo>
                    <a:cubicBezTo>
                      <a:pt x="6626" y="3514"/>
                      <a:pt x="6914" y="3111"/>
                      <a:pt x="7145" y="2765"/>
                    </a:cubicBezTo>
                    <a:close/>
                    <a:moveTo>
                      <a:pt x="7951" y="461"/>
                    </a:moveTo>
                    <a:cubicBezTo>
                      <a:pt x="9391" y="461"/>
                      <a:pt x="10486" y="1556"/>
                      <a:pt x="10486" y="2938"/>
                    </a:cubicBezTo>
                    <a:cubicBezTo>
                      <a:pt x="10486" y="3226"/>
                      <a:pt x="10486" y="3514"/>
                      <a:pt x="10659" y="3745"/>
                    </a:cubicBezTo>
                    <a:cubicBezTo>
                      <a:pt x="10832" y="3918"/>
                      <a:pt x="10947" y="4206"/>
                      <a:pt x="10947" y="4436"/>
                    </a:cubicBezTo>
                    <a:cubicBezTo>
                      <a:pt x="10947" y="4667"/>
                      <a:pt x="10832" y="4897"/>
                      <a:pt x="10716" y="5127"/>
                    </a:cubicBezTo>
                    <a:cubicBezTo>
                      <a:pt x="10601" y="5185"/>
                      <a:pt x="10544" y="5358"/>
                      <a:pt x="10428" y="5416"/>
                    </a:cubicBezTo>
                    <a:cubicBezTo>
                      <a:pt x="10198" y="5531"/>
                      <a:pt x="10140" y="5761"/>
                      <a:pt x="10198" y="5992"/>
                    </a:cubicBezTo>
                    <a:cubicBezTo>
                      <a:pt x="10198" y="6049"/>
                      <a:pt x="10198" y="6107"/>
                      <a:pt x="10198" y="6164"/>
                    </a:cubicBezTo>
                    <a:cubicBezTo>
                      <a:pt x="9968" y="5934"/>
                      <a:pt x="9737" y="5704"/>
                      <a:pt x="9449" y="5473"/>
                    </a:cubicBezTo>
                    <a:cubicBezTo>
                      <a:pt x="9968" y="5070"/>
                      <a:pt x="10371" y="4436"/>
                      <a:pt x="10428" y="3687"/>
                    </a:cubicBezTo>
                    <a:cubicBezTo>
                      <a:pt x="10371" y="3514"/>
                      <a:pt x="10313" y="3457"/>
                      <a:pt x="10140" y="3457"/>
                    </a:cubicBezTo>
                    <a:cubicBezTo>
                      <a:pt x="9924" y="3500"/>
                      <a:pt x="9665" y="3532"/>
                      <a:pt x="9392" y="3532"/>
                    </a:cubicBezTo>
                    <a:cubicBezTo>
                      <a:pt x="8574" y="3532"/>
                      <a:pt x="7634" y="3241"/>
                      <a:pt x="7375" y="2074"/>
                    </a:cubicBezTo>
                    <a:cubicBezTo>
                      <a:pt x="7346" y="1959"/>
                      <a:pt x="7245" y="1901"/>
                      <a:pt x="7145" y="1901"/>
                    </a:cubicBezTo>
                    <a:cubicBezTo>
                      <a:pt x="7044" y="1901"/>
                      <a:pt x="6943" y="1959"/>
                      <a:pt x="6914" y="2074"/>
                    </a:cubicBezTo>
                    <a:cubicBezTo>
                      <a:pt x="6914" y="2074"/>
                      <a:pt x="6684" y="3111"/>
                      <a:pt x="5704" y="3342"/>
                    </a:cubicBezTo>
                    <a:cubicBezTo>
                      <a:pt x="5647" y="3342"/>
                      <a:pt x="5531" y="3457"/>
                      <a:pt x="5531" y="3572"/>
                    </a:cubicBezTo>
                    <a:cubicBezTo>
                      <a:pt x="5531" y="4321"/>
                      <a:pt x="5935" y="5070"/>
                      <a:pt x="6511" y="5473"/>
                    </a:cubicBezTo>
                    <a:cubicBezTo>
                      <a:pt x="6223" y="5704"/>
                      <a:pt x="5935" y="5934"/>
                      <a:pt x="5704" y="6222"/>
                    </a:cubicBezTo>
                    <a:cubicBezTo>
                      <a:pt x="5704" y="6164"/>
                      <a:pt x="5704" y="6107"/>
                      <a:pt x="5704" y="5992"/>
                    </a:cubicBezTo>
                    <a:cubicBezTo>
                      <a:pt x="5762" y="5761"/>
                      <a:pt x="5704" y="5531"/>
                      <a:pt x="5531" y="5416"/>
                    </a:cubicBezTo>
                    <a:cubicBezTo>
                      <a:pt x="5186" y="5185"/>
                      <a:pt x="4955" y="4839"/>
                      <a:pt x="4955" y="4436"/>
                    </a:cubicBezTo>
                    <a:cubicBezTo>
                      <a:pt x="4955" y="4148"/>
                      <a:pt x="5071" y="3918"/>
                      <a:pt x="5243" y="3687"/>
                    </a:cubicBezTo>
                    <a:cubicBezTo>
                      <a:pt x="5416" y="3514"/>
                      <a:pt x="5474" y="3226"/>
                      <a:pt x="5474" y="2938"/>
                    </a:cubicBezTo>
                    <a:cubicBezTo>
                      <a:pt x="5474" y="1556"/>
                      <a:pt x="6568" y="461"/>
                      <a:pt x="7951" y="461"/>
                    </a:cubicBezTo>
                    <a:close/>
                    <a:moveTo>
                      <a:pt x="13827" y="3975"/>
                    </a:moveTo>
                    <a:cubicBezTo>
                      <a:pt x="14000" y="4321"/>
                      <a:pt x="14346" y="4724"/>
                      <a:pt x="14922" y="4897"/>
                    </a:cubicBezTo>
                    <a:cubicBezTo>
                      <a:pt x="14864" y="5934"/>
                      <a:pt x="14000" y="6683"/>
                      <a:pt x="12963" y="6683"/>
                    </a:cubicBezTo>
                    <a:cubicBezTo>
                      <a:pt x="12099" y="6683"/>
                      <a:pt x="11350" y="6164"/>
                      <a:pt x="11120" y="5358"/>
                    </a:cubicBezTo>
                    <a:cubicBezTo>
                      <a:pt x="11177" y="5300"/>
                      <a:pt x="11177" y="5185"/>
                      <a:pt x="11235" y="5127"/>
                    </a:cubicBezTo>
                    <a:cubicBezTo>
                      <a:pt x="11379" y="5142"/>
                      <a:pt x="11519" y="5149"/>
                      <a:pt x="11656" y="5149"/>
                    </a:cubicBezTo>
                    <a:cubicBezTo>
                      <a:pt x="12067" y="5149"/>
                      <a:pt x="12445" y="5084"/>
                      <a:pt x="12790" y="4955"/>
                    </a:cubicBezTo>
                    <a:cubicBezTo>
                      <a:pt x="13251" y="4724"/>
                      <a:pt x="13597" y="4436"/>
                      <a:pt x="13827" y="3975"/>
                    </a:cubicBezTo>
                    <a:close/>
                    <a:moveTo>
                      <a:pt x="4206" y="4033"/>
                    </a:moveTo>
                    <a:cubicBezTo>
                      <a:pt x="4322" y="4033"/>
                      <a:pt x="4437" y="4090"/>
                      <a:pt x="4552" y="4148"/>
                    </a:cubicBezTo>
                    <a:cubicBezTo>
                      <a:pt x="4494" y="4206"/>
                      <a:pt x="4494" y="4321"/>
                      <a:pt x="4494" y="4436"/>
                    </a:cubicBezTo>
                    <a:cubicBezTo>
                      <a:pt x="4494" y="4782"/>
                      <a:pt x="4610" y="5127"/>
                      <a:pt x="4840" y="5416"/>
                    </a:cubicBezTo>
                    <a:cubicBezTo>
                      <a:pt x="4552" y="6164"/>
                      <a:pt x="3803" y="6741"/>
                      <a:pt x="2939" y="6741"/>
                    </a:cubicBezTo>
                    <a:cubicBezTo>
                      <a:pt x="1844" y="6741"/>
                      <a:pt x="980" y="5819"/>
                      <a:pt x="980" y="4782"/>
                    </a:cubicBezTo>
                    <a:cubicBezTo>
                      <a:pt x="980" y="4379"/>
                      <a:pt x="1326" y="4033"/>
                      <a:pt x="1672" y="4033"/>
                    </a:cubicBezTo>
                    <a:close/>
                    <a:moveTo>
                      <a:pt x="10774" y="5704"/>
                    </a:moveTo>
                    <a:cubicBezTo>
                      <a:pt x="10947" y="6107"/>
                      <a:pt x="11177" y="6453"/>
                      <a:pt x="11523" y="6683"/>
                    </a:cubicBezTo>
                    <a:cubicBezTo>
                      <a:pt x="11177" y="6913"/>
                      <a:pt x="10889" y="7201"/>
                      <a:pt x="10716" y="7490"/>
                    </a:cubicBezTo>
                    <a:cubicBezTo>
                      <a:pt x="10659" y="7259"/>
                      <a:pt x="10601" y="6971"/>
                      <a:pt x="10486" y="6741"/>
                    </a:cubicBezTo>
                    <a:cubicBezTo>
                      <a:pt x="10601" y="6453"/>
                      <a:pt x="10659" y="6164"/>
                      <a:pt x="10601" y="5876"/>
                    </a:cubicBezTo>
                    <a:cubicBezTo>
                      <a:pt x="10601" y="5876"/>
                      <a:pt x="10601" y="5819"/>
                      <a:pt x="10659" y="5819"/>
                    </a:cubicBezTo>
                    <a:cubicBezTo>
                      <a:pt x="10716" y="5761"/>
                      <a:pt x="10716" y="5761"/>
                      <a:pt x="10774" y="5704"/>
                    </a:cubicBezTo>
                    <a:close/>
                    <a:moveTo>
                      <a:pt x="5128" y="5761"/>
                    </a:moveTo>
                    <a:cubicBezTo>
                      <a:pt x="5186" y="5761"/>
                      <a:pt x="5186" y="5819"/>
                      <a:pt x="5243" y="5819"/>
                    </a:cubicBezTo>
                    <a:cubicBezTo>
                      <a:pt x="5243" y="5819"/>
                      <a:pt x="5301" y="5876"/>
                      <a:pt x="5243" y="5934"/>
                    </a:cubicBezTo>
                    <a:cubicBezTo>
                      <a:pt x="5186" y="6222"/>
                      <a:pt x="5243" y="6510"/>
                      <a:pt x="5416" y="6798"/>
                    </a:cubicBezTo>
                    <a:cubicBezTo>
                      <a:pt x="5359" y="7029"/>
                      <a:pt x="5243" y="7259"/>
                      <a:pt x="5243" y="7490"/>
                    </a:cubicBezTo>
                    <a:lnTo>
                      <a:pt x="5243" y="7547"/>
                    </a:lnTo>
                    <a:cubicBezTo>
                      <a:pt x="5013" y="7201"/>
                      <a:pt x="4725" y="6913"/>
                      <a:pt x="4437" y="6683"/>
                    </a:cubicBezTo>
                    <a:cubicBezTo>
                      <a:pt x="4725" y="6453"/>
                      <a:pt x="5013" y="6107"/>
                      <a:pt x="5128" y="5761"/>
                    </a:cubicBezTo>
                    <a:close/>
                    <a:moveTo>
                      <a:pt x="7951" y="0"/>
                    </a:moveTo>
                    <a:cubicBezTo>
                      <a:pt x="6626" y="0"/>
                      <a:pt x="5589" y="807"/>
                      <a:pt x="5186" y="1959"/>
                    </a:cubicBezTo>
                    <a:cubicBezTo>
                      <a:pt x="4610" y="1325"/>
                      <a:pt x="3803" y="922"/>
                      <a:pt x="2939" y="922"/>
                    </a:cubicBezTo>
                    <a:cubicBezTo>
                      <a:pt x="1326" y="922"/>
                      <a:pt x="1" y="2247"/>
                      <a:pt x="1" y="3918"/>
                    </a:cubicBezTo>
                    <a:cubicBezTo>
                      <a:pt x="1" y="4667"/>
                      <a:pt x="289" y="5358"/>
                      <a:pt x="807" y="5934"/>
                    </a:cubicBezTo>
                    <a:cubicBezTo>
                      <a:pt x="807" y="5934"/>
                      <a:pt x="1211" y="6510"/>
                      <a:pt x="1499" y="6741"/>
                    </a:cubicBezTo>
                    <a:cubicBezTo>
                      <a:pt x="692" y="7201"/>
                      <a:pt x="231" y="8123"/>
                      <a:pt x="231" y="9045"/>
                    </a:cubicBezTo>
                    <a:cubicBezTo>
                      <a:pt x="231" y="9189"/>
                      <a:pt x="347" y="9261"/>
                      <a:pt x="462" y="9261"/>
                    </a:cubicBezTo>
                    <a:cubicBezTo>
                      <a:pt x="577" y="9261"/>
                      <a:pt x="692" y="9189"/>
                      <a:pt x="692" y="9045"/>
                    </a:cubicBezTo>
                    <a:cubicBezTo>
                      <a:pt x="692" y="8181"/>
                      <a:pt x="1153" y="7374"/>
                      <a:pt x="1960" y="6971"/>
                    </a:cubicBezTo>
                    <a:cubicBezTo>
                      <a:pt x="2276" y="7115"/>
                      <a:pt x="2622" y="7187"/>
                      <a:pt x="2968" y="7187"/>
                    </a:cubicBezTo>
                    <a:cubicBezTo>
                      <a:pt x="3313" y="7187"/>
                      <a:pt x="3659" y="7115"/>
                      <a:pt x="3976" y="6971"/>
                    </a:cubicBezTo>
                    <a:cubicBezTo>
                      <a:pt x="4725" y="7374"/>
                      <a:pt x="5243" y="8181"/>
                      <a:pt x="5243" y="9045"/>
                    </a:cubicBezTo>
                    <a:cubicBezTo>
                      <a:pt x="5243" y="9196"/>
                      <a:pt x="5369" y="9283"/>
                      <a:pt x="5489" y="9283"/>
                    </a:cubicBezTo>
                    <a:cubicBezTo>
                      <a:pt x="5599" y="9283"/>
                      <a:pt x="5704" y="9210"/>
                      <a:pt x="5704" y="9045"/>
                    </a:cubicBezTo>
                    <a:lnTo>
                      <a:pt x="5704" y="7835"/>
                    </a:lnTo>
                    <a:cubicBezTo>
                      <a:pt x="5704" y="6971"/>
                      <a:pt x="6165" y="6164"/>
                      <a:pt x="6972" y="5819"/>
                    </a:cubicBezTo>
                    <a:cubicBezTo>
                      <a:pt x="7289" y="5963"/>
                      <a:pt x="7634" y="6035"/>
                      <a:pt x="7980" y="6035"/>
                    </a:cubicBezTo>
                    <a:cubicBezTo>
                      <a:pt x="8326" y="6035"/>
                      <a:pt x="8671" y="5963"/>
                      <a:pt x="8988" y="5819"/>
                    </a:cubicBezTo>
                    <a:cubicBezTo>
                      <a:pt x="9737" y="6164"/>
                      <a:pt x="10256" y="6971"/>
                      <a:pt x="10256" y="7835"/>
                    </a:cubicBezTo>
                    <a:lnTo>
                      <a:pt x="10256" y="9045"/>
                    </a:lnTo>
                    <a:cubicBezTo>
                      <a:pt x="10256" y="9196"/>
                      <a:pt x="10381" y="9283"/>
                      <a:pt x="10502" y="9283"/>
                    </a:cubicBezTo>
                    <a:cubicBezTo>
                      <a:pt x="10611" y="9283"/>
                      <a:pt x="10716" y="9210"/>
                      <a:pt x="10716" y="9045"/>
                    </a:cubicBezTo>
                    <a:cubicBezTo>
                      <a:pt x="10716" y="8181"/>
                      <a:pt x="11235" y="7374"/>
                      <a:pt x="11984" y="6971"/>
                    </a:cubicBezTo>
                    <a:cubicBezTo>
                      <a:pt x="12301" y="7115"/>
                      <a:pt x="12646" y="7187"/>
                      <a:pt x="12992" y="7187"/>
                    </a:cubicBezTo>
                    <a:cubicBezTo>
                      <a:pt x="13338" y="7187"/>
                      <a:pt x="13683" y="7115"/>
                      <a:pt x="14000" y="6971"/>
                    </a:cubicBezTo>
                    <a:cubicBezTo>
                      <a:pt x="14749" y="7374"/>
                      <a:pt x="15268" y="8181"/>
                      <a:pt x="15268" y="9045"/>
                    </a:cubicBezTo>
                    <a:cubicBezTo>
                      <a:pt x="15268" y="9189"/>
                      <a:pt x="15383" y="9261"/>
                      <a:pt x="15498" y="9261"/>
                    </a:cubicBezTo>
                    <a:cubicBezTo>
                      <a:pt x="15613" y="9261"/>
                      <a:pt x="15729" y="9189"/>
                      <a:pt x="15729" y="9045"/>
                    </a:cubicBezTo>
                    <a:cubicBezTo>
                      <a:pt x="15729" y="8815"/>
                      <a:pt x="15729" y="8584"/>
                      <a:pt x="15671" y="8354"/>
                    </a:cubicBezTo>
                    <a:cubicBezTo>
                      <a:pt x="15959" y="8066"/>
                      <a:pt x="16074" y="7662"/>
                      <a:pt x="16074" y="7259"/>
                    </a:cubicBezTo>
                    <a:lnTo>
                      <a:pt x="16074" y="5588"/>
                    </a:lnTo>
                    <a:cubicBezTo>
                      <a:pt x="16074" y="5473"/>
                      <a:pt x="16017" y="5358"/>
                      <a:pt x="15844" y="5358"/>
                    </a:cubicBezTo>
                    <a:cubicBezTo>
                      <a:pt x="15729" y="5358"/>
                      <a:pt x="15613" y="5473"/>
                      <a:pt x="15613" y="5588"/>
                    </a:cubicBezTo>
                    <a:lnTo>
                      <a:pt x="15613" y="7259"/>
                    </a:lnTo>
                    <a:cubicBezTo>
                      <a:pt x="15613" y="7490"/>
                      <a:pt x="15556" y="7662"/>
                      <a:pt x="15441" y="7835"/>
                    </a:cubicBezTo>
                    <a:cubicBezTo>
                      <a:pt x="15210" y="7374"/>
                      <a:pt x="14864" y="6971"/>
                      <a:pt x="14461" y="6683"/>
                    </a:cubicBezTo>
                    <a:cubicBezTo>
                      <a:pt x="15037" y="6280"/>
                      <a:pt x="15383" y="5531"/>
                      <a:pt x="15383" y="4782"/>
                    </a:cubicBezTo>
                    <a:cubicBezTo>
                      <a:pt x="15383" y="4667"/>
                      <a:pt x="15325" y="4551"/>
                      <a:pt x="15210" y="4551"/>
                    </a:cubicBezTo>
                    <a:cubicBezTo>
                      <a:pt x="14288" y="4263"/>
                      <a:pt x="14058" y="3342"/>
                      <a:pt x="14058" y="3284"/>
                    </a:cubicBezTo>
                    <a:cubicBezTo>
                      <a:pt x="14029" y="3169"/>
                      <a:pt x="13928" y="3111"/>
                      <a:pt x="13827" y="3111"/>
                    </a:cubicBezTo>
                    <a:cubicBezTo>
                      <a:pt x="13727" y="3111"/>
                      <a:pt x="13626" y="3169"/>
                      <a:pt x="13597" y="3284"/>
                    </a:cubicBezTo>
                    <a:cubicBezTo>
                      <a:pt x="13335" y="4438"/>
                      <a:pt x="12404" y="4732"/>
                      <a:pt x="11587" y="4732"/>
                    </a:cubicBezTo>
                    <a:cubicBezTo>
                      <a:pt x="11507" y="4732"/>
                      <a:pt x="11428" y="4729"/>
                      <a:pt x="11350" y="4724"/>
                    </a:cubicBezTo>
                    <a:cubicBezTo>
                      <a:pt x="11350" y="4667"/>
                      <a:pt x="11350" y="4551"/>
                      <a:pt x="11350" y="4494"/>
                    </a:cubicBezTo>
                    <a:cubicBezTo>
                      <a:pt x="11350" y="4090"/>
                      <a:pt x="11235" y="3745"/>
                      <a:pt x="11005" y="3457"/>
                    </a:cubicBezTo>
                    <a:cubicBezTo>
                      <a:pt x="10947" y="3342"/>
                      <a:pt x="10947" y="3111"/>
                      <a:pt x="10947" y="2996"/>
                    </a:cubicBezTo>
                    <a:cubicBezTo>
                      <a:pt x="10947" y="2881"/>
                      <a:pt x="10947" y="2765"/>
                      <a:pt x="10947" y="2650"/>
                    </a:cubicBezTo>
                    <a:cubicBezTo>
                      <a:pt x="11408" y="2017"/>
                      <a:pt x="12157" y="1671"/>
                      <a:pt x="12963" y="1671"/>
                    </a:cubicBezTo>
                    <a:cubicBezTo>
                      <a:pt x="14404" y="1671"/>
                      <a:pt x="15613" y="2881"/>
                      <a:pt x="15613" y="4321"/>
                    </a:cubicBezTo>
                    <a:cubicBezTo>
                      <a:pt x="15613" y="4465"/>
                      <a:pt x="15729" y="4537"/>
                      <a:pt x="15844" y="4537"/>
                    </a:cubicBezTo>
                    <a:cubicBezTo>
                      <a:pt x="15959" y="4537"/>
                      <a:pt x="16074" y="4465"/>
                      <a:pt x="16074" y="4321"/>
                    </a:cubicBezTo>
                    <a:cubicBezTo>
                      <a:pt x="16074" y="2593"/>
                      <a:pt x="14692" y="1210"/>
                      <a:pt x="12963" y="1210"/>
                    </a:cubicBezTo>
                    <a:cubicBezTo>
                      <a:pt x="12157" y="1210"/>
                      <a:pt x="11408" y="1498"/>
                      <a:pt x="10832" y="2074"/>
                    </a:cubicBezTo>
                    <a:cubicBezTo>
                      <a:pt x="10428" y="864"/>
                      <a:pt x="9276" y="0"/>
                      <a:pt x="79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43"/>
              <p:cNvSpPr/>
              <p:nvPr/>
            </p:nvSpPr>
            <p:spPr>
              <a:xfrm>
                <a:off x="5150450" y="2401900"/>
                <a:ext cx="42325" cy="17750"/>
              </a:xfrm>
              <a:custGeom>
                <a:rect b="b" l="l" r="r" t="t"/>
                <a:pathLst>
                  <a:path extrusionOk="0" h="710" w="1693">
                    <a:moveTo>
                      <a:pt x="315" y="0"/>
                    </a:moveTo>
                    <a:cubicBezTo>
                      <a:pt x="139" y="0"/>
                      <a:pt x="0" y="245"/>
                      <a:pt x="133" y="422"/>
                    </a:cubicBezTo>
                    <a:cubicBezTo>
                      <a:pt x="363" y="595"/>
                      <a:pt x="594" y="710"/>
                      <a:pt x="824" y="710"/>
                    </a:cubicBezTo>
                    <a:cubicBezTo>
                      <a:pt x="1112" y="710"/>
                      <a:pt x="1343" y="595"/>
                      <a:pt x="1516" y="422"/>
                    </a:cubicBezTo>
                    <a:cubicBezTo>
                      <a:pt x="1693" y="245"/>
                      <a:pt x="1530" y="0"/>
                      <a:pt x="1367" y="0"/>
                    </a:cubicBezTo>
                    <a:cubicBezTo>
                      <a:pt x="1317" y="0"/>
                      <a:pt x="1268" y="23"/>
                      <a:pt x="1228" y="76"/>
                    </a:cubicBezTo>
                    <a:cubicBezTo>
                      <a:pt x="1112" y="191"/>
                      <a:pt x="997" y="249"/>
                      <a:pt x="824" y="249"/>
                    </a:cubicBezTo>
                    <a:cubicBezTo>
                      <a:pt x="709" y="249"/>
                      <a:pt x="594" y="191"/>
                      <a:pt x="479" y="76"/>
                    </a:cubicBezTo>
                    <a:cubicBezTo>
                      <a:pt x="425" y="23"/>
                      <a:pt x="368" y="0"/>
                      <a:pt x="3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43"/>
              <p:cNvSpPr/>
              <p:nvPr/>
            </p:nvSpPr>
            <p:spPr>
              <a:xfrm>
                <a:off x="4901725" y="2401625"/>
                <a:ext cx="38900" cy="18025"/>
              </a:xfrm>
              <a:custGeom>
                <a:rect b="b" l="l" r="r" t="t"/>
                <a:pathLst>
                  <a:path extrusionOk="0" h="721" w="1556">
                    <a:moveTo>
                      <a:pt x="231" y="1"/>
                    </a:moveTo>
                    <a:cubicBezTo>
                      <a:pt x="173" y="1"/>
                      <a:pt x="115" y="30"/>
                      <a:pt x="58" y="87"/>
                    </a:cubicBezTo>
                    <a:cubicBezTo>
                      <a:pt x="0" y="202"/>
                      <a:pt x="0" y="318"/>
                      <a:pt x="58" y="433"/>
                    </a:cubicBezTo>
                    <a:cubicBezTo>
                      <a:pt x="288" y="606"/>
                      <a:pt x="519" y="721"/>
                      <a:pt x="749" y="721"/>
                    </a:cubicBezTo>
                    <a:cubicBezTo>
                      <a:pt x="1037" y="721"/>
                      <a:pt x="1267" y="606"/>
                      <a:pt x="1440" y="433"/>
                    </a:cubicBezTo>
                    <a:cubicBezTo>
                      <a:pt x="1556" y="318"/>
                      <a:pt x="1556" y="202"/>
                      <a:pt x="1440" y="87"/>
                    </a:cubicBezTo>
                    <a:cubicBezTo>
                      <a:pt x="1412" y="30"/>
                      <a:pt x="1354" y="1"/>
                      <a:pt x="1296" y="1"/>
                    </a:cubicBezTo>
                    <a:cubicBezTo>
                      <a:pt x="1239" y="1"/>
                      <a:pt x="1181" y="30"/>
                      <a:pt x="1152" y="87"/>
                    </a:cubicBezTo>
                    <a:cubicBezTo>
                      <a:pt x="1037" y="202"/>
                      <a:pt x="922" y="260"/>
                      <a:pt x="749" y="260"/>
                    </a:cubicBezTo>
                    <a:cubicBezTo>
                      <a:pt x="634" y="260"/>
                      <a:pt x="519" y="202"/>
                      <a:pt x="403" y="87"/>
                    </a:cubicBezTo>
                    <a:cubicBezTo>
                      <a:pt x="346" y="30"/>
                      <a:pt x="288" y="1"/>
                      <a:pt x="2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43"/>
              <p:cNvSpPr/>
              <p:nvPr/>
            </p:nvSpPr>
            <p:spPr>
              <a:xfrm>
                <a:off x="5027025" y="2372475"/>
                <a:ext cx="38900" cy="16950"/>
              </a:xfrm>
              <a:custGeom>
                <a:rect b="b" l="l" r="r" t="t"/>
                <a:pathLst>
                  <a:path extrusionOk="0" h="678" w="1556">
                    <a:moveTo>
                      <a:pt x="231" y="0"/>
                    </a:moveTo>
                    <a:cubicBezTo>
                      <a:pt x="173" y="0"/>
                      <a:pt x="115" y="15"/>
                      <a:pt x="58" y="43"/>
                    </a:cubicBezTo>
                    <a:cubicBezTo>
                      <a:pt x="0" y="159"/>
                      <a:pt x="0" y="274"/>
                      <a:pt x="58" y="389"/>
                    </a:cubicBezTo>
                    <a:cubicBezTo>
                      <a:pt x="288" y="562"/>
                      <a:pt x="519" y="677"/>
                      <a:pt x="749" y="677"/>
                    </a:cubicBezTo>
                    <a:cubicBezTo>
                      <a:pt x="1037" y="677"/>
                      <a:pt x="1268" y="562"/>
                      <a:pt x="1440" y="389"/>
                    </a:cubicBezTo>
                    <a:cubicBezTo>
                      <a:pt x="1556" y="274"/>
                      <a:pt x="1556" y="159"/>
                      <a:pt x="1440" y="43"/>
                    </a:cubicBezTo>
                    <a:cubicBezTo>
                      <a:pt x="1412" y="15"/>
                      <a:pt x="1354" y="0"/>
                      <a:pt x="1296" y="0"/>
                    </a:cubicBezTo>
                    <a:cubicBezTo>
                      <a:pt x="1239" y="0"/>
                      <a:pt x="1181" y="15"/>
                      <a:pt x="1152" y="43"/>
                    </a:cubicBezTo>
                    <a:cubicBezTo>
                      <a:pt x="1037" y="159"/>
                      <a:pt x="922" y="216"/>
                      <a:pt x="749" y="216"/>
                    </a:cubicBezTo>
                    <a:cubicBezTo>
                      <a:pt x="634" y="216"/>
                      <a:pt x="519" y="159"/>
                      <a:pt x="403" y="43"/>
                    </a:cubicBezTo>
                    <a:cubicBezTo>
                      <a:pt x="346" y="15"/>
                      <a:pt x="288"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43"/>
              <p:cNvSpPr/>
              <p:nvPr/>
            </p:nvSpPr>
            <p:spPr>
              <a:xfrm>
                <a:off x="5115850" y="2157900"/>
                <a:ext cx="80500" cy="113825"/>
              </a:xfrm>
              <a:custGeom>
                <a:rect b="b" l="l" r="r" t="t"/>
                <a:pathLst>
                  <a:path extrusionOk="0" h="4553" w="3220">
                    <a:moveTo>
                      <a:pt x="340" y="0"/>
                    </a:moveTo>
                    <a:cubicBezTo>
                      <a:pt x="127" y="0"/>
                      <a:pt x="1" y="302"/>
                      <a:pt x="192" y="446"/>
                    </a:cubicBezTo>
                    <a:cubicBezTo>
                      <a:pt x="1575" y="1310"/>
                      <a:pt x="2554" y="2750"/>
                      <a:pt x="2727" y="4363"/>
                    </a:cubicBezTo>
                    <a:cubicBezTo>
                      <a:pt x="2753" y="4493"/>
                      <a:pt x="2861" y="4553"/>
                      <a:pt x="2966" y="4553"/>
                    </a:cubicBezTo>
                    <a:cubicBezTo>
                      <a:pt x="3094" y="4553"/>
                      <a:pt x="3219" y="4464"/>
                      <a:pt x="3188" y="4306"/>
                    </a:cubicBezTo>
                    <a:cubicBezTo>
                      <a:pt x="2957" y="2520"/>
                      <a:pt x="1978" y="964"/>
                      <a:pt x="480" y="42"/>
                    </a:cubicBezTo>
                    <a:cubicBezTo>
                      <a:pt x="431" y="13"/>
                      <a:pt x="384" y="0"/>
                      <a:pt x="34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43"/>
              <p:cNvSpPr/>
              <p:nvPr/>
            </p:nvSpPr>
            <p:spPr>
              <a:xfrm>
                <a:off x="4898825" y="2157900"/>
                <a:ext cx="82600" cy="113425"/>
              </a:xfrm>
              <a:custGeom>
                <a:rect b="b" l="l" r="r" t="t"/>
                <a:pathLst>
                  <a:path extrusionOk="0" h="4537" w="3304">
                    <a:moveTo>
                      <a:pt x="2964" y="0"/>
                    </a:moveTo>
                    <a:cubicBezTo>
                      <a:pt x="2920" y="0"/>
                      <a:pt x="2873" y="13"/>
                      <a:pt x="2824" y="42"/>
                    </a:cubicBezTo>
                    <a:cubicBezTo>
                      <a:pt x="1326" y="964"/>
                      <a:pt x="289" y="2520"/>
                      <a:pt x="58" y="4306"/>
                    </a:cubicBezTo>
                    <a:cubicBezTo>
                      <a:pt x="1" y="4421"/>
                      <a:pt x="116" y="4536"/>
                      <a:pt x="231" y="4536"/>
                    </a:cubicBezTo>
                    <a:cubicBezTo>
                      <a:pt x="347" y="4536"/>
                      <a:pt x="462" y="4478"/>
                      <a:pt x="519" y="4363"/>
                    </a:cubicBezTo>
                    <a:cubicBezTo>
                      <a:pt x="750" y="2692"/>
                      <a:pt x="1672" y="1310"/>
                      <a:pt x="3112" y="446"/>
                    </a:cubicBezTo>
                    <a:cubicBezTo>
                      <a:pt x="3303" y="302"/>
                      <a:pt x="3177" y="0"/>
                      <a:pt x="29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43"/>
              <p:cNvSpPr/>
              <p:nvPr/>
            </p:nvSpPr>
            <p:spPr>
              <a:xfrm>
                <a:off x="4991000" y="2092700"/>
                <a:ext cx="115250" cy="151250"/>
              </a:xfrm>
              <a:custGeom>
                <a:rect b="b" l="l" r="r" t="t"/>
                <a:pathLst>
                  <a:path extrusionOk="0" h="6050" w="4610">
                    <a:moveTo>
                      <a:pt x="2766" y="5012"/>
                    </a:moveTo>
                    <a:lnTo>
                      <a:pt x="2766" y="5300"/>
                    </a:lnTo>
                    <a:cubicBezTo>
                      <a:pt x="2766" y="5473"/>
                      <a:pt x="2709" y="5531"/>
                      <a:pt x="2536" y="5531"/>
                    </a:cubicBezTo>
                    <a:lnTo>
                      <a:pt x="2017" y="5531"/>
                    </a:lnTo>
                    <a:cubicBezTo>
                      <a:pt x="1902" y="5531"/>
                      <a:pt x="1787" y="5473"/>
                      <a:pt x="1787" y="5300"/>
                    </a:cubicBezTo>
                    <a:lnTo>
                      <a:pt x="1787" y="5012"/>
                    </a:lnTo>
                    <a:close/>
                    <a:moveTo>
                      <a:pt x="2248" y="0"/>
                    </a:moveTo>
                    <a:cubicBezTo>
                      <a:pt x="1960" y="0"/>
                      <a:pt x="1672" y="58"/>
                      <a:pt x="1384" y="173"/>
                    </a:cubicBezTo>
                    <a:cubicBezTo>
                      <a:pt x="1127" y="276"/>
                      <a:pt x="1236" y="652"/>
                      <a:pt x="1466" y="652"/>
                    </a:cubicBezTo>
                    <a:cubicBezTo>
                      <a:pt x="1495" y="652"/>
                      <a:pt x="1525" y="647"/>
                      <a:pt x="1556" y="634"/>
                    </a:cubicBezTo>
                    <a:cubicBezTo>
                      <a:pt x="1787" y="519"/>
                      <a:pt x="2017" y="461"/>
                      <a:pt x="2248" y="461"/>
                    </a:cubicBezTo>
                    <a:cubicBezTo>
                      <a:pt x="2766" y="461"/>
                      <a:pt x="3227" y="634"/>
                      <a:pt x="3573" y="980"/>
                    </a:cubicBezTo>
                    <a:cubicBezTo>
                      <a:pt x="3918" y="1325"/>
                      <a:pt x="4149" y="1786"/>
                      <a:pt x="4149" y="2305"/>
                    </a:cubicBezTo>
                    <a:cubicBezTo>
                      <a:pt x="4149" y="2996"/>
                      <a:pt x="3746" y="3572"/>
                      <a:pt x="3170" y="3918"/>
                    </a:cubicBezTo>
                    <a:cubicBezTo>
                      <a:pt x="3112" y="3975"/>
                      <a:pt x="3054" y="4033"/>
                      <a:pt x="3054" y="4091"/>
                    </a:cubicBezTo>
                    <a:lnTo>
                      <a:pt x="3054" y="4436"/>
                    </a:lnTo>
                    <a:cubicBezTo>
                      <a:pt x="3054" y="4436"/>
                      <a:pt x="3054" y="4494"/>
                      <a:pt x="2997" y="4494"/>
                    </a:cubicBezTo>
                    <a:lnTo>
                      <a:pt x="1614" y="4494"/>
                    </a:lnTo>
                    <a:cubicBezTo>
                      <a:pt x="1614" y="4494"/>
                      <a:pt x="1556" y="4494"/>
                      <a:pt x="1556" y="4436"/>
                    </a:cubicBezTo>
                    <a:lnTo>
                      <a:pt x="1556" y="4091"/>
                    </a:lnTo>
                    <a:cubicBezTo>
                      <a:pt x="1556" y="4033"/>
                      <a:pt x="1499" y="3975"/>
                      <a:pt x="1441" y="3918"/>
                    </a:cubicBezTo>
                    <a:cubicBezTo>
                      <a:pt x="807" y="3572"/>
                      <a:pt x="462" y="2938"/>
                      <a:pt x="462" y="2305"/>
                    </a:cubicBezTo>
                    <a:cubicBezTo>
                      <a:pt x="462" y="1959"/>
                      <a:pt x="577" y="1613"/>
                      <a:pt x="750" y="1325"/>
                    </a:cubicBezTo>
                    <a:cubicBezTo>
                      <a:pt x="873" y="1120"/>
                      <a:pt x="703" y="943"/>
                      <a:pt x="532" y="943"/>
                    </a:cubicBezTo>
                    <a:cubicBezTo>
                      <a:pt x="464" y="943"/>
                      <a:pt x="396" y="971"/>
                      <a:pt x="347" y="1037"/>
                    </a:cubicBezTo>
                    <a:cubicBezTo>
                      <a:pt x="116" y="1441"/>
                      <a:pt x="1" y="1844"/>
                      <a:pt x="1" y="2247"/>
                    </a:cubicBezTo>
                    <a:cubicBezTo>
                      <a:pt x="1" y="3111"/>
                      <a:pt x="404" y="3803"/>
                      <a:pt x="1096" y="4264"/>
                    </a:cubicBezTo>
                    <a:lnTo>
                      <a:pt x="1096" y="4494"/>
                    </a:lnTo>
                    <a:cubicBezTo>
                      <a:pt x="1096" y="4724"/>
                      <a:pt x="1211" y="4840"/>
                      <a:pt x="1326" y="4955"/>
                    </a:cubicBezTo>
                    <a:lnTo>
                      <a:pt x="1326" y="5358"/>
                    </a:lnTo>
                    <a:cubicBezTo>
                      <a:pt x="1326" y="5704"/>
                      <a:pt x="1672" y="6049"/>
                      <a:pt x="2017" y="6049"/>
                    </a:cubicBezTo>
                    <a:lnTo>
                      <a:pt x="2593" y="6049"/>
                    </a:lnTo>
                    <a:cubicBezTo>
                      <a:pt x="2939" y="6049"/>
                      <a:pt x="3285" y="5704"/>
                      <a:pt x="3285" y="5358"/>
                    </a:cubicBezTo>
                    <a:lnTo>
                      <a:pt x="3285" y="4897"/>
                    </a:lnTo>
                    <a:cubicBezTo>
                      <a:pt x="3400" y="4840"/>
                      <a:pt x="3515" y="4667"/>
                      <a:pt x="3515" y="4494"/>
                    </a:cubicBezTo>
                    <a:lnTo>
                      <a:pt x="3515" y="4264"/>
                    </a:lnTo>
                    <a:cubicBezTo>
                      <a:pt x="4207" y="3860"/>
                      <a:pt x="4610" y="3111"/>
                      <a:pt x="4610" y="2305"/>
                    </a:cubicBezTo>
                    <a:cubicBezTo>
                      <a:pt x="4610" y="1671"/>
                      <a:pt x="4379" y="1095"/>
                      <a:pt x="3918" y="634"/>
                    </a:cubicBezTo>
                    <a:cubicBezTo>
                      <a:pt x="3458" y="231"/>
                      <a:pt x="2881" y="0"/>
                      <a:pt x="224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43"/>
              <p:cNvSpPr/>
              <p:nvPr/>
            </p:nvSpPr>
            <p:spPr>
              <a:xfrm>
                <a:off x="5018375" y="2124025"/>
                <a:ext cx="60525" cy="54050"/>
              </a:xfrm>
              <a:custGeom>
                <a:rect b="b" l="l" r="r" t="t"/>
                <a:pathLst>
                  <a:path extrusionOk="0" h="2162" w="2421">
                    <a:moveTo>
                      <a:pt x="1210" y="706"/>
                    </a:moveTo>
                    <a:lnTo>
                      <a:pt x="1268" y="879"/>
                    </a:lnTo>
                    <a:cubicBezTo>
                      <a:pt x="1326" y="937"/>
                      <a:pt x="1383" y="994"/>
                      <a:pt x="1441" y="994"/>
                    </a:cubicBezTo>
                    <a:lnTo>
                      <a:pt x="1614" y="1052"/>
                    </a:lnTo>
                    <a:lnTo>
                      <a:pt x="1498" y="1167"/>
                    </a:lnTo>
                    <a:cubicBezTo>
                      <a:pt x="1441" y="1167"/>
                      <a:pt x="1383" y="1282"/>
                      <a:pt x="1441" y="1340"/>
                    </a:cubicBezTo>
                    <a:lnTo>
                      <a:pt x="1441" y="1513"/>
                    </a:lnTo>
                    <a:lnTo>
                      <a:pt x="1326" y="1455"/>
                    </a:lnTo>
                    <a:cubicBezTo>
                      <a:pt x="1268" y="1426"/>
                      <a:pt x="1225" y="1412"/>
                      <a:pt x="1189" y="1412"/>
                    </a:cubicBezTo>
                    <a:cubicBezTo>
                      <a:pt x="1153" y="1412"/>
                      <a:pt x="1124" y="1426"/>
                      <a:pt x="1095" y="1455"/>
                    </a:cubicBezTo>
                    <a:lnTo>
                      <a:pt x="922" y="1513"/>
                    </a:lnTo>
                    <a:lnTo>
                      <a:pt x="922" y="1513"/>
                    </a:lnTo>
                    <a:lnTo>
                      <a:pt x="980" y="1340"/>
                    </a:lnTo>
                    <a:cubicBezTo>
                      <a:pt x="980" y="1282"/>
                      <a:pt x="980" y="1225"/>
                      <a:pt x="922" y="1167"/>
                    </a:cubicBezTo>
                    <a:lnTo>
                      <a:pt x="807" y="1052"/>
                    </a:lnTo>
                    <a:lnTo>
                      <a:pt x="922" y="994"/>
                    </a:lnTo>
                    <a:cubicBezTo>
                      <a:pt x="1038" y="994"/>
                      <a:pt x="1095" y="937"/>
                      <a:pt x="1095" y="879"/>
                    </a:cubicBezTo>
                    <a:lnTo>
                      <a:pt x="1210" y="706"/>
                    </a:lnTo>
                    <a:close/>
                    <a:moveTo>
                      <a:pt x="1203" y="0"/>
                    </a:moveTo>
                    <a:cubicBezTo>
                      <a:pt x="1124" y="0"/>
                      <a:pt x="1038" y="44"/>
                      <a:pt x="980" y="130"/>
                    </a:cubicBezTo>
                    <a:lnTo>
                      <a:pt x="749" y="591"/>
                    </a:lnTo>
                    <a:lnTo>
                      <a:pt x="231" y="648"/>
                    </a:lnTo>
                    <a:cubicBezTo>
                      <a:pt x="58" y="648"/>
                      <a:pt x="1" y="937"/>
                      <a:pt x="116" y="1052"/>
                    </a:cubicBezTo>
                    <a:lnTo>
                      <a:pt x="519" y="1397"/>
                    </a:lnTo>
                    <a:lnTo>
                      <a:pt x="404" y="1916"/>
                    </a:lnTo>
                    <a:cubicBezTo>
                      <a:pt x="356" y="2058"/>
                      <a:pt x="504" y="2161"/>
                      <a:pt x="654" y="2161"/>
                    </a:cubicBezTo>
                    <a:cubicBezTo>
                      <a:pt x="686" y="2161"/>
                      <a:pt x="719" y="2157"/>
                      <a:pt x="749" y="2146"/>
                    </a:cubicBezTo>
                    <a:lnTo>
                      <a:pt x="1210" y="1916"/>
                    </a:lnTo>
                    <a:lnTo>
                      <a:pt x="1614" y="2146"/>
                    </a:lnTo>
                    <a:cubicBezTo>
                      <a:pt x="1644" y="2157"/>
                      <a:pt x="1677" y="2161"/>
                      <a:pt x="1709" y="2161"/>
                    </a:cubicBezTo>
                    <a:cubicBezTo>
                      <a:pt x="1859" y="2161"/>
                      <a:pt x="2007" y="2058"/>
                      <a:pt x="1959" y="1916"/>
                    </a:cubicBezTo>
                    <a:lnTo>
                      <a:pt x="1902" y="1397"/>
                    </a:lnTo>
                    <a:lnTo>
                      <a:pt x="2247" y="1052"/>
                    </a:lnTo>
                    <a:cubicBezTo>
                      <a:pt x="2420" y="879"/>
                      <a:pt x="2305" y="648"/>
                      <a:pt x="2132" y="648"/>
                    </a:cubicBezTo>
                    <a:lnTo>
                      <a:pt x="1614" y="591"/>
                    </a:lnTo>
                    <a:lnTo>
                      <a:pt x="1383" y="130"/>
                    </a:lnTo>
                    <a:cubicBezTo>
                      <a:pt x="1354" y="44"/>
                      <a:pt x="1282" y="0"/>
                      <a:pt x="120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85" name="Google Shape;585;p43"/>
          <p:cNvGrpSpPr/>
          <p:nvPr/>
        </p:nvGrpSpPr>
        <p:grpSpPr>
          <a:xfrm>
            <a:off x="5374953" y="1883746"/>
            <a:ext cx="707400" cy="707400"/>
            <a:chOff x="5374953" y="1883746"/>
            <a:chExt cx="707400" cy="707400"/>
          </a:xfrm>
        </p:grpSpPr>
        <p:sp>
          <p:nvSpPr>
            <p:cNvPr id="586" name="Google Shape;586;p43"/>
            <p:cNvSpPr/>
            <p:nvPr/>
          </p:nvSpPr>
          <p:spPr>
            <a:xfrm rot="5400000">
              <a:off x="5374953" y="18837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87" name="Google Shape;587;p43"/>
            <p:cNvGrpSpPr/>
            <p:nvPr/>
          </p:nvGrpSpPr>
          <p:grpSpPr>
            <a:xfrm>
              <a:off x="5527725" y="2036525"/>
              <a:ext cx="401850" cy="401850"/>
              <a:chOff x="4270875" y="2075425"/>
              <a:chExt cx="401850" cy="401850"/>
            </a:xfrm>
          </p:grpSpPr>
          <p:sp>
            <p:nvSpPr>
              <p:cNvPr id="588" name="Google Shape;588;p43"/>
              <p:cNvSpPr/>
              <p:nvPr/>
            </p:nvSpPr>
            <p:spPr>
              <a:xfrm>
                <a:off x="4472525" y="2370000"/>
                <a:ext cx="33150" cy="61900"/>
              </a:xfrm>
              <a:custGeom>
                <a:rect b="b" l="l" r="r" t="t"/>
                <a:pathLst>
                  <a:path extrusionOk="0" h="2476" w="1326">
                    <a:moveTo>
                      <a:pt x="662" y="0"/>
                    </a:moveTo>
                    <a:cubicBezTo>
                      <a:pt x="587" y="0"/>
                      <a:pt x="509" y="46"/>
                      <a:pt x="461" y="142"/>
                    </a:cubicBezTo>
                    <a:lnTo>
                      <a:pt x="403" y="200"/>
                    </a:lnTo>
                    <a:lnTo>
                      <a:pt x="403" y="258"/>
                    </a:lnTo>
                    <a:cubicBezTo>
                      <a:pt x="230" y="315"/>
                      <a:pt x="115" y="488"/>
                      <a:pt x="58" y="661"/>
                    </a:cubicBezTo>
                    <a:cubicBezTo>
                      <a:pt x="58" y="891"/>
                      <a:pt x="115" y="1064"/>
                      <a:pt x="230" y="1179"/>
                    </a:cubicBezTo>
                    <a:cubicBezTo>
                      <a:pt x="403" y="1295"/>
                      <a:pt x="576" y="1352"/>
                      <a:pt x="749" y="1410"/>
                    </a:cubicBezTo>
                    <a:cubicBezTo>
                      <a:pt x="749" y="1410"/>
                      <a:pt x="864" y="1467"/>
                      <a:pt x="807" y="1583"/>
                    </a:cubicBezTo>
                    <a:cubicBezTo>
                      <a:pt x="807" y="1640"/>
                      <a:pt x="749" y="1698"/>
                      <a:pt x="634" y="1698"/>
                    </a:cubicBezTo>
                    <a:cubicBezTo>
                      <a:pt x="519" y="1698"/>
                      <a:pt x="461" y="1698"/>
                      <a:pt x="403" y="1640"/>
                    </a:cubicBezTo>
                    <a:cubicBezTo>
                      <a:pt x="356" y="1616"/>
                      <a:pt x="308" y="1602"/>
                      <a:pt x="260" y="1602"/>
                    </a:cubicBezTo>
                    <a:cubicBezTo>
                      <a:pt x="193" y="1602"/>
                      <a:pt x="125" y="1630"/>
                      <a:pt x="58" y="1698"/>
                    </a:cubicBezTo>
                    <a:cubicBezTo>
                      <a:pt x="0" y="1813"/>
                      <a:pt x="0" y="1986"/>
                      <a:pt x="115" y="2044"/>
                    </a:cubicBezTo>
                    <a:cubicBezTo>
                      <a:pt x="230" y="2101"/>
                      <a:pt x="346" y="2159"/>
                      <a:pt x="403" y="2159"/>
                    </a:cubicBezTo>
                    <a:lnTo>
                      <a:pt x="403" y="2216"/>
                    </a:lnTo>
                    <a:cubicBezTo>
                      <a:pt x="403" y="2389"/>
                      <a:pt x="519" y="2476"/>
                      <a:pt x="634" y="2476"/>
                    </a:cubicBezTo>
                    <a:cubicBezTo>
                      <a:pt x="749" y="2476"/>
                      <a:pt x="864" y="2389"/>
                      <a:pt x="864" y="2216"/>
                    </a:cubicBezTo>
                    <a:lnTo>
                      <a:pt x="864" y="2159"/>
                    </a:lnTo>
                    <a:cubicBezTo>
                      <a:pt x="1095" y="2044"/>
                      <a:pt x="1267" y="1871"/>
                      <a:pt x="1267" y="1640"/>
                    </a:cubicBezTo>
                    <a:cubicBezTo>
                      <a:pt x="1325" y="1352"/>
                      <a:pt x="1210" y="1064"/>
                      <a:pt x="922" y="1007"/>
                    </a:cubicBezTo>
                    <a:cubicBezTo>
                      <a:pt x="749" y="949"/>
                      <a:pt x="634" y="891"/>
                      <a:pt x="519" y="834"/>
                    </a:cubicBezTo>
                    <a:cubicBezTo>
                      <a:pt x="519" y="776"/>
                      <a:pt x="519" y="718"/>
                      <a:pt x="576" y="718"/>
                    </a:cubicBezTo>
                    <a:cubicBezTo>
                      <a:pt x="615" y="699"/>
                      <a:pt x="653" y="693"/>
                      <a:pt x="687" y="693"/>
                    </a:cubicBezTo>
                    <a:cubicBezTo>
                      <a:pt x="755" y="693"/>
                      <a:pt x="807" y="718"/>
                      <a:pt x="807" y="718"/>
                    </a:cubicBezTo>
                    <a:cubicBezTo>
                      <a:pt x="856" y="755"/>
                      <a:pt x="905" y="771"/>
                      <a:pt x="950" y="771"/>
                    </a:cubicBezTo>
                    <a:cubicBezTo>
                      <a:pt x="1117" y="771"/>
                      <a:pt x="1231" y="554"/>
                      <a:pt x="1095" y="373"/>
                    </a:cubicBezTo>
                    <a:cubicBezTo>
                      <a:pt x="1095" y="315"/>
                      <a:pt x="979" y="258"/>
                      <a:pt x="864" y="258"/>
                    </a:cubicBezTo>
                    <a:cubicBezTo>
                      <a:pt x="864" y="90"/>
                      <a:pt x="766" y="0"/>
                      <a:pt x="6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43"/>
              <p:cNvSpPr/>
              <p:nvPr/>
            </p:nvSpPr>
            <p:spPr>
              <a:xfrm>
                <a:off x="4605025" y="2209725"/>
                <a:ext cx="33150" cy="62675"/>
              </a:xfrm>
              <a:custGeom>
                <a:rect b="b" l="l" r="r" t="t"/>
                <a:pathLst>
                  <a:path extrusionOk="0" h="2507" w="1326">
                    <a:moveTo>
                      <a:pt x="663" y="0"/>
                    </a:moveTo>
                    <a:cubicBezTo>
                      <a:pt x="533" y="0"/>
                      <a:pt x="403" y="72"/>
                      <a:pt x="403" y="216"/>
                    </a:cubicBezTo>
                    <a:lnTo>
                      <a:pt x="403" y="274"/>
                    </a:lnTo>
                    <a:cubicBezTo>
                      <a:pt x="231" y="389"/>
                      <a:pt x="115" y="504"/>
                      <a:pt x="58" y="735"/>
                    </a:cubicBezTo>
                    <a:cubicBezTo>
                      <a:pt x="58" y="908"/>
                      <a:pt x="115" y="1138"/>
                      <a:pt x="231" y="1196"/>
                    </a:cubicBezTo>
                    <a:cubicBezTo>
                      <a:pt x="403" y="1311"/>
                      <a:pt x="576" y="1368"/>
                      <a:pt x="749" y="1484"/>
                    </a:cubicBezTo>
                    <a:cubicBezTo>
                      <a:pt x="749" y="1484"/>
                      <a:pt x="864" y="1484"/>
                      <a:pt x="864" y="1599"/>
                    </a:cubicBezTo>
                    <a:cubicBezTo>
                      <a:pt x="807" y="1656"/>
                      <a:pt x="807" y="1772"/>
                      <a:pt x="634" y="1772"/>
                    </a:cubicBezTo>
                    <a:cubicBezTo>
                      <a:pt x="519" y="1772"/>
                      <a:pt x="519" y="1772"/>
                      <a:pt x="403" y="1714"/>
                    </a:cubicBezTo>
                    <a:cubicBezTo>
                      <a:pt x="355" y="1665"/>
                      <a:pt x="306" y="1648"/>
                      <a:pt x="257" y="1648"/>
                    </a:cubicBezTo>
                    <a:cubicBezTo>
                      <a:pt x="191" y="1648"/>
                      <a:pt x="124" y="1681"/>
                      <a:pt x="58" y="1714"/>
                    </a:cubicBezTo>
                    <a:cubicBezTo>
                      <a:pt x="0" y="1829"/>
                      <a:pt x="0" y="2002"/>
                      <a:pt x="115" y="2117"/>
                    </a:cubicBezTo>
                    <a:cubicBezTo>
                      <a:pt x="231" y="2175"/>
                      <a:pt x="346" y="2175"/>
                      <a:pt x="403" y="2233"/>
                    </a:cubicBezTo>
                    <a:lnTo>
                      <a:pt x="403" y="2290"/>
                    </a:lnTo>
                    <a:cubicBezTo>
                      <a:pt x="403" y="2434"/>
                      <a:pt x="519" y="2506"/>
                      <a:pt x="634" y="2506"/>
                    </a:cubicBezTo>
                    <a:cubicBezTo>
                      <a:pt x="749" y="2506"/>
                      <a:pt x="864" y="2434"/>
                      <a:pt x="864" y="2290"/>
                    </a:cubicBezTo>
                    <a:lnTo>
                      <a:pt x="864" y="2175"/>
                    </a:lnTo>
                    <a:cubicBezTo>
                      <a:pt x="1095" y="2117"/>
                      <a:pt x="1268" y="1945"/>
                      <a:pt x="1325" y="1714"/>
                    </a:cubicBezTo>
                    <a:cubicBezTo>
                      <a:pt x="1325" y="1426"/>
                      <a:pt x="1210" y="1138"/>
                      <a:pt x="922" y="1023"/>
                    </a:cubicBezTo>
                    <a:cubicBezTo>
                      <a:pt x="807" y="1023"/>
                      <a:pt x="634" y="965"/>
                      <a:pt x="519" y="850"/>
                    </a:cubicBezTo>
                    <a:cubicBezTo>
                      <a:pt x="519" y="850"/>
                      <a:pt x="576" y="792"/>
                      <a:pt x="576" y="735"/>
                    </a:cubicBezTo>
                    <a:cubicBezTo>
                      <a:pt x="749" y="735"/>
                      <a:pt x="807" y="792"/>
                      <a:pt x="807" y="792"/>
                    </a:cubicBezTo>
                    <a:cubicBezTo>
                      <a:pt x="856" y="829"/>
                      <a:pt x="905" y="845"/>
                      <a:pt x="951" y="845"/>
                    </a:cubicBezTo>
                    <a:cubicBezTo>
                      <a:pt x="1120" y="845"/>
                      <a:pt x="1243" y="628"/>
                      <a:pt x="1152" y="447"/>
                    </a:cubicBezTo>
                    <a:cubicBezTo>
                      <a:pt x="1095" y="389"/>
                      <a:pt x="980" y="331"/>
                      <a:pt x="922" y="274"/>
                    </a:cubicBezTo>
                    <a:lnTo>
                      <a:pt x="922" y="216"/>
                    </a:lnTo>
                    <a:cubicBezTo>
                      <a:pt x="922" y="72"/>
                      <a:pt x="792" y="0"/>
                      <a:pt x="6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43"/>
              <p:cNvSpPr/>
              <p:nvPr/>
            </p:nvSpPr>
            <p:spPr>
              <a:xfrm>
                <a:off x="4476825" y="2096300"/>
                <a:ext cx="34600" cy="63400"/>
              </a:xfrm>
              <a:custGeom>
                <a:rect b="b" l="l" r="r" t="t"/>
                <a:pathLst>
                  <a:path extrusionOk="0" h="2536" w="1384">
                    <a:moveTo>
                      <a:pt x="692" y="0"/>
                    </a:moveTo>
                    <a:cubicBezTo>
                      <a:pt x="577" y="0"/>
                      <a:pt x="462" y="87"/>
                      <a:pt x="462" y="260"/>
                    </a:cubicBezTo>
                    <a:lnTo>
                      <a:pt x="462" y="317"/>
                    </a:lnTo>
                    <a:cubicBezTo>
                      <a:pt x="289" y="375"/>
                      <a:pt x="174" y="548"/>
                      <a:pt x="116" y="720"/>
                    </a:cubicBezTo>
                    <a:cubicBezTo>
                      <a:pt x="58" y="951"/>
                      <a:pt x="174" y="1124"/>
                      <a:pt x="289" y="1239"/>
                    </a:cubicBezTo>
                    <a:cubicBezTo>
                      <a:pt x="404" y="1354"/>
                      <a:pt x="635" y="1412"/>
                      <a:pt x="807" y="1469"/>
                    </a:cubicBezTo>
                    <a:cubicBezTo>
                      <a:pt x="807" y="1469"/>
                      <a:pt x="865" y="1527"/>
                      <a:pt x="865" y="1642"/>
                    </a:cubicBezTo>
                    <a:cubicBezTo>
                      <a:pt x="865" y="1700"/>
                      <a:pt x="807" y="1757"/>
                      <a:pt x="692" y="1757"/>
                    </a:cubicBezTo>
                    <a:cubicBezTo>
                      <a:pt x="577" y="1757"/>
                      <a:pt x="519" y="1757"/>
                      <a:pt x="462" y="1700"/>
                    </a:cubicBezTo>
                    <a:cubicBezTo>
                      <a:pt x="414" y="1676"/>
                      <a:pt x="356" y="1662"/>
                      <a:pt x="301" y="1662"/>
                    </a:cubicBezTo>
                    <a:cubicBezTo>
                      <a:pt x="223" y="1662"/>
                      <a:pt x="150" y="1690"/>
                      <a:pt x="116" y="1757"/>
                    </a:cubicBezTo>
                    <a:cubicBezTo>
                      <a:pt x="1" y="1873"/>
                      <a:pt x="58" y="2046"/>
                      <a:pt x="174" y="2103"/>
                    </a:cubicBezTo>
                    <a:cubicBezTo>
                      <a:pt x="289" y="2161"/>
                      <a:pt x="347" y="2218"/>
                      <a:pt x="462" y="2218"/>
                    </a:cubicBezTo>
                    <a:lnTo>
                      <a:pt x="462" y="2276"/>
                    </a:lnTo>
                    <a:cubicBezTo>
                      <a:pt x="462" y="2449"/>
                      <a:pt x="577" y="2535"/>
                      <a:pt x="692" y="2535"/>
                    </a:cubicBezTo>
                    <a:cubicBezTo>
                      <a:pt x="807" y="2535"/>
                      <a:pt x="923" y="2449"/>
                      <a:pt x="923" y="2276"/>
                    </a:cubicBezTo>
                    <a:lnTo>
                      <a:pt x="923" y="2218"/>
                    </a:lnTo>
                    <a:cubicBezTo>
                      <a:pt x="1153" y="2103"/>
                      <a:pt x="1268" y="1930"/>
                      <a:pt x="1326" y="1700"/>
                    </a:cubicBezTo>
                    <a:cubicBezTo>
                      <a:pt x="1384" y="1412"/>
                      <a:pt x="1211" y="1124"/>
                      <a:pt x="923" y="1066"/>
                    </a:cubicBezTo>
                    <a:cubicBezTo>
                      <a:pt x="807" y="1009"/>
                      <a:pt x="635" y="951"/>
                      <a:pt x="577" y="893"/>
                    </a:cubicBezTo>
                    <a:cubicBezTo>
                      <a:pt x="577" y="836"/>
                      <a:pt x="577" y="778"/>
                      <a:pt x="635" y="778"/>
                    </a:cubicBezTo>
                    <a:cubicBezTo>
                      <a:pt x="673" y="759"/>
                      <a:pt x="711" y="752"/>
                      <a:pt x="746" y="752"/>
                    </a:cubicBezTo>
                    <a:cubicBezTo>
                      <a:pt x="814" y="752"/>
                      <a:pt x="865" y="778"/>
                      <a:pt x="865" y="778"/>
                    </a:cubicBezTo>
                    <a:cubicBezTo>
                      <a:pt x="902" y="815"/>
                      <a:pt x="944" y="831"/>
                      <a:pt x="986" y="831"/>
                    </a:cubicBezTo>
                    <a:cubicBezTo>
                      <a:pt x="1140" y="831"/>
                      <a:pt x="1289" y="614"/>
                      <a:pt x="1153" y="432"/>
                    </a:cubicBezTo>
                    <a:cubicBezTo>
                      <a:pt x="1095" y="375"/>
                      <a:pt x="1038" y="317"/>
                      <a:pt x="923" y="317"/>
                    </a:cubicBezTo>
                    <a:lnTo>
                      <a:pt x="923" y="260"/>
                    </a:lnTo>
                    <a:cubicBezTo>
                      <a:pt x="923" y="87"/>
                      <a:pt x="807" y="0"/>
                      <a:pt x="6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43"/>
              <p:cNvSpPr/>
              <p:nvPr/>
            </p:nvSpPr>
            <p:spPr>
              <a:xfrm>
                <a:off x="4306875" y="2162200"/>
                <a:ext cx="33150" cy="62675"/>
              </a:xfrm>
              <a:custGeom>
                <a:rect b="b" l="l" r="r" t="t"/>
                <a:pathLst>
                  <a:path extrusionOk="0" h="2507" w="1326">
                    <a:moveTo>
                      <a:pt x="634" y="0"/>
                    </a:moveTo>
                    <a:cubicBezTo>
                      <a:pt x="519" y="0"/>
                      <a:pt x="404" y="72"/>
                      <a:pt x="404" y="216"/>
                    </a:cubicBezTo>
                    <a:lnTo>
                      <a:pt x="404" y="274"/>
                    </a:lnTo>
                    <a:cubicBezTo>
                      <a:pt x="231" y="389"/>
                      <a:pt x="116" y="562"/>
                      <a:pt x="58" y="735"/>
                    </a:cubicBezTo>
                    <a:cubicBezTo>
                      <a:pt x="58" y="907"/>
                      <a:pt x="116" y="1138"/>
                      <a:pt x="231" y="1253"/>
                    </a:cubicBezTo>
                    <a:cubicBezTo>
                      <a:pt x="346" y="1311"/>
                      <a:pt x="577" y="1426"/>
                      <a:pt x="750" y="1484"/>
                    </a:cubicBezTo>
                    <a:cubicBezTo>
                      <a:pt x="750" y="1484"/>
                      <a:pt x="865" y="1484"/>
                      <a:pt x="807" y="1599"/>
                    </a:cubicBezTo>
                    <a:cubicBezTo>
                      <a:pt x="807" y="1656"/>
                      <a:pt x="750" y="1772"/>
                      <a:pt x="634" y="1772"/>
                    </a:cubicBezTo>
                    <a:cubicBezTo>
                      <a:pt x="519" y="1772"/>
                      <a:pt x="462" y="1772"/>
                      <a:pt x="404" y="1714"/>
                    </a:cubicBezTo>
                    <a:cubicBezTo>
                      <a:pt x="346" y="1685"/>
                      <a:pt x="289" y="1671"/>
                      <a:pt x="231" y="1671"/>
                    </a:cubicBezTo>
                    <a:cubicBezTo>
                      <a:pt x="174" y="1671"/>
                      <a:pt x="116" y="1685"/>
                      <a:pt x="58" y="1714"/>
                    </a:cubicBezTo>
                    <a:cubicBezTo>
                      <a:pt x="1" y="1829"/>
                      <a:pt x="1" y="2002"/>
                      <a:pt x="116" y="2117"/>
                    </a:cubicBezTo>
                    <a:cubicBezTo>
                      <a:pt x="231" y="2175"/>
                      <a:pt x="289" y="2232"/>
                      <a:pt x="404" y="2232"/>
                    </a:cubicBezTo>
                    <a:lnTo>
                      <a:pt x="404" y="2290"/>
                    </a:lnTo>
                    <a:cubicBezTo>
                      <a:pt x="404" y="2434"/>
                      <a:pt x="519" y="2506"/>
                      <a:pt x="634" y="2506"/>
                    </a:cubicBezTo>
                    <a:cubicBezTo>
                      <a:pt x="750" y="2506"/>
                      <a:pt x="865" y="2434"/>
                      <a:pt x="865" y="2290"/>
                    </a:cubicBezTo>
                    <a:lnTo>
                      <a:pt x="865" y="2175"/>
                    </a:lnTo>
                    <a:cubicBezTo>
                      <a:pt x="1095" y="2117"/>
                      <a:pt x="1268" y="1944"/>
                      <a:pt x="1268" y="1714"/>
                    </a:cubicBezTo>
                    <a:cubicBezTo>
                      <a:pt x="1326" y="1426"/>
                      <a:pt x="1153" y="1138"/>
                      <a:pt x="865" y="1023"/>
                    </a:cubicBezTo>
                    <a:cubicBezTo>
                      <a:pt x="750" y="1023"/>
                      <a:pt x="634" y="965"/>
                      <a:pt x="519" y="850"/>
                    </a:cubicBezTo>
                    <a:cubicBezTo>
                      <a:pt x="519" y="850"/>
                      <a:pt x="519" y="792"/>
                      <a:pt x="577" y="735"/>
                    </a:cubicBezTo>
                    <a:cubicBezTo>
                      <a:pt x="692" y="735"/>
                      <a:pt x="807" y="792"/>
                      <a:pt x="807" y="792"/>
                    </a:cubicBezTo>
                    <a:cubicBezTo>
                      <a:pt x="844" y="829"/>
                      <a:pt x="886" y="845"/>
                      <a:pt x="928" y="845"/>
                    </a:cubicBezTo>
                    <a:cubicBezTo>
                      <a:pt x="1082" y="845"/>
                      <a:pt x="1231" y="628"/>
                      <a:pt x="1095" y="447"/>
                    </a:cubicBezTo>
                    <a:cubicBezTo>
                      <a:pt x="1038" y="389"/>
                      <a:pt x="980" y="331"/>
                      <a:pt x="865" y="274"/>
                    </a:cubicBezTo>
                    <a:lnTo>
                      <a:pt x="865" y="216"/>
                    </a:lnTo>
                    <a:cubicBezTo>
                      <a:pt x="865" y="72"/>
                      <a:pt x="750" y="0"/>
                      <a:pt x="6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43"/>
              <p:cNvSpPr/>
              <p:nvPr/>
            </p:nvSpPr>
            <p:spPr>
              <a:xfrm>
                <a:off x="4270875" y="2075425"/>
                <a:ext cx="401850" cy="401850"/>
              </a:xfrm>
              <a:custGeom>
                <a:rect b="b" l="l" r="r" t="t"/>
                <a:pathLst>
                  <a:path extrusionOk="0" h="16074" w="16074">
                    <a:moveTo>
                      <a:pt x="8988" y="461"/>
                    </a:moveTo>
                    <a:cubicBezTo>
                      <a:pt x="9852" y="461"/>
                      <a:pt x="10543" y="1210"/>
                      <a:pt x="10543" y="2074"/>
                    </a:cubicBezTo>
                    <a:cubicBezTo>
                      <a:pt x="10543" y="2938"/>
                      <a:pt x="9852" y="3687"/>
                      <a:pt x="8988" y="3687"/>
                    </a:cubicBezTo>
                    <a:cubicBezTo>
                      <a:pt x="8066" y="3687"/>
                      <a:pt x="7375" y="2938"/>
                      <a:pt x="7375" y="2074"/>
                    </a:cubicBezTo>
                    <a:cubicBezTo>
                      <a:pt x="7375" y="1210"/>
                      <a:pt x="8066" y="461"/>
                      <a:pt x="8988" y="461"/>
                    </a:cubicBezTo>
                    <a:close/>
                    <a:moveTo>
                      <a:pt x="14058" y="5012"/>
                    </a:moveTo>
                    <a:cubicBezTo>
                      <a:pt x="14922" y="5012"/>
                      <a:pt x="15613" y="5703"/>
                      <a:pt x="15613" y="6568"/>
                    </a:cubicBezTo>
                    <a:cubicBezTo>
                      <a:pt x="15613" y="7489"/>
                      <a:pt x="14922" y="8181"/>
                      <a:pt x="14058" y="8181"/>
                    </a:cubicBezTo>
                    <a:cubicBezTo>
                      <a:pt x="13136" y="8181"/>
                      <a:pt x="12444" y="7489"/>
                      <a:pt x="12444" y="6568"/>
                    </a:cubicBezTo>
                    <a:cubicBezTo>
                      <a:pt x="12444" y="5703"/>
                      <a:pt x="13136" y="5012"/>
                      <a:pt x="14058" y="5012"/>
                    </a:cubicBezTo>
                    <a:close/>
                    <a:moveTo>
                      <a:pt x="11004" y="2535"/>
                    </a:moveTo>
                    <a:cubicBezTo>
                      <a:pt x="12041" y="2996"/>
                      <a:pt x="12905" y="3687"/>
                      <a:pt x="13654" y="4551"/>
                    </a:cubicBezTo>
                    <a:cubicBezTo>
                      <a:pt x="12675" y="4782"/>
                      <a:pt x="11984" y="5588"/>
                      <a:pt x="11984" y="6568"/>
                    </a:cubicBezTo>
                    <a:cubicBezTo>
                      <a:pt x="11984" y="7720"/>
                      <a:pt x="12905" y="8642"/>
                      <a:pt x="14058" y="8642"/>
                    </a:cubicBezTo>
                    <a:cubicBezTo>
                      <a:pt x="14403" y="8642"/>
                      <a:pt x="14806" y="8526"/>
                      <a:pt x="15095" y="8354"/>
                    </a:cubicBezTo>
                    <a:lnTo>
                      <a:pt x="15095" y="8354"/>
                    </a:lnTo>
                    <a:cubicBezTo>
                      <a:pt x="15152" y="8987"/>
                      <a:pt x="15095" y="9563"/>
                      <a:pt x="14979" y="10197"/>
                    </a:cubicBezTo>
                    <a:lnTo>
                      <a:pt x="13078" y="9621"/>
                    </a:lnTo>
                    <a:lnTo>
                      <a:pt x="13021" y="9621"/>
                    </a:lnTo>
                    <a:cubicBezTo>
                      <a:pt x="12560" y="9506"/>
                      <a:pt x="12156" y="9160"/>
                      <a:pt x="11811" y="8757"/>
                    </a:cubicBezTo>
                    <a:cubicBezTo>
                      <a:pt x="11413" y="8319"/>
                      <a:pt x="11097" y="8129"/>
                      <a:pt x="10675" y="8129"/>
                    </a:cubicBezTo>
                    <a:cubicBezTo>
                      <a:pt x="10485" y="8129"/>
                      <a:pt x="10274" y="8167"/>
                      <a:pt x="10025" y="8238"/>
                    </a:cubicBezTo>
                    <a:cubicBezTo>
                      <a:pt x="9712" y="8372"/>
                      <a:pt x="9296" y="8506"/>
                      <a:pt x="8991" y="8506"/>
                    </a:cubicBezTo>
                    <a:cubicBezTo>
                      <a:pt x="8902" y="8506"/>
                      <a:pt x="8822" y="8495"/>
                      <a:pt x="8757" y="8469"/>
                    </a:cubicBezTo>
                    <a:cubicBezTo>
                      <a:pt x="8527" y="8411"/>
                      <a:pt x="8412" y="8296"/>
                      <a:pt x="8354" y="8123"/>
                    </a:cubicBezTo>
                    <a:cubicBezTo>
                      <a:pt x="8066" y="7489"/>
                      <a:pt x="8815" y="6107"/>
                      <a:pt x="9218" y="5415"/>
                    </a:cubicBezTo>
                    <a:cubicBezTo>
                      <a:pt x="9506" y="4897"/>
                      <a:pt x="9737" y="4378"/>
                      <a:pt x="9852" y="3918"/>
                    </a:cubicBezTo>
                    <a:cubicBezTo>
                      <a:pt x="10428" y="3687"/>
                      <a:pt x="10831" y="3169"/>
                      <a:pt x="11004" y="2535"/>
                    </a:cubicBezTo>
                    <a:close/>
                    <a:moveTo>
                      <a:pt x="4379" y="7835"/>
                    </a:moveTo>
                    <a:cubicBezTo>
                      <a:pt x="5301" y="7835"/>
                      <a:pt x="5992" y="8526"/>
                      <a:pt x="5992" y="9391"/>
                    </a:cubicBezTo>
                    <a:cubicBezTo>
                      <a:pt x="5992" y="10312"/>
                      <a:pt x="5301" y="11004"/>
                      <a:pt x="4379" y="11004"/>
                    </a:cubicBezTo>
                    <a:cubicBezTo>
                      <a:pt x="3515" y="11004"/>
                      <a:pt x="2823" y="10312"/>
                      <a:pt x="2823" y="9391"/>
                    </a:cubicBezTo>
                    <a:cubicBezTo>
                      <a:pt x="2823" y="8526"/>
                      <a:pt x="3515" y="7835"/>
                      <a:pt x="4379" y="7835"/>
                    </a:cubicBezTo>
                    <a:close/>
                    <a:moveTo>
                      <a:pt x="4033" y="4033"/>
                    </a:moveTo>
                    <a:lnTo>
                      <a:pt x="4033" y="4033"/>
                    </a:lnTo>
                    <a:cubicBezTo>
                      <a:pt x="4437" y="4090"/>
                      <a:pt x="4782" y="4263"/>
                      <a:pt x="4955" y="4551"/>
                    </a:cubicBezTo>
                    <a:cubicBezTo>
                      <a:pt x="5128" y="4724"/>
                      <a:pt x="5128" y="5012"/>
                      <a:pt x="5013" y="5300"/>
                    </a:cubicBezTo>
                    <a:cubicBezTo>
                      <a:pt x="4897" y="5761"/>
                      <a:pt x="4552" y="6625"/>
                      <a:pt x="4264" y="7374"/>
                    </a:cubicBezTo>
                    <a:cubicBezTo>
                      <a:pt x="3169" y="7432"/>
                      <a:pt x="2305" y="8296"/>
                      <a:pt x="2305" y="9391"/>
                    </a:cubicBezTo>
                    <a:cubicBezTo>
                      <a:pt x="2305" y="9967"/>
                      <a:pt x="2535" y="10485"/>
                      <a:pt x="2939" y="10888"/>
                    </a:cubicBezTo>
                    <a:cubicBezTo>
                      <a:pt x="2535" y="11061"/>
                      <a:pt x="2247" y="11234"/>
                      <a:pt x="2017" y="11464"/>
                    </a:cubicBezTo>
                    <a:cubicBezTo>
                      <a:pt x="1671" y="10716"/>
                      <a:pt x="1498" y="9909"/>
                      <a:pt x="1498" y="9045"/>
                    </a:cubicBezTo>
                    <a:cubicBezTo>
                      <a:pt x="1441" y="8238"/>
                      <a:pt x="1556" y="7489"/>
                      <a:pt x="1786" y="6740"/>
                    </a:cubicBezTo>
                    <a:lnTo>
                      <a:pt x="2074" y="6740"/>
                    </a:lnTo>
                    <a:cubicBezTo>
                      <a:pt x="3227" y="6740"/>
                      <a:pt x="4148" y="5819"/>
                      <a:pt x="4148" y="4724"/>
                    </a:cubicBezTo>
                    <a:cubicBezTo>
                      <a:pt x="4148" y="4494"/>
                      <a:pt x="4148" y="4263"/>
                      <a:pt x="4033" y="4033"/>
                    </a:cubicBezTo>
                    <a:close/>
                    <a:moveTo>
                      <a:pt x="8700" y="11349"/>
                    </a:moveTo>
                    <a:cubicBezTo>
                      <a:pt x="9622" y="11349"/>
                      <a:pt x="10313" y="12098"/>
                      <a:pt x="10313" y="12962"/>
                    </a:cubicBezTo>
                    <a:cubicBezTo>
                      <a:pt x="10313" y="13884"/>
                      <a:pt x="9622" y="14575"/>
                      <a:pt x="8700" y="14575"/>
                    </a:cubicBezTo>
                    <a:cubicBezTo>
                      <a:pt x="7836" y="14575"/>
                      <a:pt x="7144" y="13884"/>
                      <a:pt x="7144" y="12962"/>
                    </a:cubicBezTo>
                    <a:cubicBezTo>
                      <a:pt x="7144" y="12098"/>
                      <a:pt x="7836" y="11349"/>
                      <a:pt x="8700" y="11349"/>
                    </a:cubicBezTo>
                    <a:close/>
                    <a:moveTo>
                      <a:pt x="5144" y="13425"/>
                    </a:moveTo>
                    <a:cubicBezTo>
                      <a:pt x="5245" y="13425"/>
                      <a:pt x="5340" y="13520"/>
                      <a:pt x="5474" y="13654"/>
                    </a:cubicBezTo>
                    <a:cubicBezTo>
                      <a:pt x="5823" y="13959"/>
                      <a:pt x="6139" y="14099"/>
                      <a:pt x="6547" y="14099"/>
                    </a:cubicBezTo>
                    <a:cubicBezTo>
                      <a:pt x="6677" y="14099"/>
                      <a:pt x="6818" y="14085"/>
                      <a:pt x="6971" y="14057"/>
                    </a:cubicBezTo>
                    <a:cubicBezTo>
                      <a:pt x="7317" y="14633"/>
                      <a:pt x="7951" y="15036"/>
                      <a:pt x="8700" y="15036"/>
                    </a:cubicBezTo>
                    <a:cubicBezTo>
                      <a:pt x="9045" y="15036"/>
                      <a:pt x="9391" y="14979"/>
                      <a:pt x="9679" y="14806"/>
                    </a:cubicBezTo>
                    <a:cubicBezTo>
                      <a:pt x="9910" y="14979"/>
                      <a:pt x="10198" y="15152"/>
                      <a:pt x="10486" y="15267"/>
                    </a:cubicBezTo>
                    <a:cubicBezTo>
                      <a:pt x="9766" y="15507"/>
                      <a:pt x="9005" y="15627"/>
                      <a:pt x="8239" y="15627"/>
                    </a:cubicBezTo>
                    <a:cubicBezTo>
                      <a:pt x="8085" y="15627"/>
                      <a:pt x="7932" y="15622"/>
                      <a:pt x="7778" y="15612"/>
                    </a:cubicBezTo>
                    <a:cubicBezTo>
                      <a:pt x="6511" y="15497"/>
                      <a:pt x="5301" y="15094"/>
                      <a:pt x="4264" y="14287"/>
                    </a:cubicBezTo>
                    <a:cubicBezTo>
                      <a:pt x="4494" y="14057"/>
                      <a:pt x="4667" y="13827"/>
                      <a:pt x="4897" y="13596"/>
                    </a:cubicBezTo>
                    <a:cubicBezTo>
                      <a:pt x="4994" y="13475"/>
                      <a:pt x="5071" y="13425"/>
                      <a:pt x="5144" y="13425"/>
                    </a:cubicBezTo>
                    <a:close/>
                    <a:moveTo>
                      <a:pt x="8930" y="0"/>
                    </a:moveTo>
                    <a:cubicBezTo>
                      <a:pt x="7951" y="0"/>
                      <a:pt x="7144" y="691"/>
                      <a:pt x="6914" y="1671"/>
                    </a:cubicBezTo>
                    <a:cubicBezTo>
                      <a:pt x="5704" y="1901"/>
                      <a:pt x="4494" y="2420"/>
                      <a:pt x="3572" y="3284"/>
                    </a:cubicBezTo>
                    <a:cubicBezTo>
                      <a:pt x="3169" y="2881"/>
                      <a:pt x="2651" y="2650"/>
                      <a:pt x="2074" y="2650"/>
                    </a:cubicBezTo>
                    <a:cubicBezTo>
                      <a:pt x="1671" y="2650"/>
                      <a:pt x="1268" y="2765"/>
                      <a:pt x="922" y="2996"/>
                    </a:cubicBezTo>
                    <a:cubicBezTo>
                      <a:pt x="731" y="3139"/>
                      <a:pt x="857" y="3441"/>
                      <a:pt x="1070" y="3441"/>
                    </a:cubicBezTo>
                    <a:cubicBezTo>
                      <a:pt x="1114" y="3441"/>
                      <a:pt x="1161" y="3428"/>
                      <a:pt x="1210" y="3399"/>
                    </a:cubicBezTo>
                    <a:cubicBezTo>
                      <a:pt x="1441" y="3226"/>
                      <a:pt x="1786" y="3111"/>
                      <a:pt x="2074" y="3111"/>
                    </a:cubicBezTo>
                    <a:cubicBezTo>
                      <a:pt x="2939" y="3111"/>
                      <a:pt x="3688" y="3802"/>
                      <a:pt x="3688" y="4724"/>
                    </a:cubicBezTo>
                    <a:cubicBezTo>
                      <a:pt x="3688" y="5588"/>
                      <a:pt x="2939" y="6280"/>
                      <a:pt x="2074" y="6280"/>
                    </a:cubicBezTo>
                    <a:cubicBezTo>
                      <a:pt x="1210" y="6280"/>
                      <a:pt x="461" y="5588"/>
                      <a:pt x="461" y="4724"/>
                    </a:cubicBezTo>
                    <a:cubicBezTo>
                      <a:pt x="461" y="4551"/>
                      <a:pt x="519" y="4378"/>
                      <a:pt x="519" y="4263"/>
                    </a:cubicBezTo>
                    <a:cubicBezTo>
                      <a:pt x="593" y="4079"/>
                      <a:pt x="431" y="3942"/>
                      <a:pt x="290" y="3942"/>
                    </a:cubicBezTo>
                    <a:cubicBezTo>
                      <a:pt x="210" y="3942"/>
                      <a:pt x="137" y="3986"/>
                      <a:pt x="116" y="4090"/>
                    </a:cubicBezTo>
                    <a:cubicBezTo>
                      <a:pt x="58" y="4321"/>
                      <a:pt x="0" y="4494"/>
                      <a:pt x="0" y="4724"/>
                    </a:cubicBezTo>
                    <a:cubicBezTo>
                      <a:pt x="0" y="5588"/>
                      <a:pt x="577" y="6337"/>
                      <a:pt x="1326" y="6625"/>
                    </a:cubicBezTo>
                    <a:cubicBezTo>
                      <a:pt x="1095" y="7432"/>
                      <a:pt x="980" y="8238"/>
                      <a:pt x="980" y="9045"/>
                    </a:cubicBezTo>
                    <a:cubicBezTo>
                      <a:pt x="1037" y="10716"/>
                      <a:pt x="1671" y="12271"/>
                      <a:pt x="2708" y="13538"/>
                    </a:cubicBezTo>
                    <a:cubicBezTo>
                      <a:pt x="4033" y="15036"/>
                      <a:pt x="5819" y="15958"/>
                      <a:pt x="7720" y="16073"/>
                    </a:cubicBezTo>
                    <a:lnTo>
                      <a:pt x="8239" y="16073"/>
                    </a:lnTo>
                    <a:cubicBezTo>
                      <a:pt x="10140" y="16073"/>
                      <a:pt x="11984" y="15382"/>
                      <a:pt x="13309" y="14115"/>
                    </a:cubicBezTo>
                    <a:cubicBezTo>
                      <a:pt x="13441" y="13938"/>
                      <a:pt x="13302" y="13693"/>
                      <a:pt x="13126" y="13693"/>
                    </a:cubicBezTo>
                    <a:cubicBezTo>
                      <a:pt x="13073" y="13693"/>
                      <a:pt x="13016" y="13715"/>
                      <a:pt x="12963" y="13769"/>
                    </a:cubicBezTo>
                    <a:cubicBezTo>
                      <a:pt x="12387" y="14287"/>
                      <a:pt x="11753" y="14691"/>
                      <a:pt x="11062" y="15036"/>
                    </a:cubicBezTo>
                    <a:cubicBezTo>
                      <a:pt x="10716" y="14864"/>
                      <a:pt x="10370" y="14691"/>
                      <a:pt x="10082" y="14518"/>
                    </a:cubicBezTo>
                    <a:cubicBezTo>
                      <a:pt x="10486" y="14115"/>
                      <a:pt x="10774" y="13596"/>
                      <a:pt x="10774" y="12962"/>
                    </a:cubicBezTo>
                    <a:cubicBezTo>
                      <a:pt x="10774" y="11810"/>
                      <a:pt x="9852" y="10888"/>
                      <a:pt x="8700" y="10888"/>
                    </a:cubicBezTo>
                    <a:cubicBezTo>
                      <a:pt x="7548" y="10888"/>
                      <a:pt x="6626" y="11810"/>
                      <a:pt x="6626" y="12962"/>
                    </a:cubicBezTo>
                    <a:cubicBezTo>
                      <a:pt x="6626" y="13193"/>
                      <a:pt x="6683" y="13423"/>
                      <a:pt x="6741" y="13596"/>
                    </a:cubicBezTo>
                    <a:cubicBezTo>
                      <a:pt x="6650" y="13609"/>
                      <a:pt x="6566" y="13616"/>
                      <a:pt x="6486" y="13616"/>
                    </a:cubicBezTo>
                    <a:cubicBezTo>
                      <a:pt x="6211" y="13616"/>
                      <a:pt x="5998" y="13531"/>
                      <a:pt x="5819" y="13308"/>
                    </a:cubicBezTo>
                    <a:cubicBezTo>
                      <a:pt x="5598" y="13087"/>
                      <a:pt x="5359" y="12952"/>
                      <a:pt x="5122" y="12952"/>
                    </a:cubicBezTo>
                    <a:cubicBezTo>
                      <a:pt x="4927" y="12952"/>
                      <a:pt x="4734" y="13043"/>
                      <a:pt x="4552" y="13250"/>
                    </a:cubicBezTo>
                    <a:cubicBezTo>
                      <a:pt x="4321" y="13481"/>
                      <a:pt x="4091" y="13769"/>
                      <a:pt x="3918" y="13999"/>
                    </a:cubicBezTo>
                    <a:cubicBezTo>
                      <a:pt x="3630" y="13769"/>
                      <a:pt x="3342" y="13481"/>
                      <a:pt x="3054" y="13193"/>
                    </a:cubicBezTo>
                    <a:cubicBezTo>
                      <a:pt x="2766" y="12790"/>
                      <a:pt x="2478" y="12386"/>
                      <a:pt x="2247" y="11925"/>
                    </a:cubicBezTo>
                    <a:cubicBezTo>
                      <a:pt x="2478" y="11580"/>
                      <a:pt x="2939" y="11349"/>
                      <a:pt x="3342" y="11234"/>
                    </a:cubicBezTo>
                    <a:cubicBezTo>
                      <a:pt x="3688" y="11407"/>
                      <a:pt x="4033" y="11464"/>
                      <a:pt x="4379" y="11464"/>
                    </a:cubicBezTo>
                    <a:cubicBezTo>
                      <a:pt x="5531" y="11464"/>
                      <a:pt x="6453" y="10543"/>
                      <a:pt x="6453" y="9448"/>
                    </a:cubicBezTo>
                    <a:cubicBezTo>
                      <a:pt x="6453" y="8411"/>
                      <a:pt x="5704" y="7547"/>
                      <a:pt x="4782" y="7374"/>
                    </a:cubicBezTo>
                    <a:cubicBezTo>
                      <a:pt x="5070" y="6683"/>
                      <a:pt x="5358" y="5876"/>
                      <a:pt x="5474" y="5473"/>
                    </a:cubicBezTo>
                    <a:cubicBezTo>
                      <a:pt x="5646" y="5012"/>
                      <a:pt x="5589" y="4609"/>
                      <a:pt x="5358" y="4263"/>
                    </a:cubicBezTo>
                    <a:cubicBezTo>
                      <a:pt x="5070" y="3860"/>
                      <a:pt x="4552" y="3629"/>
                      <a:pt x="3976" y="3572"/>
                    </a:cubicBezTo>
                    <a:cubicBezTo>
                      <a:pt x="4782" y="2823"/>
                      <a:pt x="5819" y="2362"/>
                      <a:pt x="6914" y="2132"/>
                    </a:cubicBezTo>
                    <a:cubicBezTo>
                      <a:pt x="6914" y="3226"/>
                      <a:pt x="7836" y="4148"/>
                      <a:pt x="8988" y="4148"/>
                    </a:cubicBezTo>
                    <a:cubicBezTo>
                      <a:pt x="9103" y="4148"/>
                      <a:pt x="9218" y="4148"/>
                      <a:pt x="9276" y="4090"/>
                    </a:cubicBezTo>
                    <a:lnTo>
                      <a:pt x="9276" y="4090"/>
                    </a:lnTo>
                    <a:cubicBezTo>
                      <a:pt x="9161" y="4436"/>
                      <a:pt x="9045" y="4782"/>
                      <a:pt x="8815" y="5185"/>
                    </a:cubicBezTo>
                    <a:cubicBezTo>
                      <a:pt x="8181" y="6337"/>
                      <a:pt x="7548" y="7547"/>
                      <a:pt x="7893" y="8296"/>
                    </a:cubicBezTo>
                    <a:cubicBezTo>
                      <a:pt x="8008" y="8642"/>
                      <a:pt x="8239" y="8814"/>
                      <a:pt x="8585" y="8930"/>
                    </a:cubicBezTo>
                    <a:cubicBezTo>
                      <a:pt x="8700" y="8973"/>
                      <a:pt x="8826" y="8991"/>
                      <a:pt x="8958" y="8991"/>
                    </a:cubicBezTo>
                    <a:cubicBezTo>
                      <a:pt x="9355" y="8991"/>
                      <a:pt x="9809" y="8829"/>
                      <a:pt x="10198" y="8699"/>
                    </a:cubicBezTo>
                    <a:cubicBezTo>
                      <a:pt x="10390" y="8642"/>
                      <a:pt x="10543" y="8610"/>
                      <a:pt x="10678" y="8610"/>
                    </a:cubicBezTo>
                    <a:cubicBezTo>
                      <a:pt x="10947" y="8610"/>
                      <a:pt x="11139" y="8738"/>
                      <a:pt x="11407" y="9045"/>
                    </a:cubicBezTo>
                    <a:cubicBezTo>
                      <a:pt x="11811" y="9563"/>
                      <a:pt x="12329" y="9909"/>
                      <a:pt x="12905" y="10082"/>
                    </a:cubicBezTo>
                    <a:lnTo>
                      <a:pt x="14864" y="10658"/>
                    </a:lnTo>
                    <a:cubicBezTo>
                      <a:pt x="14634" y="11407"/>
                      <a:pt x="14346" y="12098"/>
                      <a:pt x="13885" y="12674"/>
                    </a:cubicBezTo>
                    <a:cubicBezTo>
                      <a:pt x="13757" y="12845"/>
                      <a:pt x="13945" y="13047"/>
                      <a:pt x="14121" y="13047"/>
                    </a:cubicBezTo>
                    <a:cubicBezTo>
                      <a:pt x="14183" y="13047"/>
                      <a:pt x="14243" y="13022"/>
                      <a:pt x="14288" y="12962"/>
                    </a:cubicBezTo>
                    <a:cubicBezTo>
                      <a:pt x="14806" y="12213"/>
                      <a:pt x="15152" y="11407"/>
                      <a:pt x="15383" y="10543"/>
                    </a:cubicBezTo>
                    <a:cubicBezTo>
                      <a:pt x="15498" y="9736"/>
                      <a:pt x="15613" y="8814"/>
                      <a:pt x="15498" y="8008"/>
                    </a:cubicBezTo>
                    <a:cubicBezTo>
                      <a:pt x="15901" y="7662"/>
                      <a:pt x="16074" y="7144"/>
                      <a:pt x="16074" y="6568"/>
                    </a:cubicBezTo>
                    <a:cubicBezTo>
                      <a:pt x="16074" y="5531"/>
                      <a:pt x="15267" y="4609"/>
                      <a:pt x="14173" y="4551"/>
                    </a:cubicBezTo>
                    <a:cubicBezTo>
                      <a:pt x="13366" y="3457"/>
                      <a:pt x="12272" y="2592"/>
                      <a:pt x="11062" y="2074"/>
                    </a:cubicBezTo>
                    <a:cubicBezTo>
                      <a:pt x="11004" y="922"/>
                      <a:pt x="10082" y="0"/>
                      <a:pt x="893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43"/>
              <p:cNvSpPr/>
              <p:nvPr/>
            </p:nvSpPr>
            <p:spPr>
              <a:xfrm>
                <a:off x="4363050" y="2280300"/>
                <a:ext cx="34600" cy="62675"/>
              </a:xfrm>
              <a:custGeom>
                <a:rect b="b" l="l" r="r" t="t"/>
                <a:pathLst>
                  <a:path extrusionOk="0" h="2507" w="1384">
                    <a:moveTo>
                      <a:pt x="692" y="0"/>
                    </a:moveTo>
                    <a:cubicBezTo>
                      <a:pt x="577" y="0"/>
                      <a:pt x="461" y="72"/>
                      <a:pt x="461" y="216"/>
                    </a:cubicBezTo>
                    <a:lnTo>
                      <a:pt x="461" y="274"/>
                    </a:lnTo>
                    <a:cubicBezTo>
                      <a:pt x="289" y="389"/>
                      <a:pt x="173" y="504"/>
                      <a:pt x="116" y="735"/>
                    </a:cubicBezTo>
                    <a:cubicBezTo>
                      <a:pt x="58" y="907"/>
                      <a:pt x="116" y="1080"/>
                      <a:pt x="289" y="1196"/>
                    </a:cubicBezTo>
                    <a:cubicBezTo>
                      <a:pt x="404" y="1311"/>
                      <a:pt x="577" y="1368"/>
                      <a:pt x="750" y="1484"/>
                    </a:cubicBezTo>
                    <a:cubicBezTo>
                      <a:pt x="807" y="1484"/>
                      <a:pt x="865" y="1484"/>
                      <a:pt x="865" y="1599"/>
                    </a:cubicBezTo>
                    <a:cubicBezTo>
                      <a:pt x="865" y="1656"/>
                      <a:pt x="807" y="1772"/>
                      <a:pt x="692" y="1772"/>
                    </a:cubicBezTo>
                    <a:cubicBezTo>
                      <a:pt x="577" y="1772"/>
                      <a:pt x="519" y="1772"/>
                      <a:pt x="404" y="1714"/>
                    </a:cubicBezTo>
                    <a:cubicBezTo>
                      <a:pt x="380" y="1665"/>
                      <a:pt x="335" y="1647"/>
                      <a:pt x="286" y="1647"/>
                    </a:cubicBezTo>
                    <a:cubicBezTo>
                      <a:pt x="221" y="1647"/>
                      <a:pt x="149" y="1681"/>
                      <a:pt x="116" y="1714"/>
                    </a:cubicBezTo>
                    <a:cubicBezTo>
                      <a:pt x="1" y="1829"/>
                      <a:pt x="58" y="2002"/>
                      <a:pt x="173" y="2117"/>
                    </a:cubicBezTo>
                    <a:cubicBezTo>
                      <a:pt x="289" y="2175"/>
                      <a:pt x="346" y="2175"/>
                      <a:pt x="461" y="2233"/>
                    </a:cubicBezTo>
                    <a:lnTo>
                      <a:pt x="461" y="2290"/>
                    </a:lnTo>
                    <a:cubicBezTo>
                      <a:pt x="461" y="2434"/>
                      <a:pt x="577" y="2506"/>
                      <a:pt x="692" y="2506"/>
                    </a:cubicBezTo>
                    <a:cubicBezTo>
                      <a:pt x="807" y="2506"/>
                      <a:pt x="922" y="2434"/>
                      <a:pt x="922" y="2290"/>
                    </a:cubicBezTo>
                    <a:lnTo>
                      <a:pt x="922" y="2175"/>
                    </a:lnTo>
                    <a:cubicBezTo>
                      <a:pt x="1153" y="2117"/>
                      <a:pt x="1268" y="1944"/>
                      <a:pt x="1326" y="1714"/>
                    </a:cubicBezTo>
                    <a:cubicBezTo>
                      <a:pt x="1383" y="1426"/>
                      <a:pt x="1210" y="1138"/>
                      <a:pt x="922" y="1023"/>
                    </a:cubicBezTo>
                    <a:cubicBezTo>
                      <a:pt x="807" y="1023"/>
                      <a:pt x="634" y="965"/>
                      <a:pt x="577" y="850"/>
                    </a:cubicBezTo>
                    <a:cubicBezTo>
                      <a:pt x="577" y="850"/>
                      <a:pt x="577" y="792"/>
                      <a:pt x="634" y="735"/>
                    </a:cubicBezTo>
                    <a:cubicBezTo>
                      <a:pt x="750" y="735"/>
                      <a:pt x="807" y="792"/>
                      <a:pt x="865" y="792"/>
                    </a:cubicBezTo>
                    <a:cubicBezTo>
                      <a:pt x="902" y="829"/>
                      <a:pt x="944" y="845"/>
                      <a:pt x="985" y="845"/>
                    </a:cubicBezTo>
                    <a:cubicBezTo>
                      <a:pt x="1139" y="845"/>
                      <a:pt x="1289" y="628"/>
                      <a:pt x="1153" y="447"/>
                    </a:cubicBezTo>
                    <a:cubicBezTo>
                      <a:pt x="1095" y="389"/>
                      <a:pt x="1038" y="331"/>
                      <a:pt x="922" y="274"/>
                    </a:cubicBezTo>
                    <a:lnTo>
                      <a:pt x="922" y="216"/>
                    </a:lnTo>
                    <a:cubicBezTo>
                      <a:pt x="922" y="72"/>
                      <a:pt x="807" y="0"/>
                      <a:pt x="6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94" name="Google Shape;594;p43"/>
          <p:cNvGrpSpPr/>
          <p:nvPr/>
        </p:nvGrpSpPr>
        <p:grpSpPr>
          <a:xfrm>
            <a:off x="3058853" y="3440046"/>
            <a:ext cx="707400" cy="707400"/>
            <a:chOff x="3058853" y="3440046"/>
            <a:chExt cx="707400" cy="707400"/>
          </a:xfrm>
        </p:grpSpPr>
        <p:sp>
          <p:nvSpPr>
            <p:cNvPr id="595" name="Google Shape;595;p43"/>
            <p:cNvSpPr/>
            <p:nvPr/>
          </p:nvSpPr>
          <p:spPr>
            <a:xfrm rot="5400000">
              <a:off x="3058853" y="34400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43"/>
            <p:cNvSpPr/>
            <p:nvPr/>
          </p:nvSpPr>
          <p:spPr>
            <a:xfrm>
              <a:off x="3210913" y="3592100"/>
              <a:ext cx="403300" cy="403300"/>
            </a:xfrm>
            <a:custGeom>
              <a:rect b="b" l="l" r="r" t="t"/>
              <a:pathLst>
                <a:path extrusionOk="0" h="16132" w="16132">
                  <a:moveTo>
                    <a:pt x="8412" y="461"/>
                  </a:moveTo>
                  <a:lnTo>
                    <a:pt x="8412" y="1210"/>
                  </a:lnTo>
                  <a:lnTo>
                    <a:pt x="7720" y="1210"/>
                  </a:lnTo>
                  <a:lnTo>
                    <a:pt x="7720" y="519"/>
                  </a:lnTo>
                  <a:lnTo>
                    <a:pt x="7720" y="461"/>
                  </a:lnTo>
                  <a:close/>
                  <a:moveTo>
                    <a:pt x="3688" y="1613"/>
                  </a:moveTo>
                  <a:lnTo>
                    <a:pt x="3688" y="2305"/>
                  </a:lnTo>
                  <a:lnTo>
                    <a:pt x="2996" y="2305"/>
                  </a:lnTo>
                  <a:lnTo>
                    <a:pt x="2996" y="1613"/>
                  </a:lnTo>
                  <a:close/>
                  <a:moveTo>
                    <a:pt x="13136" y="1613"/>
                  </a:moveTo>
                  <a:lnTo>
                    <a:pt x="13136" y="2362"/>
                  </a:lnTo>
                  <a:lnTo>
                    <a:pt x="12444" y="2362"/>
                  </a:lnTo>
                  <a:lnTo>
                    <a:pt x="12444" y="1613"/>
                  </a:lnTo>
                  <a:close/>
                  <a:moveTo>
                    <a:pt x="6395" y="3111"/>
                  </a:moveTo>
                  <a:lnTo>
                    <a:pt x="6395" y="3860"/>
                  </a:lnTo>
                  <a:lnTo>
                    <a:pt x="5646" y="3860"/>
                  </a:lnTo>
                  <a:lnTo>
                    <a:pt x="5646" y="3111"/>
                  </a:lnTo>
                  <a:close/>
                  <a:moveTo>
                    <a:pt x="10486" y="3111"/>
                  </a:moveTo>
                  <a:lnTo>
                    <a:pt x="10486" y="3860"/>
                  </a:lnTo>
                  <a:lnTo>
                    <a:pt x="9794" y="3860"/>
                  </a:lnTo>
                  <a:lnTo>
                    <a:pt x="9794" y="3111"/>
                  </a:lnTo>
                  <a:close/>
                  <a:moveTo>
                    <a:pt x="1210" y="5185"/>
                  </a:moveTo>
                  <a:lnTo>
                    <a:pt x="1210" y="5934"/>
                  </a:lnTo>
                  <a:lnTo>
                    <a:pt x="519" y="5934"/>
                  </a:lnTo>
                  <a:lnTo>
                    <a:pt x="519" y="5185"/>
                  </a:lnTo>
                  <a:close/>
                  <a:moveTo>
                    <a:pt x="15613" y="5185"/>
                  </a:moveTo>
                  <a:lnTo>
                    <a:pt x="15613" y="5934"/>
                  </a:lnTo>
                  <a:lnTo>
                    <a:pt x="14922" y="5934"/>
                  </a:lnTo>
                  <a:lnTo>
                    <a:pt x="14922" y="5185"/>
                  </a:lnTo>
                  <a:close/>
                  <a:moveTo>
                    <a:pt x="3342" y="7490"/>
                  </a:moveTo>
                  <a:lnTo>
                    <a:pt x="3342" y="8181"/>
                  </a:lnTo>
                  <a:lnTo>
                    <a:pt x="2651" y="8181"/>
                  </a:lnTo>
                  <a:lnTo>
                    <a:pt x="2651" y="7490"/>
                  </a:lnTo>
                  <a:close/>
                  <a:moveTo>
                    <a:pt x="13481" y="7432"/>
                  </a:moveTo>
                  <a:lnTo>
                    <a:pt x="13481" y="8181"/>
                  </a:lnTo>
                  <a:lnTo>
                    <a:pt x="12790" y="8181"/>
                  </a:lnTo>
                  <a:lnTo>
                    <a:pt x="12790" y="7432"/>
                  </a:lnTo>
                  <a:close/>
                  <a:moveTo>
                    <a:pt x="11292" y="9852"/>
                  </a:moveTo>
                  <a:lnTo>
                    <a:pt x="12041" y="10946"/>
                  </a:lnTo>
                  <a:lnTo>
                    <a:pt x="10658" y="10946"/>
                  </a:lnTo>
                  <a:lnTo>
                    <a:pt x="9910" y="9852"/>
                  </a:lnTo>
                  <a:close/>
                  <a:moveTo>
                    <a:pt x="9161" y="10370"/>
                  </a:moveTo>
                  <a:lnTo>
                    <a:pt x="9161" y="15613"/>
                  </a:lnTo>
                  <a:lnTo>
                    <a:pt x="4955" y="15613"/>
                  </a:lnTo>
                  <a:lnTo>
                    <a:pt x="4955" y="11407"/>
                  </a:lnTo>
                  <a:lnTo>
                    <a:pt x="8296" y="11407"/>
                  </a:lnTo>
                  <a:cubicBezTo>
                    <a:pt x="8354" y="11407"/>
                    <a:pt x="8469" y="11407"/>
                    <a:pt x="8469" y="11292"/>
                  </a:cubicBezTo>
                  <a:lnTo>
                    <a:pt x="9161" y="10370"/>
                  </a:lnTo>
                  <a:close/>
                  <a:moveTo>
                    <a:pt x="7490" y="0"/>
                  </a:moveTo>
                  <a:cubicBezTo>
                    <a:pt x="7375" y="0"/>
                    <a:pt x="7259" y="116"/>
                    <a:pt x="7259" y="288"/>
                  </a:cubicBezTo>
                  <a:lnTo>
                    <a:pt x="7259" y="1441"/>
                  </a:lnTo>
                  <a:cubicBezTo>
                    <a:pt x="7259" y="1613"/>
                    <a:pt x="7375" y="1671"/>
                    <a:pt x="7490" y="1671"/>
                  </a:cubicBezTo>
                  <a:lnTo>
                    <a:pt x="7836" y="1671"/>
                  </a:lnTo>
                  <a:lnTo>
                    <a:pt x="7836" y="3284"/>
                  </a:lnTo>
                  <a:lnTo>
                    <a:pt x="6856" y="3284"/>
                  </a:lnTo>
                  <a:lnTo>
                    <a:pt x="6856" y="2881"/>
                  </a:lnTo>
                  <a:cubicBezTo>
                    <a:pt x="6856" y="2766"/>
                    <a:pt x="6741" y="2650"/>
                    <a:pt x="6626" y="2650"/>
                  </a:cubicBezTo>
                  <a:lnTo>
                    <a:pt x="5416" y="2650"/>
                  </a:lnTo>
                  <a:cubicBezTo>
                    <a:pt x="5301" y="2650"/>
                    <a:pt x="5185" y="2766"/>
                    <a:pt x="5185" y="2881"/>
                  </a:cubicBezTo>
                  <a:lnTo>
                    <a:pt x="5185" y="4091"/>
                  </a:lnTo>
                  <a:cubicBezTo>
                    <a:pt x="5185" y="4206"/>
                    <a:pt x="5301" y="4321"/>
                    <a:pt x="5416" y="4321"/>
                  </a:cubicBezTo>
                  <a:lnTo>
                    <a:pt x="6626" y="4321"/>
                  </a:lnTo>
                  <a:cubicBezTo>
                    <a:pt x="6741" y="4321"/>
                    <a:pt x="6856" y="4206"/>
                    <a:pt x="6856" y="4091"/>
                  </a:cubicBezTo>
                  <a:lnTo>
                    <a:pt x="6856" y="3745"/>
                  </a:lnTo>
                  <a:lnTo>
                    <a:pt x="7836" y="3745"/>
                  </a:lnTo>
                  <a:lnTo>
                    <a:pt x="7836" y="5358"/>
                  </a:lnTo>
                  <a:lnTo>
                    <a:pt x="3572" y="5358"/>
                  </a:lnTo>
                  <a:lnTo>
                    <a:pt x="3572" y="2823"/>
                  </a:lnTo>
                  <a:lnTo>
                    <a:pt x="3918" y="2823"/>
                  </a:lnTo>
                  <a:cubicBezTo>
                    <a:pt x="4033" y="2823"/>
                    <a:pt x="4148" y="2708"/>
                    <a:pt x="4148" y="2593"/>
                  </a:cubicBezTo>
                  <a:lnTo>
                    <a:pt x="4148" y="1383"/>
                  </a:lnTo>
                  <a:cubicBezTo>
                    <a:pt x="4148" y="1268"/>
                    <a:pt x="4033" y="1153"/>
                    <a:pt x="3918" y="1153"/>
                  </a:cubicBezTo>
                  <a:lnTo>
                    <a:pt x="2708" y="1153"/>
                  </a:lnTo>
                  <a:cubicBezTo>
                    <a:pt x="2593" y="1153"/>
                    <a:pt x="2478" y="1268"/>
                    <a:pt x="2478" y="1383"/>
                  </a:cubicBezTo>
                  <a:lnTo>
                    <a:pt x="2478" y="2593"/>
                  </a:lnTo>
                  <a:cubicBezTo>
                    <a:pt x="2478" y="2708"/>
                    <a:pt x="2593" y="2823"/>
                    <a:pt x="2708" y="2823"/>
                  </a:cubicBezTo>
                  <a:lnTo>
                    <a:pt x="3111" y="2823"/>
                  </a:lnTo>
                  <a:lnTo>
                    <a:pt x="3111" y="5358"/>
                  </a:lnTo>
                  <a:lnTo>
                    <a:pt x="1671" y="5358"/>
                  </a:lnTo>
                  <a:lnTo>
                    <a:pt x="1671" y="5012"/>
                  </a:lnTo>
                  <a:cubicBezTo>
                    <a:pt x="1671" y="4840"/>
                    <a:pt x="1556" y="4724"/>
                    <a:pt x="1441" y="4724"/>
                  </a:cubicBezTo>
                  <a:lnTo>
                    <a:pt x="231" y="4724"/>
                  </a:lnTo>
                  <a:cubicBezTo>
                    <a:pt x="116" y="4724"/>
                    <a:pt x="0" y="4840"/>
                    <a:pt x="0" y="5012"/>
                  </a:cubicBezTo>
                  <a:lnTo>
                    <a:pt x="0" y="6165"/>
                  </a:lnTo>
                  <a:cubicBezTo>
                    <a:pt x="0" y="6337"/>
                    <a:pt x="116" y="6395"/>
                    <a:pt x="231" y="6395"/>
                  </a:cubicBezTo>
                  <a:lnTo>
                    <a:pt x="1441" y="6395"/>
                  </a:lnTo>
                  <a:cubicBezTo>
                    <a:pt x="1556" y="6395"/>
                    <a:pt x="1671" y="6337"/>
                    <a:pt x="1671" y="6165"/>
                  </a:cubicBezTo>
                  <a:lnTo>
                    <a:pt x="1671" y="5819"/>
                  </a:lnTo>
                  <a:lnTo>
                    <a:pt x="6165" y="5819"/>
                  </a:lnTo>
                  <a:lnTo>
                    <a:pt x="6165" y="7663"/>
                  </a:lnTo>
                  <a:lnTo>
                    <a:pt x="3803" y="7663"/>
                  </a:lnTo>
                  <a:lnTo>
                    <a:pt x="3803" y="7259"/>
                  </a:lnTo>
                  <a:cubicBezTo>
                    <a:pt x="3803" y="7144"/>
                    <a:pt x="3688" y="7029"/>
                    <a:pt x="3572" y="7029"/>
                  </a:cubicBezTo>
                  <a:lnTo>
                    <a:pt x="2363" y="7029"/>
                  </a:lnTo>
                  <a:cubicBezTo>
                    <a:pt x="2247" y="7029"/>
                    <a:pt x="2132" y="7144"/>
                    <a:pt x="2132" y="7259"/>
                  </a:cubicBezTo>
                  <a:lnTo>
                    <a:pt x="2132" y="8469"/>
                  </a:lnTo>
                  <a:cubicBezTo>
                    <a:pt x="2132" y="8584"/>
                    <a:pt x="2247" y="8700"/>
                    <a:pt x="2363" y="8700"/>
                  </a:cubicBezTo>
                  <a:lnTo>
                    <a:pt x="3572" y="8700"/>
                  </a:lnTo>
                  <a:cubicBezTo>
                    <a:pt x="3688" y="8700"/>
                    <a:pt x="3803" y="8584"/>
                    <a:pt x="3803" y="8469"/>
                  </a:cubicBezTo>
                  <a:lnTo>
                    <a:pt x="3803" y="8123"/>
                  </a:lnTo>
                  <a:lnTo>
                    <a:pt x="6395" y="8123"/>
                  </a:lnTo>
                  <a:cubicBezTo>
                    <a:pt x="6510" y="8123"/>
                    <a:pt x="6626" y="8008"/>
                    <a:pt x="6626" y="7893"/>
                  </a:cubicBezTo>
                  <a:lnTo>
                    <a:pt x="6626" y="5819"/>
                  </a:lnTo>
                  <a:lnTo>
                    <a:pt x="7836" y="5819"/>
                  </a:lnTo>
                  <a:lnTo>
                    <a:pt x="7836" y="9391"/>
                  </a:lnTo>
                  <a:lnTo>
                    <a:pt x="6971" y="9391"/>
                  </a:lnTo>
                  <a:cubicBezTo>
                    <a:pt x="6683" y="9391"/>
                    <a:pt x="6683" y="9852"/>
                    <a:pt x="6971" y="9852"/>
                  </a:cubicBezTo>
                  <a:lnTo>
                    <a:pt x="8930" y="9852"/>
                  </a:lnTo>
                  <a:lnTo>
                    <a:pt x="8181" y="10946"/>
                  </a:lnTo>
                  <a:lnTo>
                    <a:pt x="4091" y="10946"/>
                  </a:lnTo>
                  <a:lnTo>
                    <a:pt x="4840" y="9852"/>
                  </a:lnTo>
                  <a:lnTo>
                    <a:pt x="5704" y="9852"/>
                  </a:lnTo>
                  <a:cubicBezTo>
                    <a:pt x="5992" y="9852"/>
                    <a:pt x="5992" y="9391"/>
                    <a:pt x="5704" y="9391"/>
                  </a:cubicBezTo>
                  <a:lnTo>
                    <a:pt x="4725" y="9391"/>
                  </a:lnTo>
                  <a:cubicBezTo>
                    <a:pt x="4667" y="9391"/>
                    <a:pt x="4552" y="9448"/>
                    <a:pt x="4552" y="9506"/>
                  </a:cubicBezTo>
                  <a:lnTo>
                    <a:pt x="3400" y="11062"/>
                  </a:lnTo>
                  <a:cubicBezTo>
                    <a:pt x="3342" y="11234"/>
                    <a:pt x="3400" y="11407"/>
                    <a:pt x="3630" y="11407"/>
                  </a:cubicBezTo>
                  <a:lnTo>
                    <a:pt x="4494" y="11407"/>
                  </a:lnTo>
                  <a:lnTo>
                    <a:pt x="4494" y="15901"/>
                  </a:lnTo>
                  <a:cubicBezTo>
                    <a:pt x="4494" y="16016"/>
                    <a:pt x="4609" y="16131"/>
                    <a:pt x="4725" y="16131"/>
                  </a:cubicBezTo>
                  <a:lnTo>
                    <a:pt x="11407" y="16131"/>
                  </a:lnTo>
                  <a:cubicBezTo>
                    <a:pt x="11523" y="16131"/>
                    <a:pt x="11638" y="16016"/>
                    <a:pt x="11638" y="15901"/>
                  </a:cubicBezTo>
                  <a:lnTo>
                    <a:pt x="11638" y="14749"/>
                  </a:lnTo>
                  <a:cubicBezTo>
                    <a:pt x="11638" y="14605"/>
                    <a:pt x="11523" y="14533"/>
                    <a:pt x="11407" y="14533"/>
                  </a:cubicBezTo>
                  <a:cubicBezTo>
                    <a:pt x="11292" y="14533"/>
                    <a:pt x="11177" y="14605"/>
                    <a:pt x="11177" y="14749"/>
                  </a:cubicBezTo>
                  <a:lnTo>
                    <a:pt x="11177" y="15670"/>
                  </a:lnTo>
                  <a:lnTo>
                    <a:pt x="9679" y="15670"/>
                  </a:lnTo>
                  <a:lnTo>
                    <a:pt x="9679" y="10370"/>
                  </a:lnTo>
                  <a:lnTo>
                    <a:pt x="10370" y="11350"/>
                  </a:lnTo>
                  <a:cubicBezTo>
                    <a:pt x="10370" y="11407"/>
                    <a:pt x="10486" y="11407"/>
                    <a:pt x="10543" y="11407"/>
                  </a:cubicBezTo>
                  <a:lnTo>
                    <a:pt x="11177" y="11407"/>
                  </a:lnTo>
                  <a:lnTo>
                    <a:pt x="11177" y="13424"/>
                  </a:lnTo>
                  <a:cubicBezTo>
                    <a:pt x="11177" y="13568"/>
                    <a:pt x="11292" y="13640"/>
                    <a:pt x="11407" y="13640"/>
                  </a:cubicBezTo>
                  <a:cubicBezTo>
                    <a:pt x="11523" y="13640"/>
                    <a:pt x="11638" y="13568"/>
                    <a:pt x="11638" y="13424"/>
                  </a:cubicBezTo>
                  <a:lnTo>
                    <a:pt x="11638" y="11407"/>
                  </a:lnTo>
                  <a:lnTo>
                    <a:pt x="12502" y="11407"/>
                  </a:lnTo>
                  <a:cubicBezTo>
                    <a:pt x="12732" y="11407"/>
                    <a:pt x="12848" y="11234"/>
                    <a:pt x="12732" y="11062"/>
                  </a:cubicBezTo>
                  <a:lnTo>
                    <a:pt x="11638" y="9506"/>
                  </a:lnTo>
                  <a:cubicBezTo>
                    <a:pt x="11580" y="9448"/>
                    <a:pt x="11523" y="9391"/>
                    <a:pt x="11407" y="9391"/>
                  </a:cubicBezTo>
                  <a:lnTo>
                    <a:pt x="8296" y="9391"/>
                  </a:lnTo>
                  <a:lnTo>
                    <a:pt x="8296" y="5819"/>
                  </a:lnTo>
                  <a:lnTo>
                    <a:pt x="9506" y="5819"/>
                  </a:lnTo>
                  <a:lnTo>
                    <a:pt x="9506" y="7893"/>
                  </a:lnTo>
                  <a:cubicBezTo>
                    <a:pt x="9506" y="8008"/>
                    <a:pt x="9621" y="8123"/>
                    <a:pt x="9737" y="8123"/>
                  </a:cubicBezTo>
                  <a:lnTo>
                    <a:pt x="12329" y="8123"/>
                  </a:lnTo>
                  <a:lnTo>
                    <a:pt x="12329" y="8469"/>
                  </a:lnTo>
                  <a:cubicBezTo>
                    <a:pt x="12329" y="8584"/>
                    <a:pt x="12444" y="8700"/>
                    <a:pt x="12560" y="8700"/>
                  </a:cubicBezTo>
                  <a:lnTo>
                    <a:pt x="13769" y="8700"/>
                  </a:lnTo>
                  <a:cubicBezTo>
                    <a:pt x="13885" y="8700"/>
                    <a:pt x="14000" y="8584"/>
                    <a:pt x="14000" y="8469"/>
                  </a:cubicBezTo>
                  <a:lnTo>
                    <a:pt x="14000" y="7259"/>
                  </a:lnTo>
                  <a:cubicBezTo>
                    <a:pt x="14000" y="7144"/>
                    <a:pt x="13885" y="7029"/>
                    <a:pt x="13769" y="7029"/>
                  </a:cubicBezTo>
                  <a:lnTo>
                    <a:pt x="12560" y="7029"/>
                  </a:lnTo>
                  <a:cubicBezTo>
                    <a:pt x="12444" y="7029"/>
                    <a:pt x="12329" y="7144"/>
                    <a:pt x="12329" y="7259"/>
                  </a:cubicBezTo>
                  <a:lnTo>
                    <a:pt x="12329" y="7605"/>
                  </a:lnTo>
                  <a:lnTo>
                    <a:pt x="9967" y="7605"/>
                  </a:lnTo>
                  <a:lnTo>
                    <a:pt x="9967" y="5819"/>
                  </a:lnTo>
                  <a:lnTo>
                    <a:pt x="14461" y="5819"/>
                  </a:lnTo>
                  <a:lnTo>
                    <a:pt x="14461" y="6165"/>
                  </a:lnTo>
                  <a:cubicBezTo>
                    <a:pt x="14461" y="6280"/>
                    <a:pt x="14576" y="6395"/>
                    <a:pt x="14691" y="6395"/>
                  </a:cubicBezTo>
                  <a:lnTo>
                    <a:pt x="15901" y="6395"/>
                  </a:lnTo>
                  <a:cubicBezTo>
                    <a:pt x="16016" y="6395"/>
                    <a:pt x="16132" y="6280"/>
                    <a:pt x="16132" y="6165"/>
                  </a:cubicBezTo>
                  <a:lnTo>
                    <a:pt x="16132" y="4955"/>
                  </a:lnTo>
                  <a:cubicBezTo>
                    <a:pt x="16132" y="4840"/>
                    <a:pt x="16016" y="4724"/>
                    <a:pt x="15901" y="4724"/>
                  </a:cubicBezTo>
                  <a:lnTo>
                    <a:pt x="14691" y="4724"/>
                  </a:lnTo>
                  <a:cubicBezTo>
                    <a:pt x="14576" y="4724"/>
                    <a:pt x="14461" y="4840"/>
                    <a:pt x="14461" y="4955"/>
                  </a:cubicBezTo>
                  <a:lnTo>
                    <a:pt x="14461" y="5358"/>
                  </a:lnTo>
                  <a:lnTo>
                    <a:pt x="13021" y="5358"/>
                  </a:lnTo>
                  <a:lnTo>
                    <a:pt x="13021" y="2823"/>
                  </a:lnTo>
                  <a:lnTo>
                    <a:pt x="13424" y="2823"/>
                  </a:lnTo>
                  <a:cubicBezTo>
                    <a:pt x="13539" y="2823"/>
                    <a:pt x="13654" y="2708"/>
                    <a:pt x="13654" y="2593"/>
                  </a:cubicBezTo>
                  <a:lnTo>
                    <a:pt x="13654" y="1383"/>
                  </a:lnTo>
                  <a:cubicBezTo>
                    <a:pt x="13654" y="1268"/>
                    <a:pt x="13539" y="1153"/>
                    <a:pt x="13424" y="1153"/>
                  </a:cubicBezTo>
                  <a:lnTo>
                    <a:pt x="12214" y="1153"/>
                  </a:lnTo>
                  <a:cubicBezTo>
                    <a:pt x="12099" y="1153"/>
                    <a:pt x="11984" y="1268"/>
                    <a:pt x="11984" y="1383"/>
                  </a:cubicBezTo>
                  <a:lnTo>
                    <a:pt x="11984" y="2593"/>
                  </a:lnTo>
                  <a:cubicBezTo>
                    <a:pt x="11984" y="2708"/>
                    <a:pt x="12099" y="2823"/>
                    <a:pt x="12214" y="2823"/>
                  </a:cubicBezTo>
                  <a:lnTo>
                    <a:pt x="12560" y="2823"/>
                  </a:lnTo>
                  <a:lnTo>
                    <a:pt x="12560" y="5358"/>
                  </a:lnTo>
                  <a:lnTo>
                    <a:pt x="8296" y="5358"/>
                  </a:lnTo>
                  <a:lnTo>
                    <a:pt x="8296" y="3745"/>
                  </a:lnTo>
                  <a:lnTo>
                    <a:pt x="9276" y="3745"/>
                  </a:lnTo>
                  <a:lnTo>
                    <a:pt x="9276" y="4091"/>
                  </a:lnTo>
                  <a:cubicBezTo>
                    <a:pt x="9276" y="4206"/>
                    <a:pt x="9391" y="4321"/>
                    <a:pt x="9506" y="4321"/>
                  </a:cubicBezTo>
                  <a:lnTo>
                    <a:pt x="10716" y="4321"/>
                  </a:lnTo>
                  <a:cubicBezTo>
                    <a:pt x="10831" y="4321"/>
                    <a:pt x="10947" y="4206"/>
                    <a:pt x="10947" y="4091"/>
                  </a:cubicBezTo>
                  <a:lnTo>
                    <a:pt x="10947" y="2881"/>
                  </a:lnTo>
                  <a:cubicBezTo>
                    <a:pt x="10947" y="2766"/>
                    <a:pt x="10831" y="2650"/>
                    <a:pt x="10716" y="2650"/>
                  </a:cubicBezTo>
                  <a:lnTo>
                    <a:pt x="9506" y="2650"/>
                  </a:lnTo>
                  <a:cubicBezTo>
                    <a:pt x="9391" y="2650"/>
                    <a:pt x="9276" y="2766"/>
                    <a:pt x="9276" y="2881"/>
                  </a:cubicBezTo>
                  <a:lnTo>
                    <a:pt x="9276" y="3227"/>
                  </a:lnTo>
                  <a:lnTo>
                    <a:pt x="8296" y="3227"/>
                  </a:lnTo>
                  <a:lnTo>
                    <a:pt x="8296" y="1671"/>
                  </a:lnTo>
                  <a:lnTo>
                    <a:pt x="8700" y="1671"/>
                  </a:lnTo>
                  <a:cubicBezTo>
                    <a:pt x="8815" y="1671"/>
                    <a:pt x="8930" y="1556"/>
                    <a:pt x="8930" y="1441"/>
                  </a:cubicBezTo>
                  <a:lnTo>
                    <a:pt x="8930" y="288"/>
                  </a:lnTo>
                  <a:cubicBezTo>
                    <a:pt x="8930" y="116"/>
                    <a:pt x="8815" y="0"/>
                    <a:pt x="870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7" name="Google Shape;597;p43"/>
          <p:cNvGrpSpPr/>
          <p:nvPr/>
        </p:nvGrpSpPr>
        <p:grpSpPr>
          <a:xfrm>
            <a:off x="3058853" y="1883746"/>
            <a:ext cx="707400" cy="707400"/>
            <a:chOff x="3058853" y="1883746"/>
            <a:chExt cx="707400" cy="707400"/>
          </a:xfrm>
        </p:grpSpPr>
        <p:sp>
          <p:nvSpPr>
            <p:cNvPr id="598" name="Google Shape;598;p43"/>
            <p:cNvSpPr/>
            <p:nvPr/>
          </p:nvSpPr>
          <p:spPr>
            <a:xfrm rot="5400000">
              <a:off x="3058853" y="18837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9" name="Google Shape;599;p43"/>
            <p:cNvGrpSpPr/>
            <p:nvPr/>
          </p:nvGrpSpPr>
          <p:grpSpPr>
            <a:xfrm>
              <a:off x="3208738" y="2036388"/>
              <a:ext cx="407625" cy="402125"/>
              <a:chOff x="1675500" y="2075525"/>
              <a:chExt cx="407625" cy="402125"/>
            </a:xfrm>
          </p:grpSpPr>
          <p:sp>
            <p:nvSpPr>
              <p:cNvPr id="600" name="Google Shape;600;p43"/>
              <p:cNvSpPr/>
              <p:nvPr/>
            </p:nvSpPr>
            <p:spPr>
              <a:xfrm>
                <a:off x="1727350" y="2145975"/>
                <a:ext cx="146925" cy="105175"/>
              </a:xfrm>
              <a:custGeom>
                <a:rect b="b" l="l" r="r" t="t"/>
                <a:pathLst>
                  <a:path extrusionOk="0" h="4207" w="5877">
                    <a:moveTo>
                      <a:pt x="3284" y="519"/>
                    </a:moveTo>
                    <a:lnTo>
                      <a:pt x="2996" y="980"/>
                    </a:lnTo>
                    <a:lnTo>
                      <a:pt x="750" y="980"/>
                    </a:lnTo>
                    <a:lnTo>
                      <a:pt x="1038" y="519"/>
                    </a:lnTo>
                    <a:close/>
                    <a:moveTo>
                      <a:pt x="4840" y="519"/>
                    </a:moveTo>
                    <a:lnTo>
                      <a:pt x="5128" y="980"/>
                    </a:lnTo>
                    <a:lnTo>
                      <a:pt x="4552" y="980"/>
                    </a:lnTo>
                    <a:lnTo>
                      <a:pt x="4206" y="519"/>
                    </a:lnTo>
                    <a:close/>
                    <a:moveTo>
                      <a:pt x="3515" y="980"/>
                    </a:moveTo>
                    <a:lnTo>
                      <a:pt x="3515" y="3746"/>
                    </a:lnTo>
                    <a:lnTo>
                      <a:pt x="1153" y="3746"/>
                    </a:lnTo>
                    <a:lnTo>
                      <a:pt x="1153" y="1441"/>
                    </a:lnTo>
                    <a:lnTo>
                      <a:pt x="3054" y="1441"/>
                    </a:lnTo>
                    <a:cubicBezTo>
                      <a:pt x="3169" y="1441"/>
                      <a:pt x="3227" y="1384"/>
                      <a:pt x="3284" y="1326"/>
                    </a:cubicBezTo>
                    <a:lnTo>
                      <a:pt x="3515" y="980"/>
                    </a:lnTo>
                    <a:close/>
                    <a:moveTo>
                      <a:pt x="3976" y="980"/>
                    </a:moveTo>
                    <a:lnTo>
                      <a:pt x="4206" y="1326"/>
                    </a:lnTo>
                    <a:cubicBezTo>
                      <a:pt x="4264" y="1384"/>
                      <a:pt x="4321" y="1384"/>
                      <a:pt x="4379" y="1384"/>
                    </a:cubicBezTo>
                    <a:lnTo>
                      <a:pt x="4725" y="1384"/>
                    </a:lnTo>
                    <a:lnTo>
                      <a:pt x="4725" y="3746"/>
                    </a:lnTo>
                    <a:lnTo>
                      <a:pt x="3976" y="3746"/>
                    </a:lnTo>
                    <a:lnTo>
                      <a:pt x="3976" y="980"/>
                    </a:lnTo>
                    <a:close/>
                    <a:moveTo>
                      <a:pt x="922" y="1"/>
                    </a:moveTo>
                    <a:cubicBezTo>
                      <a:pt x="865" y="1"/>
                      <a:pt x="807" y="59"/>
                      <a:pt x="750" y="116"/>
                    </a:cubicBezTo>
                    <a:lnTo>
                      <a:pt x="58" y="1038"/>
                    </a:lnTo>
                    <a:cubicBezTo>
                      <a:pt x="1" y="1153"/>
                      <a:pt x="1" y="1268"/>
                      <a:pt x="116" y="1326"/>
                    </a:cubicBezTo>
                    <a:lnTo>
                      <a:pt x="116" y="1384"/>
                    </a:lnTo>
                    <a:cubicBezTo>
                      <a:pt x="173" y="1384"/>
                      <a:pt x="231" y="1441"/>
                      <a:pt x="289" y="1441"/>
                    </a:cubicBezTo>
                    <a:lnTo>
                      <a:pt x="692" y="1441"/>
                    </a:lnTo>
                    <a:lnTo>
                      <a:pt x="692" y="3976"/>
                    </a:lnTo>
                    <a:cubicBezTo>
                      <a:pt x="692" y="4091"/>
                      <a:pt x="807" y="4206"/>
                      <a:pt x="922" y="4206"/>
                    </a:cubicBezTo>
                    <a:lnTo>
                      <a:pt x="4955" y="4206"/>
                    </a:lnTo>
                    <a:cubicBezTo>
                      <a:pt x="5070" y="4206"/>
                      <a:pt x="5186" y="4091"/>
                      <a:pt x="5186" y="3976"/>
                    </a:cubicBezTo>
                    <a:lnTo>
                      <a:pt x="5186" y="1384"/>
                    </a:lnTo>
                    <a:lnTo>
                      <a:pt x="5589" y="1384"/>
                    </a:lnTo>
                    <a:cubicBezTo>
                      <a:pt x="5762" y="1384"/>
                      <a:pt x="5877" y="1211"/>
                      <a:pt x="5819" y="1038"/>
                    </a:cubicBezTo>
                    <a:lnTo>
                      <a:pt x="5128" y="116"/>
                    </a:lnTo>
                    <a:cubicBezTo>
                      <a:pt x="5070" y="59"/>
                      <a:pt x="5013" y="1"/>
                      <a:pt x="495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43"/>
              <p:cNvSpPr/>
              <p:nvPr/>
            </p:nvSpPr>
            <p:spPr>
              <a:xfrm>
                <a:off x="1675500" y="2075525"/>
                <a:ext cx="407625" cy="402125"/>
              </a:xfrm>
              <a:custGeom>
                <a:rect b="b" l="l" r="r" t="t"/>
                <a:pathLst>
                  <a:path extrusionOk="0" h="16085" w="16305">
                    <a:moveTo>
                      <a:pt x="11262" y="5774"/>
                    </a:moveTo>
                    <a:cubicBezTo>
                      <a:pt x="11732" y="5774"/>
                      <a:pt x="12208" y="5847"/>
                      <a:pt x="12675" y="5987"/>
                    </a:cubicBezTo>
                    <a:cubicBezTo>
                      <a:pt x="13770" y="6333"/>
                      <a:pt x="14691" y="7140"/>
                      <a:pt x="15210" y="8177"/>
                    </a:cubicBezTo>
                    <a:cubicBezTo>
                      <a:pt x="15671" y="9098"/>
                      <a:pt x="15844" y="10078"/>
                      <a:pt x="15613" y="11057"/>
                    </a:cubicBezTo>
                    <a:lnTo>
                      <a:pt x="15671" y="11057"/>
                    </a:lnTo>
                    <a:cubicBezTo>
                      <a:pt x="15440" y="12037"/>
                      <a:pt x="14922" y="12901"/>
                      <a:pt x="14231" y="13534"/>
                    </a:cubicBezTo>
                    <a:cubicBezTo>
                      <a:pt x="14173" y="13592"/>
                      <a:pt x="14115" y="13650"/>
                      <a:pt x="14115" y="13707"/>
                    </a:cubicBezTo>
                    <a:lnTo>
                      <a:pt x="14115" y="15436"/>
                    </a:lnTo>
                    <a:lnTo>
                      <a:pt x="12502" y="14514"/>
                    </a:lnTo>
                    <a:lnTo>
                      <a:pt x="12329" y="14514"/>
                    </a:lnTo>
                    <a:cubicBezTo>
                      <a:pt x="11993" y="14593"/>
                      <a:pt x="11657" y="14631"/>
                      <a:pt x="11324" y="14631"/>
                    </a:cubicBezTo>
                    <a:cubicBezTo>
                      <a:pt x="10685" y="14631"/>
                      <a:pt x="10054" y="14491"/>
                      <a:pt x="9449" y="14226"/>
                    </a:cubicBezTo>
                    <a:cubicBezTo>
                      <a:pt x="8527" y="13823"/>
                      <a:pt x="7836" y="13131"/>
                      <a:pt x="7375" y="12209"/>
                    </a:cubicBezTo>
                    <a:cubicBezTo>
                      <a:pt x="6223" y="10020"/>
                      <a:pt x="7087" y="7370"/>
                      <a:pt x="9276" y="6276"/>
                    </a:cubicBezTo>
                    <a:cubicBezTo>
                      <a:pt x="9893" y="5933"/>
                      <a:pt x="10571" y="5774"/>
                      <a:pt x="11262" y="5774"/>
                    </a:cubicBezTo>
                    <a:close/>
                    <a:moveTo>
                      <a:pt x="4994" y="1"/>
                    </a:moveTo>
                    <a:cubicBezTo>
                      <a:pt x="4318" y="1"/>
                      <a:pt x="3638" y="132"/>
                      <a:pt x="2996" y="399"/>
                    </a:cubicBezTo>
                    <a:cubicBezTo>
                      <a:pt x="2743" y="551"/>
                      <a:pt x="2890" y="881"/>
                      <a:pt x="3125" y="881"/>
                    </a:cubicBezTo>
                    <a:cubicBezTo>
                      <a:pt x="3158" y="881"/>
                      <a:pt x="3192" y="874"/>
                      <a:pt x="3227" y="860"/>
                    </a:cubicBezTo>
                    <a:cubicBezTo>
                      <a:pt x="3789" y="593"/>
                      <a:pt x="4388" y="462"/>
                      <a:pt x="4989" y="462"/>
                    </a:cubicBezTo>
                    <a:cubicBezTo>
                      <a:pt x="5684" y="462"/>
                      <a:pt x="6381" y="636"/>
                      <a:pt x="7029" y="975"/>
                    </a:cubicBezTo>
                    <a:cubicBezTo>
                      <a:pt x="8758" y="1840"/>
                      <a:pt x="9737" y="3798"/>
                      <a:pt x="9391" y="5699"/>
                    </a:cubicBezTo>
                    <a:cubicBezTo>
                      <a:pt x="7951" y="6276"/>
                      <a:pt x="6914" y="7543"/>
                      <a:pt x="6511" y="9041"/>
                    </a:cubicBezTo>
                    <a:cubicBezTo>
                      <a:pt x="6007" y="9221"/>
                      <a:pt x="5480" y="9311"/>
                      <a:pt x="4945" y="9311"/>
                    </a:cubicBezTo>
                    <a:cubicBezTo>
                      <a:pt x="4624" y="9311"/>
                      <a:pt x="4300" y="9278"/>
                      <a:pt x="3976" y="9214"/>
                    </a:cubicBezTo>
                    <a:lnTo>
                      <a:pt x="3803" y="9214"/>
                    </a:lnTo>
                    <a:lnTo>
                      <a:pt x="2190" y="10135"/>
                    </a:lnTo>
                    <a:lnTo>
                      <a:pt x="2190" y="8407"/>
                    </a:lnTo>
                    <a:cubicBezTo>
                      <a:pt x="2190" y="8350"/>
                      <a:pt x="2132" y="8292"/>
                      <a:pt x="2132" y="8234"/>
                    </a:cubicBezTo>
                    <a:cubicBezTo>
                      <a:pt x="1383" y="7601"/>
                      <a:pt x="865" y="6736"/>
                      <a:pt x="692" y="5757"/>
                    </a:cubicBezTo>
                    <a:cubicBezTo>
                      <a:pt x="462" y="4778"/>
                      <a:pt x="634" y="3798"/>
                      <a:pt x="1095" y="2877"/>
                    </a:cubicBezTo>
                    <a:cubicBezTo>
                      <a:pt x="1326" y="2358"/>
                      <a:pt x="1729" y="1897"/>
                      <a:pt x="2190" y="1494"/>
                    </a:cubicBezTo>
                    <a:cubicBezTo>
                      <a:pt x="2376" y="1354"/>
                      <a:pt x="2186" y="1101"/>
                      <a:pt x="1984" y="1101"/>
                    </a:cubicBezTo>
                    <a:cubicBezTo>
                      <a:pt x="1936" y="1101"/>
                      <a:pt x="1888" y="1115"/>
                      <a:pt x="1844" y="1148"/>
                    </a:cubicBezTo>
                    <a:cubicBezTo>
                      <a:pt x="1383" y="1551"/>
                      <a:pt x="980" y="2070"/>
                      <a:pt x="634" y="2646"/>
                    </a:cubicBezTo>
                    <a:cubicBezTo>
                      <a:pt x="116" y="3683"/>
                      <a:pt x="1" y="4778"/>
                      <a:pt x="231" y="5872"/>
                    </a:cubicBezTo>
                    <a:cubicBezTo>
                      <a:pt x="404" y="6852"/>
                      <a:pt x="922" y="7831"/>
                      <a:pt x="1729" y="8522"/>
                    </a:cubicBezTo>
                    <a:lnTo>
                      <a:pt x="1729" y="10539"/>
                    </a:lnTo>
                    <a:cubicBezTo>
                      <a:pt x="1729" y="10681"/>
                      <a:pt x="1846" y="10784"/>
                      <a:pt x="1984" y="10784"/>
                    </a:cubicBezTo>
                    <a:cubicBezTo>
                      <a:pt x="2013" y="10784"/>
                      <a:pt x="2044" y="10779"/>
                      <a:pt x="2075" y="10769"/>
                    </a:cubicBezTo>
                    <a:lnTo>
                      <a:pt x="3976" y="9675"/>
                    </a:lnTo>
                    <a:cubicBezTo>
                      <a:pt x="4350" y="9755"/>
                      <a:pt x="4737" y="9798"/>
                      <a:pt x="5124" y="9798"/>
                    </a:cubicBezTo>
                    <a:cubicBezTo>
                      <a:pt x="5572" y="9798"/>
                      <a:pt x="6021" y="9740"/>
                      <a:pt x="6453" y="9617"/>
                    </a:cubicBezTo>
                    <a:lnTo>
                      <a:pt x="6453" y="9617"/>
                    </a:lnTo>
                    <a:cubicBezTo>
                      <a:pt x="6338" y="10539"/>
                      <a:pt x="6453" y="11518"/>
                      <a:pt x="6914" y="12440"/>
                    </a:cubicBezTo>
                    <a:cubicBezTo>
                      <a:pt x="7432" y="13419"/>
                      <a:pt x="8239" y="14226"/>
                      <a:pt x="9276" y="14687"/>
                    </a:cubicBezTo>
                    <a:cubicBezTo>
                      <a:pt x="9919" y="14952"/>
                      <a:pt x="10588" y="15092"/>
                      <a:pt x="11264" y="15092"/>
                    </a:cubicBezTo>
                    <a:cubicBezTo>
                      <a:pt x="11618" y="15092"/>
                      <a:pt x="11974" y="15054"/>
                      <a:pt x="12329" y="14975"/>
                    </a:cubicBezTo>
                    <a:lnTo>
                      <a:pt x="14231" y="16069"/>
                    </a:lnTo>
                    <a:cubicBezTo>
                      <a:pt x="14261" y="16080"/>
                      <a:pt x="14292" y="16084"/>
                      <a:pt x="14321" y="16084"/>
                    </a:cubicBezTo>
                    <a:cubicBezTo>
                      <a:pt x="14459" y="16084"/>
                      <a:pt x="14576" y="15981"/>
                      <a:pt x="14576" y="15839"/>
                    </a:cubicBezTo>
                    <a:lnTo>
                      <a:pt x="14576" y="13823"/>
                    </a:lnTo>
                    <a:cubicBezTo>
                      <a:pt x="15383" y="13131"/>
                      <a:pt x="15901" y="12152"/>
                      <a:pt x="16132" y="11172"/>
                    </a:cubicBezTo>
                    <a:cubicBezTo>
                      <a:pt x="16305" y="10078"/>
                      <a:pt x="16189" y="8926"/>
                      <a:pt x="15671" y="7946"/>
                    </a:cubicBezTo>
                    <a:cubicBezTo>
                      <a:pt x="14810" y="6271"/>
                      <a:pt x="13096" y="5307"/>
                      <a:pt x="11338" y="5307"/>
                    </a:cubicBezTo>
                    <a:cubicBezTo>
                      <a:pt x="10860" y="5307"/>
                      <a:pt x="10378" y="5379"/>
                      <a:pt x="9910" y="5527"/>
                    </a:cubicBezTo>
                    <a:cubicBezTo>
                      <a:pt x="10140" y="3510"/>
                      <a:pt x="9103" y="1494"/>
                      <a:pt x="7260" y="514"/>
                    </a:cubicBezTo>
                    <a:cubicBezTo>
                      <a:pt x="6550" y="175"/>
                      <a:pt x="5774" y="1"/>
                      <a:pt x="49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43"/>
              <p:cNvSpPr/>
              <p:nvPr/>
            </p:nvSpPr>
            <p:spPr>
              <a:xfrm>
                <a:off x="1895875" y="2269850"/>
                <a:ext cx="123875" cy="122450"/>
              </a:xfrm>
              <a:custGeom>
                <a:rect b="b" l="l" r="r" t="t"/>
                <a:pathLst>
                  <a:path extrusionOk="0" h="4898" w="4955">
                    <a:moveTo>
                      <a:pt x="2477" y="0"/>
                    </a:moveTo>
                    <a:cubicBezTo>
                      <a:pt x="1152" y="0"/>
                      <a:pt x="0" y="1095"/>
                      <a:pt x="0" y="2420"/>
                    </a:cubicBezTo>
                    <a:cubicBezTo>
                      <a:pt x="0" y="3803"/>
                      <a:pt x="1152" y="4897"/>
                      <a:pt x="2477" y="4897"/>
                    </a:cubicBezTo>
                    <a:cubicBezTo>
                      <a:pt x="2938" y="4897"/>
                      <a:pt x="3399" y="4782"/>
                      <a:pt x="3802" y="4494"/>
                    </a:cubicBezTo>
                    <a:cubicBezTo>
                      <a:pt x="3994" y="4351"/>
                      <a:pt x="3868" y="4049"/>
                      <a:pt x="3687" y="4049"/>
                    </a:cubicBezTo>
                    <a:cubicBezTo>
                      <a:pt x="3650" y="4049"/>
                      <a:pt x="3611" y="4061"/>
                      <a:pt x="3572" y="4091"/>
                    </a:cubicBezTo>
                    <a:cubicBezTo>
                      <a:pt x="3226" y="4321"/>
                      <a:pt x="2881" y="4436"/>
                      <a:pt x="2477" y="4436"/>
                    </a:cubicBezTo>
                    <a:cubicBezTo>
                      <a:pt x="1383" y="4436"/>
                      <a:pt x="519" y="3515"/>
                      <a:pt x="519" y="2420"/>
                    </a:cubicBezTo>
                    <a:cubicBezTo>
                      <a:pt x="519" y="1325"/>
                      <a:pt x="1383" y="461"/>
                      <a:pt x="2477" y="461"/>
                    </a:cubicBezTo>
                    <a:cubicBezTo>
                      <a:pt x="3572" y="461"/>
                      <a:pt x="4494" y="1325"/>
                      <a:pt x="4494" y="2420"/>
                    </a:cubicBezTo>
                    <a:cubicBezTo>
                      <a:pt x="4494" y="2766"/>
                      <a:pt x="4379" y="3054"/>
                      <a:pt x="4263" y="3342"/>
                    </a:cubicBezTo>
                    <a:cubicBezTo>
                      <a:pt x="4146" y="3537"/>
                      <a:pt x="4320" y="3679"/>
                      <a:pt x="4480" y="3679"/>
                    </a:cubicBezTo>
                    <a:cubicBezTo>
                      <a:pt x="4556" y="3679"/>
                      <a:pt x="4629" y="3647"/>
                      <a:pt x="4667" y="3572"/>
                    </a:cubicBezTo>
                    <a:cubicBezTo>
                      <a:pt x="4839" y="3169"/>
                      <a:pt x="4955" y="2823"/>
                      <a:pt x="4955" y="2420"/>
                    </a:cubicBezTo>
                    <a:cubicBezTo>
                      <a:pt x="4955" y="1095"/>
                      <a:pt x="3860" y="0"/>
                      <a:pt x="247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43"/>
              <p:cNvSpPr/>
              <p:nvPr/>
            </p:nvSpPr>
            <p:spPr>
              <a:xfrm>
                <a:off x="1939075" y="2294700"/>
                <a:ext cx="38900" cy="74550"/>
              </a:xfrm>
              <a:custGeom>
                <a:rect b="b" l="l" r="r" t="t"/>
                <a:pathLst>
                  <a:path extrusionOk="0" h="2982" w="1556">
                    <a:moveTo>
                      <a:pt x="778" y="0"/>
                    </a:moveTo>
                    <a:cubicBezTo>
                      <a:pt x="649" y="0"/>
                      <a:pt x="519" y="72"/>
                      <a:pt x="519" y="216"/>
                    </a:cubicBezTo>
                    <a:lnTo>
                      <a:pt x="519" y="331"/>
                    </a:lnTo>
                    <a:cubicBezTo>
                      <a:pt x="289" y="447"/>
                      <a:pt x="173" y="620"/>
                      <a:pt x="116" y="850"/>
                    </a:cubicBezTo>
                    <a:cubicBezTo>
                      <a:pt x="58" y="1080"/>
                      <a:pt x="116" y="1253"/>
                      <a:pt x="289" y="1426"/>
                    </a:cubicBezTo>
                    <a:cubicBezTo>
                      <a:pt x="461" y="1541"/>
                      <a:pt x="634" y="1599"/>
                      <a:pt x="865" y="1714"/>
                    </a:cubicBezTo>
                    <a:cubicBezTo>
                      <a:pt x="1037" y="1714"/>
                      <a:pt x="1037" y="1829"/>
                      <a:pt x="1037" y="1945"/>
                    </a:cubicBezTo>
                    <a:cubicBezTo>
                      <a:pt x="980" y="2002"/>
                      <a:pt x="922" y="2117"/>
                      <a:pt x="749" y="2117"/>
                    </a:cubicBezTo>
                    <a:cubicBezTo>
                      <a:pt x="577" y="2117"/>
                      <a:pt x="519" y="2117"/>
                      <a:pt x="404" y="2060"/>
                    </a:cubicBezTo>
                    <a:cubicBezTo>
                      <a:pt x="356" y="2036"/>
                      <a:pt x="308" y="2022"/>
                      <a:pt x="265" y="2022"/>
                    </a:cubicBezTo>
                    <a:cubicBezTo>
                      <a:pt x="203" y="2022"/>
                      <a:pt x="149" y="2050"/>
                      <a:pt x="116" y="2117"/>
                    </a:cubicBezTo>
                    <a:cubicBezTo>
                      <a:pt x="0" y="2233"/>
                      <a:pt x="0" y="2348"/>
                      <a:pt x="116" y="2463"/>
                    </a:cubicBezTo>
                    <a:cubicBezTo>
                      <a:pt x="289" y="2521"/>
                      <a:pt x="404" y="2578"/>
                      <a:pt x="519" y="2578"/>
                    </a:cubicBezTo>
                    <a:lnTo>
                      <a:pt x="519" y="2693"/>
                    </a:lnTo>
                    <a:cubicBezTo>
                      <a:pt x="519" y="2866"/>
                      <a:pt x="634" y="2982"/>
                      <a:pt x="749" y="2982"/>
                    </a:cubicBezTo>
                    <a:lnTo>
                      <a:pt x="749" y="2924"/>
                    </a:lnTo>
                    <a:cubicBezTo>
                      <a:pt x="865" y="2924"/>
                      <a:pt x="980" y="2866"/>
                      <a:pt x="980" y="2693"/>
                    </a:cubicBezTo>
                    <a:lnTo>
                      <a:pt x="980" y="2578"/>
                    </a:lnTo>
                    <a:cubicBezTo>
                      <a:pt x="980" y="2578"/>
                      <a:pt x="1441" y="2233"/>
                      <a:pt x="1498" y="2002"/>
                    </a:cubicBezTo>
                    <a:cubicBezTo>
                      <a:pt x="1556" y="1657"/>
                      <a:pt x="1383" y="1368"/>
                      <a:pt x="1037" y="1253"/>
                    </a:cubicBezTo>
                    <a:cubicBezTo>
                      <a:pt x="865" y="1196"/>
                      <a:pt x="692" y="1080"/>
                      <a:pt x="577" y="1023"/>
                    </a:cubicBezTo>
                    <a:cubicBezTo>
                      <a:pt x="577" y="1023"/>
                      <a:pt x="577" y="965"/>
                      <a:pt x="577" y="908"/>
                    </a:cubicBezTo>
                    <a:cubicBezTo>
                      <a:pt x="577" y="908"/>
                      <a:pt x="577" y="792"/>
                      <a:pt x="692" y="792"/>
                    </a:cubicBezTo>
                    <a:cubicBezTo>
                      <a:pt x="726" y="781"/>
                      <a:pt x="759" y="776"/>
                      <a:pt x="788" y="776"/>
                    </a:cubicBezTo>
                    <a:cubicBezTo>
                      <a:pt x="906" y="776"/>
                      <a:pt x="980" y="850"/>
                      <a:pt x="980" y="850"/>
                    </a:cubicBezTo>
                    <a:cubicBezTo>
                      <a:pt x="980" y="850"/>
                      <a:pt x="1036" y="888"/>
                      <a:pt x="1106" y="888"/>
                    </a:cubicBezTo>
                    <a:cubicBezTo>
                      <a:pt x="1159" y="888"/>
                      <a:pt x="1219" y="866"/>
                      <a:pt x="1268" y="792"/>
                    </a:cubicBezTo>
                    <a:cubicBezTo>
                      <a:pt x="1441" y="677"/>
                      <a:pt x="1326" y="504"/>
                      <a:pt x="1326" y="504"/>
                    </a:cubicBezTo>
                    <a:cubicBezTo>
                      <a:pt x="1268" y="447"/>
                      <a:pt x="1037" y="331"/>
                      <a:pt x="1037" y="331"/>
                    </a:cubicBezTo>
                    <a:lnTo>
                      <a:pt x="1037" y="216"/>
                    </a:lnTo>
                    <a:cubicBezTo>
                      <a:pt x="1037" y="72"/>
                      <a:pt x="908" y="0"/>
                      <a:pt x="7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04" name="Google Shape;604;p43"/>
          <p:cNvGrpSpPr/>
          <p:nvPr/>
        </p:nvGrpSpPr>
        <p:grpSpPr>
          <a:xfrm flipH="1" rot="-2700000">
            <a:off x="4049110" y="1775099"/>
            <a:ext cx="1045765" cy="1045615"/>
            <a:chOff x="3741950" y="353925"/>
            <a:chExt cx="1045775" cy="1045625"/>
          </a:xfrm>
        </p:grpSpPr>
        <p:sp>
          <p:nvSpPr>
            <p:cNvPr id="605" name="Google Shape;605;p43"/>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43"/>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43"/>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8" name="Google Shape;608;p43"/>
          <p:cNvGrpSpPr/>
          <p:nvPr/>
        </p:nvGrpSpPr>
        <p:grpSpPr>
          <a:xfrm flipH="1" rot="-2700000">
            <a:off x="4047722" y="3270937"/>
            <a:ext cx="1045765" cy="1045615"/>
            <a:chOff x="3741950" y="353925"/>
            <a:chExt cx="1045775" cy="1045625"/>
          </a:xfrm>
        </p:grpSpPr>
        <p:sp>
          <p:nvSpPr>
            <p:cNvPr id="609" name="Google Shape;609;p43"/>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43"/>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43"/>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2" name="Google Shape;612;p43"/>
          <p:cNvGrpSpPr/>
          <p:nvPr/>
        </p:nvGrpSpPr>
        <p:grpSpPr>
          <a:xfrm flipH="1">
            <a:off x="-311297" y="150024"/>
            <a:ext cx="1590595" cy="875375"/>
            <a:chOff x="6456464" y="3575600"/>
            <a:chExt cx="1004100" cy="552601"/>
          </a:xfrm>
        </p:grpSpPr>
        <p:sp>
          <p:nvSpPr>
            <p:cNvPr id="613" name="Google Shape;613;p43"/>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4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5" name="Google Shape;615;p43"/>
          <p:cNvGrpSpPr/>
          <p:nvPr/>
        </p:nvGrpSpPr>
        <p:grpSpPr>
          <a:xfrm flipH="1">
            <a:off x="-425085" y="1025388"/>
            <a:ext cx="1249832" cy="707506"/>
            <a:chOff x="6456475" y="3575600"/>
            <a:chExt cx="976202" cy="552609"/>
          </a:xfrm>
        </p:grpSpPr>
        <p:sp>
          <p:nvSpPr>
            <p:cNvPr id="616" name="Google Shape;616;p43"/>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43"/>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44"/>
          <p:cNvSpPr txBox="1"/>
          <p:nvPr>
            <p:ph idx="2" type="subTitle"/>
          </p:nvPr>
        </p:nvSpPr>
        <p:spPr>
          <a:xfrm>
            <a:off x="3579000" y="2421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extremely high temperatures</a:t>
            </a:r>
            <a:endParaRPr/>
          </a:p>
        </p:txBody>
      </p:sp>
      <p:sp>
        <p:nvSpPr>
          <p:cNvPr id="623" name="Google Shape;623;p44"/>
          <p:cNvSpPr txBox="1"/>
          <p:nvPr>
            <p:ph idx="5" type="subTitle"/>
          </p:nvPr>
        </p:nvSpPr>
        <p:spPr>
          <a:xfrm>
            <a:off x="6048845" y="2421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Neptune is far away from us</a:t>
            </a:r>
            <a:endParaRPr/>
          </a:p>
        </p:txBody>
      </p:sp>
      <p:sp>
        <p:nvSpPr>
          <p:cNvPr id="624" name="Google Shape;624;p4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Product overview</a:t>
            </a:r>
            <a:endParaRPr/>
          </a:p>
        </p:txBody>
      </p:sp>
      <p:sp>
        <p:nvSpPr>
          <p:cNvPr id="625" name="Google Shape;625;p44"/>
          <p:cNvSpPr txBox="1"/>
          <p:nvPr>
            <p:ph idx="1" type="subTitle"/>
          </p:nvPr>
        </p:nvSpPr>
        <p:spPr>
          <a:xfrm>
            <a:off x="1109155" y="2421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Mars is actually a very cold place</a:t>
            </a:r>
            <a:endParaRPr/>
          </a:p>
        </p:txBody>
      </p:sp>
      <p:sp>
        <p:nvSpPr>
          <p:cNvPr id="626" name="Google Shape;626;p44"/>
          <p:cNvSpPr txBox="1"/>
          <p:nvPr>
            <p:ph idx="3" type="subTitle"/>
          </p:nvPr>
        </p:nvSpPr>
        <p:spPr>
          <a:xfrm>
            <a:off x="1109155" y="4083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It’s the closest planet to the Sun</a:t>
            </a:r>
            <a:endParaRPr/>
          </a:p>
        </p:txBody>
      </p:sp>
      <p:sp>
        <p:nvSpPr>
          <p:cNvPr id="627" name="Google Shape;627;p44"/>
          <p:cNvSpPr txBox="1"/>
          <p:nvPr>
            <p:ph idx="4" type="subTitle"/>
          </p:nvPr>
        </p:nvSpPr>
        <p:spPr>
          <a:xfrm>
            <a:off x="3579000" y="4083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Saturn is a gas giant with several rings</a:t>
            </a:r>
            <a:endParaRPr/>
          </a:p>
        </p:txBody>
      </p:sp>
      <p:sp>
        <p:nvSpPr>
          <p:cNvPr id="628" name="Google Shape;628;p44"/>
          <p:cNvSpPr txBox="1"/>
          <p:nvPr>
            <p:ph idx="6" type="subTitle"/>
          </p:nvPr>
        </p:nvSpPr>
        <p:spPr>
          <a:xfrm>
            <a:off x="6048845" y="4083775"/>
            <a:ext cx="1986000" cy="48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Jupiter is the biggest planet of them all</a:t>
            </a:r>
            <a:endParaRPr/>
          </a:p>
        </p:txBody>
      </p:sp>
      <p:sp>
        <p:nvSpPr>
          <p:cNvPr id="629" name="Google Shape;629;p44"/>
          <p:cNvSpPr txBox="1"/>
          <p:nvPr>
            <p:ph idx="7" type="subTitle"/>
          </p:nvPr>
        </p:nvSpPr>
        <p:spPr>
          <a:xfrm>
            <a:off x="1113055" y="2214388"/>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Mars</a:t>
            </a:r>
            <a:endParaRPr/>
          </a:p>
        </p:txBody>
      </p:sp>
      <p:sp>
        <p:nvSpPr>
          <p:cNvPr id="630" name="Google Shape;630;p44"/>
          <p:cNvSpPr txBox="1"/>
          <p:nvPr>
            <p:ph idx="8" type="subTitle"/>
          </p:nvPr>
        </p:nvSpPr>
        <p:spPr>
          <a:xfrm>
            <a:off x="3582900" y="2214388"/>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Venus</a:t>
            </a:r>
            <a:endParaRPr/>
          </a:p>
        </p:txBody>
      </p:sp>
      <p:sp>
        <p:nvSpPr>
          <p:cNvPr id="631" name="Google Shape;631;p44"/>
          <p:cNvSpPr txBox="1"/>
          <p:nvPr>
            <p:ph idx="9" type="subTitle"/>
          </p:nvPr>
        </p:nvSpPr>
        <p:spPr>
          <a:xfrm>
            <a:off x="6052745" y="2214388"/>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Neptune</a:t>
            </a:r>
            <a:endParaRPr/>
          </a:p>
        </p:txBody>
      </p:sp>
      <p:sp>
        <p:nvSpPr>
          <p:cNvPr id="632" name="Google Shape;632;p44"/>
          <p:cNvSpPr txBox="1"/>
          <p:nvPr>
            <p:ph idx="13" type="subTitle"/>
          </p:nvPr>
        </p:nvSpPr>
        <p:spPr>
          <a:xfrm>
            <a:off x="1113055" y="3875250"/>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Mercury</a:t>
            </a:r>
            <a:endParaRPr/>
          </a:p>
        </p:txBody>
      </p:sp>
      <p:sp>
        <p:nvSpPr>
          <p:cNvPr id="633" name="Google Shape;633;p44"/>
          <p:cNvSpPr txBox="1"/>
          <p:nvPr>
            <p:ph idx="14" type="subTitle"/>
          </p:nvPr>
        </p:nvSpPr>
        <p:spPr>
          <a:xfrm>
            <a:off x="3582900" y="3875250"/>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Saturn</a:t>
            </a:r>
            <a:endParaRPr/>
          </a:p>
        </p:txBody>
      </p:sp>
      <p:sp>
        <p:nvSpPr>
          <p:cNvPr id="634" name="Google Shape;634;p44"/>
          <p:cNvSpPr txBox="1"/>
          <p:nvPr>
            <p:ph idx="15" type="subTitle"/>
          </p:nvPr>
        </p:nvSpPr>
        <p:spPr>
          <a:xfrm>
            <a:off x="6052745" y="3875250"/>
            <a:ext cx="1978200" cy="377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Jupiter</a:t>
            </a:r>
            <a:endParaRPr/>
          </a:p>
        </p:txBody>
      </p:sp>
      <p:grpSp>
        <p:nvGrpSpPr>
          <p:cNvPr id="635" name="Google Shape;635;p44"/>
          <p:cNvGrpSpPr/>
          <p:nvPr/>
        </p:nvGrpSpPr>
        <p:grpSpPr>
          <a:xfrm>
            <a:off x="6688145" y="3106971"/>
            <a:ext cx="707400" cy="707400"/>
            <a:chOff x="6688153" y="3116496"/>
            <a:chExt cx="707400" cy="707400"/>
          </a:xfrm>
        </p:grpSpPr>
        <p:sp>
          <p:nvSpPr>
            <p:cNvPr id="636" name="Google Shape;636;p44"/>
            <p:cNvSpPr/>
            <p:nvPr/>
          </p:nvSpPr>
          <p:spPr>
            <a:xfrm rot="5400000">
              <a:off x="6688153" y="311649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7" name="Google Shape;637;p44"/>
            <p:cNvGrpSpPr/>
            <p:nvPr/>
          </p:nvGrpSpPr>
          <p:grpSpPr>
            <a:xfrm>
              <a:off x="6856040" y="3255613"/>
              <a:ext cx="371625" cy="402925"/>
              <a:chOff x="6991550" y="2075775"/>
              <a:chExt cx="371625" cy="402925"/>
            </a:xfrm>
          </p:grpSpPr>
          <p:sp>
            <p:nvSpPr>
              <p:cNvPr id="638" name="Google Shape;638;p44"/>
              <p:cNvSpPr/>
              <p:nvPr/>
            </p:nvSpPr>
            <p:spPr>
              <a:xfrm>
                <a:off x="7107775" y="2328450"/>
                <a:ext cx="62825" cy="22075"/>
              </a:xfrm>
              <a:custGeom>
                <a:rect b="b" l="l" r="r" t="t"/>
                <a:pathLst>
                  <a:path extrusionOk="0" h="883" w="2513">
                    <a:moveTo>
                      <a:pt x="315" y="0"/>
                    </a:moveTo>
                    <a:cubicBezTo>
                      <a:pt x="139" y="0"/>
                      <a:pt x="1" y="245"/>
                      <a:pt x="133" y="422"/>
                    </a:cubicBezTo>
                    <a:cubicBezTo>
                      <a:pt x="479" y="710"/>
                      <a:pt x="882" y="883"/>
                      <a:pt x="1285" y="883"/>
                    </a:cubicBezTo>
                    <a:cubicBezTo>
                      <a:pt x="1631" y="883"/>
                      <a:pt x="2034" y="710"/>
                      <a:pt x="2380" y="422"/>
                    </a:cubicBezTo>
                    <a:cubicBezTo>
                      <a:pt x="2513" y="245"/>
                      <a:pt x="2374" y="0"/>
                      <a:pt x="2198" y="0"/>
                    </a:cubicBezTo>
                    <a:cubicBezTo>
                      <a:pt x="2145" y="0"/>
                      <a:pt x="2088" y="23"/>
                      <a:pt x="2034" y="76"/>
                    </a:cubicBezTo>
                    <a:cubicBezTo>
                      <a:pt x="1804" y="307"/>
                      <a:pt x="1530" y="422"/>
                      <a:pt x="1257" y="422"/>
                    </a:cubicBezTo>
                    <a:cubicBezTo>
                      <a:pt x="983" y="422"/>
                      <a:pt x="709" y="307"/>
                      <a:pt x="479" y="76"/>
                    </a:cubicBezTo>
                    <a:cubicBezTo>
                      <a:pt x="425" y="23"/>
                      <a:pt x="369" y="0"/>
                      <a:pt x="3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44"/>
              <p:cNvSpPr/>
              <p:nvPr/>
            </p:nvSpPr>
            <p:spPr>
              <a:xfrm>
                <a:off x="6991550" y="2109850"/>
                <a:ext cx="332725" cy="368850"/>
              </a:xfrm>
              <a:custGeom>
                <a:rect b="b" l="l" r="r" t="t"/>
                <a:pathLst>
                  <a:path extrusionOk="0" h="14754" w="13309">
                    <a:moveTo>
                      <a:pt x="11350" y="5536"/>
                    </a:moveTo>
                    <a:lnTo>
                      <a:pt x="11350" y="5940"/>
                    </a:lnTo>
                    <a:cubicBezTo>
                      <a:pt x="11350" y="6112"/>
                      <a:pt x="11235" y="6228"/>
                      <a:pt x="11062" y="6228"/>
                    </a:cubicBezTo>
                    <a:lnTo>
                      <a:pt x="10486" y="6228"/>
                    </a:lnTo>
                    <a:cubicBezTo>
                      <a:pt x="10313" y="6228"/>
                      <a:pt x="10198" y="6055"/>
                      <a:pt x="10198" y="5940"/>
                    </a:cubicBezTo>
                    <a:lnTo>
                      <a:pt x="10198" y="5536"/>
                    </a:lnTo>
                    <a:close/>
                    <a:moveTo>
                      <a:pt x="4437" y="5133"/>
                    </a:moveTo>
                    <a:cubicBezTo>
                      <a:pt x="5187" y="7031"/>
                      <a:pt x="6952" y="7475"/>
                      <a:pt x="8385" y="7475"/>
                    </a:cubicBezTo>
                    <a:cubicBezTo>
                      <a:pt x="8821" y="7475"/>
                      <a:pt x="9227" y="7434"/>
                      <a:pt x="9564" y="7380"/>
                    </a:cubicBezTo>
                    <a:lnTo>
                      <a:pt x="9564" y="7380"/>
                    </a:lnTo>
                    <a:cubicBezTo>
                      <a:pt x="9333" y="9223"/>
                      <a:pt x="7778" y="10548"/>
                      <a:pt x="5934" y="10548"/>
                    </a:cubicBezTo>
                    <a:cubicBezTo>
                      <a:pt x="3976" y="10548"/>
                      <a:pt x="2363" y="9051"/>
                      <a:pt x="2247" y="7092"/>
                    </a:cubicBezTo>
                    <a:cubicBezTo>
                      <a:pt x="3227" y="6804"/>
                      <a:pt x="3976" y="6055"/>
                      <a:pt x="4437" y="5133"/>
                    </a:cubicBezTo>
                    <a:close/>
                    <a:moveTo>
                      <a:pt x="5877" y="1215"/>
                    </a:moveTo>
                    <a:cubicBezTo>
                      <a:pt x="6741" y="1215"/>
                      <a:pt x="7547" y="1446"/>
                      <a:pt x="8296" y="1849"/>
                    </a:cubicBezTo>
                    <a:cubicBezTo>
                      <a:pt x="8239" y="2080"/>
                      <a:pt x="8181" y="2252"/>
                      <a:pt x="8181" y="2483"/>
                    </a:cubicBezTo>
                    <a:cubicBezTo>
                      <a:pt x="8181" y="3405"/>
                      <a:pt x="8642" y="4269"/>
                      <a:pt x="9449" y="4730"/>
                    </a:cubicBezTo>
                    <a:lnTo>
                      <a:pt x="9449" y="5018"/>
                    </a:lnTo>
                    <a:cubicBezTo>
                      <a:pt x="9391" y="5191"/>
                      <a:pt x="9564" y="5363"/>
                      <a:pt x="9737" y="5479"/>
                    </a:cubicBezTo>
                    <a:lnTo>
                      <a:pt x="9737" y="5940"/>
                    </a:lnTo>
                    <a:cubicBezTo>
                      <a:pt x="9737" y="6343"/>
                      <a:pt x="10025" y="6688"/>
                      <a:pt x="10486" y="6688"/>
                    </a:cubicBezTo>
                    <a:lnTo>
                      <a:pt x="10601" y="6688"/>
                    </a:lnTo>
                    <a:cubicBezTo>
                      <a:pt x="10658" y="6861"/>
                      <a:pt x="10774" y="6977"/>
                      <a:pt x="10831" y="7092"/>
                    </a:cubicBezTo>
                    <a:cubicBezTo>
                      <a:pt x="11177" y="7495"/>
                      <a:pt x="11350" y="7956"/>
                      <a:pt x="11350" y="8474"/>
                    </a:cubicBezTo>
                    <a:cubicBezTo>
                      <a:pt x="11350" y="9223"/>
                      <a:pt x="10947" y="9972"/>
                      <a:pt x="10313" y="10376"/>
                    </a:cubicBezTo>
                    <a:cubicBezTo>
                      <a:pt x="10082" y="10548"/>
                      <a:pt x="9910" y="10894"/>
                      <a:pt x="9967" y="11182"/>
                    </a:cubicBezTo>
                    <a:cubicBezTo>
                      <a:pt x="10025" y="11470"/>
                      <a:pt x="10025" y="11758"/>
                      <a:pt x="9910" y="11989"/>
                    </a:cubicBezTo>
                    <a:cubicBezTo>
                      <a:pt x="9506" y="11297"/>
                      <a:pt x="8873" y="10779"/>
                      <a:pt x="8181" y="10376"/>
                    </a:cubicBezTo>
                    <a:cubicBezTo>
                      <a:pt x="9276" y="9684"/>
                      <a:pt x="9967" y="8474"/>
                      <a:pt x="10025" y="7092"/>
                    </a:cubicBezTo>
                    <a:cubicBezTo>
                      <a:pt x="10025" y="6919"/>
                      <a:pt x="9910" y="6861"/>
                      <a:pt x="9737" y="6861"/>
                    </a:cubicBezTo>
                    <a:cubicBezTo>
                      <a:pt x="9391" y="6948"/>
                      <a:pt x="8930" y="7005"/>
                      <a:pt x="8433" y="7005"/>
                    </a:cubicBezTo>
                    <a:cubicBezTo>
                      <a:pt x="7936" y="7005"/>
                      <a:pt x="7403" y="6948"/>
                      <a:pt x="6914" y="6804"/>
                    </a:cubicBezTo>
                    <a:cubicBezTo>
                      <a:pt x="5704" y="6458"/>
                      <a:pt x="4955" y="5651"/>
                      <a:pt x="4667" y="4326"/>
                    </a:cubicBezTo>
                    <a:cubicBezTo>
                      <a:pt x="4638" y="4211"/>
                      <a:pt x="4537" y="4154"/>
                      <a:pt x="4437" y="4154"/>
                    </a:cubicBezTo>
                    <a:cubicBezTo>
                      <a:pt x="4336" y="4154"/>
                      <a:pt x="4235" y="4211"/>
                      <a:pt x="4206" y="4326"/>
                    </a:cubicBezTo>
                    <a:cubicBezTo>
                      <a:pt x="4206" y="4384"/>
                      <a:pt x="3803" y="6228"/>
                      <a:pt x="1959" y="6688"/>
                    </a:cubicBezTo>
                    <a:cubicBezTo>
                      <a:pt x="1844" y="6688"/>
                      <a:pt x="1786" y="6804"/>
                      <a:pt x="1786" y="6919"/>
                    </a:cubicBezTo>
                    <a:cubicBezTo>
                      <a:pt x="1786" y="8359"/>
                      <a:pt x="2535" y="9627"/>
                      <a:pt x="3630" y="10376"/>
                    </a:cubicBezTo>
                    <a:cubicBezTo>
                      <a:pt x="2881" y="10779"/>
                      <a:pt x="2247" y="11355"/>
                      <a:pt x="1844" y="12104"/>
                    </a:cubicBezTo>
                    <a:cubicBezTo>
                      <a:pt x="1729" y="11816"/>
                      <a:pt x="1671" y="11470"/>
                      <a:pt x="1729" y="11182"/>
                    </a:cubicBezTo>
                    <a:cubicBezTo>
                      <a:pt x="1786" y="10894"/>
                      <a:pt x="1671" y="10548"/>
                      <a:pt x="1383" y="10376"/>
                    </a:cubicBezTo>
                    <a:cubicBezTo>
                      <a:pt x="749" y="9972"/>
                      <a:pt x="404" y="9223"/>
                      <a:pt x="404" y="8474"/>
                    </a:cubicBezTo>
                    <a:cubicBezTo>
                      <a:pt x="404" y="7956"/>
                      <a:pt x="577" y="7437"/>
                      <a:pt x="922" y="7034"/>
                    </a:cubicBezTo>
                    <a:cubicBezTo>
                      <a:pt x="1153" y="6746"/>
                      <a:pt x="1268" y="6285"/>
                      <a:pt x="1210" y="5824"/>
                    </a:cubicBezTo>
                    <a:cubicBezTo>
                      <a:pt x="1210" y="4499"/>
                      <a:pt x="1844" y="3174"/>
                      <a:pt x="2823" y="2368"/>
                    </a:cubicBezTo>
                    <a:cubicBezTo>
                      <a:pt x="3745" y="1619"/>
                      <a:pt x="4782" y="1215"/>
                      <a:pt x="5877" y="1215"/>
                    </a:cubicBezTo>
                    <a:close/>
                    <a:moveTo>
                      <a:pt x="4897" y="10952"/>
                    </a:moveTo>
                    <a:lnTo>
                      <a:pt x="4897" y="10952"/>
                    </a:lnTo>
                    <a:cubicBezTo>
                      <a:pt x="5243" y="11009"/>
                      <a:pt x="5531" y="11067"/>
                      <a:pt x="5877" y="11067"/>
                    </a:cubicBezTo>
                    <a:cubicBezTo>
                      <a:pt x="6222" y="11067"/>
                      <a:pt x="6568" y="11009"/>
                      <a:pt x="6914" y="10952"/>
                    </a:cubicBezTo>
                    <a:lnTo>
                      <a:pt x="6914" y="10952"/>
                    </a:lnTo>
                    <a:lnTo>
                      <a:pt x="5906" y="12184"/>
                    </a:lnTo>
                    <a:lnTo>
                      <a:pt x="5906" y="12184"/>
                    </a:lnTo>
                    <a:lnTo>
                      <a:pt x="4897" y="10952"/>
                    </a:lnTo>
                    <a:close/>
                    <a:moveTo>
                      <a:pt x="7317" y="11240"/>
                    </a:moveTo>
                    <a:lnTo>
                      <a:pt x="7029" y="13083"/>
                    </a:lnTo>
                    <a:cubicBezTo>
                      <a:pt x="6799" y="12910"/>
                      <a:pt x="6510" y="12738"/>
                      <a:pt x="6280" y="12622"/>
                    </a:cubicBezTo>
                    <a:lnTo>
                      <a:pt x="7317" y="11240"/>
                    </a:lnTo>
                    <a:close/>
                    <a:moveTo>
                      <a:pt x="10869" y="0"/>
                    </a:moveTo>
                    <a:cubicBezTo>
                      <a:pt x="10818" y="0"/>
                      <a:pt x="10767" y="2"/>
                      <a:pt x="10716" y="6"/>
                    </a:cubicBezTo>
                    <a:cubicBezTo>
                      <a:pt x="10025" y="6"/>
                      <a:pt x="9391" y="294"/>
                      <a:pt x="8930" y="755"/>
                    </a:cubicBezTo>
                    <a:cubicBezTo>
                      <a:pt x="8757" y="927"/>
                      <a:pt x="8584" y="1158"/>
                      <a:pt x="8469" y="1446"/>
                    </a:cubicBezTo>
                    <a:cubicBezTo>
                      <a:pt x="7663" y="985"/>
                      <a:pt x="6799" y="755"/>
                      <a:pt x="5934" y="755"/>
                    </a:cubicBezTo>
                    <a:cubicBezTo>
                      <a:pt x="4725" y="755"/>
                      <a:pt x="3572" y="1215"/>
                      <a:pt x="2593" y="2022"/>
                    </a:cubicBezTo>
                    <a:cubicBezTo>
                      <a:pt x="1498" y="2944"/>
                      <a:pt x="807" y="4384"/>
                      <a:pt x="807" y="5882"/>
                    </a:cubicBezTo>
                    <a:lnTo>
                      <a:pt x="807" y="5940"/>
                    </a:lnTo>
                    <a:cubicBezTo>
                      <a:pt x="865" y="6228"/>
                      <a:pt x="807" y="6573"/>
                      <a:pt x="634" y="6746"/>
                    </a:cubicBezTo>
                    <a:cubicBezTo>
                      <a:pt x="231" y="7265"/>
                      <a:pt x="0" y="7898"/>
                      <a:pt x="0" y="8532"/>
                    </a:cubicBezTo>
                    <a:cubicBezTo>
                      <a:pt x="0" y="9454"/>
                      <a:pt x="461" y="10260"/>
                      <a:pt x="1210" y="10779"/>
                    </a:cubicBezTo>
                    <a:cubicBezTo>
                      <a:pt x="1326" y="10836"/>
                      <a:pt x="1383" y="11009"/>
                      <a:pt x="1326" y="11124"/>
                    </a:cubicBezTo>
                    <a:cubicBezTo>
                      <a:pt x="1268" y="11470"/>
                      <a:pt x="1268" y="11989"/>
                      <a:pt x="1671" y="12622"/>
                    </a:cubicBezTo>
                    <a:cubicBezTo>
                      <a:pt x="1383" y="13198"/>
                      <a:pt x="1268" y="13832"/>
                      <a:pt x="1268" y="14466"/>
                    </a:cubicBezTo>
                    <a:cubicBezTo>
                      <a:pt x="1268" y="14581"/>
                      <a:pt x="1326" y="14696"/>
                      <a:pt x="1441" y="14754"/>
                    </a:cubicBezTo>
                    <a:cubicBezTo>
                      <a:pt x="1614" y="14754"/>
                      <a:pt x="1729" y="14639"/>
                      <a:pt x="1729" y="14466"/>
                    </a:cubicBezTo>
                    <a:cubicBezTo>
                      <a:pt x="1729" y="12910"/>
                      <a:pt x="2593" y="11470"/>
                      <a:pt x="4033" y="10721"/>
                    </a:cubicBezTo>
                    <a:cubicBezTo>
                      <a:pt x="4033" y="11067"/>
                      <a:pt x="4091" y="11413"/>
                      <a:pt x="4148" y="11701"/>
                    </a:cubicBezTo>
                    <a:cubicBezTo>
                      <a:pt x="4173" y="11825"/>
                      <a:pt x="4274" y="11885"/>
                      <a:pt x="4375" y="11885"/>
                    </a:cubicBezTo>
                    <a:cubicBezTo>
                      <a:pt x="4508" y="11885"/>
                      <a:pt x="4642" y="11782"/>
                      <a:pt x="4609" y="11585"/>
                    </a:cubicBezTo>
                    <a:cubicBezTo>
                      <a:pt x="4552" y="11470"/>
                      <a:pt x="4552" y="11355"/>
                      <a:pt x="4552" y="11240"/>
                    </a:cubicBezTo>
                    <a:lnTo>
                      <a:pt x="4552" y="11240"/>
                    </a:lnTo>
                    <a:lnTo>
                      <a:pt x="5589" y="12622"/>
                    </a:lnTo>
                    <a:lnTo>
                      <a:pt x="4782" y="13083"/>
                    </a:lnTo>
                    <a:cubicBezTo>
                      <a:pt x="4782" y="12989"/>
                      <a:pt x="4667" y="12895"/>
                      <a:pt x="4562" y="12895"/>
                    </a:cubicBezTo>
                    <a:cubicBezTo>
                      <a:pt x="4538" y="12895"/>
                      <a:pt x="4515" y="12900"/>
                      <a:pt x="4494" y="12910"/>
                    </a:cubicBezTo>
                    <a:cubicBezTo>
                      <a:pt x="4379" y="12910"/>
                      <a:pt x="4321" y="13026"/>
                      <a:pt x="4321" y="13141"/>
                    </a:cubicBezTo>
                    <a:lnTo>
                      <a:pt x="4379" y="13544"/>
                    </a:lnTo>
                    <a:cubicBezTo>
                      <a:pt x="4426" y="13638"/>
                      <a:pt x="4550" y="13732"/>
                      <a:pt x="4656" y="13732"/>
                    </a:cubicBezTo>
                    <a:cubicBezTo>
                      <a:pt x="4680" y="13732"/>
                      <a:pt x="4703" y="13728"/>
                      <a:pt x="4725" y="13717"/>
                    </a:cubicBezTo>
                    <a:cubicBezTo>
                      <a:pt x="5128" y="13487"/>
                      <a:pt x="5934" y="12968"/>
                      <a:pt x="5934" y="12968"/>
                    </a:cubicBezTo>
                    <a:cubicBezTo>
                      <a:pt x="5934" y="12968"/>
                      <a:pt x="7029" y="13602"/>
                      <a:pt x="7087" y="13717"/>
                    </a:cubicBezTo>
                    <a:cubicBezTo>
                      <a:pt x="7130" y="13731"/>
                      <a:pt x="7173" y="13739"/>
                      <a:pt x="7214" y="13739"/>
                    </a:cubicBezTo>
                    <a:cubicBezTo>
                      <a:pt x="7339" y="13739"/>
                      <a:pt x="7447" y="13674"/>
                      <a:pt x="7490" y="13544"/>
                    </a:cubicBezTo>
                    <a:lnTo>
                      <a:pt x="7836" y="10721"/>
                    </a:lnTo>
                    <a:cubicBezTo>
                      <a:pt x="9276" y="11470"/>
                      <a:pt x="10140" y="12910"/>
                      <a:pt x="10140" y="14466"/>
                    </a:cubicBezTo>
                    <a:cubicBezTo>
                      <a:pt x="10140" y="14581"/>
                      <a:pt x="10255" y="14696"/>
                      <a:pt x="10370" y="14696"/>
                    </a:cubicBezTo>
                    <a:cubicBezTo>
                      <a:pt x="10391" y="14707"/>
                      <a:pt x="10411" y="14711"/>
                      <a:pt x="10431" y="14711"/>
                    </a:cubicBezTo>
                    <a:cubicBezTo>
                      <a:pt x="10523" y="14711"/>
                      <a:pt x="10601" y="14608"/>
                      <a:pt x="10601" y="14466"/>
                    </a:cubicBezTo>
                    <a:cubicBezTo>
                      <a:pt x="10601" y="13775"/>
                      <a:pt x="10486" y="13141"/>
                      <a:pt x="10198" y="12507"/>
                    </a:cubicBezTo>
                    <a:cubicBezTo>
                      <a:pt x="10486" y="12104"/>
                      <a:pt x="10543" y="11585"/>
                      <a:pt x="10428" y="11124"/>
                    </a:cubicBezTo>
                    <a:cubicBezTo>
                      <a:pt x="10428" y="11009"/>
                      <a:pt x="10486" y="10836"/>
                      <a:pt x="10601" y="10779"/>
                    </a:cubicBezTo>
                    <a:cubicBezTo>
                      <a:pt x="11350" y="10260"/>
                      <a:pt x="11811" y="9454"/>
                      <a:pt x="11811" y="8532"/>
                    </a:cubicBezTo>
                    <a:cubicBezTo>
                      <a:pt x="11811" y="7898"/>
                      <a:pt x="11580" y="7322"/>
                      <a:pt x="11235" y="6861"/>
                    </a:cubicBezTo>
                    <a:cubicBezTo>
                      <a:pt x="11177" y="6804"/>
                      <a:pt x="11177" y="6746"/>
                      <a:pt x="11119" y="6688"/>
                    </a:cubicBezTo>
                    <a:cubicBezTo>
                      <a:pt x="11523" y="6631"/>
                      <a:pt x="11811" y="6343"/>
                      <a:pt x="11811" y="5940"/>
                    </a:cubicBezTo>
                    <a:lnTo>
                      <a:pt x="11811" y="5479"/>
                    </a:lnTo>
                    <a:cubicBezTo>
                      <a:pt x="11984" y="5363"/>
                      <a:pt x="12099" y="5191"/>
                      <a:pt x="12099" y="5018"/>
                    </a:cubicBezTo>
                    <a:lnTo>
                      <a:pt x="12099" y="4730"/>
                    </a:lnTo>
                    <a:cubicBezTo>
                      <a:pt x="12848" y="4269"/>
                      <a:pt x="13309" y="3462"/>
                      <a:pt x="13309" y="2541"/>
                    </a:cubicBezTo>
                    <a:cubicBezTo>
                      <a:pt x="13309" y="2425"/>
                      <a:pt x="13309" y="2368"/>
                      <a:pt x="13309" y="2252"/>
                    </a:cubicBezTo>
                    <a:cubicBezTo>
                      <a:pt x="13309" y="2137"/>
                      <a:pt x="13193" y="2022"/>
                      <a:pt x="13078" y="2022"/>
                    </a:cubicBezTo>
                    <a:cubicBezTo>
                      <a:pt x="12905" y="2080"/>
                      <a:pt x="12848" y="2195"/>
                      <a:pt x="12848" y="2310"/>
                    </a:cubicBezTo>
                    <a:cubicBezTo>
                      <a:pt x="12848" y="2368"/>
                      <a:pt x="12848" y="2483"/>
                      <a:pt x="12848" y="2541"/>
                    </a:cubicBezTo>
                    <a:cubicBezTo>
                      <a:pt x="12848" y="3347"/>
                      <a:pt x="12444" y="4038"/>
                      <a:pt x="11753" y="4384"/>
                    </a:cubicBezTo>
                    <a:cubicBezTo>
                      <a:pt x="11695" y="4442"/>
                      <a:pt x="11638" y="4557"/>
                      <a:pt x="11638" y="4614"/>
                    </a:cubicBezTo>
                    <a:lnTo>
                      <a:pt x="11638" y="5018"/>
                    </a:lnTo>
                    <a:cubicBezTo>
                      <a:pt x="11638" y="5018"/>
                      <a:pt x="11580" y="5075"/>
                      <a:pt x="11580" y="5075"/>
                    </a:cubicBezTo>
                    <a:lnTo>
                      <a:pt x="9967" y="5075"/>
                    </a:lnTo>
                    <a:cubicBezTo>
                      <a:pt x="9967" y="5075"/>
                      <a:pt x="9910" y="5075"/>
                      <a:pt x="9910" y="5018"/>
                    </a:cubicBezTo>
                    <a:lnTo>
                      <a:pt x="9910" y="4614"/>
                    </a:lnTo>
                    <a:cubicBezTo>
                      <a:pt x="9910" y="4557"/>
                      <a:pt x="9852" y="4442"/>
                      <a:pt x="9794" y="4442"/>
                    </a:cubicBezTo>
                    <a:cubicBezTo>
                      <a:pt x="9103" y="4038"/>
                      <a:pt x="8642" y="3347"/>
                      <a:pt x="8700" y="2541"/>
                    </a:cubicBezTo>
                    <a:cubicBezTo>
                      <a:pt x="8700" y="1388"/>
                      <a:pt x="9564" y="467"/>
                      <a:pt x="10716" y="467"/>
                    </a:cubicBezTo>
                    <a:cubicBezTo>
                      <a:pt x="11350" y="467"/>
                      <a:pt x="11984" y="755"/>
                      <a:pt x="12387" y="1273"/>
                    </a:cubicBezTo>
                    <a:cubicBezTo>
                      <a:pt x="12454" y="1341"/>
                      <a:pt x="12522" y="1369"/>
                      <a:pt x="12589" y="1369"/>
                    </a:cubicBezTo>
                    <a:cubicBezTo>
                      <a:pt x="12637" y="1369"/>
                      <a:pt x="12685" y="1355"/>
                      <a:pt x="12732" y="1331"/>
                    </a:cubicBezTo>
                    <a:cubicBezTo>
                      <a:pt x="12848" y="1273"/>
                      <a:pt x="12848" y="1100"/>
                      <a:pt x="12790" y="985"/>
                    </a:cubicBezTo>
                    <a:cubicBezTo>
                      <a:pt x="12305" y="392"/>
                      <a:pt x="11617" y="0"/>
                      <a:pt x="1086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44"/>
              <p:cNvSpPr/>
              <p:nvPr/>
            </p:nvSpPr>
            <p:spPr>
              <a:xfrm>
                <a:off x="7242150" y="2138775"/>
                <a:ext cx="37475" cy="73475"/>
              </a:xfrm>
              <a:custGeom>
                <a:rect b="b" l="l" r="r" t="t"/>
                <a:pathLst>
                  <a:path extrusionOk="0" h="2939" w="1499">
                    <a:moveTo>
                      <a:pt x="750" y="1"/>
                    </a:moveTo>
                    <a:cubicBezTo>
                      <a:pt x="634" y="1"/>
                      <a:pt x="462" y="116"/>
                      <a:pt x="462" y="231"/>
                    </a:cubicBezTo>
                    <a:lnTo>
                      <a:pt x="462" y="347"/>
                    </a:lnTo>
                    <a:cubicBezTo>
                      <a:pt x="462" y="347"/>
                      <a:pt x="116" y="635"/>
                      <a:pt x="116" y="865"/>
                    </a:cubicBezTo>
                    <a:cubicBezTo>
                      <a:pt x="58" y="1038"/>
                      <a:pt x="116" y="1268"/>
                      <a:pt x="289" y="1384"/>
                    </a:cubicBezTo>
                    <a:cubicBezTo>
                      <a:pt x="404" y="1499"/>
                      <a:pt x="634" y="1614"/>
                      <a:pt x="865" y="1672"/>
                    </a:cubicBezTo>
                    <a:cubicBezTo>
                      <a:pt x="980" y="1729"/>
                      <a:pt x="980" y="1787"/>
                      <a:pt x="980" y="1902"/>
                    </a:cubicBezTo>
                    <a:cubicBezTo>
                      <a:pt x="980" y="1960"/>
                      <a:pt x="865" y="2075"/>
                      <a:pt x="750" y="2075"/>
                    </a:cubicBezTo>
                    <a:cubicBezTo>
                      <a:pt x="577" y="2075"/>
                      <a:pt x="519" y="2075"/>
                      <a:pt x="404" y="2017"/>
                    </a:cubicBezTo>
                    <a:cubicBezTo>
                      <a:pt x="356" y="1993"/>
                      <a:pt x="299" y="1979"/>
                      <a:pt x="243" y="1979"/>
                    </a:cubicBezTo>
                    <a:cubicBezTo>
                      <a:pt x="165" y="1979"/>
                      <a:pt x="92" y="2007"/>
                      <a:pt x="58" y="2075"/>
                    </a:cubicBezTo>
                    <a:cubicBezTo>
                      <a:pt x="1" y="2190"/>
                      <a:pt x="1" y="2305"/>
                      <a:pt x="116" y="2421"/>
                    </a:cubicBezTo>
                    <a:cubicBezTo>
                      <a:pt x="289" y="2478"/>
                      <a:pt x="519" y="2536"/>
                      <a:pt x="519" y="2536"/>
                    </a:cubicBezTo>
                    <a:lnTo>
                      <a:pt x="519" y="2651"/>
                    </a:lnTo>
                    <a:cubicBezTo>
                      <a:pt x="519" y="2766"/>
                      <a:pt x="634" y="2881"/>
                      <a:pt x="750" y="2881"/>
                    </a:cubicBezTo>
                    <a:lnTo>
                      <a:pt x="750" y="2939"/>
                    </a:lnTo>
                    <a:cubicBezTo>
                      <a:pt x="865" y="2939"/>
                      <a:pt x="980" y="2824"/>
                      <a:pt x="980" y="2709"/>
                    </a:cubicBezTo>
                    <a:lnTo>
                      <a:pt x="980" y="2536"/>
                    </a:lnTo>
                    <a:cubicBezTo>
                      <a:pt x="1211" y="2478"/>
                      <a:pt x="1383" y="2248"/>
                      <a:pt x="1441" y="2017"/>
                    </a:cubicBezTo>
                    <a:cubicBezTo>
                      <a:pt x="1499" y="1672"/>
                      <a:pt x="1326" y="1384"/>
                      <a:pt x="980" y="1268"/>
                    </a:cubicBezTo>
                    <a:cubicBezTo>
                      <a:pt x="865" y="1211"/>
                      <a:pt x="634" y="1153"/>
                      <a:pt x="577" y="1038"/>
                    </a:cubicBezTo>
                    <a:cubicBezTo>
                      <a:pt x="519" y="980"/>
                      <a:pt x="577" y="865"/>
                      <a:pt x="634" y="807"/>
                    </a:cubicBezTo>
                    <a:cubicBezTo>
                      <a:pt x="669" y="796"/>
                      <a:pt x="699" y="791"/>
                      <a:pt x="725" y="791"/>
                    </a:cubicBezTo>
                    <a:cubicBezTo>
                      <a:pt x="830" y="791"/>
                      <a:pt x="876" y="865"/>
                      <a:pt x="923" y="865"/>
                    </a:cubicBezTo>
                    <a:cubicBezTo>
                      <a:pt x="956" y="898"/>
                      <a:pt x="1027" y="932"/>
                      <a:pt x="1104" y="932"/>
                    </a:cubicBezTo>
                    <a:cubicBezTo>
                      <a:pt x="1161" y="932"/>
                      <a:pt x="1220" y="914"/>
                      <a:pt x="1268" y="865"/>
                    </a:cubicBezTo>
                    <a:cubicBezTo>
                      <a:pt x="1441" y="692"/>
                      <a:pt x="1268" y="519"/>
                      <a:pt x="1268" y="519"/>
                    </a:cubicBezTo>
                    <a:cubicBezTo>
                      <a:pt x="1211" y="462"/>
                      <a:pt x="1095" y="404"/>
                      <a:pt x="980" y="347"/>
                    </a:cubicBezTo>
                    <a:lnTo>
                      <a:pt x="980" y="289"/>
                    </a:lnTo>
                    <a:cubicBezTo>
                      <a:pt x="980" y="174"/>
                      <a:pt x="865" y="58"/>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44"/>
              <p:cNvSpPr/>
              <p:nvPr/>
            </p:nvSpPr>
            <p:spPr>
              <a:xfrm>
                <a:off x="7255125" y="2075775"/>
                <a:ext cx="11550" cy="27025"/>
              </a:xfrm>
              <a:custGeom>
                <a:rect b="b" l="l" r="r" t="t"/>
                <a:pathLst>
                  <a:path extrusionOk="0" h="1081" w="462">
                    <a:moveTo>
                      <a:pt x="231" y="0"/>
                    </a:moveTo>
                    <a:cubicBezTo>
                      <a:pt x="115" y="0"/>
                      <a:pt x="0" y="72"/>
                      <a:pt x="0" y="216"/>
                    </a:cubicBezTo>
                    <a:lnTo>
                      <a:pt x="0" y="850"/>
                    </a:lnTo>
                    <a:cubicBezTo>
                      <a:pt x="0" y="954"/>
                      <a:pt x="94" y="1058"/>
                      <a:pt x="240" y="1077"/>
                    </a:cubicBezTo>
                    <a:lnTo>
                      <a:pt x="240" y="1077"/>
                    </a:lnTo>
                    <a:cubicBezTo>
                      <a:pt x="406" y="1021"/>
                      <a:pt x="461" y="962"/>
                      <a:pt x="461" y="793"/>
                    </a:cubicBezTo>
                    <a:lnTo>
                      <a:pt x="461" y="216"/>
                    </a:lnTo>
                    <a:cubicBezTo>
                      <a:pt x="461" y="72"/>
                      <a:pt x="346" y="0"/>
                      <a:pt x="231" y="0"/>
                    </a:cubicBezTo>
                    <a:close/>
                    <a:moveTo>
                      <a:pt x="240" y="1077"/>
                    </a:moveTo>
                    <a:lnTo>
                      <a:pt x="240" y="1077"/>
                    </a:lnTo>
                    <a:cubicBezTo>
                      <a:pt x="237" y="1079"/>
                      <a:pt x="234" y="1080"/>
                      <a:pt x="231" y="1081"/>
                    </a:cubicBezTo>
                    <a:lnTo>
                      <a:pt x="288" y="1081"/>
                    </a:lnTo>
                    <a:cubicBezTo>
                      <a:pt x="272" y="1081"/>
                      <a:pt x="255" y="1080"/>
                      <a:pt x="240" y="1077"/>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44"/>
              <p:cNvSpPr/>
              <p:nvPr/>
            </p:nvSpPr>
            <p:spPr>
              <a:xfrm>
                <a:off x="7185900" y="2103750"/>
                <a:ext cx="27575" cy="22550"/>
              </a:xfrm>
              <a:custGeom>
                <a:rect b="b" l="l" r="r" t="t"/>
                <a:pathLst>
                  <a:path extrusionOk="0" h="902" w="1103">
                    <a:moveTo>
                      <a:pt x="323" y="0"/>
                    </a:moveTo>
                    <a:cubicBezTo>
                      <a:pt x="161" y="0"/>
                      <a:pt x="1" y="233"/>
                      <a:pt x="177" y="365"/>
                    </a:cubicBezTo>
                    <a:lnTo>
                      <a:pt x="580" y="826"/>
                    </a:lnTo>
                    <a:cubicBezTo>
                      <a:pt x="634" y="879"/>
                      <a:pt x="693" y="902"/>
                      <a:pt x="751" y="902"/>
                    </a:cubicBezTo>
                    <a:cubicBezTo>
                      <a:pt x="940" y="902"/>
                      <a:pt x="1103" y="657"/>
                      <a:pt x="926" y="480"/>
                    </a:cubicBezTo>
                    <a:lnTo>
                      <a:pt x="465" y="77"/>
                    </a:lnTo>
                    <a:cubicBezTo>
                      <a:pt x="424" y="22"/>
                      <a:pt x="373" y="0"/>
                      <a:pt x="3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44"/>
              <p:cNvSpPr/>
              <p:nvPr/>
            </p:nvSpPr>
            <p:spPr>
              <a:xfrm>
                <a:off x="7158625" y="2170475"/>
                <a:ext cx="30275" cy="11550"/>
              </a:xfrm>
              <a:custGeom>
                <a:rect b="b" l="l" r="r" t="t"/>
                <a:pathLst>
                  <a:path extrusionOk="0" h="462" w="1211">
                    <a:moveTo>
                      <a:pt x="346" y="0"/>
                    </a:moveTo>
                    <a:cubicBezTo>
                      <a:pt x="0" y="0"/>
                      <a:pt x="0" y="461"/>
                      <a:pt x="346" y="461"/>
                    </a:cubicBezTo>
                    <a:lnTo>
                      <a:pt x="922" y="461"/>
                    </a:lnTo>
                    <a:cubicBezTo>
                      <a:pt x="1210" y="461"/>
                      <a:pt x="1210" y="0"/>
                      <a:pt x="9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44"/>
              <p:cNvSpPr/>
              <p:nvPr/>
            </p:nvSpPr>
            <p:spPr>
              <a:xfrm>
                <a:off x="7185900" y="2226175"/>
                <a:ext cx="27575" cy="22575"/>
              </a:xfrm>
              <a:custGeom>
                <a:rect b="b" l="l" r="r" t="t"/>
                <a:pathLst>
                  <a:path extrusionOk="0" h="903" w="1103">
                    <a:moveTo>
                      <a:pt x="777" y="1"/>
                    </a:moveTo>
                    <a:cubicBezTo>
                      <a:pt x="727" y="1"/>
                      <a:pt x="678" y="23"/>
                      <a:pt x="638" y="77"/>
                    </a:cubicBezTo>
                    <a:lnTo>
                      <a:pt x="177" y="538"/>
                    </a:lnTo>
                    <a:cubicBezTo>
                      <a:pt x="1" y="670"/>
                      <a:pt x="161" y="902"/>
                      <a:pt x="349" y="902"/>
                    </a:cubicBezTo>
                    <a:cubicBezTo>
                      <a:pt x="407" y="902"/>
                      <a:pt x="468" y="880"/>
                      <a:pt x="522" y="826"/>
                    </a:cubicBezTo>
                    <a:lnTo>
                      <a:pt x="926" y="422"/>
                    </a:lnTo>
                    <a:cubicBezTo>
                      <a:pt x="1103" y="245"/>
                      <a:pt x="940" y="1"/>
                      <a:pt x="7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44"/>
              <p:cNvSpPr/>
              <p:nvPr/>
            </p:nvSpPr>
            <p:spPr>
              <a:xfrm>
                <a:off x="7309750" y="2224750"/>
                <a:ext cx="27700" cy="23400"/>
              </a:xfrm>
              <a:custGeom>
                <a:rect b="b" l="l" r="r" t="t"/>
                <a:pathLst>
                  <a:path extrusionOk="0" h="936" w="1108">
                    <a:moveTo>
                      <a:pt x="326" y="0"/>
                    </a:moveTo>
                    <a:cubicBezTo>
                      <a:pt x="163" y="0"/>
                      <a:pt x="0" y="245"/>
                      <a:pt x="177" y="422"/>
                    </a:cubicBezTo>
                    <a:lnTo>
                      <a:pt x="581" y="883"/>
                    </a:lnTo>
                    <a:cubicBezTo>
                      <a:pt x="630" y="919"/>
                      <a:pt x="684" y="935"/>
                      <a:pt x="737" y="935"/>
                    </a:cubicBezTo>
                    <a:cubicBezTo>
                      <a:pt x="932" y="935"/>
                      <a:pt x="1108" y="718"/>
                      <a:pt x="926" y="537"/>
                    </a:cubicBezTo>
                    <a:lnTo>
                      <a:pt x="465" y="76"/>
                    </a:lnTo>
                    <a:cubicBezTo>
                      <a:pt x="425" y="23"/>
                      <a:pt x="376" y="0"/>
                      <a:pt x="3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44"/>
              <p:cNvSpPr/>
              <p:nvPr/>
            </p:nvSpPr>
            <p:spPr>
              <a:xfrm>
                <a:off x="7332900" y="2169025"/>
                <a:ext cx="30275" cy="11550"/>
              </a:xfrm>
              <a:custGeom>
                <a:rect b="b" l="l" r="r" t="t"/>
                <a:pathLst>
                  <a:path extrusionOk="0" h="462" w="1211">
                    <a:moveTo>
                      <a:pt x="288" y="1"/>
                    </a:moveTo>
                    <a:cubicBezTo>
                      <a:pt x="0" y="1"/>
                      <a:pt x="0" y="462"/>
                      <a:pt x="288" y="462"/>
                    </a:cubicBezTo>
                    <a:lnTo>
                      <a:pt x="922" y="462"/>
                    </a:lnTo>
                    <a:cubicBezTo>
                      <a:pt x="1210" y="462"/>
                      <a:pt x="1210" y="1"/>
                      <a:pt x="92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44"/>
              <p:cNvSpPr/>
              <p:nvPr/>
            </p:nvSpPr>
            <p:spPr>
              <a:xfrm>
                <a:off x="7309850" y="2102325"/>
                <a:ext cx="26050" cy="23525"/>
              </a:xfrm>
              <a:custGeom>
                <a:rect b="b" l="l" r="r" t="t"/>
                <a:pathLst>
                  <a:path extrusionOk="0" h="941" w="1042">
                    <a:moveTo>
                      <a:pt x="716" y="0"/>
                    </a:moveTo>
                    <a:cubicBezTo>
                      <a:pt x="666" y="0"/>
                      <a:pt x="617" y="23"/>
                      <a:pt x="577" y="76"/>
                    </a:cubicBezTo>
                    <a:lnTo>
                      <a:pt x="116" y="479"/>
                    </a:lnTo>
                    <a:cubicBezTo>
                      <a:pt x="0" y="652"/>
                      <a:pt x="116" y="940"/>
                      <a:pt x="289" y="940"/>
                    </a:cubicBezTo>
                    <a:cubicBezTo>
                      <a:pt x="346" y="940"/>
                      <a:pt x="404" y="883"/>
                      <a:pt x="461" y="825"/>
                    </a:cubicBezTo>
                    <a:lnTo>
                      <a:pt x="865" y="422"/>
                    </a:lnTo>
                    <a:cubicBezTo>
                      <a:pt x="1042" y="245"/>
                      <a:pt x="879" y="0"/>
                      <a:pt x="7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48" name="Google Shape;648;p44"/>
          <p:cNvGrpSpPr/>
          <p:nvPr/>
        </p:nvGrpSpPr>
        <p:grpSpPr>
          <a:xfrm>
            <a:off x="4218300" y="1452496"/>
            <a:ext cx="707400" cy="707400"/>
            <a:chOff x="4218303" y="1471546"/>
            <a:chExt cx="707400" cy="707400"/>
          </a:xfrm>
        </p:grpSpPr>
        <p:sp>
          <p:nvSpPr>
            <p:cNvPr id="649" name="Google Shape;649;p44"/>
            <p:cNvSpPr/>
            <p:nvPr/>
          </p:nvSpPr>
          <p:spPr>
            <a:xfrm rot="5400000">
              <a:off x="4218303" y="14715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50" name="Google Shape;650;p44"/>
            <p:cNvGrpSpPr/>
            <p:nvPr/>
          </p:nvGrpSpPr>
          <p:grpSpPr>
            <a:xfrm>
              <a:off x="4371075" y="1623800"/>
              <a:ext cx="401850" cy="402900"/>
              <a:chOff x="795500" y="2723925"/>
              <a:chExt cx="401850" cy="402900"/>
            </a:xfrm>
          </p:grpSpPr>
          <p:sp>
            <p:nvSpPr>
              <p:cNvPr id="651" name="Google Shape;651;p44"/>
              <p:cNvSpPr/>
              <p:nvPr/>
            </p:nvSpPr>
            <p:spPr>
              <a:xfrm>
                <a:off x="821425" y="2723925"/>
                <a:ext cx="265025" cy="240525"/>
              </a:xfrm>
              <a:custGeom>
                <a:rect b="b" l="l" r="r" t="t"/>
                <a:pathLst>
                  <a:path extrusionOk="0" h="9621" w="10601">
                    <a:moveTo>
                      <a:pt x="9617" y="0"/>
                    </a:moveTo>
                    <a:cubicBezTo>
                      <a:pt x="9425" y="0"/>
                      <a:pt x="9267" y="302"/>
                      <a:pt x="9506" y="446"/>
                    </a:cubicBezTo>
                    <a:lnTo>
                      <a:pt x="9737" y="561"/>
                    </a:lnTo>
                    <a:cubicBezTo>
                      <a:pt x="7893" y="906"/>
                      <a:pt x="6280" y="1540"/>
                      <a:pt x="4897" y="2462"/>
                    </a:cubicBezTo>
                    <a:cubicBezTo>
                      <a:pt x="3688" y="3269"/>
                      <a:pt x="2708" y="4248"/>
                      <a:pt x="1844" y="5458"/>
                    </a:cubicBezTo>
                    <a:cubicBezTo>
                      <a:pt x="461" y="7474"/>
                      <a:pt x="58" y="9260"/>
                      <a:pt x="58" y="9375"/>
                    </a:cubicBezTo>
                    <a:cubicBezTo>
                      <a:pt x="0" y="9490"/>
                      <a:pt x="116" y="9606"/>
                      <a:pt x="231" y="9606"/>
                    </a:cubicBezTo>
                    <a:cubicBezTo>
                      <a:pt x="252" y="9616"/>
                      <a:pt x="275" y="9621"/>
                      <a:pt x="299" y="9621"/>
                    </a:cubicBezTo>
                    <a:cubicBezTo>
                      <a:pt x="404" y="9621"/>
                      <a:pt x="519" y="9527"/>
                      <a:pt x="519" y="9433"/>
                    </a:cubicBezTo>
                    <a:cubicBezTo>
                      <a:pt x="519" y="9433"/>
                      <a:pt x="922" y="7647"/>
                      <a:pt x="2247" y="5688"/>
                    </a:cubicBezTo>
                    <a:cubicBezTo>
                      <a:pt x="3054" y="4594"/>
                      <a:pt x="4033" y="3614"/>
                      <a:pt x="5185" y="2865"/>
                    </a:cubicBezTo>
                    <a:cubicBezTo>
                      <a:pt x="6510" y="1943"/>
                      <a:pt x="8124" y="1367"/>
                      <a:pt x="9852" y="1022"/>
                    </a:cubicBezTo>
                    <a:lnTo>
                      <a:pt x="9852" y="1022"/>
                    </a:lnTo>
                    <a:lnTo>
                      <a:pt x="9679" y="1310"/>
                    </a:lnTo>
                    <a:cubicBezTo>
                      <a:pt x="9551" y="1480"/>
                      <a:pt x="9739" y="1683"/>
                      <a:pt x="9915" y="1683"/>
                    </a:cubicBezTo>
                    <a:cubicBezTo>
                      <a:pt x="9977" y="1683"/>
                      <a:pt x="10037" y="1658"/>
                      <a:pt x="10082" y="1598"/>
                    </a:cubicBezTo>
                    <a:lnTo>
                      <a:pt x="10543" y="849"/>
                    </a:lnTo>
                    <a:cubicBezTo>
                      <a:pt x="10601" y="734"/>
                      <a:pt x="10601" y="618"/>
                      <a:pt x="10486" y="503"/>
                    </a:cubicBezTo>
                    <a:lnTo>
                      <a:pt x="9737" y="42"/>
                    </a:lnTo>
                    <a:cubicBezTo>
                      <a:pt x="9697" y="13"/>
                      <a:pt x="9656" y="0"/>
                      <a:pt x="961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44"/>
              <p:cNvSpPr/>
              <p:nvPr/>
            </p:nvSpPr>
            <p:spPr>
              <a:xfrm>
                <a:off x="795500" y="2796975"/>
                <a:ext cx="401850" cy="329850"/>
              </a:xfrm>
              <a:custGeom>
                <a:rect b="b" l="l" r="r" t="t"/>
                <a:pathLst>
                  <a:path extrusionOk="0" h="13194" w="16074">
                    <a:moveTo>
                      <a:pt x="13885" y="7894"/>
                    </a:moveTo>
                    <a:lnTo>
                      <a:pt x="13885" y="8470"/>
                    </a:lnTo>
                    <a:lnTo>
                      <a:pt x="11004" y="8470"/>
                    </a:lnTo>
                    <a:lnTo>
                      <a:pt x="11004" y="7894"/>
                    </a:lnTo>
                    <a:close/>
                    <a:moveTo>
                      <a:pt x="12099" y="462"/>
                    </a:moveTo>
                    <a:lnTo>
                      <a:pt x="12099" y="7433"/>
                    </a:lnTo>
                    <a:lnTo>
                      <a:pt x="10774" y="7433"/>
                    </a:lnTo>
                    <a:cubicBezTo>
                      <a:pt x="10658" y="7433"/>
                      <a:pt x="10543" y="7548"/>
                      <a:pt x="10543" y="7663"/>
                    </a:cubicBezTo>
                    <a:lnTo>
                      <a:pt x="10543" y="9507"/>
                    </a:lnTo>
                    <a:lnTo>
                      <a:pt x="9564" y="9507"/>
                    </a:lnTo>
                    <a:lnTo>
                      <a:pt x="9564" y="462"/>
                    </a:lnTo>
                    <a:close/>
                    <a:moveTo>
                      <a:pt x="13885" y="8930"/>
                    </a:moveTo>
                    <a:lnTo>
                      <a:pt x="13885" y="9161"/>
                    </a:lnTo>
                    <a:cubicBezTo>
                      <a:pt x="13539" y="9219"/>
                      <a:pt x="13251" y="9334"/>
                      <a:pt x="12963" y="9564"/>
                    </a:cubicBezTo>
                    <a:lnTo>
                      <a:pt x="11004" y="9564"/>
                    </a:lnTo>
                    <a:lnTo>
                      <a:pt x="11004" y="8930"/>
                    </a:lnTo>
                    <a:close/>
                    <a:moveTo>
                      <a:pt x="6050" y="5877"/>
                    </a:moveTo>
                    <a:lnTo>
                      <a:pt x="6050" y="10140"/>
                    </a:lnTo>
                    <a:lnTo>
                      <a:pt x="3515" y="10140"/>
                    </a:lnTo>
                    <a:lnTo>
                      <a:pt x="3515" y="5877"/>
                    </a:lnTo>
                    <a:close/>
                    <a:moveTo>
                      <a:pt x="9045" y="3169"/>
                    </a:moveTo>
                    <a:lnTo>
                      <a:pt x="9045" y="9507"/>
                    </a:lnTo>
                    <a:lnTo>
                      <a:pt x="7375" y="9507"/>
                    </a:lnTo>
                    <a:cubicBezTo>
                      <a:pt x="7259" y="9507"/>
                      <a:pt x="7144" y="9622"/>
                      <a:pt x="7144" y="9737"/>
                    </a:cubicBezTo>
                    <a:lnTo>
                      <a:pt x="7144" y="10140"/>
                    </a:lnTo>
                    <a:lnTo>
                      <a:pt x="6510" y="10140"/>
                    </a:lnTo>
                    <a:lnTo>
                      <a:pt x="6510" y="3169"/>
                    </a:lnTo>
                    <a:close/>
                    <a:moveTo>
                      <a:pt x="10543" y="10025"/>
                    </a:moveTo>
                    <a:lnTo>
                      <a:pt x="10543" y="10601"/>
                    </a:lnTo>
                    <a:lnTo>
                      <a:pt x="7663" y="10601"/>
                    </a:lnTo>
                    <a:lnTo>
                      <a:pt x="7663" y="10025"/>
                    </a:lnTo>
                    <a:close/>
                    <a:moveTo>
                      <a:pt x="12560" y="10025"/>
                    </a:moveTo>
                    <a:cubicBezTo>
                      <a:pt x="12387" y="10198"/>
                      <a:pt x="12329" y="10371"/>
                      <a:pt x="12272" y="10601"/>
                    </a:cubicBezTo>
                    <a:lnTo>
                      <a:pt x="11004" y="10601"/>
                    </a:lnTo>
                    <a:lnTo>
                      <a:pt x="11004" y="10025"/>
                    </a:lnTo>
                    <a:close/>
                    <a:moveTo>
                      <a:pt x="10543" y="11062"/>
                    </a:moveTo>
                    <a:lnTo>
                      <a:pt x="10543" y="11638"/>
                    </a:lnTo>
                    <a:lnTo>
                      <a:pt x="7663" y="11638"/>
                    </a:lnTo>
                    <a:lnTo>
                      <a:pt x="7663" y="11062"/>
                    </a:lnTo>
                    <a:close/>
                    <a:moveTo>
                      <a:pt x="12156" y="11062"/>
                    </a:moveTo>
                    <a:cubicBezTo>
                      <a:pt x="12156" y="11235"/>
                      <a:pt x="12156" y="11465"/>
                      <a:pt x="12214" y="11638"/>
                    </a:cubicBezTo>
                    <a:lnTo>
                      <a:pt x="11004" y="11638"/>
                    </a:lnTo>
                    <a:lnTo>
                      <a:pt x="11004" y="11062"/>
                    </a:lnTo>
                    <a:close/>
                    <a:moveTo>
                      <a:pt x="10543" y="12099"/>
                    </a:moveTo>
                    <a:lnTo>
                      <a:pt x="10543" y="12675"/>
                    </a:lnTo>
                    <a:lnTo>
                      <a:pt x="7605" y="12675"/>
                    </a:lnTo>
                    <a:lnTo>
                      <a:pt x="7605" y="12099"/>
                    </a:lnTo>
                    <a:close/>
                    <a:moveTo>
                      <a:pt x="12387" y="12099"/>
                    </a:moveTo>
                    <a:cubicBezTo>
                      <a:pt x="12502" y="12330"/>
                      <a:pt x="12675" y="12560"/>
                      <a:pt x="12905" y="12675"/>
                    </a:cubicBezTo>
                    <a:lnTo>
                      <a:pt x="11004" y="12675"/>
                    </a:lnTo>
                    <a:lnTo>
                      <a:pt x="11004" y="12099"/>
                    </a:lnTo>
                    <a:close/>
                    <a:moveTo>
                      <a:pt x="9333" y="1"/>
                    </a:moveTo>
                    <a:cubicBezTo>
                      <a:pt x="9161" y="1"/>
                      <a:pt x="9045" y="58"/>
                      <a:pt x="9045" y="231"/>
                    </a:cubicBezTo>
                    <a:lnTo>
                      <a:pt x="9045" y="2709"/>
                    </a:lnTo>
                    <a:lnTo>
                      <a:pt x="6280" y="2709"/>
                    </a:lnTo>
                    <a:cubicBezTo>
                      <a:pt x="6165" y="2709"/>
                      <a:pt x="6050" y="2766"/>
                      <a:pt x="6050" y="2939"/>
                    </a:cubicBezTo>
                    <a:lnTo>
                      <a:pt x="6050" y="5416"/>
                    </a:lnTo>
                    <a:lnTo>
                      <a:pt x="3284" y="5416"/>
                    </a:lnTo>
                    <a:cubicBezTo>
                      <a:pt x="3169" y="5416"/>
                      <a:pt x="3054" y="5531"/>
                      <a:pt x="3054" y="5647"/>
                    </a:cubicBezTo>
                    <a:lnTo>
                      <a:pt x="3054" y="7778"/>
                    </a:lnTo>
                    <a:lnTo>
                      <a:pt x="231" y="7778"/>
                    </a:lnTo>
                    <a:cubicBezTo>
                      <a:pt x="116" y="7778"/>
                      <a:pt x="0" y="7894"/>
                      <a:pt x="0" y="8009"/>
                    </a:cubicBezTo>
                    <a:lnTo>
                      <a:pt x="0" y="10371"/>
                    </a:lnTo>
                    <a:cubicBezTo>
                      <a:pt x="0" y="10486"/>
                      <a:pt x="116" y="10601"/>
                      <a:pt x="231" y="10601"/>
                    </a:cubicBezTo>
                    <a:lnTo>
                      <a:pt x="1095" y="10601"/>
                    </a:lnTo>
                    <a:cubicBezTo>
                      <a:pt x="1383" y="10601"/>
                      <a:pt x="1383" y="10140"/>
                      <a:pt x="1095" y="10140"/>
                    </a:cubicBezTo>
                    <a:lnTo>
                      <a:pt x="519" y="10140"/>
                    </a:lnTo>
                    <a:lnTo>
                      <a:pt x="519" y="8239"/>
                    </a:lnTo>
                    <a:lnTo>
                      <a:pt x="3054" y="8239"/>
                    </a:lnTo>
                    <a:lnTo>
                      <a:pt x="3054" y="10140"/>
                    </a:lnTo>
                    <a:lnTo>
                      <a:pt x="2362" y="10140"/>
                    </a:lnTo>
                    <a:cubicBezTo>
                      <a:pt x="2074" y="10140"/>
                      <a:pt x="2074" y="10601"/>
                      <a:pt x="2362" y="10601"/>
                    </a:cubicBezTo>
                    <a:lnTo>
                      <a:pt x="7144" y="10601"/>
                    </a:lnTo>
                    <a:lnTo>
                      <a:pt x="7144" y="12963"/>
                    </a:lnTo>
                    <a:cubicBezTo>
                      <a:pt x="7144" y="13078"/>
                      <a:pt x="7259" y="13194"/>
                      <a:pt x="7375" y="13194"/>
                    </a:cubicBezTo>
                    <a:lnTo>
                      <a:pt x="14115" y="13194"/>
                    </a:lnTo>
                    <a:cubicBezTo>
                      <a:pt x="14461" y="13194"/>
                      <a:pt x="14806" y="13078"/>
                      <a:pt x="15094" y="12906"/>
                    </a:cubicBezTo>
                    <a:cubicBezTo>
                      <a:pt x="15338" y="12808"/>
                      <a:pt x="15211" y="12464"/>
                      <a:pt x="14992" y="12464"/>
                    </a:cubicBezTo>
                    <a:cubicBezTo>
                      <a:pt x="14952" y="12464"/>
                      <a:pt x="14909" y="12476"/>
                      <a:pt x="14864" y="12502"/>
                    </a:cubicBezTo>
                    <a:cubicBezTo>
                      <a:pt x="14634" y="12618"/>
                      <a:pt x="14346" y="12733"/>
                      <a:pt x="14115" y="12733"/>
                    </a:cubicBezTo>
                    <a:cubicBezTo>
                      <a:pt x="13251" y="12733"/>
                      <a:pt x="12560" y="12041"/>
                      <a:pt x="12560" y="11177"/>
                    </a:cubicBezTo>
                    <a:cubicBezTo>
                      <a:pt x="12560" y="10313"/>
                      <a:pt x="13251" y="9622"/>
                      <a:pt x="14115" y="9622"/>
                    </a:cubicBezTo>
                    <a:cubicBezTo>
                      <a:pt x="14922" y="9622"/>
                      <a:pt x="15613" y="10313"/>
                      <a:pt x="15613" y="11177"/>
                    </a:cubicBezTo>
                    <a:cubicBezTo>
                      <a:pt x="15613" y="11350"/>
                      <a:pt x="15613" y="11523"/>
                      <a:pt x="15555" y="11696"/>
                    </a:cubicBezTo>
                    <a:cubicBezTo>
                      <a:pt x="15482" y="11880"/>
                      <a:pt x="15620" y="12017"/>
                      <a:pt x="15759" y="12017"/>
                    </a:cubicBezTo>
                    <a:cubicBezTo>
                      <a:pt x="15838" y="12017"/>
                      <a:pt x="15917" y="11973"/>
                      <a:pt x="15959" y="11869"/>
                    </a:cubicBezTo>
                    <a:cubicBezTo>
                      <a:pt x="16074" y="11638"/>
                      <a:pt x="16074" y="11408"/>
                      <a:pt x="16074" y="11177"/>
                    </a:cubicBezTo>
                    <a:cubicBezTo>
                      <a:pt x="16074" y="10140"/>
                      <a:pt x="15325" y="9276"/>
                      <a:pt x="14288" y="9161"/>
                    </a:cubicBezTo>
                    <a:lnTo>
                      <a:pt x="14346" y="9161"/>
                    </a:lnTo>
                    <a:lnTo>
                      <a:pt x="14346" y="7663"/>
                    </a:lnTo>
                    <a:cubicBezTo>
                      <a:pt x="14346" y="7548"/>
                      <a:pt x="14230" y="7433"/>
                      <a:pt x="14115" y="7433"/>
                    </a:cubicBezTo>
                    <a:lnTo>
                      <a:pt x="12560" y="7433"/>
                    </a:lnTo>
                    <a:lnTo>
                      <a:pt x="12560" y="231"/>
                    </a:lnTo>
                    <a:cubicBezTo>
                      <a:pt x="12560" y="58"/>
                      <a:pt x="12444" y="1"/>
                      <a:pt x="123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44"/>
              <p:cNvSpPr/>
              <p:nvPr/>
            </p:nvSpPr>
            <p:spPr>
              <a:xfrm>
                <a:off x="1132525" y="3046500"/>
                <a:ext cx="33150" cy="60550"/>
              </a:xfrm>
              <a:custGeom>
                <a:rect b="b" l="l" r="r" t="t"/>
                <a:pathLst>
                  <a:path extrusionOk="0" h="2422" w="1326">
                    <a:moveTo>
                      <a:pt x="634" y="1"/>
                    </a:moveTo>
                    <a:cubicBezTo>
                      <a:pt x="519" y="1"/>
                      <a:pt x="404" y="73"/>
                      <a:pt x="404" y="217"/>
                    </a:cubicBezTo>
                    <a:lnTo>
                      <a:pt x="404" y="275"/>
                    </a:lnTo>
                    <a:cubicBezTo>
                      <a:pt x="231" y="332"/>
                      <a:pt x="116" y="505"/>
                      <a:pt x="58" y="678"/>
                    </a:cubicBezTo>
                    <a:cubicBezTo>
                      <a:pt x="58" y="908"/>
                      <a:pt x="116" y="1081"/>
                      <a:pt x="231" y="1196"/>
                    </a:cubicBezTo>
                    <a:cubicBezTo>
                      <a:pt x="404" y="1312"/>
                      <a:pt x="576" y="1369"/>
                      <a:pt x="749" y="1427"/>
                    </a:cubicBezTo>
                    <a:cubicBezTo>
                      <a:pt x="749" y="1427"/>
                      <a:pt x="807" y="1484"/>
                      <a:pt x="807" y="1542"/>
                    </a:cubicBezTo>
                    <a:cubicBezTo>
                      <a:pt x="807" y="1600"/>
                      <a:pt x="749" y="1657"/>
                      <a:pt x="634" y="1657"/>
                    </a:cubicBezTo>
                    <a:cubicBezTo>
                      <a:pt x="519" y="1657"/>
                      <a:pt x="461" y="1657"/>
                      <a:pt x="404" y="1600"/>
                    </a:cubicBezTo>
                    <a:cubicBezTo>
                      <a:pt x="370" y="1583"/>
                      <a:pt x="336" y="1576"/>
                      <a:pt x="302" y="1576"/>
                    </a:cubicBezTo>
                    <a:cubicBezTo>
                      <a:pt x="221" y="1576"/>
                      <a:pt x="139" y="1616"/>
                      <a:pt x="58" y="1657"/>
                    </a:cubicBezTo>
                    <a:cubicBezTo>
                      <a:pt x="0" y="1772"/>
                      <a:pt x="0" y="1945"/>
                      <a:pt x="116" y="2003"/>
                    </a:cubicBezTo>
                    <a:cubicBezTo>
                      <a:pt x="231" y="2060"/>
                      <a:pt x="288" y="2118"/>
                      <a:pt x="404" y="2118"/>
                    </a:cubicBezTo>
                    <a:lnTo>
                      <a:pt x="404" y="2176"/>
                    </a:lnTo>
                    <a:cubicBezTo>
                      <a:pt x="404" y="2318"/>
                      <a:pt x="482" y="2421"/>
                      <a:pt x="606" y="2421"/>
                    </a:cubicBezTo>
                    <a:cubicBezTo>
                      <a:pt x="632" y="2421"/>
                      <a:pt x="661" y="2416"/>
                      <a:pt x="692" y="2406"/>
                    </a:cubicBezTo>
                    <a:cubicBezTo>
                      <a:pt x="807" y="2406"/>
                      <a:pt x="865" y="2291"/>
                      <a:pt x="865" y="2176"/>
                    </a:cubicBezTo>
                    <a:lnTo>
                      <a:pt x="865" y="2118"/>
                    </a:lnTo>
                    <a:cubicBezTo>
                      <a:pt x="1095" y="2003"/>
                      <a:pt x="1210" y="1830"/>
                      <a:pt x="1268" y="1600"/>
                    </a:cubicBezTo>
                    <a:cubicBezTo>
                      <a:pt x="1325" y="1312"/>
                      <a:pt x="1153" y="1081"/>
                      <a:pt x="865" y="966"/>
                    </a:cubicBezTo>
                    <a:cubicBezTo>
                      <a:pt x="749" y="908"/>
                      <a:pt x="576" y="908"/>
                      <a:pt x="519" y="793"/>
                    </a:cubicBezTo>
                    <a:cubicBezTo>
                      <a:pt x="519" y="793"/>
                      <a:pt x="519" y="735"/>
                      <a:pt x="576" y="735"/>
                    </a:cubicBezTo>
                    <a:cubicBezTo>
                      <a:pt x="615" y="716"/>
                      <a:pt x="647" y="710"/>
                      <a:pt x="675" y="710"/>
                    </a:cubicBezTo>
                    <a:cubicBezTo>
                      <a:pt x="730" y="710"/>
                      <a:pt x="769" y="735"/>
                      <a:pt x="807" y="735"/>
                    </a:cubicBezTo>
                    <a:cubicBezTo>
                      <a:pt x="807" y="735"/>
                      <a:pt x="884" y="787"/>
                      <a:pt x="969" y="787"/>
                    </a:cubicBezTo>
                    <a:cubicBezTo>
                      <a:pt x="1012" y="787"/>
                      <a:pt x="1057" y="774"/>
                      <a:pt x="1095" y="735"/>
                    </a:cubicBezTo>
                    <a:cubicBezTo>
                      <a:pt x="1325" y="505"/>
                      <a:pt x="1095" y="390"/>
                      <a:pt x="1095" y="390"/>
                    </a:cubicBezTo>
                    <a:cubicBezTo>
                      <a:pt x="1037" y="332"/>
                      <a:pt x="980" y="275"/>
                      <a:pt x="865" y="275"/>
                    </a:cubicBezTo>
                    <a:lnTo>
                      <a:pt x="865" y="217"/>
                    </a:lnTo>
                    <a:cubicBezTo>
                      <a:pt x="865" y="73"/>
                      <a:pt x="749" y="1"/>
                      <a:pt x="6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54" name="Google Shape;654;p44"/>
          <p:cNvGrpSpPr/>
          <p:nvPr/>
        </p:nvGrpSpPr>
        <p:grpSpPr>
          <a:xfrm>
            <a:off x="1748455" y="1452496"/>
            <a:ext cx="707400" cy="707400"/>
            <a:chOff x="1748453" y="1471546"/>
            <a:chExt cx="707400" cy="707400"/>
          </a:xfrm>
        </p:grpSpPr>
        <p:sp>
          <p:nvSpPr>
            <p:cNvPr id="655" name="Google Shape;655;p44"/>
            <p:cNvSpPr/>
            <p:nvPr/>
          </p:nvSpPr>
          <p:spPr>
            <a:xfrm rot="5400000">
              <a:off x="1748453" y="14715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56" name="Google Shape;656;p44"/>
            <p:cNvGrpSpPr/>
            <p:nvPr/>
          </p:nvGrpSpPr>
          <p:grpSpPr>
            <a:xfrm>
              <a:off x="1901213" y="1623850"/>
              <a:ext cx="401875" cy="402800"/>
              <a:chOff x="268350" y="2716325"/>
              <a:chExt cx="401875" cy="402800"/>
            </a:xfrm>
          </p:grpSpPr>
          <p:sp>
            <p:nvSpPr>
              <p:cNvPr id="657" name="Google Shape;657;p44"/>
              <p:cNvSpPr/>
              <p:nvPr/>
            </p:nvSpPr>
            <p:spPr>
              <a:xfrm>
                <a:off x="268350" y="2716325"/>
                <a:ext cx="401875" cy="402800"/>
              </a:xfrm>
              <a:custGeom>
                <a:rect b="b" l="l" r="r" t="t"/>
                <a:pathLst>
                  <a:path extrusionOk="0" h="16112" w="16075">
                    <a:moveTo>
                      <a:pt x="12502" y="7490"/>
                    </a:moveTo>
                    <a:lnTo>
                      <a:pt x="12906" y="7836"/>
                    </a:lnTo>
                    <a:cubicBezTo>
                      <a:pt x="12779" y="7931"/>
                      <a:pt x="12634" y="7974"/>
                      <a:pt x="12492" y="7974"/>
                    </a:cubicBezTo>
                    <a:cubicBezTo>
                      <a:pt x="12376" y="7974"/>
                      <a:pt x="12260" y="7945"/>
                      <a:pt x="12157" y="7893"/>
                    </a:cubicBezTo>
                    <a:lnTo>
                      <a:pt x="12502" y="7490"/>
                    </a:lnTo>
                    <a:close/>
                    <a:moveTo>
                      <a:pt x="3486" y="8216"/>
                    </a:moveTo>
                    <a:cubicBezTo>
                      <a:pt x="3611" y="8216"/>
                      <a:pt x="3737" y="8242"/>
                      <a:pt x="3861" y="8297"/>
                    </a:cubicBezTo>
                    <a:cubicBezTo>
                      <a:pt x="4034" y="8757"/>
                      <a:pt x="4264" y="9161"/>
                      <a:pt x="4552" y="9506"/>
                    </a:cubicBezTo>
                    <a:lnTo>
                      <a:pt x="4494" y="9506"/>
                    </a:lnTo>
                    <a:cubicBezTo>
                      <a:pt x="4494" y="9564"/>
                      <a:pt x="4494" y="9564"/>
                      <a:pt x="4494" y="9622"/>
                    </a:cubicBezTo>
                    <a:cubicBezTo>
                      <a:pt x="4324" y="10049"/>
                      <a:pt x="3963" y="10286"/>
                      <a:pt x="3552" y="10286"/>
                    </a:cubicBezTo>
                    <a:cubicBezTo>
                      <a:pt x="3409" y="10286"/>
                      <a:pt x="3261" y="10257"/>
                      <a:pt x="3112" y="10198"/>
                    </a:cubicBezTo>
                    <a:cubicBezTo>
                      <a:pt x="2881" y="10083"/>
                      <a:pt x="2651" y="9910"/>
                      <a:pt x="2536" y="9679"/>
                    </a:cubicBezTo>
                    <a:cubicBezTo>
                      <a:pt x="2420" y="9391"/>
                      <a:pt x="2420" y="9103"/>
                      <a:pt x="2536" y="8873"/>
                    </a:cubicBezTo>
                    <a:cubicBezTo>
                      <a:pt x="2711" y="8478"/>
                      <a:pt x="3088" y="8216"/>
                      <a:pt x="3486" y="8216"/>
                    </a:cubicBezTo>
                    <a:close/>
                    <a:moveTo>
                      <a:pt x="15037" y="9622"/>
                    </a:moveTo>
                    <a:lnTo>
                      <a:pt x="15441" y="9967"/>
                    </a:lnTo>
                    <a:lnTo>
                      <a:pt x="15095" y="10371"/>
                    </a:lnTo>
                    <a:cubicBezTo>
                      <a:pt x="15037" y="10255"/>
                      <a:pt x="14980" y="10140"/>
                      <a:pt x="14980" y="9967"/>
                    </a:cubicBezTo>
                    <a:cubicBezTo>
                      <a:pt x="14922" y="9852"/>
                      <a:pt x="14980" y="9737"/>
                      <a:pt x="15037" y="9622"/>
                    </a:cubicBezTo>
                    <a:close/>
                    <a:moveTo>
                      <a:pt x="4034" y="462"/>
                    </a:moveTo>
                    <a:lnTo>
                      <a:pt x="4149" y="1038"/>
                    </a:lnTo>
                    <a:cubicBezTo>
                      <a:pt x="4149" y="1153"/>
                      <a:pt x="4264" y="1210"/>
                      <a:pt x="4322" y="1210"/>
                    </a:cubicBezTo>
                    <a:cubicBezTo>
                      <a:pt x="4494" y="1268"/>
                      <a:pt x="4667" y="1326"/>
                      <a:pt x="4783" y="1441"/>
                    </a:cubicBezTo>
                    <a:cubicBezTo>
                      <a:pt x="4840" y="1470"/>
                      <a:pt x="4898" y="1484"/>
                      <a:pt x="4948" y="1484"/>
                    </a:cubicBezTo>
                    <a:cubicBezTo>
                      <a:pt x="4999" y="1484"/>
                      <a:pt x="5042" y="1470"/>
                      <a:pt x="5071" y="1441"/>
                    </a:cubicBezTo>
                    <a:lnTo>
                      <a:pt x="5531" y="1095"/>
                    </a:lnTo>
                    <a:lnTo>
                      <a:pt x="5820" y="1383"/>
                    </a:lnTo>
                    <a:lnTo>
                      <a:pt x="5474" y="1844"/>
                    </a:lnTo>
                    <a:cubicBezTo>
                      <a:pt x="5416" y="1902"/>
                      <a:pt x="5416" y="2017"/>
                      <a:pt x="5474" y="2075"/>
                    </a:cubicBezTo>
                    <a:cubicBezTo>
                      <a:pt x="5589" y="2247"/>
                      <a:pt x="5647" y="2420"/>
                      <a:pt x="5704" y="2593"/>
                    </a:cubicBezTo>
                    <a:cubicBezTo>
                      <a:pt x="5704" y="2651"/>
                      <a:pt x="5762" y="2708"/>
                      <a:pt x="5877" y="2766"/>
                    </a:cubicBezTo>
                    <a:lnTo>
                      <a:pt x="6453" y="2824"/>
                    </a:lnTo>
                    <a:lnTo>
                      <a:pt x="6453" y="3054"/>
                    </a:lnTo>
                    <a:cubicBezTo>
                      <a:pt x="6050" y="3169"/>
                      <a:pt x="5704" y="3400"/>
                      <a:pt x="5359" y="3630"/>
                    </a:cubicBezTo>
                    <a:cubicBezTo>
                      <a:pt x="5125" y="3817"/>
                      <a:pt x="5271" y="4080"/>
                      <a:pt x="5488" y="4080"/>
                    </a:cubicBezTo>
                    <a:cubicBezTo>
                      <a:pt x="5538" y="4080"/>
                      <a:pt x="5592" y="4066"/>
                      <a:pt x="5647" y="4033"/>
                    </a:cubicBezTo>
                    <a:cubicBezTo>
                      <a:pt x="6223" y="3573"/>
                      <a:pt x="6972" y="3284"/>
                      <a:pt x="7721" y="3284"/>
                    </a:cubicBezTo>
                    <a:cubicBezTo>
                      <a:pt x="8758" y="3284"/>
                      <a:pt x="9679" y="3630"/>
                      <a:pt x="10428" y="4321"/>
                    </a:cubicBezTo>
                    <a:cubicBezTo>
                      <a:pt x="11120" y="5013"/>
                      <a:pt x="11523" y="5992"/>
                      <a:pt x="11523" y="6972"/>
                    </a:cubicBezTo>
                    <a:cubicBezTo>
                      <a:pt x="11523" y="8354"/>
                      <a:pt x="10774" y="9564"/>
                      <a:pt x="9564" y="10255"/>
                    </a:cubicBezTo>
                    <a:cubicBezTo>
                      <a:pt x="9507" y="10255"/>
                      <a:pt x="9449" y="10371"/>
                      <a:pt x="9449" y="10428"/>
                    </a:cubicBezTo>
                    <a:lnTo>
                      <a:pt x="9449" y="11120"/>
                    </a:lnTo>
                    <a:cubicBezTo>
                      <a:pt x="9449" y="11235"/>
                      <a:pt x="9334" y="11350"/>
                      <a:pt x="9219" y="11350"/>
                    </a:cubicBezTo>
                    <a:lnTo>
                      <a:pt x="6453" y="11350"/>
                    </a:lnTo>
                    <a:cubicBezTo>
                      <a:pt x="6338" y="11350"/>
                      <a:pt x="6223" y="11235"/>
                      <a:pt x="6223" y="11120"/>
                    </a:cubicBezTo>
                    <a:lnTo>
                      <a:pt x="6223" y="10486"/>
                    </a:lnTo>
                    <a:cubicBezTo>
                      <a:pt x="6223" y="10371"/>
                      <a:pt x="6165" y="10313"/>
                      <a:pt x="6108" y="10255"/>
                    </a:cubicBezTo>
                    <a:cubicBezTo>
                      <a:pt x="4898" y="9622"/>
                      <a:pt x="4149" y="8354"/>
                      <a:pt x="4149" y="6972"/>
                    </a:cubicBezTo>
                    <a:cubicBezTo>
                      <a:pt x="4149" y="6223"/>
                      <a:pt x="4379" y="5474"/>
                      <a:pt x="4840" y="4840"/>
                    </a:cubicBezTo>
                    <a:cubicBezTo>
                      <a:pt x="4961" y="4678"/>
                      <a:pt x="4799" y="4489"/>
                      <a:pt x="4632" y="4489"/>
                    </a:cubicBezTo>
                    <a:cubicBezTo>
                      <a:pt x="4561" y="4489"/>
                      <a:pt x="4489" y="4523"/>
                      <a:pt x="4437" y="4610"/>
                    </a:cubicBezTo>
                    <a:cubicBezTo>
                      <a:pt x="4206" y="4898"/>
                      <a:pt x="4034" y="5243"/>
                      <a:pt x="3918" y="5589"/>
                    </a:cubicBezTo>
                    <a:lnTo>
                      <a:pt x="3688" y="5589"/>
                    </a:lnTo>
                    <a:lnTo>
                      <a:pt x="3573" y="5013"/>
                    </a:lnTo>
                    <a:cubicBezTo>
                      <a:pt x="3573" y="4955"/>
                      <a:pt x="3515" y="4898"/>
                      <a:pt x="3400" y="4840"/>
                    </a:cubicBezTo>
                    <a:cubicBezTo>
                      <a:pt x="3227" y="4782"/>
                      <a:pt x="3054" y="4725"/>
                      <a:pt x="2939" y="4667"/>
                    </a:cubicBezTo>
                    <a:cubicBezTo>
                      <a:pt x="2881" y="4638"/>
                      <a:pt x="2824" y="4624"/>
                      <a:pt x="2773" y="4624"/>
                    </a:cubicBezTo>
                    <a:cubicBezTo>
                      <a:pt x="2723" y="4624"/>
                      <a:pt x="2680" y="4638"/>
                      <a:pt x="2651" y="4667"/>
                    </a:cubicBezTo>
                    <a:lnTo>
                      <a:pt x="2190" y="5013"/>
                    </a:lnTo>
                    <a:lnTo>
                      <a:pt x="1902" y="4725"/>
                    </a:lnTo>
                    <a:lnTo>
                      <a:pt x="2248" y="4264"/>
                    </a:lnTo>
                    <a:cubicBezTo>
                      <a:pt x="2305" y="4149"/>
                      <a:pt x="2305" y="4091"/>
                      <a:pt x="2248" y="3976"/>
                    </a:cubicBezTo>
                    <a:cubicBezTo>
                      <a:pt x="2132" y="3803"/>
                      <a:pt x="2075" y="3688"/>
                      <a:pt x="2017" y="3515"/>
                    </a:cubicBezTo>
                    <a:cubicBezTo>
                      <a:pt x="2017" y="3400"/>
                      <a:pt x="1960" y="3342"/>
                      <a:pt x="1844" y="3342"/>
                    </a:cubicBezTo>
                    <a:lnTo>
                      <a:pt x="1268" y="3227"/>
                    </a:lnTo>
                    <a:lnTo>
                      <a:pt x="1268" y="2824"/>
                    </a:lnTo>
                    <a:lnTo>
                      <a:pt x="1844" y="2766"/>
                    </a:lnTo>
                    <a:cubicBezTo>
                      <a:pt x="1960" y="2708"/>
                      <a:pt x="2017" y="2651"/>
                      <a:pt x="2017" y="2593"/>
                    </a:cubicBezTo>
                    <a:cubicBezTo>
                      <a:pt x="2075" y="2420"/>
                      <a:pt x="2132" y="2247"/>
                      <a:pt x="2248" y="2075"/>
                    </a:cubicBezTo>
                    <a:cubicBezTo>
                      <a:pt x="2305" y="2017"/>
                      <a:pt x="2305" y="1902"/>
                      <a:pt x="2248" y="1844"/>
                    </a:cubicBezTo>
                    <a:lnTo>
                      <a:pt x="1902" y="1383"/>
                    </a:lnTo>
                    <a:lnTo>
                      <a:pt x="2190" y="1095"/>
                    </a:lnTo>
                    <a:lnTo>
                      <a:pt x="2651" y="1441"/>
                    </a:lnTo>
                    <a:cubicBezTo>
                      <a:pt x="2680" y="1470"/>
                      <a:pt x="2723" y="1484"/>
                      <a:pt x="2773" y="1484"/>
                    </a:cubicBezTo>
                    <a:cubicBezTo>
                      <a:pt x="2824" y="1484"/>
                      <a:pt x="2881" y="1470"/>
                      <a:pt x="2939" y="1441"/>
                    </a:cubicBezTo>
                    <a:cubicBezTo>
                      <a:pt x="3054" y="1326"/>
                      <a:pt x="3227" y="1268"/>
                      <a:pt x="3400" y="1210"/>
                    </a:cubicBezTo>
                    <a:cubicBezTo>
                      <a:pt x="3457" y="1210"/>
                      <a:pt x="3573" y="1153"/>
                      <a:pt x="3573" y="1038"/>
                    </a:cubicBezTo>
                    <a:lnTo>
                      <a:pt x="3688" y="462"/>
                    </a:lnTo>
                    <a:close/>
                    <a:moveTo>
                      <a:pt x="2536" y="6338"/>
                    </a:moveTo>
                    <a:lnTo>
                      <a:pt x="2939" y="6914"/>
                    </a:lnTo>
                    <a:cubicBezTo>
                      <a:pt x="2997" y="7029"/>
                      <a:pt x="3112" y="7029"/>
                      <a:pt x="3169" y="7029"/>
                    </a:cubicBezTo>
                    <a:cubicBezTo>
                      <a:pt x="3285" y="7029"/>
                      <a:pt x="3400" y="7004"/>
                      <a:pt x="3515" y="7004"/>
                    </a:cubicBezTo>
                    <a:cubicBezTo>
                      <a:pt x="3573" y="7004"/>
                      <a:pt x="3630" y="7010"/>
                      <a:pt x="3688" y="7029"/>
                    </a:cubicBezTo>
                    <a:cubicBezTo>
                      <a:pt x="3688" y="7260"/>
                      <a:pt x="3688" y="7490"/>
                      <a:pt x="3746" y="7720"/>
                    </a:cubicBezTo>
                    <a:cubicBezTo>
                      <a:pt x="3696" y="7716"/>
                      <a:pt x="3646" y="7714"/>
                      <a:pt x="3596" y="7714"/>
                    </a:cubicBezTo>
                    <a:cubicBezTo>
                      <a:pt x="2957" y="7714"/>
                      <a:pt x="2342" y="8054"/>
                      <a:pt x="2075" y="8642"/>
                    </a:cubicBezTo>
                    <a:cubicBezTo>
                      <a:pt x="1960" y="9046"/>
                      <a:pt x="1960" y="9449"/>
                      <a:pt x="2132" y="9794"/>
                    </a:cubicBezTo>
                    <a:cubicBezTo>
                      <a:pt x="2248" y="10198"/>
                      <a:pt x="2593" y="10486"/>
                      <a:pt x="2939" y="10601"/>
                    </a:cubicBezTo>
                    <a:cubicBezTo>
                      <a:pt x="3112" y="10716"/>
                      <a:pt x="3342" y="10716"/>
                      <a:pt x="3515" y="10716"/>
                    </a:cubicBezTo>
                    <a:cubicBezTo>
                      <a:pt x="4091" y="10716"/>
                      <a:pt x="4610" y="10428"/>
                      <a:pt x="4898" y="9910"/>
                    </a:cubicBezTo>
                    <a:cubicBezTo>
                      <a:pt x="5071" y="10083"/>
                      <a:pt x="5301" y="10313"/>
                      <a:pt x="5589" y="10486"/>
                    </a:cubicBezTo>
                    <a:lnTo>
                      <a:pt x="5531" y="10486"/>
                    </a:lnTo>
                    <a:cubicBezTo>
                      <a:pt x="5515" y="10469"/>
                      <a:pt x="5493" y="10462"/>
                      <a:pt x="5469" y="10462"/>
                    </a:cubicBezTo>
                    <a:cubicBezTo>
                      <a:pt x="5411" y="10462"/>
                      <a:pt x="5342" y="10503"/>
                      <a:pt x="5301" y="10543"/>
                    </a:cubicBezTo>
                    <a:cubicBezTo>
                      <a:pt x="5186" y="10716"/>
                      <a:pt x="5071" y="10889"/>
                      <a:pt x="4898" y="11004"/>
                    </a:cubicBezTo>
                    <a:cubicBezTo>
                      <a:pt x="4840" y="11062"/>
                      <a:pt x="4783" y="11177"/>
                      <a:pt x="4783" y="11235"/>
                    </a:cubicBezTo>
                    <a:lnTo>
                      <a:pt x="4955" y="11926"/>
                    </a:lnTo>
                    <a:lnTo>
                      <a:pt x="4494" y="12156"/>
                    </a:lnTo>
                    <a:lnTo>
                      <a:pt x="4091" y="11580"/>
                    </a:lnTo>
                    <a:cubicBezTo>
                      <a:pt x="4034" y="11465"/>
                      <a:pt x="3918" y="11465"/>
                      <a:pt x="3861" y="11465"/>
                    </a:cubicBezTo>
                    <a:lnTo>
                      <a:pt x="3227" y="11465"/>
                    </a:lnTo>
                    <a:cubicBezTo>
                      <a:pt x="3169" y="11465"/>
                      <a:pt x="3054" y="11465"/>
                      <a:pt x="2997" y="11580"/>
                    </a:cubicBezTo>
                    <a:lnTo>
                      <a:pt x="2593" y="12156"/>
                    </a:lnTo>
                    <a:lnTo>
                      <a:pt x="2132" y="11984"/>
                    </a:lnTo>
                    <a:lnTo>
                      <a:pt x="2305" y="11292"/>
                    </a:lnTo>
                    <a:cubicBezTo>
                      <a:pt x="2305" y="11177"/>
                      <a:pt x="2248" y="11062"/>
                      <a:pt x="2190" y="11062"/>
                    </a:cubicBezTo>
                    <a:cubicBezTo>
                      <a:pt x="2017" y="10889"/>
                      <a:pt x="1844" y="10774"/>
                      <a:pt x="1729" y="10601"/>
                    </a:cubicBezTo>
                    <a:cubicBezTo>
                      <a:pt x="1688" y="10560"/>
                      <a:pt x="1648" y="10520"/>
                      <a:pt x="1587" y="10520"/>
                    </a:cubicBezTo>
                    <a:cubicBezTo>
                      <a:pt x="1561" y="10520"/>
                      <a:pt x="1532" y="10527"/>
                      <a:pt x="1499" y="10543"/>
                    </a:cubicBezTo>
                    <a:lnTo>
                      <a:pt x="807" y="10659"/>
                    </a:lnTo>
                    <a:lnTo>
                      <a:pt x="577" y="10198"/>
                    </a:lnTo>
                    <a:lnTo>
                      <a:pt x="1211" y="9794"/>
                    </a:lnTo>
                    <a:cubicBezTo>
                      <a:pt x="1268" y="9737"/>
                      <a:pt x="1326" y="9679"/>
                      <a:pt x="1268" y="9564"/>
                    </a:cubicBezTo>
                    <a:cubicBezTo>
                      <a:pt x="1268" y="9391"/>
                      <a:pt x="1268" y="9161"/>
                      <a:pt x="1268" y="8930"/>
                    </a:cubicBezTo>
                    <a:cubicBezTo>
                      <a:pt x="1326" y="8873"/>
                      <a:pt x="1268" y="8757"/>
                      <a:pt x="1153" y="8700"/>
                    </a:cubicBezTo>
                    <a:lnTo>
                      <a:pt x="577" y="8354"/>
                    </a:lnTo>
                    <a:lnTo>
                      <a:pt x="750" y="7836"/>
                    </a:lnTo>
                    <a:lnTo>
                      <a:pt x="1441" y="8009"/>
                    </a:lnTo>
                    <a:cubicBezTo>
                      <a:pt x="1556" y="8009"/>
                      <a:pt x="1672" y="8009"/>
                      <a:pt x="1729" y="7893"/>
                    </a:cubicBezTo>
                    <a:cubicBezTo>
                      <a:pt x="1844" y="7720"/>
                      <a:pt x="1960" y="7605"/>
                      <a:pt x="2132" y="7490"/>
                    </a:cubicBezTo>
                    <a:cubicBezTo>
                      <a:pt x="2190" y="7432"/>
                      <a:pt x="2248" y="7317"/>
                      <a:pt x="2248" y="7260"/>
                    </a:cubicBezTo>
                    <a:lnTo>
                      <a:pt x="2075" y="6511"/>
                    </a:lnTo>
                    <a:lnTo>
                      <a:pt x="2536" y="6338"/>
                    </a:lnTo>
                    <a:close/>
                    <a:moveTo>
                      <a:pt x="8988" y="11811"/>
                    </a:moveTo>
                    <a:lnTo>
                      <a:pt x="8988" y="12675"/>
                    </a:lnTo>
                    <a:cubicBezTo>
                      <a:pt x="8988" y="13021"/>
                      <a:pt x="8700" y="13309"/>
                      <a:pt x="8354" y="13309"/>
                    </a:cubicBezTo>
                    <a:lnTo>
                      <a:pt x="7317" y="13309"/>
                    </a:lnTo>
                    <a:cubicBezTo>
                      <a:pt x="6972" y="13309"/>
                      <a:pt x="6684" y="13021"/>
                      <a:pt x="6684" y="12675"/>
                    </a:cubicBezTo>
                    <a:lnTo>
                      <a:pt x="6684" y="11811"/>
                    </a:lnTo>
                    <a:close/>
                    <a:moveTo>
                      <a:pt x="10785" y="15072"/>
                    </a:moveTo>
                    <a:cubicBezTo>
                      <a:pt x="10901" y="15072"/>
                      <a:pt x="11016" y="15100"/>
                      <a:pt x="11120" y="15152"/>
                    </a:cubicBezTo>
                    <a:lnTo>
                      <a:pt x="10774" y="15556"/>
                    </a:lnTo>
                    <a:lnTo>
                      <a:pt x="10371" y="15210"/>
                    </a:lnTo>
                    <a:cubicBezTo>
                      <a:pt x="10498" y="15115"/>
                      <a:pt x="10642" y="15072"/>
                      <a:pt x="10785" y="15072"/>
                    </a:cubicBezTo>
                    <a:close/>
                    <a:moveTo>
                      <a:pt x="3515" y="1"/>
                    </a:moveTo>
                    <a:cubicBezTo>
                      <a:pt x="3400" y="1"/>
                      <a:pt x="3285" y="58"/>
                      <a:pt x="3285" y="174"/>
                    </a:cubicBezTo>
                    <a:lnTo>
                      <a:pt x="3169" y="807"/>
                    </a:lnTo>
                    <a:cubicBezTo>
                      <a:pt x="3054" y="865"/>
                      <a:pt x="2939" y="922"/>
                      <a:pt x="2824" y="922"/>
                    </a:cubicBezTo>
                    <a:lnTo>
                      <a:pt x="2305" y="577"/>
                    </a:lnTo>
                    <a:cubicBezTo>
                      <a:pt x="2258" y="553"/>
                      <a:pt x="2210" y="539"/>
                      <a:pt x="2166" y="539"/>
                    </a:cubicBezTo>
                    <a:cubicBezTo>
                      <a:pt x="2104" y="539"/>
                      <a:pt x="2051" y="567"/>
                      <a:pt x="2017" y="634"/>
                    </a:cubicBezTo>
                    <a:lnTo>
                      <a:pt x="1441" y="1153"/>
                    </a:lnTo>
                    <a:cubicBezTo>
                      <a:pt x="1383" y="1268"/>
                      <a:pt x="1383" y="1383"/>
                      <a:pt x="1441" y="1499"/>
                    </a:cubicBezTo>
                    <a:lnTo>
                      <a:pt x="1787" y="2017"/>
                    </a:lnTo>
                    <a:cubicBezTo>
                      <a:pt x="1729" y="2075"/>
                      <a:pt x="1672" y="2190"/>
                      <a:pt x="1672" y="2305"/>
                    </a:cubicBezTo>
                    <a:lnTo>
                      <a:pt x="1038" y="2420"/>
                    </a:lnTo>
                    <a:cubicBezTo>
                      <a:pt x="923" y="2420"/>
                      <a:pt x="807" y="2536"/>
                      <a:pt x="807" y="2651"/>
                    </a:cubicBezTo>
                    <a:lnTo>
                      <a:pt x="807" y="3457"/>
                    </a:lnTo>
                    <a:cubicBezTo>
                      <a:pt x="807" y="3515"/>
                      <a:pt x="923" y="3630"/>
                      <a:pt x="1038" y="3688"/>
                    </a:cubicBezTo>
                    <a:lnTo>
                      <a:pt x="1672" y="3745"/>
                    </a:lnTo>
                    <a:cubicBezTo>
                      <a:pt x="1672" y="3861"/>
                      <a:pt x="1729" y="3976"/>
                      <a:pt x="1787" y="4091"/>
                    </a:cubicBezTo>
                    <a:lnTo>
                      <a:pt x="1441" y="4610"/>
                    </a:lnTo>
                    <a:cubicBezTo>
                      <a:pt x="1383" y="4725"/>
                      <a:pt x="1383" y="4840"/>
                      <a:pt x="1441" y="4898"/>
                    </a:cubicBezTo>
                    <a:lnTo>
                      <a:pt x="2017" y="5474"/>
                    </a:lnTo>
                    <a:cubicBezTo>
                      <a:pt x="2050" y="5507"/>
                      <a:pt x="2103" y="5540"/>
                      <a:pt x="2164" y="5540"/>
                    </a:cubicBezTo>
                    <a:cubicBezTo>
                      <a:pt x="2208" y="5540"/>
                      <a:pt x="2257" y="5522"/>
                      <a:pt x="2305" y="5474"/>
                    </a:cubicBezTo>
                    <a:lnTo>
                      <a:pt x="2824" y="5128"/>
                    </a:lnTo>
                    <a:cubicBezTo>
                      <a:pt x="2939" y="5186"/>
                      <a:pt x="3054" y="5243"/>
                      <a:pt x="3169" y="5243"/>
                    </a:cubicBezTo>
                    <a:lnTo>
                      <a:pt x="3285" y="5877"/>
                    </a:lnTo>
                    <a:cubicBezTo>
                      <a:pt x="3285" y="5992"/>
                      <a:pt x="3400" y="6107"/>
                      <a:pt x="3515" y="6107"/>
                    </a:cubicBezTo>
                    <a:lnTo>
                      <a:pt x="3803" y="6107"/>
                    </a:lnTo>
                    <a:cubicBezTo>
                      <a:pt x="3803" y="6107"/>
                      <a:pt x="3746" y="6395"/>
                      <a:pt x="3688" y="6568"/>
                    </a:cubicBezTo>
                    <a:lnTo>
                      <a:pt x="3285" y="6568"/>
                    </a:lnTo>
                    <a:lnTo>
                      <a:pt x="2824" y="5935"/>
                    </a:lnTo>
                    <a:cubicBezTo>
                      <a:pt x="2782" y="5850"/>
                      <a:pt x="2709" y="5797"/>
                      <a:pt x="2627" y="5797"/>
                    </a:cubicBezTo>
                    <a:cubicBezTo>
                      <a:pt x="2597" y="5797"/>
                      <a:pt x="2567" y="5804"/>
                      <a:pt x="2536" y="5819"/>
                    </a:cubicBezTo>
                    <a:lnTo>
                      <a:pt x="1729" y="6165"/>
                    </a:lnTo>
                    <a:cubicBezTo>
                      <a:pt x="1614" y="6223"/>
                      <a:pt x="1556" y="6338"/>
                      <a:pt x="1556" y="6453"/>
                    </a:cubicBezTo>
                    <a:lnTo>
                      <a:pt x="1729" y="7202"/>
                    </a:lnTo>
                    <a:cubicBezTo>
                      <a:pt x="1614" y="7317"/>
                      <a:pt x="1499" y="7432"/>
                      <a:pt x="1441" y="7548"/>
                    </a:cubicBezTo>
                    <a:lnTo>
                      <a:pt x="692" y="7375"/>
                    </a:lnTo>
                    <a:cubicBezTo>
                      <a:pt x="661" y="7359"/>
                      <a:pt x="630" y="7352"/>
                      <a:pt x="601" y="7352"/>
                    </a:cubicBezTo>
                    <a:cubicBezTo>
                      <a:pt x="519" y="7352"/>
                      <a:pt x="446" y="7406"/>
                      <a:pt x="404" y="7490"/>
                    </a:cubicBezTo>
                    <a:lnTo>
                      <a:pt x="58" y="8354"/>
                    </a:lnTo>
                    <a:cubicBezTo>
                      <a:pt x="1" y="8469"/>
                      <a:pt x="58" y="8585"/>
                      <a:pt x="174" y="8642"/>
                    </a:cubicBezTo>
                    <a:lnTo>
                      <a:pt x="807" y="9046"/>
                    </a:lnTo>
                    <a:cubicBezTo>
                      <a:pt x="807" y="9218"/>
                      <a:pt x="807" y="9334"/>
                      <a:pt x="807" y="9506"/>
                    </a:cubicBezTo>
                    <a:lnTo>
                      <a:pt x="174" y="9910"/>
                    </a:lnTo>
                    <a:cubicBezTo>
                      <a:pt x="58" y="9967"/>
                      <a:pt x="58" y="10083"/>
                      <a:pt x="58" y="10198"/>
                    </a:cubicBezTo>
                    <a:lnTo>
                      <a:pt x="462" y="11062"/>
                    </a:lnTo>
                    <a:cubicBezTo>
                      <a:pt x="462" y="11177"/>
                      <a:pt x="577" y="11177"/>
                      <a:pt x="692" y="11177"/>
                    </a:cubicBezTo>
                    <a:lnTo>
                      <a:pt x="1441" y="11004"/>
                    </a:lnTo>
                    <a:cubicBezTo>
                      <a:pt x="1556" y="11120"/>
                      <a:pt x="1672" y="11235"/>
                      <a:pt x="1787" y="11292"/>
                    </a:cubicBezTo>
                    <a:lnTo>
                      <a:pt x="1614" y="12041"/>
                    </a:lnTo>
                    <a:cubicBezTo>
                      <a:pt x="1614" y="12156"/>
                      <a:pt x="1672" y="12272"/>
                      <a:pt x="1729" y="12329"/>
                    </a:cubicBezTo>
                    <a:lnTo>
                      <a:pt x="2593" y="12675"/>
                    </a:lnTo>
                    <a:lnTo>
                      <a:pt x="2709" y="12675"/>
                    </a:lnTo>
                    <a:cubicBezTo>
                      <a:pt x="2766" y="12675"/>
                      <a:pt x="2881" y="12617"/>
                      <a:pt x="2881" y="12560"/>
                    </a:cubicBezTo>
                    <a:lnTo>
                      <a:pt x="3285" y="11926"/>
                    </a:lnTo>
                    <a:lnTo>
                      <a:pt x="3746" y="11926"/>
                    </a:lnTo>
                    <a:lnTo>
                      <a:pt x="4206" y="12560"/>
                    </a:lnTo>
                    <a:cubicBezTo>
                      <a:pt x="4264" y="12675"/>
                      <a:pt x="4379" y="12675"/>
                      <a:pt x="4494" y="12675"/>
                    </a:cubicBezTo>
                    <a:lnTo>
                      <a:pt x="5301" y="12272"/>
                    </a:lnTo>
                    <a:cubicBezTo>
                      <a:pt x="5416" y="12272"/>
                      <a:pt x="5474" y="12156"/>
                      <a:pt x="5474" y="12041"/>
                    </a:cubicBezTo>
                    <a:lnTo>
                      <a:pt x="5301" y="11292"/>
                    </a:lnTo>
                    <a:cubicBezTo>
                      <a:pt x="5416" y="11177"/>
                      <a:pt x="5474" y="11062"/>
                      <a:pt x="5589" y="10947"/>
                    </a:cubicBezTo>
                    <a:lnTo>
                      <a:pt x="5704" y="11004"/>
                    </a:lnTo>
                    <a:lnTo>
                      <a:pt x="5704" y="11120"/>
                    </a:lnTo>
                    <a:cubicBezTo>
                      <a:pt x="5762" y="11408"/>
                      <a:pt x="5935" y="11696"/>
                      <a:pt x="6223" y="11753"/>
                    </a:cubicBezTo>
                    <a:lnTo>
                      <a:pt x="6223" y="12675"/>
                    </a:lnTo>
                    <a:cubicBezTo>
                      <a:pt x="6223" y="13251"/>
                      <a:pt x="7317" y="13770"/>
                      <a:pt x="7317" y="13770"/>
                    </a:cubicBezTo>
                    <a:lnTo>
                      <a:pt x="7894" y="13770"/>
                    </a:lnTo>
                    <a:lnTo>
                      <a:pt x="10659" y="16074"/>
                    </a:lnTo>
                    <a:cubicBezTo>
                      <a:pt x="10707" y="16098"/>
                      <a:pt x="10754" y="16112"/>
                      <a:pt x="10802" y="16112"/>
                    </a:cubicBezTo>
                    <a:cubicBezTo>
                      <a:pt x="10870" y="16112"/>
                      <a:pt x="10937" y="16084"/>
                      <a:pt x="11005" y="16016"/>
                    </a:cubicBezTo>
                    <a:lnTo>
                      <a:pt x="12963" y="13597"/>
                    </a:lnTo>
                    <a:cubicBezTo>
                      <a:pt x="13134" y="13426"/>
                      <a:pt x="12989" y="13224"/>
                      <a:pt x="12808" y="13224"/>
                    </a:cubicBezTo>
                    <a:cubicBezTo>
                      <a:pt x="12745" y="13224"/>
                      <a:pt x="12677" y="13249"/>
                      <a:pt x="12618" y="13309"/>
                    </a:cubicBezTo>
                    <a:lnTo>
                      <a:pt x="11408" y="14749"/>
                    </a:lnTo>
                    <a:cubicBezTo>
                      <a:pt x="11239" y="14653"/>
                      <a:pt x="11041" y="14607"/>
                      <a:pt x="10838" y="14607"/>
                    </a:cubicBezTo>
                    <a:cubicBezTo>
                      <a:pt x="10554" y="14607"/>
                      <a:pt x="10260" y="14696"/>
                      <a:pt x="10025" y="14864"/>
                    </a:cubicBezTo>
                    <a:lnTo>
                      <a:pt x="8642" y="13712"/>
                    </a:lnTo>
                    <a:cubicBezTo>
                      <a:pt x="9103" y="13597"/>
                      <a:pt x="9449" y="13193"/>
                      <a:pt x="9449" y="12675"/>
                    </a:cubicBezTo>
                    <a:lnTo>
                      <a:pt x="9449" y="11753"/>
                    </a:lnTo>
                    <a:cubicBezTo>
                      <a:pt x="9737" y="11696"/>
                      <a:pt x="9910" y="11120"/>
                      <a:pt x="9910" y="11120"/>
                    </a:cubicBezTo>
                    <a:lnTo>
                      <a:pt x="9910" y="10601"/>
                    </a:lnTo>
                    <a:cubicBezTo>
                      <a:pt x="10774" y="10083"/>
                      <a:pt x="11465" y="9276"/>
                      <a:pt x="11753" y="8354"/>
                    </a:cubicBezTo>
                    <a:cubicBezTo>
                      <a:pt x="11811" y="8354"/>
                      <a:pt x="11811" y="8297"/>
                      <a:pt x="11869" y="8297"/>
                    </a:cubicBezTo>
                    <a:cubicBezTo>
                      <a:pt x="12042" y="8412"/>
                      <a:pt x="12272" y="8412"/>
                      <a:pt x="12445" y="8412"/>
                    </a:cubicBezTo>
                    <a:cubicBezTo>
                      <a:pt x="12790" y="8412"/>
                      <a:pt x="13079" y="8354"/>
                      <a:pt x="13309" y="8124"/>
                    </a:cubicBezTo>
                    <a:lnTo>
                      <a:pt x="14692" y="9276"/>
                    </a:lnTo>
                    <a:cubicBezTo>
                      <a:pt x="14576" y="9506"/>
                      <a:pt x="14519" y="9794"/>
                      <a:pt x="14519" y="10025"/>
                    </a:cubicBezTo>
                    <a:cubicBezTo>
                      <a:pt x="14576" y="10313"/>
                      <a:pt x="14634" y="10543"/>
                      <a:pt x="14807" y="10716"/>
                    </a:cubicBezTo>
                    <a:lnTo>
                      <a:pt x="13482" y="12329"/>
                    </a:lnTo>
                    <a:cubicBezTo>
                      <a:pt x="13354" y="12500"/>
                      <a:pt x="13510" y="12702"/>
                      <a:pt x="13693" y="12702"/>
                    </a:cubicBezTo>
                    <a:cubicBezTo>
                      <a:pt x="13758" y="12702"/>
                      <a:pt x="13825" y="12677"/>
                      <a:pt x="13885" y="12617"/>
                    </a:cubicBezTo>
                    <a:lnTo>
                      <a:pt x="15959" y="10083"/>
                    </a:lnTo>
                    <a:cubicBezTo>
                      <a:pt x="15959" y="10083"/>
                      <a:pt x="16017" y="10025"/>
                      <a:pt x="16017" y="10025"/>
                    </a:cubicBezTo>
                    <a:cubicBezTo>
                      <a:pt x="16074" y="9967"/>
                      <a:pt x="16017" y="9794"/>
                      <a:pt x="15959" y="9737"/>
                    </a:cubicBezTo>
                    <a:lnTo>
                      <a:pt x="12675" y="7029"/>
                    </a:lnTo>
                    <a:cubicBezTo>
                      <a:pt x="12614" y="6980"/>
                      <a:pt x="12555" y="6960"/>
                      <a:pt x="12499" y="6960"/>
                    </a:cubicBezTo>
                    <a:cubicBezTo>
                      <a:pt x="12292" y="6960"/>
                      <a:pt x="12120" y="7239"/>
                      <a:pt x="11984" y="7375"/>
                    </a:cubicBezTo>
                    <a:cubicBezTo>
                      <a:pt x="12042" y="7260"/>
                      <a:pt x="12042" y="7144"/>
                      <a:pt x="12042" y="6972"/>
                    </a:cubicBezTo>
                    <a:cubicBezTo>
                      <a:pt x="12042" y="5877"/>
                      <a:pt x="11581" y="4782"/>
                      <a:pt x="10774" y="3976"/>
                    </a:cubicBezTo>
                    <a:cubicBezTo>
                      <a:pt x="10013" y="3269"/>
                      <a:pt x="8995" y="2819"/>
                      <a:pt x="7963" y="2819"/>
                    </a:cubicBezTo>
                    <a:cubicBezTo>
                      <a:pt x="7901" y="2819"/>
                      <a:pt x="7840" y="2820"/>
                      <a:pt x="7778" y="2824"/>
                    </a:cubicBezTo>
                    <a:cubicBezTo>
                      <a:pt x="7490" y="2824"/>
                      <a:pt x="7202" y="2824"/>
                      <a:pt x="6914" y="2881"/>
                    </a:cubicBezTo>
                    <a:lnTo>
                      <a:pt x="6914" y="2651"/>
                    </a:lnTo>
                    <a:cubicBezTo>
                      <a:pt x="6914" y="2536"/>
                      <a:pt x="6857" y="2420"/>
                      <a:pt x="6741" y="2420"/>
                    </a:cubicBezTo>
                    <a:lnTo>
                      <a:pt x="6108" y="2305"/>
                    </a:lnTo>
                    <a:cubicBezTo>
                      <a:pt x="6050" y="2190"/>
                      <a:pt x="6050" y="2075"/>
                      <a:pt x="5992" y="2017"/>
                    </a:cubicBezTo>
                    <a:lnTo>
                      <a:pt x="6338" y="1499"/>
                    </a:lnTo>
                    <a:cubicBezTo>
                      <a:pt x="6396" y="1383"/>
                      <a:pt x="6396" y="1268"/>
                      <a:pt x="6338" y="1153"/>
                    </a:cubicBezTo>
                    <a:lnTo>
                      <a:pt x="5762" y="634"/>
                    </a:lnTo>
                    <a:cubicBezTo>
                      <a:pt x="5728" y="567"/>
                      <a:pt x="5655" y="539"/>
                      <a:pt x="5588" y="539"/>
                    </a:cubicBezTo>
                    <a:cubicBezTo>
                      <a:pt x="5541" y="539"/>
                      <a:pt x="5498" y="553"/>
                      <a:pt x="5474" y="577"/>
                    </a:cubicBezTo>
                    <a:lnTo>
                      <a:pt x="4955" y="922"/>
                    </a:lnTo>
                    <a:cubicBezTo>
                      <a:pt x="4840" y="922"/>
                      <a:pt x="4725" y="865"/>
                      <a:pt x="4610" y="807"/>
                    </a:cubicBezTo>
                    <a:lnTo>
                      <a:pt x="4494" y="174"/>
                    </a:lnTo>
                    <a:cubicBezTo>
                      <a:pt x="4494" y="58"/>
                      <a:pt x="4379" y="1"/>
                      <a:pt x="42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44"/>
              <p:cNvSpPr/>
              <p:nvPr/>
            </p:nvSpPr>
            <p:spPr>
              <a:xfrm>
                <a:off x="519100" y="2966375"/>
                <a:ext cx="79100" cy="77150"/>
              </a:xfrm>
              <a:custGeom>
                <a:rect b="b" l="l" r="r" t="t"/>
                <a:pathLst>
                  <a:path extrusionOk="0" h="3086" w="3164">
                    <a:moveTo>
                      <a:pt x="1608" y="484"/>
                    </a:moveTo>
                    <a:cubicBezTo>
                      <a:pt x="2127" y="484"/>
                      <a:pt x="2645" y="887"/>
                      <a:pt x="2645" y="1406"/>
                    </a:cubicBezTo>
                    <a:cubicBezTo>
                      <a:pt x="2703" y="1694"/>
                      <a:pt x="2588" y="1982"/>
                      <a:pt x="2415" y="2212"/>
                    </a:cubicBezTo>
                    <a:cubicBezTo>
                      <a:pt x="2184" y="2500"/>
                      <a:pt x="1839" y="2615"/>
                      <a:pt x="1493" y="2615"/>
                    </a:cubicBezTo>
                    <a:cubicBezTo>
                      <a:pt x="975" y="2500"/>
                      <a:pt x="571" y="2097"/>
                      <a:pt x="514" y="1636"/>
                    </a:cubicBezTo>
                    <a:cubicBezTo>
                      <a:pt x="456" y="1002"/>
                      <a:pt x="975" y="484"/>
                      <a:pt x="1608" y="484"/>
                    </a:cubicBezTo>
                    <a:close/>
                    <a:moveTo>
                      <a:pt x="1543" y="1"/>
                    </a:moveTo>
                    <a:cubicBezTo>
                      <a:pt x="716" y="1"/>
                      <a:pt x="0" y="799"/>
                      <a:pt x="53" y="1694"/>
                    </a:cubicBezTo>
                    <a:cubicBezTo>
                      <a:pt x="110" y="2385"/>
                      <a:pt x="686" y="2961"/>
                      <a:pt x="1378" y="3076"/>
                    </a:cubicBezTo>
                    <a:cubicBezTo>
                      <a:pt x="1431" y="3082"/>
                      <a:pt x="1484" y="3085"/>
                      <a:pt x="1538" y="3085"/>
                    </a:cubicBezTo>
                    <a:cubicBezTo>
                      <a:pt x="2012" y="3085"/>
                      <a:pt x="2508" y="2862"/>
                      <a:pt x="2818" y="2500"/>
                    </a:cubicBezTo>
                    <a:cubicBezTo>
                      <a:pt x="3049" y="2212"/>
                      <a:pt x="3164" y="1809"/>
                      <a:pt x="3164" y="1406"/>
                    </a:cubicBezTo>
                    <a:cubicBezTo>
                      <a:pt x="3106" y="1002"/>
                      <a:pt x="2933" y="599"/>
                      <a:pt x="2588" y="369"/>
                    </a:cubicBezTo>
                    <a:cubicBezTo>
                      <a:pt x="2357" y="138"/>
                      <a:pt x="2069" y="23"/>
                      <a:pt x="1781" y="23"/>
                    </a:cubicBezTo>
                    <a:cubicBezTo>
                      <a:pt x="1701" y="8"/>
                      <a:pt x="1622" y="1"/>
                      <a:pt x="154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44"/>
              <p:cNvSpPr/>
              <p:nvPr/>
            </p:nvSpPr>
            <p:spPr>
              <a:xfrm>
                <a:off x="331725" y="2759525"/>
                <a:ext cx="66275" cy="66300"/>
              </a:xfrm>
              <a:custGeom>
                <a:rect b="b" l="l" r="r" t="t"/>
                <a:pathLst>
                  <a:path extrusionOk="0" h="2652" w="2651">
                    <a:moveTo>
                      <a:pt x="1326" y="462"/>
                    </a:moveTo>
                    <a:cubicBezTo>
                      <a:pt x="1787" y="462"/>
                      <a:pt x="2190" y="865"/>
                      <a:pt x="2190" y="1326"/>
                    </a:cubicBezTo>
                    <a:cubicBezTo>
                      <a:pt x="2190" y="1787"/>
                      <a:pt x="1787" y="2190"/>
                      <a:pt x="1326" y="2190"/>
                    </a:cubicBezTo>
                    <a:cubicBezTo>
                      <a:pt x="865" y="2190"/>
                      <a:pt x="462" y="1787"/>
                      <a:pt x="462" y="1326"/>
                    </a:cubicBezTo>
                    <a:cubicBezTo>
                      <a:pt x="462" y="865"/>
                      <a:pt x="865" y="462"/>
                      <a:pt x="1326" y="462"/>
                    </a:cubicBezTo>
                    <a:close/>
                    <a:moveTo>
                      <a:pt x="1326" y="1"/>
                    </a:moveTo>
                    <a:cubicBezTo>
                      <a:pt x="634" y="1"/>
                      <a:pt x="1" y="577"/>
                      <a:pt x="1" y="1326"/>
                    </a:cubicBezTo>
                    <a:cubicBezTo>
                      <a:pt x="1" y="2075"/>
                      <a:pt x="634" y="2651"/>
                      <a:pt x="1326" y="2651"/>
                    </a:cubicBezTo>
                    <a:cubicBezTo>
                      <a:pt x="2075" y="2651"/>
                      <a:pt x="2651" y="2075"/>
                      <a:pt x="2651" y="1326"/>
                    </a:cubicBezTo>
                    <a:cubicBezTo>
                      <a:pt x="2651" y="577"/>
                      <a:pt x="2075" y="1"/>
                      <a:pt x="13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44"/>
              <p:cNvSpPr/>
              <p:nvPr/>
            </p:nvSpPr>
            <p:spPr>
              <a:xfrm>
                <a:off x="458475" y="2731100"/>
                <a:ext cx="11550" cy="37100"/>
              </a:xfrm>
              <a:custGeom>
                <a:rect b="b" l="l" r="r" t="t"/>
                <a:pathLst>
                  <a:path extrusionOk="0" h="1484" w="462">
                    <a:moveTo>
                      <a:pt x="231" y="0"/>
                    </a:moveTo>
                    <a:cubicBezTo>
                      <a:pt x="116" y="0"/>
                      <a:pt x="0" y="72"/>
                      <a:pt x="0" y="216"/>
                    </a:cubicBezTo>
                    <a:lnTo>
                      <a:pt x="0" y="1253"/>
                    </a:lnTo>
                    <a:cubicBezTo>
                      <a:pt x="0" y="1368"/>
                      <a:pt x="116" y="1484"/>
                      <a:pt x="289" y="1484"/>
                    </a:cubicBezTo>
                    <a:cubicBezTo>
                      <a:pt x="404" y="1426"/>
                      <a:pt x="461" y="1368"/>
                      <a:pt x="461" y="1196"/>
                    </a:cubicBezTo>
                    <a:lnTo>
                      <a:pt x="461" y="216"/>
                    </a:lnTo>
                    <a:cubicBezTo>
                      <a:pt x="461" y="72"/>
                      <a:pt x="346"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44"/>
              <p:cNvSpPr/>
              <p:nvPr/>
            </p:nvSpPr>
            <p:spPr>
              <a:xfrm>
                <a:off x="566500" y="2809425"/>
                <a:ext cx="39475" cy="25025"/>
              </a:xfrm>
              <a:custGeom>
                <a:rect b="b" l="l" r="r" t="t"/>
                <a:pathLst>
                  <a:path extrusionOk="0" h="1001" w="1579">
                    <a:moveTo>
                      <a:pt x="1197" y="1"/>
                    </a:moveTo>
                    <a:cubicBezTo>
                      <a:pt x="1164" y="1"/>
                      <a:pt x="1130" y="7"/>
                      <a:pt x="1095" y="21"/>
                    </a:cubicBezTo>
                    <a:lnTo>
                      <a:pt x="231" y="540"/>
                    </a:lnTo>
                    <a:cubicBezTo>
                      <a:pt x="0" y="655"/>
                      <a:pt x="116" y="1001"/>
                      <a:pt x="346" y="1001"/>
                    </a:cubicBezTo>
                    <a:cubicBezTo>
                      <a:pt x="404" y="1001"/>
                      <a:pt x="404" y="1001"/>
                      <a:pt x="461" y="943"/>
                    </a:cubicBezTo>
                    <a:lnTo>
                      <a:pt x="1325" y="482"/>
                    </a:lnTo>
                    <a:cubicBezTo>
                      <a:pt x="1578" y="330"/>
                      <a:pt x="1431" y="1"/>
                      <a:pt x="119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44"/>
              <p:cNvSpPr/>
              <p:nvPr/>
            </p:nvSpPr>
            <p:spPr>
              <a:xfrm>
                <a:off x="521850" y="2752825"/>
                <a:ext cx="27550" cy="33250"/>
              </a:xfrm>
              <a:custGeom>
                <a:rect b="b" l="l" r="r" t="t"/>
                <a:pathLst>
                  <a:path extrusionOk="0" h="1330" w="1102">
                    <a:moveTo>
                      <a:pt x="767" y="1"/>
                    </a:moveTo>
                    <a:cubicBezTo>
                      <a:pt x="697" y="1"/>
                      <a:pt x="627" y="29"/>
                      <a:pt x="576" y="96"/>
                    </a:cubicBezTo>
                    <a:lnTo>
                      <a:pt x="58" y="960"/>
                    </a:lnTo>
                    <a:cubicBezTo>
                      <a:pt x="0" y="1076"/>
                      <a:pt x="58" y="1248"/>
                      <a:pt x="173" y="1306"/>
                    </a:cubicBezTo>
                    <a:cubicBezTo>
                      <a:pt x="190" y="1323"/>
                      <a:pt x="217" y="1330"/>
                      <a:pt x="248" y="1330"/>
                    </a:cubicBezTo>
                    <a:cubicBezTo>
                      <a:pt x="322" y="1330"/>
                      <a:pt x="420" y="1289"/>
                      <a:pt x="461" y="1248"/>
                    </a:cubicBezTo>
                    <a:lnTo>
                      <a:pt x="980" y="327"/>
                    </a:lnTo>
                    <a:cubicBezTo>
                      <a:pt x="1102" y="164"/>
                      <a:pt x="936" y="1"/>
                      <a:pt x="76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44"/>
              <p:cNvSpPr/>
              <p:nvPr/>
            </p:nvSpPr>
            <p:spPr>
              <a:xfrm>
                <a:off x="413825" y="2844150"/>
                <a:ext cx="100850" cy="93500"/>
              </a:xfrm>
              <a:custGeom>
                <a:rect b="b" l="l" r="r" t="t"/>
                <a:pathLst>
                  <a:path extrusionOk="0" h="3740" w="4034">
                    <a:moveTo>
                      <a:pt x="2017" y="764"/>
                    </a:moveTo>
                    <a:lnTo>
                      <a:pt x="2363" y="1398"/>
                    </a:lnTo>
                    <a:cubicBezTo>
                      <a:pt x="2363" y="1513"/>
                      <a:pt x="2478" y="1513"/>
                      <a:pt x="2535" y="1570"/>
                    </a:cubicBezTo>
                    <a:lnTo>
                      <a:pt x="3227" y="1628"/>
                    </a:lnTo>
                    <a:lnTo>
                      <a:pt x="2708" y="2147"/>
                    </a:lnTo>
                    <a:cubicBezTo>
                      <a:pt x="2651" y="2204"/>
                      <a:pt x="2651" y="2262"/>
                      <a:pt x="2651" y="2377"/>
                    </a:cubicBezTo>
                    <a:lnTo>
                      <a:pt x="2766" y="3068"/>
                    </a:lnTo>
                    <a:lnTo>
                      <a:pt x="2132" y="2723"/>
                    </a:lnTo>
                    <a:lnTo>
                      <a:pt x="1902" y="2723"/>
                    </a:lnTo>
                    <a:lnTo>
                      <a:pt x="1268" y="3068"/>
                    </a:lnTo>
                    <a:lnTo>
                      <a:pt x="1383" y="2377"/>
                    </a:lnTo>
                    <a:cubicBezTo>
                      <a:pt x="1441" y="2262"/>
                      <a:pt x="1383" y="2204"/>
                      <a:pt x="1326" y="2147"/>
                    </a:cubicBezTo>
                    <a:lnTo>
                      <a:pt x="807" y="1628"/>
                    </a:lnTo>
                    <a:lnTo>
                      <a:pt x="1556" y="1570"/>
                    </a:lnTo>
                    <a:cubicBezTo>
                      <a:pt x="1614" y="1513"/>
                      <a:pt x="1671" y="1513"/>
                      <a:pt x="1729" y="1398"/>
                    </a:cubicBezTo>
                    <a:lnTo>
                      <a:pt x="2017" y="764"/>
                    </a:lnTo>
                    <a:close/>
                    <a:moveTo>
                      <a:pt x="2017" y="1"/>
                    </a:moveTo>
                    <a:cubicBezTo>
                      <a:pt x="1930" y="1"/>
                      <a:pt x="1844" y="44"/>
                      <a:pt x="1786" y="130"/>
                    </a:cubicBezTo>
                    <a:lnTo>
                      <a:pt x="1326" y="1110"/>
                    </a:lnTo>
                    <a:lnTo>
                      <a:pt x="289" y="1225"/>
                    </a:lnTo>
                    <a:cubicBezTo>
                      <a:pt x="58" y="1282"/>
                      <a:pt x="1" y="1513"/>
                      <a:pt x="116" y="1628"/>
                    </a:cubicBezTo>
                    <a:lnTo>
                      <a:pt x="922" y="2377"/>
                    </a:lnTo>
                    <a:lnTo>
                      <a:pt x="749" y="3472"/>
                    </a:lnTo>
                    <a:cubicBezTo>
                      <a:pt x="705" y="3606"/>
                      <a:pt x="833" y="3739"/>
                      <a:pt x="973" y="3739"/>
                    </a:cubicBezTo>
                    <a:cubicBezTo>
                      <a:pt x="1014" y="3739"/>
                      <a:pt x="1056" y="3728"/>
                      <a:pt x="1095" y="3702"/>
                    </a:cubicBezTo>
                    <a:lnTo>
                      <a:pt x="2017" y="3241"/>
                    </a:lnTo>
                    <a:lnTo>
                      <a:pt x="2996" y="3702"/>
                    </a:lnTo>
                    <a:cubicBezTo>
                      <a:pt x="3022" y="3728"/>
                      <a:pt x="3054" y="3739"/>
                      <a:pt x="3087" y="3739"/>
                    </a:cubicBezTo>
                    <a:cubicBezTo>
                      <a:pt x="3201" y="3739"/>
                      <a:pt x="3329" y="3606"/>
                      <a:pt x="3284" y="3472"/>
                    </a:cubicBezTo>
                    <a:lnTo>
                      <a:pt x="3112" y="2377"/>
                    </a:lnTo>
                    <a:lnTo>
                      <a:pt x="3918" y="1628"/>
                    </a:lnTo>
                    <a:cubicBezTo>
                      <a:pt x="4033" y="1513"/>
                      <a:pt x="3976" y="1282"/>
                      <a:pt x="3745" y="1225"/>
                    </a:cubicBezTo>
                    <a:lnTo>
                      <a:pt x="2708" y="1110"/>
                    </a:lnTo>
                    <a:lnTo>
                      <a:pt x="2247" y="130"/>
                    </a:lnTo>
                    <a:cubicBezTo>
                      <a:pt x="2190" y="44"/>
                      <a:pt x="2103" y="1"/>
                      <a:pt x="20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64" name="Google Shape;664;p44"/>
          <p:cNvGrpSpPr/>
          <p:nvPr/>
        </p:nvGrpSpPr>
        <p:grpSpPr>
          <a:xfrm>
            <a:off x="1748455" y="3106971"/>
            <a:ext cx="707400" cy="707400"/>
            <a:chOff x="1748453" y="3116496"/>
            <a:chExt cx="707400" cy="707400"/>
          </a:xfrm>
        </p:grpSpPr>
        <p:sp>
          <p:nvSpPr>
            <p:cNvPr id="665" name="Google Shape;665;p44"/>
            <p:cNvSpPr/>
            <p:nvPr/>
          </p:nvSpPr>
          <p:spPr>
            <a:xfrm rot="5400000">
              <a:off x="1748453" y="311649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66" name="Google Shape;666;p44"/>
            <p:cNvGrpSpPr/>
            <p:nvPr/>
          </p:nvGrpSpPr>
          <p:grpSpPr>
            <a:xfrm>
              <a:off x="1895463" y="3272788"/>
              <a:ext cx="413375" cy="394825"/>
              <a:chOff x="6370800" y="2099725"/>
              <a:chExt cx="413375" cy="394825"/>
            </a:xfrm>
          </p:grpSpPr>
          <p:sp>
            <p:nvSpPr>
              <p:cNvPr id="667" name="Google Shape;667;p44"/>
              <p:cNvSpPr/>
              <p:nvPr/>
            </p:nvSpPr>
            <p:spPr>
              <a:xfrm>
                <a:off x="6370800" y="2099725"/>
                <a:ext cx="413375" cy="394825"/>
              </a:xfrm>
              <a:custGeom>
                <a:rect b="b" l="l" r="r" t="t"/>
                <a:pathLst>
                  <a:path extrusionOk="0" h="15793" w="16535">
                    <a:moveTo>
                      <a:pt x="8296" y="195"/>
                    </a:moveTo>
                    <a:cubicBezTo>
                      <a:pt x="8411" y="195"/>
                      <a:pt x="8527" y="267"/>
                      <a:pt x="8527" y="411"/>
                    </a:cubicBezTo>
                    <a:lnTo>
                      <a:pt x="8527" y="2715"/>
                    </a:lnTo>
                    <a:cubicBezTo>
                      <a:pt x="8527" y="2859"/>
                      <a:pt x="8411" y="2931"/>
                      <a:pt x="8296" y="2931"/>
                    </a:cubicBezTo>
                    <a:cubicBezTo>
                      <a:pt x="8181" y="2931"/>
                      <a:pt x="8066" y="2859"/>
                      <a:pt x="8066" y="2715"/>
                    </a:cubicBezTo>
                    <a:lnTo>
                      <a:pt x="8066" y="411"/>
                    </a:lnTo>
                    <a:cubicBezTo>
                      <a:pt x="8066" y="267"/>
                      <a:pt x="8181" y="195"/>
                      <a:pt x="8296" y="195"/>
                    </a:cubicBezTo>
                    <a:close/>
                    <a:moveTo>
                      <a:pt x="9045" y="1275"/>
                    </a:moveTo>
                    <a:cubicBezTo>
                      <a:pt x="10485" y="1448"/>
                      <a:pt x="11868" y="2139"/>
                      <a:pt x="12963" y="3176"/>
                    </a:cubicBezTo>
                    <a:cubicBezTo>
                      <a:pt x="14000" y="4213"/>
                      <a:pt x="14691" y="5596"/>
                      <a:pt x="14806" y="7093"/>
                    </a:cubicBezTo>
                    <a:lnTo>
                      <a:pt x="14345" y="7093"/>
                    </a:lnTo>
                    <a:cubicBezTo>
                      <a:pt x="14000" y="4328"/>
                      <a:pt x="11810" y="2081"/>
                      <a:pt x="9045" y="1793"/>
                    </a:cubicBezTo>
                    <a:lnTo>
                      <a:pt x="9045" y="1275"/>
                    </a:lnTo>
                    <a:close/>
                    <a:moveTo>
                      <a:pt x="3226" y="7554"/>
                    </a:moveTo>
                    <a:cubicBezTo>
                      <a:pt x="3572" y="7554"/>
                      <a:pt x="3572" y="8015"/>
                      <a:pt x="3226" y="8015"/>
                    </a:cubicBezTo>
                    <a:lnTo>
                      <a:pt x="980" y="8015"/>
                    </a:lnTo>
                    <a:cubicBezTo>
                      <a:pt x="807" y="8015"/>
                      <a:pt x="691" y="7958"/>
                      <a:pt x="691" y="7785"/>
                    </a:cubicBezTo>
                    <a:cubicBezTo>
                      <a:pt x="691" y="7670"/>
                      <a:pt x="807" y="7554"/>
                      <a:pt x="980" y="7554"/>
                    </a:cubicBezTo>
                    <a:close/>
                    <a:moveTo>
                      <a:pt x="15670" y="7554"/>
                    </a:moveTo>
                    <a:cubicBezTo>
                      <a:pt x="15958" y="7554"/>
                      <a:pt x="15958" y="8073"/>
                      <a:pt x="15670" y="8073"/>
                    </a:cubicBezTo>
                    <a:lnTo>
                      <a:pt x="13366" y="8073"/>
                    </a:lnTo>
                    <a:cubicBezTo>
                      <a:pt x="13078" y="8073"/>
                      <a:pt x="13078" y="7554"/>
                      <a:pt x="13366" y="7554"/>
                    </a:cubicBezTo>
                    <a:close/>
                    <a:moveTo>
                      <a:pt x="2305" y="8534"/>
                    </a:moveTo>
                    <a:cubicBezTo>
                      <a:pt x="2477" y="9859"/>
                      <a:pt x="3054" y="11126"/>
                      <a:pt x="4033" y="12106"/>
                    </a:cubicBezTo>
                    <a:cubicBezTo>
                      <a:pt x="5012" y="13085"/>
                      <a:pt x="6280" y="13661"/>
                      <a:pt x="7605" y="13834"/>
                    </a:cubicBezTo>
                    <a:lnTo>
                      <a:pt x="7605" y="14295"/>
                    </a:lnTo>
                    <a:cubicBezTo>
                      <a:pt x="6165" y="14180"/>
                      <a:pt x="4782" y="13488"/>
                      <a:pt x="3687" y="12451"/>
                    </a:cubicBezTo>
                    <a:cubicBezTo>
                      <a:pt x="2650" y="11414"/>
                      <a:pt x="1959" y="9974"/>
                      <a:pt x="1844" y="8534"/>
                    </a:cubicBezTo>
                    <a:close/>
                    <a:moveTo>
                      <a:pt x="8987" y="2254"/>
                    </a:moveTo>
                    <a:cubicBezTo>
                      <a:pt x="11522" y="2600"/>
                      <a:pt x="13539" y="4616"/>
                      <a:pt x="13827" y="7093"/>
                    </a:cubicBezTo>
                    <a:lnTo>
                      <a:pt x="13366" y="7093"/>
                    </a:lnTo>
                    <a:cubicBezTo>
                      <a:pt x="12444" y="7093"/>
                      <a:pt x="12444" y="8534"/>
                      <a:pt x="13366" y="8534"/>
                    </a:cubicBezTo>
                    <a:lnTo>
                      <a:pt x="13827" y="8534"/>
                    </a:lnTo>
                    <a:cubicBezTo>
                      <a:pt x="13712" y="9974"/>
                      <a:pt x="12905" y="11299"/>
                      <a:pt x="11638" y="12336"/>
                    </a:cubicBezTo>
                    <a:cubicBezTo>
                      <a:pt x="11405" y="12476"/>
                      <a:pt x="11586" y="12729"/>
                      <a:pt x="11786" y="12729"/>
                    </a:cubicBezTo>
                    <a:cubicBezTo>
                      <a:pt x="11833" y="12729"/>
                      <a:pt x="11882" y="12715"/>
                      <a:pt x="11926" y="12682"/>
                    </a:cubicBezTo>
                    <a:cubicBezTo>
                      <a:pt x="13308" y="11587"/>
                      <a:pt x="14172" y="10089"/>
                      <a:pt x="14345" y="8534"/>
                    </a:cubicBezTo>
                    <a:lnTo>
                      <a:pt x="14806" y="8534"/>
                    </a:lnTo>
                    <a:cubicBezTo>
                      <a:pt x="14635" y="9961"/>
                      <a:pt x="14011" y="11332"/>
                      <a:pt x="12934" y="12422"/>
                    </a:cubicBezTo>
                    <a:lnTo>
                      <a:pt x="12934" y="12422"/>
                    </a:lnTo>
                    <a:cubicBezTo>
                      <a:pt x="11844" y="13499"/>
                      <a:pt x="10473" y="14123"/>
                      <a:pt x="9045" y="14295"/>
                    </a:cubicBezTo>
                    <a:lnTo>
                      <a:pt x="9045" y="13834"/>
                    </a:lnTo>
                    <a:cubicBezTo>
                      <a:pt x="9564" y="13776"/>
                      <a:pt x="10082" y="13603"/>
                      <a:pt x="10601" y="13431"/>
                    </a:cubicBezTo>
                    <a:cubicBezTo>
                      <a:pt x="10857" y="13328"/>
                      <a:pt x="10702" y="12951"/>
                      <a:pt x="10503" y="12951"/>
                    </a:cubicBezTo>
                    <a:cubicBezTo>
                      <a:pt x="10478" y="12951"/>
                      <a:pt x="10453" y="12957"/>
                      <a:pt x="10428" y="12970"/>
                    </a:cubicBezTo>
                    <a:cubicBezTo>
                      <a:pt x="9967" y="13143"/>
                      <a:pt x="9506" y="13315"/>
                      <a:pt x="9045" y="13373"/>
                    </a:cubicBezTo>
                    <a:lnTo>
                      <a:pt x="9045" y="12855"/>
                    </a:lnTo>
                    <a:cubicBezTo>
                      <a:pt x="9045" y="12394"/>
                      <a:pt x="8685" y="12163"/>
                      <a:pt x="8325" y="12163"/>
                    </a:cubicBezTo>
                    <a:cubicBezTo>
                      <a:pt x="7965" y="12163"/>
                      <a:pt x="7605" y="12394"/>
                      <a:pt x="7605" y="12855"/>
                    </a:cubicBezTo>
                    <a:lnTo>
                      <a:pt x="7605" y="13373"/>
                    </a:lnTo>
                    <a:cubicBezTo>
                      <a:pt x="6395" y="13200"/>
                      <a:pt x="5243" y="12624"/>
                      <a:pt x="4379" y="11760"/>
                    </a:cubicBezTo>
                    <a:cubicBezTo>
                      <a:pt x="3514" y="10896"/>
                      <a:pt x="2938" y="9744"/>
                      <a:pt x="2765" y="8534"/>
                    </a:cubicBezTo>
                    <a:lnTo>
                      <a:pt x="3284" y="8534"/>
                    </a:lnTo>
                    <a:cubicBezTo>
                      <a:pt x="4148" y="8534"/>
                      <a:pt x="4148" y="7093"/>
                      <a:pt x="3284" y="7093"/>
                    </a:cubicBezTo>
                    <a:lnTo>
                      <a:pt x="2765" y="7093"/>
                    </a:lnTo>
                    <a:cubicBezTo>
                      <a:pt x="3111" y="4616"/>
                      <a:pt x="5070" y="2600"/>
                      <a:pt x="7605" y="2254"/>
                    </a:cubicBezTo>
                    <a:lnTo>
                      <a:pt x="7605" y="2773"/>
                    </a:lnTo>
                    <a:cubicBezTo>
                      <a:pt x="7605" y="3234"/>
                      <a:pt x="7950" y="3464"/>
                      <a:pt x="8296" y="3464"/>
                    </a:cubicBezTo>
                    <a:cubicBezTo>
                      <a:pt x="8642" y="3464"/>
                      <a:pt x="8987" y="3234"/>
                      <a:pt x="8987" y="2773"/>
                    </a:cubicBezTo>
                    <a:lnTo>
                      <a:pt x="8987" y="2254"/>
                    </a:lnTo>
                    <a:close/>
                    <a:moveTo>
                      <a:pt x="8325" y="12638"/>
                    </a:moveTo>
                    <a:cubicBezTo>
                      <a:pt x="8455" y="12638"/>
                      <a:pt x="8584" y="12710"/>
                      <a:pt x="8584" y="12855"/>
                    </a:cubicBezTo>
                    <a:lnTo>
                      <a:pt x="8584" y="15159"/>
                    </a:lnTo>
                    <a:cubicBezTo>
                      <a:pt x="8584" y="15303"/>
                      <a:pt x="8455" y="15375"/>
                      <a:pt x="8325" y="15375"/>
                    </a:cubicBezTo>
                    <a:cubicBezTo>
                      <a:pt x="8195" y="15375"/>
                      <a:pt x="8066" y="15303"/>
                      <a:pt x="8066" y="15159"/>
                    </a:cubicBezTo>
                    <a:lnTo>
                      <a:pt x="8066" y="12855"/>
                    </a:lnTo>
                    <a:cubicBezTo>
                      <a:pt x="8066" y="12710"/>
                      <a:pt x="8195" y="12638"/>
                      <a:pt x="8325" y="12638"/>
                    </a:cubicBezTo>
                    <a:close/>
                    <a:moveTo>
                      <a:pt x="8672" y="1"/>
                    </a:moveTo>
                    <a:cubicBezTo>
                      <a:pt x="8245" y="1"/>
                      <a:pt x="7605" y="411"/>
                      <a:pt x="7605" y="411"/>
                    </a:cubicBezTo>
                    <a:lnTo>
                      <a:pt x="7605" y="814"/>
                    </a:lnTo>
                    <a:cubicBezTo>
                      <a:pt x="7605" y="814"/>
                      <a:pt x="6165" y="1102"/>
                      <a:pt x="5416" y="1390"/>
                    </a:cubicBezTo>
                    <a:cubicBezTo>
                      <a:pt x="5159" y="1493"/>
                      <a:pt x="5268" y="1869"/>
                      <a:pt x="5498" y="1869"/>
                    </a:cubicBezTo>
                    <a:cubicBezTo>
                      <a:pt x="5527" y="1869"/>
                      <a:pt x="5557" y="1864"/>
                      <a:pt x="5588" y="1851"/>
                    </a:cubicBezTo>
                    <a:cubicBezTo>
                      <a:pt x="6280" y="1563"/>
                      <a:pt x="6913" y="1332"/>
                      <a:pt x="7547" y="1275"/>
                    </a:cubicBezTo>
                    <a:lnTo>
                      <a:pt x="7547" y="1736"/>
                    </a:lnTo>
                    <a:cubicBezTo>
                      <a:pt x="4782" y="2081"/>
                      <a:pt x="2593" y="4271"/>
                      <a:pt x="2247" y="7093"/>
                    </a:cubicBezTo>
                    <a:lnTo>
                      <a:pt x="1786" y="7093"/>
                    </a:lnTo>
                    <a:cubicBezTo>
                      <a:pt x="2017" y="5308"/>
                      <a:pt x="2938" y="3579"/>
                      <a:pt x="4379" y="2542"/>
                    </a:cubicBezTo>
                    <a:cubicBezTo>
                      <a:pt x="4570" y="2399"/>
                      <a:pt x="4404" y="2097"/>
                      <a:pt x="4210" y="2097"/>
                    </a:cubicBezTo>
                    <a:cubicBezTo>
                      <a:pt x="4171" y="2097"/>
                      <a:pt x="4130" y="2110"/>
                      <a:pt x="4091" y="2139"/>
                    </a:cubicBezTo>
                    <a:cubicBezTo>
                      <a:pt x="2535" y="3291"/>
                      <a:pt x="1498" y="5135"/>
                      <a:pt x="1325" y="7093"/>
                    </a:cubicBezTo>
                    <a:lnTo>
                      <a:pt x="922" y="7093"/>
                    </a:lnTo>
                    <a:cubicBezTo>
                      <a:pt x="0" y="7093"/>
                      <a:pt x="0" y="8476"/>
                      <a:pt x="922" y="8476"/>
                    </a:cubicBezTo>
                    <a:lnTo>
                      <a:pt x="1325" y="8476"/>
                    </a:lnTo>
                    <a:cubicBezTo>
                      <a:pt x="1440" y="10089"/>
                      <a:pt x="2189" y="11587"/>
                      <a:pt x="3342" y="12739"/>
                    </a:cubicBezTo>
                    <a:cubicBezTo>
                      <a:pt x="4494" y="13892"/>
                      <a:pt x="7605" y="14756"/>
                      <a:pt x="7605" y="14756"/>
                    </a:cubicBezTo>
                    <a:lnTo>
                      <a:pt x="7605" y="15101"/>
                    </a:lnTo>
                    <a:cubicBezTo>
                      <a:pt x="7605" y="15562"/>
                      <a:pt x="7950" y="15793"/>
                      <a:pt x="8296" y="15793"/>
                    </a:cubicBezTo>
                    <a:cubicBezTo>
                      <a:pt x="8642" y="15793"/>
                      <a:pt x="8987" y="15562"/>
                      <a:pt x="8987" y="15101"/>
                    </a:cubicBezTo>
                    <a:lnTo>
                      <a:pt x="8987" y="14756"/>
                    </a:lnTo>
                    <a:cubicBezTo>
                      <a:pt x="10601" y="14583"/>
                      <a:pt x="12098" y="13892"/>
                      <a:pt x="13251" y="12739"/>
                    </a:cubicBezTo>
                    <a:cubicBezTo>
                      <a:pt x="14403" y="11587"/>
                      <a:pt x="15094" y="10089"/>
                      <a:pt x="15267" y="8476"/>
                    </a:cubicBezTo>
                    <a:lnTo>
                      <a:pt x="15613" y="8476"/>
                    </a:lnTo>
                    <a:cubicBezTo>
                      <a:pt x="16534" y="8476"/>
                      <a:pt x="16534" y="7093"/>
                      <a:pt x="15613" y="7093"/>
                    </a:cubicBezTo>
                    <a:lnTo>
                      <a:pt x="15267" y="7093"/>
                    </a:lnTo>
                    <a:cubicBezTo>
                      <a:pt x="15267" y="7093"/>
                      <a:pt x="14403" y="3983"/>
                      <a:pt x="13251" y="2830"/>
                    </a:cubicBezTo>
                    <a:cubicBezTo>
                      <a:pt x="12098" y="1678"/>
                      <a:pt x="10601" y="987"/>
                      <a:pt x="9045" y="814"/>
                    </a:cubicBezTo>
                    <a:lnTo>
                      <a:pt x="9045" y="411"/>
                    </a:lnTo>
                    <a:cubicBezTo>
                      <a:pt x="9045" y="103"/>
                      <a:pt x="8885" y="1"/>
                      <a:pt x="86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44"/>
              <p:cNvSpPr/>
              <p:nvPr/>
            </p:nvSpPr>
            <p:spPr>
              <a:xfrm>
                <a:off x="6487450" y="2210425"/>
                <a:ext cx="181500" cy="167475"/>
              </a:xfrm>
              <a:custGeom>
                <a:rect b="b" l="l" r="r" t="t"/>
                <a:pathLst>
                  <a:path extrusionOk="0" h="6699" w="7260">
                    <a:moveTo>
                      <a:pt x="3630" y="476"/>
                    </a:moveTo>
                    <a:cubicBezTo>
                      <a:pt x="4321" y="476"/>
                      <a:pt x="4955" y="707"/>
                      <a:pt x="5474" y="1168"/>
                    </a:cubicBezTo>
                    <a:lnTo>
                      <a:pt x="5243" y="1398"/>
                    </a:lnTo>
                    <a:cubicBezTo>
                      <a:pt x="5066" y="1575"/>
                      <a:pt x="5229" y="1820"/>
                      <a:pt x="5418" y="1820"/>
                    </a:cubicBezTo>
                    <a:cubicBezTo>
                      <a:pt x="5476" y="1820"/>
                      <a:pt x="5535" y="1797"/>
                      <a:pt x="5589" y="1744"/>
                    </a:cubicBezTo>
                    <a:lnTo>
                      <a:pt x="5819" y="1513"/>
                    </a:lnTo>
                    <a:cubicBezTo>
                      <a:pt x="6741" y="2608"/>
                      <a:pt x="6741" y="4163"/>
                      <a:pt x="5819" y="5258"/>
                    </a:cubicBezTo>
                    <a:lnTo>
                      <a:pt x="5589" y="4970"/>
                    </a:lnTo>
                    <a:cubicBezTo>
                      <a:pt x="5540" y="4933"/>
                      <a:pt x="5486" y="4917"/>
                      <a:pt x="5433" y="4917"/>
                    </a:cubicBezTo>
                    <a:cubicBezTo>
                      <a:pt x="5237" y="4917"/>
                      <a:pt x="5062" y="5134"/>
                      <a:pt x="5243" y="5316"/>
                    </a:cubicBezTo>
                    <a:lnTo>
                      <a:pt x="5474" y="5546"/>
                    </a:lnTo>
                    <a:cubicBezTo>
                      <a:pt x="4955" y="6007"/>
                      <a:pt x="4293" y="6237"/>
                      <a:pt x="3630" y="6237"/>
                    </a:cubicBezTo>
                    <a:cubicBezTo>
                      <a:pt x="2968" y="6237"/>
                      <a:pt x="2305" y="6007"/>
                      <a:pt x="1787" y="5546"/>
                    </a:cubicBezTo>
                    <a:lnTo>
                      <a:pt x="2017" y="5316"/>
                    </a:lnTo>
                    <a:cubicBezTo>
                      <a:pt x="2198" y="5134"/>
                      <a:pt x="2023" y="4917"/>
                      <a:pt x="1828" y="4917"/>
                    </a:cubicBezTo>
                    <a:cubicBezTo>
                      <a:pt x="1775" y="4917"/>
                      <a:pt x="1720" y="4933"/>
                      <a:pt x="1671" y="4970"/>
                    </a:cubicBezTo>
                    <a:lnTo>
                      <a:pt x="1441" y="5258"/>
                    </a:lnTo>
                    <a:cubicBezTo>
                      <a:pt x="519" y="4163"/>
                      <a:pt x="519" y="2608"/>
                      <a:pt x="1441" y="1513"/>
                    </a:cubicBezTo>
                    <a:lnTo>
                      <a:pt x="1671" y="1744"/>
                    </a:lnTo>
                    <a:cubicBezTo>
                      <a:pt x="1725" y="1797"/>
                      <a:pt x="1785" y="1820"/>
                      <a:pt x="1842" y="1820"/>
                    </a:cubicBezTo>
                    <a:cubicBezTo>
                      <a:pt x="2031" y="1820"/>
                      <a:pt x="2194" y="1575"/>
                      <a:pt x="2017" y="1398"/>
                    </a:cubicBezTo>
                    <a:lnTo>
                      <a:pt x="1787" y="1168"/>
                    </a:lnTo>
                    <a:cubicBezTo>
                      <a:pt x="2305" y="707"/>
                      <a:pt x="2996" y="476"/>
                      <a:pt x="3630" y="476"/>
                    </a:cubicBezTo>
                    <a:close/>
                    <a:moveTo>
                      <a:pt x="3652" y="1"/>
                    </a:moveTo>
                    <a:cubicBezTo>
                      <a:pt x="2867" y="1"/>
                      <a:pt x="2075" y="275"/>
                      <a:pt x="1441" y="822"/>
                    </a:cubicBezTo>
                    <a:lnTo>
                      <a:pt x="1210" y="591"/>
                    </a:lnTo>
                    <a:cubicBezTo>
                      <a:pt x="1157" y="538"/>
                      <a:pt x="1097" y="515"/>
                      <a:pt x="1040" y="515"/>
                    </a:cubicBezTo>
                    <a:cubicBezTo>
                      <a:pt x="850" y="515"/>
                      <a:pt x="688" y="760"/>
                      <a:pt x="865" y="937"/>
                    </a:cubicBezTo>
                    <a:lnTo>
                      <a:pt x="1095" y="1168"/>
                    </a:lnTo>
                    <a:cubicBezTo>
                      <a:pt x="1" y="2435"/>
                      <a:pt x="1" y="4336"/>
                      <a:pt x="1095" y="5546"/>
                    </a:cubicBezTo>
                    <a:lnTo>
                      <a:pt x="865" y="5834"/>
                    </a:lnTo>
                    <a:cubicBezTo>
                      <a:pt x="689" y="5966"/>
                      <a:pt x="849" y="6199"/>
                      <a:pt x="1037" y="6199"/>
                    </a:cubicBezTo>
                    <a:cubicBezTo>
                      <a:pt x="1095" y="6199"/>
                      <a:pt x="1156" y="6177"/>
                      <a:pt x="1210" y="6122"/>
                    </a:cubicBezTo>
                    <a:lnTo>
                      <a:pt x="1441" y="5892"/>
                    </a:lnTo>
                    <a:cubicBezTo>
                      <a:pt x="2075" y="6468"/>
                      <a:pt x="2881" y="6698"/>
                      <a:pt x="3630" y="6698"/>
                    </a:cubicBezTo>
                    <a:cubicBezTo>
                      <a:pt x="4437" y="6698"/>
                      <a:pt x="5243" y="6468"/>
                      <a:pt x="5877" y="5892"/>
                    </a:cubicBezTo>
                    <a:lnTo>
                      <a:pt x="6107" y="6122"/>
                    </a:lnTo>
                    <a:cubicBezTo>
                      <a:pt x="6162" y="6177"/>
                      <a:pt x="6220" y="6199"/>
                      <a:pt x="6274" y="6199"/>
                    </a:cubicBezTo>
                    <a:cubicBezTo>
                      <a:pt x="6448" y="6199"/>
                      <a:pt x="6585" y="5966"/>
                      <a:pt x="6453" y="5834"/>
                    </a:cubicBezTo>
                    <a:lnTo>
                      <a:pt x="6165" y="5546"/>
                    </a:lnTo>
                    <a:cubicBezTo>
                      <a:pt x="7260" y="4336"/>
                      <a:pt x="7260" y="2435"/>
                      <a:pt x="6165" y="1168"/>
                    </a:cubicBezTo>
                    <a:lnTo>
                      <a:pt x="6395" y="937"/>
                    </a:lnTo>
                    <a:cubicBezTo>
                      <a:pt x="6572" y="760"/>
                      <a:pt x="6410" y="515"/>
                      <a:pt x="6247" y="515"/>
                    </a:cubicBezTo>
                    <a:cubicBezTo>
                      <a:pt x="6197" y="515"/>
                      <a:pt x="6148" y="538"/>
                      <a:pt x="6107" y="591"/>
                    </a:cubicBezTo>
                    <a:lnTo>
                      <a:pt x="5819" y="822"/>
                    </a:lnTo>
                    <a:cubicBezTo>
                      <a:pt x="5214" y="275"/>
                      <a:pt x="4437" y="1"/>
                      <a:pt x="36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69" name="Google Shape;669;p44"/>
          <p:cNvGrpSpPr/>
          <p:nvPr/>
        </p:nvGrpSpPr>
        <p:grpSpPr>
          <a:xfrm>
            <a:off x="4218300" y="3106971"/>
            <a:ext cx="707400" cy="707400"/>
            <a:chOff x="4218303" y="3116496"/>
            <a:chExt cx="707400" cy="707400"/>
          </a:xfrm>
        </p:grpSpPr>
        <p:sp>
          <p:nvSpPr>
            <p:cNvPr id="670" name="Google Shape;670;p44"/>
            <p:cNvSpPr/>
            <p:nvPr/>
          </p:nvSpPr>
          <p:spPr>
            <a:xfrm rot="5400000">
              <a:off x="4218303" y="311649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1" name="Google Shape;671;p44"/>
            <p:cNvGrpSpPr/>
            <p:nvPr/>
          </p:nvGrpSpPr>
          <p:grpSpPr>
            <a:xfrm>
              <a:off x="4407075" y="3255825"/>
              <a:ext cx="329850" cy="402475"/>
              <a:chOff x="5402925" y="2075150"/>
              <a:chExt cx="329850" cy="402475"/>
            </a:xfrm>
          </p:grpSpPr>
          <p:sp>
            <p:nvSpPr>
              <p:cNvPr id="672" name="Google Shape;672;p44"/>
              <p:cNvSpPr/>
              <p:nvPr/>
            </p:nvSpPr>
            <p:spPr>
              <a:xfrm>
                <a:off x="5497900" y="2283525"/>
                <a:ext cx="60600" cy="20925"/>
              </a:xfrm>
              <a:custGeom>
                <a:rect b="b" l="l" r="r" t="t"/>
                <a:pathLst>
                  <a:path extrusionOk="0" h="837" w="2424">
                    <a:moveTo>
                      <a:pt x="2172" y="1"/>
                    </a:moveTo>
                    <a:cubicBezTo>
                      <a:pt x="2107" y="1"/>
                      <a:pt x="2049" y="30"/>
                      <a:pt x="2020" y="87"/>
                    </a:cubicBezTo>
                    <a:lnTo>
                      <a:pt x="1963" y="87"/>
                    </a:lnTo>
                    <a:cubicBezTo>
                      <a:pt x="1790" y="260"/>
                      <a:pt x="1502" y="375"/>
                      <a:pt x="1271" y="375"/>
                    </a:cubicBezTo>
                    <a:cubicBezTo>
                      <a:pt x="983" y="375"/>
                      <a:pt x="695" y="260"/>
                      <a:pt x="522" y="87"/>
                    </a:cubicBezTo>
                    <a:cubicBezTo>
                      <a:pt x="468" y="33"/>
                      <a:pt x="407" y="10"/>
                      <a:pt x="349" y="10"/>
                    </a:cubicBezTo>
                    <a:cubicBezTo>
                      <a:pt x="161" y="10"/>
                      <a:pt x="1" y="243"/>
                      <a:pt x="177" y="375"/>
                    </a:cubicBezTo>
                    <a:cubicBezTo>
                      <a:pt x="465" y="663"/>
                      <a:pt x="868" y="836"/>
                      <a:pt x="1271" y="836"/>
                    </a:cubicBezTo>
                    <a:cubicBezTo>
                      <a:pt x="1675" y="836"/>
                      <a:pt x="2020" y="663"/>
                      <a:pt x="2308" y="433"/>
                    </a:cubicBezTo>
                    <a:cubicBezTo>
                      <a:pt x="2424" y="318"/>
                      <a:pt x="2424" y="202"/>
                      <a:pt x="2366" y="87"/>
                    </a:cubicBezTo>
                    <a:cubicBezTo>
                      <a:pt x="2308" y="30"/>
                      <a:pt x="2236" y="1"/>
                      <a:pt x="21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44"/>
              <p:cNvSpPr/>
              <p:nvPr/>
            </p:nvSpPr>
            <p:spPr>
              <a:xfrm>
                <a:off x="5402925" y="2075150"/>
                <a:ext cx="329850" cy="402475"/>
              </a:xfrm>
              <a:custGeom>
                <a:rect b="b" l="l" r="r" t="t"/>
                <a:pathLst>
                  <a:path extrusionOk="0" h="16099" w="13194">
                    <a:moveTo>
                      <a:pt x="5070" y="5196"/>
                    </a:moveTo>
                    <a:cubicBezTo>
                      <a:pt x="5531" y="6002"/>
                      <a:pt x="6395" y="6521"/>
                      <a:pt x="7317" y="6521"/>
                    </a:cubicBezTo>
                    <a:cubicBezTo>
                      <a:pt x="7778" y="6521"/>
                      <a:pt x="8239" y="6406"/>
                      <a:pt x="8585" y="6175"/>
                    </a:cubicBezTo>
                    <a:lnTo>
                      <a:pt x="8585" y="6694"/>
                    </a:lnTo>
                    <a:cubicBezTo>
                      <a:pt x="8527" y="8595"/>
                      <a:pt x="6972" y="10093"/>
                      <a:pt x="5070" y="10093"/>
                    </a:cubicBezTo>
                    <a:cubicBezTo>
                      <a:pt x="3054" y="10093"/>
                      <a:pt x="1499" y="8480"/>
                      <a:pt x="1499" y="6521"/>
                    </a:cubicBezTo>
                    <a:lnTo>
                      <a:pt x="1499" y="6291"/>
                    </a:lnTo>
                    <a:cubicBezTo>
                      <a:pt x="1671" y="6348"/>
                      <a:pt x="1902" y="6406"/>
                      <a:pt x="2132" y="6406"/>
                    </a:cubicBezTo>
                    <a:cubicBezTo>
                      <a:pt x="2708" y="6406"/>
                      <a:pt x="3284" y="6060"/>
                      <a:pt x="3515" y="5542"/>
                    </a:cubicBezTo>
                    <a:cubicBezTo>
                      <a:pt x="3688" y="5657"/>
                      <a:pt x="3861" y="5657"/>
                      <a:pt x="4033" y="5657"/>
                    </a:cubicBezTo>
                    <a:cubicBezTo>
                      <a:pt x="4437" y="5657"/>
                      <a:pt x="4840" y="5484"/>
                      <a:pt x="5070" y="5196"/>
                    </a:cubicBezTo>
                    <a:close/>
                    <a:moveTo>
                      <a:pt x="3861" y="10381"/>
                    </a:moveTo>
                    <a:cubicBezTo>
                      <a:pt x="4264" y="10496"/>
                      <a:pt x="4667" y="10554"/>
                      <a:pt x="5070" y="10554"/>
                    </a:cubicBezTo>
                    <a:cubicBezTo>
                      <a:pt x="5474" y="10554"/>
                      <a:pt x="5877" y="10496"/>
                      <a:pt x="6223" y="10381"/>
                    </a:cubicBezTo>
                    <a:lnTo>
                      <a:pt x="6223" y="10381"/>
                    </a:lnTo>
                    <a:cubicBezTo>
                      <a:pt x="6050" y="10842"/>
                      <a:pt x="5589" y="11187"/>
                      <a:pt x="5070" y="11187"/>
                    </a:cubicBezTo>
                    <a:cubicBezTo>
                      <a:pt x="4494" y="11187"/>
                      <a:pt x="4033" y="10899"/>
                      <a:pt x="3861" y="10381"/>
                    </a:cubicBezTo>
                    <a:close/>
                    <a:moveTo>
                      <a:pt x="12387" y="10727"/>
                    </a:moveTo>
                    <a:cubicBezTo>
                      <a:pt x="12387" y="11303"/>
                      <a:pt x="12329" y="12512"/>
                      <a:pt x="11926" y="13953"/>
                    </a:cubicBezTo>
                    <a:cubicBezTo>
                      <a:pt x="11868" y="14010"/>
                      <a:pt x="11811" y="14126"/>
                      <a:pt x="11753" y="14241"/>
                    </a:cubicBezTo>
                    <a:cubicBezTo>
                      <a:pt x="11753" y="14010"/>
                      <a:pt x="11638" y="13780"/>
                      <a:pt x="11465" y="13607"/>
                    </a:cubicBezTo>
                    <a:cubicBezTo>
                      <a:pt x="11292" y="13434"/>
                      <a:pt x="11062" y="13377"/>
                      <a:pt x="10831" y="13377"/>
                    </a:cubicBezTo>
                    <a:cubicBezTo>
                      <a:pt x="10313" y="13377"/>
                      <a:pt x="9910" y="13780"/>
                      <a:pt x="9910" y="14241"/>
                    </a:cubicBezTo>
                    <a:cubicBezTo>
                      <a:pt x="9852" y="14126"/>
                      <a:pt x="9794" y="14068"/>
                      <a:pt x="9794" y="13953"/>
                    </a:cubicBezTo>
                    <a:cubicBezTo>
                      <a:pt x="9334" y="12512"/>
                      <a:pt x="9276" y="11303"/>
                      <a:pt x="9218" y="10784"/>
                    </a:cubicBezTo>
                    <a:lnTo>
                      <a:pt x="9218" y="10784"/>
                    </a:lnTo>
                    <a:cubicBezTo>
                      <a:pt x="9490" y="10893"/>
                      <a:pt x="10045" y="10950"/>
                      <a:pt x="10633" y="10950"/>
                    </a:cubicBezTo>
                    <a:cubicBezTo>
                      <a:pt x="11291" y="10950"/>
                      <a:pt x="11992" y="10879"/>
                      <a:pt x="12387" y="10727"/>
                    </a:cubicBezTo>
                    <a:close/>
                    <a:moveTo>
                      <a:pt x="9218" y="13665"/>
                    </a:moveTo>
                    <a:cubicBezTo>
                      <a:pt x="9218" y="13838"/>
                      <a:pt x="9276" y="13953"/>
                      <a:pt x="9334" y="14068"/>
                    </a:cubicBezTo>
                    <a:cubicBezTo>
                      <a:pt x="9391" y="14298"/>
                      <a:pt x="9506" y="14471"/>
                      <a:pt x="9622" y="14644"/>
                    </a:cubicBezTo>
                    <a:cubicBezTo>
                      <a:pt x="9564" y="14817"/>
                      <a:pt x="9449" y="15047"/>
                      <a:pt x="9391" y="15163"/>
                    </a:cubicBezTo>
                    <a:cubicBezTo>
                      <a:pt x="9161" y="14702"/>
                      <a:pt x="8930" y="14241"/>
                      <a:pt x="8930" y="14068"/>
                    </a:cubicBezTo>
                    <a:cubicBezTo>
                      <a:pt x="8930" y="13895"/>
                      <a:pt x="9046" y="13722"/>
                      <a:pt x="9218" y="13665"/>
                    </a:cubicBezTo>
                    <a:close/>
                    <a:moveTo>
                      <a:pt x="12445" y="13665"/>
                    </a:moveTo>
                    <a:cubicBezTo>
                      <a:pt x="12617" y="13722"/>
                      <a:pt x="12733" y="13895"/>
                      <a:pt x="12733" y="14068"/>
                    </a:cubicBezTo>
                    <a:cubicBezTo>
                      <a:pt x="12733" y="14183"/>
                      <a:pt x="12502" y="14702"/>
                      <a:pt x="12272" y="15163"/>
                    </a:cubicBezTo>
                    <a:cubicBezTo>
                      <a:pt x="12214" y="14990"/>
                      <a:pt x="12099" y="14817"/>
                      <a:pt x="12041" y="14644"/>
                    </a:cubicBezTo>
                    <a:cubicBezTo>
                      <a:pt x="12157" y="14471"/>
                      <a:pt x="12272" y="14298"/>
                      <a:pt x="12329" y="14068"/>
                    </a:cubicBezTo>
                    <a:cubicBezTo>
                      <a:pt x="12387" y="13895"/>
                      <a:pt x="12445" y="13780"/>
                      <a:pt x="12445" y="13665"/>
                    </a:cubicBezTo>
                    <a:close/>
                    <a:moveTo>
                      <a:pt x="10831" y="13838"/>
                    </a:moveTo>
                    <a:cubicBezTo>
                      <a:pt x="10947" y="13838"/>
                      <a:pt x="11062" y="13838"/>
                      <a:pt x="11120" y="13953"/>
                    </a:cubicBezTo>
                    <a:cubicBezTo>
                      <a:pt x="11235" y="14010"/>
                      <a:pt x="11292" y="14126"/>
                      <a:pt x="11292" y="14241"/>
                    </a:cubicBezTo>
                    <a:cubicBezTo>
                      <a:pt x="11292" y="14414"/>
                      <a:pt x="11062" y="14875"/>
                      <a:pt x="10831" y="15393"/>
                    </a:cubicBezTo>
                    <a:lnTo>
                      <a:pt x="10831" y="15335"/>
                    </a:lnTo>
                    <a:cubicBezTo>
                      <a:pt x="10601" y="14875"/>
                      <a:pt x="10371" y="14414"/>
                      <a:pt x="10371" y="14241"/>
                    </a:cubicBezTo>
                    <a:cubicBezTo>
                      <a:pt x="10371" y="14010"/>
                      <a:pt x="10601" y="13838"/>
                      <a:pt x="10831" y="13838"/>
                    </a:cubicBezTo>
                    <a:close/>
                    <a:moveTo>
                      <a:pt x="5026" y="0"/>
                    </a:moveTo>
                    <a:cubicBezTo>
                      <a:pt x="4907" y="0"/>
                      <a:pt x="4788" y="4"/>
                      <a:pt x="4667" y="11"/>
                    </a:cubicBezTo>
                    <a:cubicBezTo>
                      <a:pt x="3745" y="69"/>
                      <a:pt x="2824" y="414"/>
                      <a:pt x="2075" y="990"/>
                    </a:cubicBezTo>
                    <a:cubicBezTo>
                      <a:pt x="1893" y="1126"/>
                      <a:pt x="1997" y="1405"/>
                      <a:pt x="2191" y="1405"/>
                    </a:cubicBezTo>
                    <a:cubicBezTo>
                      <a:pt x="2243" y="1405"/>
                      <a:pt x="2301" y="1385"/>
                      <a:pt x="2363" y="1336"/>
                    </a:cubicBezTo>
                    <a:cubicBezTo>
                      <a:pt x="3054" y="818"/>
                      <a:pt x="3861" y="529"/>
                      <a:pt x="4725" y="472"/>
                    </a:cubicBezTo>
                    <a:cubicBezTo>
                      <a:pt x="4831" y="465"/>
                      <a:pt x="4938" y="461"/>
                      <a:pt x="5044" y="461"/>
                    </a:cubicBezTo>
                    <a:cubicBezTo>
                      <a:pt x="5800" y="461"/>
                      <a:pt x="6545" y="644"/>
                      <a:pt x="7202" y="1048"/>
                    </a:cubicBezTo>
                    <a:cubicBezTo>
                      <a:pt x="7893" y="1451"/>
                      <a:pt x="8527" y="2027"/>
                      <a:pt x="8930" y="2776"/>
                    </a:cubicBezTo>
                    <a:cubicBezTo>
                      <a:pt x="9391" y="3525"/>
                      <a:pt x="9564" y="4447"/>
                      <a:pt x="9506" y="5311"/>
                    </a:cubicBezTo>
                    <a:cubicBezTo>
                      <a:pt x="9449" y="5830"/>
                      <a:pt x="9334" y="6348"/>
                      <a:pt x="9161" y="6809"/>
                    </a:cubicBezTo>
                    <a:cubicBezTo>
                      <a:pt x="9103" y="6867"/>
                      <a:pt x="9103" y="6924"/>
                      <a:pt x="9046" y="6982"/>
                    </a:cubicBezTo>
                    <a:cubicBezTo>
                      <a:pt x="9103" y="6636"/>
                      <a:pt x="9103" y="6348"/>
                      <a:pt x="9103" y="6002"/>
                    </a:cubicBezTo>
                    <a:cubicBezTo>
                      <a:pt x="9103" y="5776"/>
                      <a:pt x="8889" y="5621"/>
                      <a:pt x="8658" y="5621"/>
                    </a:cubicBezTo>
                    <a:cubicBezTo>
                      <a:pt x="8595" y="5621"/>
                      <a:pt x="8531" y="5632"/>
                      <a:pt x="8469" y="5657"/>
                    </a:cubicBezTo>
                    <a:cubicBezTo>
                      <a:pt x="8124" y="5887"/>
                      <a:pt x="7721" y="6002"/>
                      <a:pt x="7317" y="6002"/>
                    </a:cubicBezTo>
                    <a:cubicBezTo>
                      <a:pt x="6511" y="6002"/>
                      <a:pt x="5819" y="5599"/>
                      <a:pt x="5416" y="4850"/>
                    </a:cubicBezTo>
                    <a:cubicBezTo>
                      <a:pt x="5355" y="4729"/>
                      <a:pt x="5214" y="4655"/>
                      <a:pt x="5069" y="4655"/>
                    </a:cubicBezTo>
                    <a:cubicBezTo>
                      <a:pt x="4940" y="4655"/>
                      <a:pt x="4806" y="4714"/>
                      <a:pt x="4725" y="4850"/>
                    </a:cubicBezTo>
                    <a:cubicBezTo>
                      <a:pt x="4552" y="5081"/>
                      <a:pt x="4321" y="5196"/>
                      <a:pt x="4033" y="5196"/>
                    </a:cubicBezTo>
                    <a:cubicBezTo>
                      <a:pt x="3918" y="5196"/>
                      <a:pt x="3745" y="5138"/>
                      <a:pt x="3630" y="5081"/>
                    </a:cubicBezTo>
                    <a:cubicBezTo>
                      <a:pt x="3584" y="5050"/>
                      <a:pt x="3529" y="5036"/>
                      <a:pt x="3473" y="5036"/>
                    </a:cubicBezTo>
                    <a:cubicBezTo>
                      <a:pt x="3319" y="5036"/>
                      <a:pt x="3154" y="5142"/>
                      <a:pt x="3112" y="5311"/>
                    </a:cubicBezTo>
                    <a:cubicBezTo>
                      <a:pt x="2939" y="5657"/>
                      <a:pt x="2536" y="5945"/>
                      <a:pt x="2132" y="5945"/>
                    </a:cubicBezTo>
                    <a:cubicBezTo>
                      <a:pt x="1959" y="5945"/>
                      <a:pt x="1729" y="5887"/>
                      <a:pt x="1614" y="5772"/>
                    </a:cubicBezTo>
                    <a:cubicBezTo>
                      <a:pt x="1545" y="5731"/>
                      <a:pt x="1473" y="5713"/>
                      <a:pt x="1403" y="5713"/>
                    </a:cubicBezTo>
                    <a:cubicBezTo>
                      <a:pt x="1180" y="5713"/>
                      <a:pt x="980" y="5898"/>
                      <a:pt x="980" y="6118"/>
                    </a:cubicBezTo>
                    <a:lnTo>
                      <a:pt x="980" y="6521"/>
                    </a:lnTo>
                    <a:cubicBezTo>
                      <a:pt x="980" y="6694"/>
                      <a:pt x="980" y="6809"/>
                      <a:pt x="1038" y="6982"/>
                    </a:cubicBezTo>
                    <a:cubicBezTo>
                      <a:pt x="807" y="6579"/>
                      <a:pt x="692" y="6175"/>
                      <a:pt x="634" y="5772"/>
                    </a:cubicBezTo>
                    <a:cubicBezTo>
                      <a:pt x="462" y="4966"/>
                      <a:pt x="577" y="4159"/>
                      <a:pt x="807" y="3410"/>
                    </a:cubicBezTo>
                    <a:cubicBezTo>
                      <a:pt x="980" y="3007"/>
                      <a:pt x="1153" y="2661"/>
                      <a:pt x="1383" y="2315"/>
                    </a:cubicBezTo>
                    <a:cubicBezTo>
                      <a:pt x="1504" y="2154"/>
                      <a:pt x="1371" y="1964"/>
                      <a:pt x="1221" y="1964"/>
                    </a:cubicBezTo>
                    <a:cubicBezTo>
                      <a:pt x="1157" y="1964"/>
                      <a:pt x="1089" y="1999"/>
                      <a:pt x="1038" y="2085"/>
                    </a:cubicBezTo>
                    <a:cubicBezTo>
                      <a:pt x="750" y="2431"/>
                      <a:pt x="519" y="2834"/>
                      <a:pt x="404" y="3237"/>
                    </a:cubicBezTo>
                    <a:cubicBezTo>
                      <a:pt x="116" y="4101"/>
                      <a:pt x="1" y="4966"/>
                      <a:pt x="173" y="5830"/>
                    </a:cubicBezTo>
                    <a:cubicBezTo>
                      <a:pt x="346" y="6809"/>
                      <a:pt x="750" y="7673"/>
                      <a:pt x="1441" y="8365"/>
                    </a:cubicBezTo>
                    <a:cubicBezTo>
                      <a:pt x="1441" y="8365"/>
                      <a:pt x="1441" y="8422"/>
                      <a:pt x="1499" y="8422"/>
                    </a:cubicBezTo>
                    <a:cubicBezTo>
                      <a:pt x="1787" y="8998"/>
                      <a:pt x="2247" y="9517"/>
                      <a:pt x="2824" y="9862"/>
                    </a:cubicBezTo>
                    <a:cubicBezTo>
                      <a:pt x="1383" y="10669"/>
                      <a:pt x="462" y="12224"/>
                      <a:pt x="462" y="13895"/>
                    </a:cubicBezTo>
                    <a:cubicBezTo>
                      <a:pt x="462" y="14068"/>
                      <a:pt x="577" y="14154"/>
                      <a:pt x="692" y="14154"/>
                    </a:cubicBezTo>
                    <a:cubicBezTo>
                      <a:pt x="807" y="14154"/>
                      <a:pt x="922" y="14068"/>
                      <a:pt x="922" y="13895"/>
                    </a:cubicBezTo>
                    <a:cubicBezTo>
                      <a:pt x="922" y="12282"/>
                      <a:pt x="1844" y="10842"/>
                      <a:pt x="3284" y="10150"/>
                    </a:cubicBezTo>
                    <a:lnTo>
                      <a:pt x="3342" y="10150"/>
                    </a:lnTo>
                    <a:cubicBezTo>
                      <a:pt x="3457" y="11015"/>
                      <a:pt x="4149" y="11648"/>
                      <a:pt x="5013" y="11648"/>
                    </a:cubicBezTo>
                    <a:cubicBezTo>
                      <a:pt x="5935" y="11648"/>
                      <a:pt x="6626" y="11015"/>
                      <a:pt x="6741" y="10150"/>
                    </a:cubicBezTo>
                    <a:lnTo>
                      <a:pt x="6799" y="10150"/>
                    </a:lnTo>
                    <a:cubicBezTo>
                      <a:pt x="7836" y="10669"/>
                      <a:pt x="8585" y="11533"/>
                      <a:pt x="8988" y="12628"/>
                    </a:cubicBezTo>
                    <a:cubicBezTo>
                      <a:pt x="8988" y="12801"/>
                      <a:pt x="9046" y="12973"/>
                      <a:pt x="9103" y="13204"/>
                    </a:cubicBezTo>
                    <a:cubicBezTo>
                      <a:pt x="8700" y="13319"/>
                      <a:pt x="8469" y="13665"/>
                      <a:pt x="8469" y="14068"/>
                    </a:cubicBezTo>
                    <a:cubicBezTo>
                      <a:pt x="8469" y="14471"/>
                      <a:pt x="9046" y="15566"/>
                      <a:pt x="9218" y="15796"/>
                    </a:cubicBezTo>
                    <a:cubicBezTo>
                      <a:pt x="9247" y="15854"/>
                      <a:pt x="9319" y="15883"/>
                      <a:pt x="9398" y="15883"/>
                    </a:cubicBezTo>
                    <a:cubicBezTo>
                      <a:pt x="9478" y="15883"/>
                      <a:pt x="9564" y="15854"/>
                      <a:pt x="9622" y="15796"/>
                    </a:cubicBezTo>
                    <a:cubicBezTo>
                      <a:pt x="9622" y="15739"/>
                      <a:pt x="9852" y="15393"/>
                      <a:pt x="10025" y="14990"/>
                    </a:cubicBezTo>
                    <a:cubicBezTo>
                      <a:pt x="10025" y="14990"/>
                      <a:pt x="10083" y="14990"/>
                      <a:pt x="10140" y="15047"/>
                    </a:cubicBezTo>
                    <a:cubicBezTo>
                      <a:pt x="10313" y="15451"/>
                      <a:pt x="10543" y="15854"/>
                      <a:pt x="10659" y="15969"/>
                    </a:cubicBezTo>
                    <a:cubicBezTo>
                      <a:pt x="10687" y="16056"/>
                      <a:pt x="10759" y="16099"/>
                      <a:pt x="10839" y="16099"/>
                    </a:cubicBezTo>
                    <a:cubicBezTo>
                      <a:pt x="10918" y="16099"/>
                      <a:pt x="11004" y="16056"/>
                      <a:pt x="11062" y="15969"/>
                    </a:cubicBezTo>
                    <a:cubicBezTo>
                      <a:pt x="11120" y="15854"/>
                      <a:pt x="11350" y="15451"/>
                      <a:pt x="11523" y="15047"/>
                    </a:cubicBezTo>
                    <a:cubicBezTo>
                      <a:pt x="11580" y="14990"/>
                      <a:pt x="11580" y="14990"/>
                      <a:pt x="11638" y="14932"/>
                    </a:cubicBezTo>
                    <a:cubicBezTo>
                      <a:pt x="11811" y="15335"/>
                      <a:pt x="12041" y="15739"/>
                      <a:pt x="12041" y="15739"/>
                    </a:cubicBezTo>
                    <a:cubicBezTo>
                      <a:pt x="12099" y="15825"/>
                      <a:pt x="12185" y="15868"/>
                      <a:pt x="12265" y="15868"/>
                    </a:cubicBezTo>
                    <a:cubicBezTo>
                      <a:pt x="12344" y="15868"/>
                      <a:pt x="12416" y="15825"/>
                      <a:pt x="12445" y="15739"/>
                    </a:cubicBezTo>
                    <a:cubicBezTo>
                      <a:pt x="12560" y="15566"/>
                      <a:pt x="13194" y="14471"/>
                      <a:pt x="13194" y="14010"/>
                    </a:cubicBezTo>
                    <a:cubicBezTo>
                      <a:pt x="13194" y="13612"/>
                      <a:pt x="12912" y="13269"/>
                      <a:pt x="12571" y="13150"/>
                    </a:cubicBezTo>
                    <a:lnTo>
                      <a:pt x="12571" y="13150"/>
                    </a:lnTo>
                    <a:cubicBezTo>
                      <a:pt x="12904" y="11566"/>
                      <a:pt x="12848" y="10495"/>
                      <a:pt x="12848" y="10381"/>
                    </a:cubicBezTo>
                    <a:cubicBezTo>
                      <a:pt x="12848" y="9920"/>
                      <a:pt x="12733" y="9459"/>
                      <a:pt x="12560" y="9056"/>
                    </a:cubicBezTo>
                    <a:cubicBezTo>
                      <a:pt x="12518" y="8952"/>
                      <a:pt x="12439" y="8908"/>
                      <a:pt x="12360" y="8908"/>
                    </a:cubicBezTo>
                    <a:cubicBezTo>
                      <a:pt x="12221" y="8908"/>
                      <a:pt x="12083" y="9045"/>
                      <a:pt x="12157" y="9229"/>
                    </a:cubicBezTo>
                    <a:cubicBezTo>
                      <a:pt x="12272" y="9517"/>
                      <a:pt x="12329" y="9862"/>
                      <a:pt x="12329" y="10208"/>
                    </a:cubicBezTo>
                    <a:cubicBezTo>
                      <a:pt x="11868" y="10439"/>
                      <a:pt x="11235" y="10496"/>
                      <a:pt x="10774" y="10496"/>
                    </a:cubicBezTo>
                    <a:cubicBezTo>
                      <a:pt x="9910" y="10496"/>
                      <a:pt x="9449" y="10323"/>
                      <a:pt x="9218" y="10266"/>
                    </a:cubicBezTo>
                    <a:cubicBezTo>
                      <a:pt x="9218" y="9517"/>
                      <a:pt x="9506" y="8825"/>
                      <a:pt x="10025" y="8249"/>
                    </a:cubicBezTo>
                    <a:cubicBezTo>
                      <a:pt x="10313" y="7961"/>
                      <a:pt x="10601" y="7731"/>
                      <a:pt x="10774" y="7673"/>
                    </a:cubicBezTo>
                    <a:cubicBezTo>
                      <a:pt x="10889" y="7731"/>
                      <a:pt x="11177" y="7961"/>
                      <a:pt x="11465" y="8249"/>
                    </a:cubicBezTo>
                    <a:cubicBezTo>
                      <a:pt x="11519" y="8303"/>
                      <a:pt x="11579" y="8325"/>
                      <a:pt x="11636" y="8325"/>
                    </a:cubicBezTo>
                    <a:cubicBezTo>
                      <a:pt x="11825" y="8325"/>
                      <a:pt x="11988" y="8081"/>
                      <a:pt x="11811" y="7904"/>
                    </a:cubicBezTo>
                    <a:cubicBezTo>
                      <a:pt x="11350" y="7443"/>
                      <a:pt x="10889" y="7212"/>
                      <a:pt x="10831" y="7155"/>
                    </a:cubicBezTo>
                    <a:lnTo>
                      <a:pt x="10659" y="7155"/>
                    </a:lnTo>
                    <a:cubicBezTo>
                      <a:pt x="10601" y="7155"/>
                      <a:pt x="10140" y="7443"/>
                      <a:pt x="9679" y="7961"/>
                    </a:cubicBezTo>
                    <a:cubicBezTo>
                      <a:pt x="9218" y="8422"/>
                      <a:pt x="8700" y="9229"/>
                      <a:pt x="8758" y="10381"/>
                    </a:cubicBezTo>
                    <a:cubicBezTo>
                      <a:pt x="8758" y="10439"/>
                      <a:pt x="8700" y="10727"/>
                      <a:pt x="8758" y="11245"/>
                    </a:cubicBezTo>
                    <a:cubicBezTo>
                      <a:pt x="8354" y="10669"/>
                      <a:pt x="7836" y="10208"/>
                      <a:pt x="7260" y="9920"/>
                    </a:cubicBezTo>
                    <a:cubicBezTo>
                      <a:pt x="7778" y="9517"/>
                      <a:pt x="8239" y="9056"/>
                      <a:pt x="8527" y="8480"/>
                    </a:cubicBezTo>
                    <a:cubicBezTo>
                      <a:pt x="8585" y="8422"/>
                      <a:pt x="8642" y="8365"/>
                      <a:pt x="8700" y="8307"/>
                    </a:cubicBezTo>
                    <a:cubicBezTo>
                      <a:pt x="9103" y="7846"/>
                      <a:pt x="9334" y="7443"/>
                      <a:pt x="9564" y="6982"/>
                    </a:cubicBezTo>
                    <a:cubicBezTo>
                      <a:pt x="9794" y="6463"/>
                      <a:pt x="9910" y="5887"/>
                      <a:pt x="9967" y="5369"/>
                    </a:cubicBezTo>
                    <a:cubicBezTo>
                      <a:pt x="10025" y="4332"/>
                      <a:pt x="9794" y="3410"/>
                      <a:pt x="9334" y="2546"/>
                    </a:cubicBezTo>
                    <a:cubicBezTo>
                      <a:pt x="8873" y="1739"/>
                      <a:pt x="8239" y="1048"/>
                      <a:pt x="7432" y="587"/>
                    </a:cubicBezTo>
                    <a:cubicBezTo>
                      <a:pt x="6675" y="183"/>
                      <a:pt x="5873" y="0"/>
                      <a:pt x="50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44"/>
              <p:cNvSpPr/>
              <p:nvPr/>
            </p:nvSpPr>
            <p:spPr>
              <a:xfrm>
                <a:off x="5650650" y="2354825"/>
                <a:ext cx="44675" cy="44675"/>
              </a:xfrm>
              <a:custGeom>
                <a:rect b="b" l="l" r="r" t="t"/>
                <a:pathLst>
                  <a:path extrusionOk="0" h="1787" w="1787">
                    <a:moveTo>
                      <a:pt x="922" y="461"/>
                    </a:moveTo>
                    <a:cubicBezTo>
                      <a:pt x="1153" y="461"/>
                      <a:pt x="1326" y="692"/>
                      <a:pt x="1326" y="922"/>
                    </a:cubicBezTo>
                    <a:cubicBezTo>
                      <a:pt x="1326" y="1153"/>
                      <a:pt x="1153" y="1325"/>
                      <a:pt x="922" y="1325"/>
                    </a:cubicBezTo>
                    <a:cubicBezTo>
                      <a:pt x="692" y="1325"/>
                      <a:pt x="462" y="1153"/>
                      <a:pt x="462" y="922"/>
                    </a:cubicBezTo>
                    <a:cubicBezTo>
                      <a:pt x="462" y="692"/>
                      <a:pt x="692" y="461"/>
                      <a:pt x="922" y="461"/>
                    </a:cubicBezTo>
                    <a:close/>
                    <a:moveTo>
                      <a:pt x="922" y="0"/>
                    </a:moveTo>
                    <a:cubicBezTo>
                      <a:pt x="404" y="0"/>
                      <a:pt x="1" y="404"/>
                      <a:pt x="1" y="922"/>
                    </a:cubicBezTo>
                    <a:cubicBezTo>
                      <a:pt x="1" y="1383"/>
                      <a:pt x="404" y="1786"/>
                      <a:pt x="922" y="1786"/>
                    </a:cubicBezTo>
                    <a:cubicBezTo>
                      <a:pt x="1383" y="1786"/>
                      <a:pt x="1787" y="1383"/>
                      <a:pt x="1787" y="922"/>
                    </a:cubicBezTo>
                    <a:cubicBezTo>
                      <a:pt x="1787" y="404"/>
                      <a:pt x="1383" y="0"/>
                      <a:pt x="9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75" name="Google Shape;675;p44"/>
          <p:cNvGrpSpPr/>
          <p:nvPr/>
        </p:nvGrpSpPr>
        <p:grpSpPr>
          <a:xfrm>
            <a:off x="6688145" y="1452496"/>
            <a:ext cx="707400" cy="707400"/>
            <a:chOff x="6688153" y="1471546"/>
            <a:chExt cx="707400" cy="707400"/>
          </a:xfrm>
        </p:grpSpPr>
        <p:sp>
          <p:nvSpPr>
            <p:cNvPr id="676" name="Google Shape;676;p44"/>
            <p:cNvSpPr/>
            <p:nvPr/>
          </p:nvSpPr>
          <p:spPr>
            <a:xfrm rot="5400000">
              <a:off x="6688153" y="14715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7" name="Google Shape;677;p44"/>
            <p:cNvGrpSpPr/>
            <p:nvPr/>
          </p:nvGrpSpPr>
          <p:grpSpPr>
            <a:xfrm>
              <a:off x="6843803" y="1623609"/>
              <a:ext cx="396100" cy="403275"/>
              <a:chOff x="5817725" y="2075425"/>
              <a:chExt cx="396100" cy="403275"/>
            </a:xfrm>
          </p:grpSpPr>
          <p:sp>
            <p:nvSpPr>
              <p:cNvPr id="678" name="Google Shape;678;p44"/>
              <p:cNvSpPr/>
              <p:nvPr/>
            </p:nvSpPr>
            <p:spPr>
              <a:xfrm>
                <a:off x="5873900" y="2075425"/>
                <a:ext cx="339925" cy="403275"/>
              </a:xfrm>
              <a:custGeom>
                <a:rect b="b" l="l" r="r" t="t"/>
                <a:pathLst>
                  <a:path extrusionOk="0" h="16131" w="13597">
                    <a:moveTo>
                      <a:pt x="10066" y="2299"/>
                    </a:moveTo>
                    <a:cubicBezTo>
                      <a:pt x="10536" y="2299"/>
                      <a:pt x="10893" y="2680"/>
                      <a:pt x="10946" y="3111"/>
                    </a:cubicBezTo>
                    <a:cubicBezTo>
                      <a:pt x="10946" y="3514"/>
                      <a:pt x="10658" y="3918"/>
                      <a:pt x="10313" y="4033"/>
                    </a:cubicBezTo>
                    <a:lnTo>
                      <a:pt x="10140" y="3629"/>
                    </a:lnTo>
                    <a:cubicBezTo>
                      <a:pt x="10140" y="3572"/>
                      <a:pt x="10082" y="3514"/>
                      <a:pt x="10025" y="3514"/>
                    </a:cubicBezTo>
                    <a:lnTo>
                      <a:pt x="9103" y="3111"/>
                    </a:lnTo>
                    <a:cubicBezTo>
                      <a:pt x="9161" y="2650"/>
                      <a:pt x="9506" y="2304"/>
                      <a:pt x="9967" y="2304"/>
                    </a:cubicBezTo>
                    <a:cubicBezTo>
                      <a:pt x="10000" y="2301"/>
                      <a:pt x="10033" y="2299"/>
                      <a:pt x="10066" y="2299"/>
                    </a:cubicBezTo>
                    <a:close/>
                    <a:moveTo>
                      <a:pt x="10082" y="518"/>
                    </a:moveTo>
                    <a:lnTo>
                      <a:pt x="10255" y="1095"/>
                    </a:lnTo>
                    <a:cubicBezTo>
                      <a:pt x="10255" y="1210"/>
                      <a:pt x="10313" y="1267"/>
                      <a:pt x="10428" y="1267"/>
                    </a:cubicBezTo>
                    <a:cubicBezTo>
                      <a:pt x="10601" y="1325"/>
                      <a:pt x="10774" y="1383"/>
                      <a:pt x="10946" y="1440"/>
                    </a:cubicBezTo>
                    <a:cubicBezTo>
                      <a:pt x="10975" y="1469"/>
                      <a:pt x="11018" y="1483"/>
                      <a:pt x="11062" y="1483"/>
                    </a:cubicBezTo>
                    <a:cubicBezTo>
                      <a:pt x="11105" y="1483"/>
                      <a:pt x="11148" y="1469"/>
                      <a:pt x="11177" y="1440"/>
                    </a:cubicBezTo>
                    <a:lnTo>
                      <a:pt x="11695" y="1037"/>
                    </a:lnTo>
                    <a:lnTo>
                      <a:pt x="11983" y="1325"/>
                    </a:lnTo>
                    <a:lnTo>
                      <a:pt x="11638" y="1844"/>
                    </a:lnTo>
                    <a:cubicBezTo>
                      <a:pt x="11638" y="1959"/>
                      <a:pt x="11638" y="2016"/>
                      <a:pt x="11638" y="2132"/>
                    </a:cubicBezTo>
                    <a:cubicBezTo>
                      <a:pt x="11753" y="2247"/>
                      <a:pt x="11868" y="2420"/>
                      <a:pt x="11868" y="2592"/>
                    </a:cubicBezTo>
                    <a:cubicBezTo>
                      <a:pt x="11926" y="2708"/>
                      <a:pt x="11983" y="2765"/>
                      <a:pt x="12099" y="2765"/>
                    </a:cubicBezTo>
                    <a:lnTo>
                      <a:pt x="12675" y="2823"/>
                    </a:lnTo>
                    <a:lnTo>
                      <a:pt x="12732" y="3284"/>
                    </a:lnTo>
                    <a:lnTo>
                      <a:pt x="12099" y="3399"/>
                    </a:lnTo>
                    <a:cubicBezTo>
                      <a:pt x="12041" y="3457"/>
                      <a:pt x="11983" y="3514"/>
                      <a:pt x="11926" y="3572"/>
                    </a:cubicBezTo>
                    <a:cubicBezTo>
                      <a:pt x="11926" y="3745"/>
                      <a:pt x="11811" y="3918"/>
                      <a:pt x="11753" y="4090"/>
                    </a:cubicBezTo>
                    <a:cubicBezTo>
                      <a:pt x="11695" y="4206"/>
                      <a:pt x="11695" y="4263"/>
                      <a:pt x="11753" y="4378"/>
                    </a:cubicBezTo>
                    <a:lnTo>
                      <a:pt x="12156" y="4839"/>
                    </a:lnTo>
                    <a:lnTo>
                      <a:pt x="11868" y="5127"/>
                    </a:lnTo>
                    <a:lnTo>
                      <a:pt x="11350" y="4839"/>
                    </a:lnTo>
                    <a:cubicBezTo>
                      <a:pt x="11321" y="4810"/>
                      <a:pt x="11278" y="4796"/>
                      <a:pt x="11235" y="4796"/>
                    </a:cubicBezTo>
                    <a:cubicBezTo>
                      <a:pt x="11191" y="4796"/>
                      <a:pt x="11148" y="4810"/>
                      <a:pt x="11119" y="4839"/>
                    </a:cubicBezTo>
                    <a:cubicBezTo>
                      <a:pt x="10946" y="4897"/>
                      <a:pt x="10831" y="4955"/>
                      <a:pt x="10658" y="5012"/>
                    </a:cubicBezTo>
                    <a:lnTo>
                      <a:pt x="10486" y="4494"/>
                    </a:lnTo>
                    <a:cubicBezTo>
                      <a:pt x="11004" y="4263"/>
                      <a:pt x="11407" y="3745"/>
                      <a:pt x="11407" y="3111"/>
                    </a:cubicBezTo>
                    <a:cubicBezTo>
                      <a:pt x="11352" y="2397"/>
                      <a:pt x="10773" y="1840"/>
                      <a:pt x="10020" y="1840"/>
                    </a:cubicBezTo>
                    <a:cubicBezTo>
                      <a:pt x="9984" y="1840"/>
                      <a:pt x="9947" y="1841"/>
                      <a:pt x="9909" y="1844"/>
                    </a:cubicBezTo>
                    <a:cubicBezTo>
                      <a:pt x="9276" y="1844"/>
                      <a:pt x="8757" y="2304"/>
                      <a:pt x="8642" y="2881"/>
                    </a:cubicBezTo>
                    <a:lnTo>
                      <a:pt x="8124" y="2650"/>
                    </a:lnTo>
                    <a:cubicBezTo>
                      <a:pt x="8124" y="2535"/>
                      <a:pt x="8181" y="2420"/>
                      <a:pt x="8239" y="2304"/>
                    </a:cubicBezTo>
                    <a:cubicBezTo>
                      <a:pt x="8296" y="2189"/>
                      <a:pt x="8296" y="2132"/>
                      <a:pt x="8239" y="2016"/>
                    </a:cubicBezTo>
                    <a:lnTo>
                      <a:pt x="7893" y="1555"/>
                    </a:lnTo>
                    <a:lnTo>
                      <a:pt x="8181" y="1210"/>
                    </a:lnTo>
                    <a:lnTo>
                      <a:pt x="8700" y="1555"/>
                    </a:lnTo>
                    <a:cubicBezTo>
                      <a:pt x="8728" y="1584"/>
                      <a:pt x="8772" y="1599"/>
                      <a:pt x="8815" y="1599"/>
                    </a:cubicBezTo>
                    <a:cubicBezTo>
                      <a:pt x="8858" y="1599"/>
                      <a:pt x="8901" y="1584"/>
                      <a:pt x="8930" y="1555"/>
                    </a:cubicBezTo>
                    <a:cubicBezTo>
                      <a:pt x="9103" y="1440"/>
                      <a:pt x="9276" y="1383"/>
                      <a:pt x="9449" y="1325"/>
                    </a:cubicBezTo>
                    <a:cubicBezTo>
                      <a:pt x="9506" y="1267"/>
                      <a:pt x="9564" y="1210"/>
                      <a:pt x="9621" y="1095"/>
                    </a:cubicBezTo>
                    <a:lnTo>
                      <a:pt x="9679" y="518"/>
                    </a:lnTo>
                    <a:close/>
                    <a:moveTo>
                      <a:pt x="9909" y="4321"/>
                    </a:moveTo>
                    <a:lnTo>
                      <a:pt x="10198" y="4955"/>
                    </a:lnTo>
                    <a:lnTo>
                      <a:pt x="10428" y="5703"/>
                    </a:lnTo>
                    <a:lnTo>
                      <a:pt x="9506" y="5243"/>
                    </a:lnTo>
                    <a:lnTo>
                      <a:pt x="9909" y="4321"/>
                    </a:lnTo>
                    <a:close/>
                    <a:moveTo>
                      <a:pt x="12790" y="7720"/>
                    </a:moveTo>
                    <a:lnTo>
                      <a:pt x="12272" y="8296"/>
                    </a:lnTo>
                    <a:lnTo>
                      <a:pt x="8930" y="8296"/>
                    </a:lnTo>
                    <a:lnTo>
                      <a:pt x="9449" y="7720"/>
                    </a:lnTo>
                    <a:close/>
                    <a:moveTo>
                      <a:pt x="6626" y="2477"/>
                    </a:moveTo>
                    <a:lnTo>
                      <a:pt x="9621" y="3802"/>
                    </a:lnTo>
                    <a:lnTo>
                      <a:pt x="8988" y="5243"/>
                    </a:lnTo>
                    <a:cubicBezTo>
                      <a:pt x="8930" y="5415"/>
                      <a:pt x="8988" y="5531"/>
                      <a:pt x="9103" y="5588"/>
                    </a:cubicBezTo>
                    <a:lnTo>
                      <a:pt x="10543" y="6222"/>
                    </a:lnTo>
                    <a:lnTo>
                      <a:pt x="10140" y="7201"/>
                    </a:lnTo>
                    <a:lnTo>
                      <a:pt x="9333" y="7201"/>
                    </a:lnTo>
                    <a:cubicBezTo>
                      <a:pt x="9276" y="7201"/>
                      <a:pt x="9218" y="7259"/>
                      <a:pt x="9161" y="7259"/>
                    </a:cubicBezTo>
                    <a:lnTo>
                      <a:pt x="8124" y="8354"/>
                    </a:lnTo>
                    <a:cubicBezTo>
                      <a:pt x="8124" y="8411"/>
                      <a:pt x="8066" y="8526"/>
                      <a:pt x="8066" y="8642"/>
                    </a:cubicBezTo>
                    <a:lnTo>
                      <a:pt x="8066" y="10831"/>
                    </a:lnTo>
                    <a:lnTo>
                      <a:pt x="8008" y="10831"/>
                    </a:lnTo>
                    <a:lnTo>
                      <a:pt x="5301" y="9621"/>
                    </a:lnTo>
                    <a:lnTo>
                      <a:pt x="5301" y="5415"/>
                    </a:lnTo>
                    <a:lnTo>
                      <a:pt x="6626" y="2477"/>
                    </a:lnTo>
                    <a:close/>
                    <a:moveTo>
                      <a:pt x="13136" y="8065"/>
                    </a:moveTo>
                    <a:lnTo>
                      <a:pt x="13136" y="11407"/>
                    </a:lnTo>
                    <a:lnTo>
                      <a:pt x="12617" y="11983"/>
                    </a:lnTo>
                    <a:lnTo>
                      <a:pt x="12617" y="11176"/>
                    </a:lnTo>
                    <a:cubicBezTo>
                      <a:pt x="12617" y="11004"/>
                      <a:pt x="12502" y="10917"/>
                      <a:pt x="12387" y="10917"/>
                    </a:cubicBezTo>
                    <a:cubicBezTo>
                      <a:pt x="12272" y="10917"/>
                      <a:pt x="12156" y="11004"/>
                      <a:pt x="12156" y="11176"/>
                    </a:cubicBezTo>
                    <a:lnTo>
                      <a:pt x="12156" y="12329"/>
                    </a:lnTo>
                    <a:lnTo>
                      <a:pt x="10313" y="12329"/>
                    </a:lnTo>
                    <a:lnTo>
                      <a:pt x="10428" y="12156"/>
                    </a:lnTo>
                    <a:cubicBezTo>
                      <a:pt x="10486" y="12041"/>
                      <a:pt x="10486" y="11925"/>
                      <a:pt x="10428" y="11810"/>
                    </a:cubicBezTo>
                    <a:lnTo>
                      <a:pt x="9909" y="11349"/>
                    </a:lnTo>
                    <a:cubicBezTo>
                      <a:pt x="9876" y="11316"/>
                      <a:pt x="9824" y="11283"/>
                      <a:pt x="9763" y="11283"/>
                    </a:cubicBezTo>
                    <a:cubicBezTo>
                      <a:pt x="9719" y="11283"/>
                      <a:pt x="9670" y="11301"/>
                      <a:pt x="9621" y="11349"/>
                    </a:cubicBezTo>
                    <a:lnTo>
                      <a:pt x="9218" y="11637"/>
                    </a:lnTo>
                    <a:cubicBezTo>
                      <a:pt x="9103" y="11580"/>
                      <a:pt x="9045" y="11522"/>
                      <a:pt x="8988" y="11522"/>
                    </a:cubicBezTo>
                    <a:lnTo>
                      <a:pt x="8872" y="11004"/>
                    </a:lnTo>
                    <a:cubicBezTo>
                      <a:pt x="8829" y="10874"/>
                      <a:pt x="8754" y="10809"/>
                      <a:pt x="8646" y="10809"/>
                    </a:cubicBezTo>
                    <a:cubicBezTo>
                      <a:pt x="8610" y="10809"/>
                      <a:pt x="8570" y="10816"/>
                      <a:pt x="8527" y="10831"/>
                    </a:cubicBezTo>
                    <a:cubicBezTo>
                      <a:pt x="8527" y="10543"/>
                      <a:pt x="8527" y="9160"/>
                      <a:pt x="8527" y="8757"/>
                    </a:cubicBezTo>
                    <a:lnTo>
                      <a:pt x="12156" y="8757"/>
                    </a:lnTo>
                    <a:lnTo>
                      <a:pt x="12156" y="9909"/>
                    </a:lnTo>
                    <a:cubicBezTo>
                      <a:pt x="12156" y="10053"/>
                      <a:pt x="12272" y="10125"/>
                      <a:pt x="12387" y="10125"/>
                    </a:cubicBezTo>
                    <a:cubicBezTo>
                      <a:pt x="12502" y="10125"/>
                      <a:pt x="12617" y="10053"/>
                      <a:pt x="12617" y="9909"/>
                    </a:cubicBezTo>
                    <a:lnTo>
                      <a:pt x="12617" y="8642"/>
                    </a:lnTo>
                    <a:lnTo>
                      <a:pt x="13136" y="8065"/>
                    </a:lnTo>
                    <a:close/>
                    <a:moveTo>
                      <a:pt x="4840" y="12617"/>
                    </a:moveTo>
                    <a:lnTo>
                      <a:pt x="4840" y="14518"/>
                    </a:lnTo>
                    <a:lnTo>
                      <a:pt x="4436" y="14518"/>
                    </a:lnTo>
                    <a:cubicBezTo>
                      <a:pt x="3976" y="14518"/>
                      <a:pt x="3630" y="14172"/>
                      <a:pt x="3630" y="13711"/>
                    </a:cubicBezTo>
                    <a:lnTo>
                      <a:pt x="3630" y="12617"/>
                    </a:lnTo>
                    <a:close/>
                    <a:moveTo>
                      <a:pt x="8469" y="11292"/>
                    </a:moveTo>
                    <a:lnTo>
                      <a:pt x="8527" y="11753"/>
                    </a:lnTo>
                    <a:cubicBezTo>
                      <a:pt x="8584" y="11868"/>
                      <a:pt x="8642" y="11925"/>
                      <a:pt x="8700" y="11925"/>
                    </a:cubicBezTo>
                    <a:cubicBezTo>
                      <a:pt x="8872" y="11983"/>
                      <a:pt x="8988" y="12041"/>
                      <a:pt x="9103" y="12098"/>
                    </a:cubicBezTo>
                    <a:cubicBezTo>
                      <a:pt x="9161" y="12127"/>
                      <a:pt x="9204" y="12141"/>
                      <a:pt x="9247" y="12141"/>
                    </a:cubicBezTo>
                    <a:cubicBezTo>
                      <a:pt x="9290" y="12141"/>
                      <a:pt x="9333" y="12127"/>
                      <a:pt x="9391" y="12098"/>
                    </a:cubicBezTo>
                    <a:lnTo>
                      <a:pt x="9737" y="11810"/>
                    </a:lnTo>
                    <a:lnTo>
                      <a:pt x="9967" y="12041"/>
                    </a:lnTo>
                    <a:lnTo>
                      <a:pt x="9679" y="12386"/>
                    </a:lnTo>
                    <a:cubicBezTo>
                      <a:pt x="9621" y="12501"/>
                      <a:pt x="9621" y="12559"/>
                      <a:pt x="9679" y="12674"/>
                    </a:cubicBezTo>
                    <a:cubicBezTo>
                      <a:pt x="9737" y="12790"/>
                      <a:pt x="9794" y="12905"/>
                      <a:pt x="9852" y="13078"/>
                    </a:cubicBezTo>
                    <a:cubicBezTo>
                      <a:pt x="9852" y="13135"/>
                      <a:pt x="9967" y="13193"/>
                      <a:pt x="10025" y="13250"/>
                    </a:cubicBezTo>
                    <a:lnTo>
                      <a:pt x="10486" y="13308"/>
                    </a:lnTo>
                    <a:lnTo>
                      <a:pt x="10486" y="13596"/>
                    </a:lnTo>
                    <a:lnTo>
                      <a:pt x="10025" y="13654"/>
                    </a:lnTo>
                    <a:cubicBezTo>
                      <a:pt x="9967" y="13711"/>
                      <a:pt x="9909" y="13769"/>
                      <a:pt x="9852" y="13827"/>
                    </a:cubicBezTo>
                    <a:cubicBezTo>
                      <a:pt x="9852" y="13999"/>
                      <a:pt x="9794" y="14115"/>
                      <a:pt x="9679" y="14230"/>
                    </a:cubicBezTo>
                    <a:cubicBezTo>
                      <a:pt x="9621" y="14345"/>
                      <a:pt x="9679" y="14403"/>
                      <a:pt x="9679" y="14518"/>
                    </a:cubicBezTo>
                    <a:lnTo>
                      <a:pt x="9967" y="14864"/>
                    </a:lnTo>
                    <a:lnTo>
                      <a:pt x="9794" y="15094"/>
                    </a:lnTo>
                    <a:lnTo>
                      <a:pt x="9391" y="14806"/>
                    </a:lnTo>
                    <a:cubicBezTo>
                      <a:pt x="9362" y="14777"/>
                      <a:pt x="9319" y="14763"/>
                      <a:pt x="9276" y="14763"/>
                    </a:cubicBezTo>
                    <a:cubicBezTo>
                      <a:pt x="9233" y="14763"/>
                      <a:pt x="9189" y="14777"/>
                      <a:pt x="9161" y="14806"/>
                    </a:cubicBezTo>
                    <a:cubicBezTo>
                      <a:pt x="9045" y="14864"/>
                      <a:pt x="8872" y="14921"/>
                      <a:pt x="8757" y="14979"/>
                    </a:cubicBezTo>
                    <a:cubicBezTo>
                      <a:pt x="8642" y="14979"/>
                      <a:pt x="8584" y="15036"/>
                      <a:pt x="8584" y="15152"/>
                    </a:cubicBezTo>
                    <a:lnTo>
                      <a:pt x="8469" y="15612"/>
                    </a:lnTo>
                    <a:lnTo>
                      <a:pt x="8239" y="15612"/>
                    </a:lnTo>
                    <a:lnTo>
                      <a:pt x="8124" y="15152"/>
                    </a:lnTo>
                    <a:cubicBezTo>
                      <a:pt x="8124" y="15036"/>
                      <a:pt x="8066" y="14979"/>
                      <a:pt x="7951" y="14921"/>
                    </a:cubicBezTo>
                    <a:cubicBezTo>
                      <a:pt x="7835" y="14921"/>
                      <a:pt x="7663" y="14864"/>
                      <a:pt x="7547" y="14806"/>
                    </a:cubicBezTo>
                    <a:cubicBezTo>
                      <a:pt x="7519" y="14777"/>
                      <a:pt x="7475" y="14763"/>
                      <a:pt x="7432" y="14763"/>
                    </a:cubicBezTo>
                    <a:cubicBezTo>
                      <a:pt x="7389" y="14763"/>
                      <a:pt x="7346" y="14777"/>
                      <a:pt x="7317" y="14806"/>
                    </a:cubicBezTo>
                    <a:lnTo>
                      <a:pt x="6914" y="15036"/>
                    </a:lnTo>
                    <a:lnTo>
                      <a:pt x="6741" y="14864"/>
                    </a:lnTo>
                    <a:lnTo>
                      <a:pt x="7029" y="14460"/>
                    </a:lnTo>
                    <a:cubicBezTo>
                      <a:pt x="7029" y="14403"/>
                      <a:pt x="7029" y="14287"/>
                      <a:pt x="7029" y="14230"/>
                    </a:cubicBezTo>
                    <a:cubicBezTo>
                      <a:pt x="6914" y="14115"/>
                      <a:pt x="6856" y="13942"/>
                      <a:pt x="6856" y="13827"/>
                    </a:cubicBezTo>
                    <a:cubicBezTo>
                      <a:pt x="6798" y="13711"/>
                      <a:pt x="6741" y="13654"/>
                      <a:pt x="6626" y="13654"/>
                    </a:cubicBezTo>
                    <a:lnTo>
                      <a:pt x="6222" y="13538"/>
                    </a:lnTo>
                    <a:lnTo>
                      <a:pt x="6222" y="13308"/>
                    </a:lnTo>
                    <a:lnTo>
                      <a:pt x="6626" y="13193"/>
                    </a:lnTo>
                    <a:cubicBezTo>
                      <a:pt x="6741" y="13193"/>
                      <a:pt x="6798" y="13135"/>
                      <a:pt x="6856" y="13020"/>
                    </a:cubicBezTo>
                    <a:cubicBezTo>
                      <a:pt x="6856" y="12905"/>
                      <a:pt x="6914" y="12790"/>
                      <a:pt x="6971" y="12674"/>
                    </a:cubicBezTo>
                    <a:cubicBezTo>
                      <a:pt x="7029" y="12559"/>
                      <a:pt x="7029" y="12444"/>
                      <a:pt x="6971" y="12386"/>
                    </a:cubicBezTo>
                    <a:lnTo>
                      <a:pt x="6741" y="11983"/>
                    </a:lnTo>
                    <a:lnTo>
                      <a:pt x="6914" y="11810"/>
                    </a:lnTo>
                    <a:lnTo>
                      <a:pt x="7259" y="12098"/>
                    </a:lnTo>
                    <a:cubicBezTo>
                      <a:pt x="7317" y="12127"/>
                      <a:pt x="7360" y="12141"/>
                      <a:pt x="7403" y="12141"/>
                    </a:cubicBezTo>
                    <a:cubicBezTo>
                      <a:pt x="7447" y="12141"/>
                      <a:pt x="7490" y="12127"/>
                      <a:pt x="7547" y="12098"/>
                    </a:cubicBezTo>
                    <a:cubicBezTo>
                      <a:pt x="7663" y="12041"/>
                      <a:pt x="7835" y="11983"/>
                      <a:pt x="7951" y="11925"/>
                    </a:cubicBezTo>
                    <a:cubicBezTo>
                      <a:pt x="8066" y="11925"/>
                      <a:pt x="8124" y="11810"/>
                      <a:pt x="8124" y="11753"/>
                    </a:cubicBezTo>
                    <a:lnTo>
                      <a:pt x="8181" y="11292"/>
                    </a:lnTo>
                    <a:close/>
                    <a:moveTo>
                      <a:pt x="10255" y="0"/>
                    </a:moveTo>
                    <a:lnTo>
                      <a:pt x="9449" y="58"/>
                    </a:lnTo>
                    <a:cubicBezTo>
                      <a:pt x="9333" y="58"/>
                      <a:pt x="9218" y="115"/>
                      <a:pt x="9218" y="230"/>
                    </a:cubicBezTo>
                    <a:lnTo>
                      <a:pt x="9103" y="922"/>
                    </a:lnTo>
                    <a:cubicBezTo>
                      <a:pt x="8988" y="922"/>
                      <a:pt x="8872" y="979"/>
                      <a:pt x="8757" y="1037"/>
                    </a:cubicBezTo>
                    <a:lnTo>
                      <a:pt x="8239" y="691"/>
                    </a:lnTo>
                    <a:cubicBezTo>
                      <a:pt x="8205" y="674"/>
                      <a:pt x="8171" y="667"/>
                      <a:pt x="8138" y="667"/>
                    </a:cubicBezTo>
                    <a:cubicBezTo>
                      <a:pt x="8056" y="667"/>
                      <a:pt x="7975" y="708"/>
                      <a:pt x="7893" y="749"/>
                    </a:cubicBezTo>
                    <a:lnTo>
                      <a:pt x="7375" y="1383"/>
                    </a:lnTo>
                    <a:cubicBezTo>
                      <a:pt x="7259" y="1440"/>
                      <a:pt x="7259" y="1555"/>
                      <a:pt x="7375" y="1671"/>
                    </a:cubicBezTo>
                    <a:lnTo>
                      <a:pt x="7778" y="2189"/>
                    </a:lnTo>
                    <a:cubicBezTo>
                      <a:pt x="7720" y="2247"/>
                      <a:pt x="7663" y="2362"/>
                      <a:pt x="7663" y="2477"/>
                    </a:cubicBezTo>
                    <a:lnTo>
                      <a:pt x="6568" y="1959"/>
                    </a:lnTo>
                    <a:cubicBezTo>
                      <a:pt x="6522" y="1943"/>
                      <a:pt x="6480" y="1936"/>
                      <a:pt x="6442" y="1936"/>
                    </a:cubicBezTo>
                    <a:cubicBezTo>
                      <a:pt x="6338" y="1936"/>
                      <a:pt x="6265" y="1990"/>
                      <a:pt x="6222" y="2074"/>
                    </a:cubicBezTo>
                    <a:lnTo>
                      <a:pt x="5301" y="4263"/>
                    </a:lnTo>
                    <a:lnTo>
                      <a:pt x="5301" y="576"/>
                    </a:lnTo>
                    <a:cubicBezTo>
                      <a:pt x="5301" y="403"/>
                      <a:pt x="5185" y="317"/>
                      <a:pt x="5070" y="317"/>
                    </a:cubicBezTo>
                    <a:cubicBezTo>
                      <a:pt x="4955" y="317"/>
                      <a:pt x="4840" y="403"/>
                      <a:pt x="4840" y="576"/>
                    </a:cubicBezTo>
                    <a:lnTo>
                      <a:pt x="4840" y="1613"/>
                    </a:lnTo>
                    <a:cubicBezTo>
                      <a:pt x="3169" y="1671"/>
                      <a:pt x="1671" y="2535"/>
                      <a:pt x="807" y="3918"/>
                    </a:cubicBezTo>
                    <a:cubicBezTo>
                      <a:pt x="686" y="4079"/>
                      <a:pt x="848" y="4269"/>
                      <a:pt x="1015" y="4269"/>
                    </a:cubicBezTo>
                    <a:cubicBezTo>
                      <a:pt x="1086" y="4269"/>
                      <a:pt x="1159" y="4234"/>
                      <a:pt x="1210" y="4148"/>
                    </a:cubicBezTo>
                    <a:cubicBezTo>
                      <a:pt x="2017" y="2938"/>
                      <a:pt x="3342" y="2132"/>
                      <a:pt x="4840" y="2074"/>
                    </a:cubicBezTo>
                    <a:lnTo>
                      <a:pt x="4840" y="12156"/>
                    </a:lnTo>
                    <a:lnTo>
                      <a:pt x="3342" y="12156"/>
                    </a:lnTo>
                    <a:cubicBezTo>
                      <a:pt x="3169" y="12156"/>
                      <a:pt x="2996" y="11983"/>
                      <a:pt x="2996" y="11753"/>
                    </a:cubicBezTo>
                    <a:lnTo>
                      <a:pt x="2996" y="10946"/>
                    </a:lnTo>
                    <a:cubicBezTo>
                      <a:pt x="2996" y="10888"/>
                      <a:pt x="2939" y="10773"/>
                      <a:pt x="2881" y="10716"/>
                    </a:cubicBezTo>
                    <a:cubicBezTo>
                      <a:pt x="1383" y="9909"/>
                      <a:pt x="461" y="8354"/>
                      <a:pt x="461" y="6625"/>
                    </a:cubicBezTo>
                    <a:cubicBezTo>
                      <a:pt x="461" y="6164"/>
                      <a:pt x="577" y="5703"/>
                      <a:pt x="692" y="5300"/>
                    </a:cubicBezTo>
                    <a:cubicBezTo>
                      <a:pt x="765" y="5118"/>
                      <a:pt x="607" y="5005"/>
                      <a:pt x="452" y="5005"/>
                    </a:cubicBezTo>
                    <a:cubicBezTo>
                      <a:pt x="362" y="5005"/>
                      <a:pt x="273" y="5043"/>
                      <a:pt x="231" y="5127"/>
                    </a:cubicBezTo>
                    <a:cubicBezTo>
                      <a:pt x="116" y="5646"/>
                      <a:pt x="0" y="6107"/>
                      <a:pt x="0" y="6625"/>
                    </a:cubicBezTo>
                    <a:cubicBezTo>
                      <a:pt x="0" y="8469"/>
                      <a:pt x="980" y="10139"/>
                      <a:pt x="2535" y="11061"/>
                    </a:cubicBezTo>
                    <a:lnTo>
                      <a:pt x="2535" y="11753"/>
                    </a:lnTo>
                    <a:cubicBezTo>
                      <a:pt x="2535" y="12156"/>
                      <a:pt x="2766" y="12444"/>
                      <a:pt x="3111" y="12559"/>
                    </a:cubicBezTo>
                    <a:lnTo>
                      <a:pt x="3111" y="13711"/>
                    </a:lnTo>
                    <a:cubicBezTo>
                      <a:pt x="3111" y="14403"/>
                      <a:pt x="3745" y="15036"/>
                      <a:pt x="4436" y="15036"/>
                    </a:cubicBezTo>
                    <a:lnTo>
                      <a:pt x="4840" y="15036"/>
                    </a:lnTo>
                    <a:lnTo>
                      <a:pt x="4840" y="15843"/>
                    </a:lnTo>
                    <a:cubicBezTo>
                      <a:pt x="4840" y="16016"/>
                      <a:pt x="4955" y="16102"/>
                      <a:pt x="5070" y="16102"/>
                    </a:cubicBezTo>
                    <a:cubicBezTo>
                      <a:pt x="5185" y="16102"/>
                      <a:pt x="5301" y="16016"/>
                      <a:pt x="5301" y="15843"/>
                    </a:cubicBezTo>
                    <a:lnTo>
                      <a:pt x="5301" y="10197"/>
                    </a:lnTo>
                    <a:lnTo>
                      <a:pt x="7720" y="11234"/>
                    </a:lnTo>
                    <a:lnTo>
                      <a:pt x="7663" y="11522"/>
                    </a:lnTo>
                    <a:cubicBezTo>
                      <a:pt x="7605" y="11580"/>
                      <a:pt x="7490" y="11580"/>
                      <a:pt x="7432" y="11637"/>
                    </a:cubicBezTo>
                    <a:lnTo>
                      <a:pt x="7029" y="11349"/>
                    </a:lnTo>
                    <a:cubicBezTo>
                      <a:pt x="6971" y="11320"/>
                      <a:pt x="6914" y="11306"/>
                      <a:pt x="6856" y="11306"/>
                    </a:cubicBezTo>
                    <a:cubicBezTo>
                      <a:pt x="6798" y="11306"/>
                      <a:pt x="6741" y="11320"/>
                      <a:pt x="6683" y="11349"/>
                    </a:cubicBezTo>
                    <a:lnTo>
                      <a:pt x="6222" y="11810"/>
                    </a:lnTo>
                    <a:cubicBezTo>
                      <a:pt x="6165" y="11925"/>
                      <a:pt x="6165" y="12041"/>
                      <a:pt x="6222" y="12156"/>
                    </a:cubicBezTo>
                    <a:lnTo>
                      <a:pt x="6510" y="12559"/>
                    </a:lnTo>
                    <a:cubicBezTo>
                      <a:pt x="6453" y="12617"/>
                      <a:pt x="6453" y="12732"/>
                      <a:pt x="6395" y="12790"/>
                    </a:cubicBezTo>
                    <a:lnTo>
                      <a:pt x="5877" y="12905"/>
                    </a:lnTo>
                    <a:cubicBezTo>
                      <a:pt x="5761" y="12905"/>
                      <a:pt x="5704" y="13020"/>
                      <a:pt x="5704" y="13135"/>
                    </a:cubicBezTo>
                    <a:lnTo>
                      <a:pt x="5704" y="13769"/>
                    </a:lnTo>
                    <a:cubicBezTo>
                      <a:pt x="5704" y="13884"/>
                      <a:pt x="5819" y="13999"/>
                      <a:pt x="5877" y="13999"/>
                    </a:cubicBezTo>
                    <a:lnTo>
                      <a:pt x="6395" y="14115"/>
                    </a:lnTo>
                    <a:cubicBezTo>
                      <a:pt x="6453" y="14172"/>
                      <a:pt x="6453" y="14287"/>
                      <a:pt x="6510" y="14345"/>
                    </a:cubicBezTo>
                    <a:lnTo>
                      <a:pt x="6222" y="14748"/>
                    </a:lnTo>
                    <a:cubicBezTo>
                      <a:pt x="6165" y="14864"/>
                      <a:pt x="6165" y="14979"/>
                      <a:pt x="6222" y="15094"/>
                    </a:cubicBezTo>
                    <a:lnTo>
                      <a:pt x="6741" y="15555"/>
                    </a:lnTo>
                    <a:cubicBezTo>
                      <a:pt x="6774" y="15588"/>
                      <a:pt x="6827" y="15621"/>
                      <a:pt x="6887" y="15621"/>
                    </a:cubicBezTo>
                    <a:cubicBezTo>
                      <a:pt x="6932" y="15621"/>
                      <a:pt x="6980" y="15604"/>
                      <a:pt x="7029" y="15555"/>
                    </a:cubicBezTo>
                    <a:lnTo>
                      <a:pt x="7432" y="15267"/>
                    </a:lnTo>
                    <a:cubicBezTo>
                      <a:pt x="7547" y="15324"/>
                      <a:pt x="7605" y="15382"/>
                      <a:pt x="7663" y="15382"/>
                    </a:cubicBezTo>
                    <a:lnTo>
                      <a:pt x="7778" y="15901"/>
                    </a:lnTo>
                    <a:cubicBezTo>
                      <a:pt x="7778" y="16016"/>
                      <a:pt x="7893" y="16073"/>
                      <a:pt x="8008" y="16073"/>
                    </a:cubicBezTo>
                    <a:lnTo>
                      <a:pt x="8700" y="16131"/>
                    </a:lnTo>
                    <a:cubicBezTo>
                      <a:pt x="8815" y="16131"/>
                      <a:pt x="8872" y="16016"/>
                      <a:pt x="8930" y="15901"/>
                    </a:cubicBezTo>
                    <a:lnTo>
                      <a:pt x="8988" y="15382"/>
                    </a:lnTo>
                    <a:cubicBezTo>
                      <a:pt x="9103" y="15382"/>
                      <a:pt x="9161" y="15324"/>
                      <a:pt x="9218" y="15324"/>
                    </a:cubicBezTo>
                    <a:lnTo>
                      <a:pt x="9621" y="15612"/>
                    </a:lnTo>
                    <a:cubicBezTo>
                      <a:pt x="9669" y="15636"/>
                      <a:pt x="9717" y="15650"/>
                      <a:pt x="9765" y="15650"/>
                    </a:cubicBezTo>
                    <a:cubicBezTo>
                      <a:pt x="9832" y="15650"/>
                      <a:pt x="9900" y="15622"/>
                      <a:pt x="9967" y="15555"/>
                    </a:cubicBezTo>
                    <a:lnTo>
                      <a:pt x="10428" y="15094"/>
                    </a:lnTo>
                    <a:cubicBezTo>
                      <a:pt x="10486" y="15036"/>
                      <a:pt x="10486" y="14921"/>
                      <a:pt x="10428" y="14806"/>
                    </a:cubicBezTo>
                    <a:lnTo>
                      <a:pt x="10140" y="14345"/>
                    </a:lnTo>
                    <a:cubicBezTo>
                      <a:pt x="10198" y="14287"/>
                      <a:pt x="10198" y="14230"/>
                      <a:pt x="10255" y="14115"/>
                    </a:cubicBezTo>
                    <a:lnTo>
                      <a:pt x="10774" y="14057"/>
                    </a:lnTo>
                    <a:cubicBezTo>
                      <a:pt x="10889" y="13999"/>
                      <a:pt x="10946" y="13942"/>
                      <a:pt x="10946" y="13827"/>
                    </a:cubicBezTo>
                    <a:lnTo>
                      <a:pt x="10946" y="13135"/>
                    </a:lnTo>
                    <a:cubicBezTo>
                      <a:pt x="10946" y="13020"/>
                      <a:pt x="10831" y="12905"/>
                      <a:pt x="10774" y="12905"/>
                    </a:cubicBezTo>
                    <a:lnTo>
                      <a:pt x="10255" y="12847"/>
                    </a:lnTo>
                    <a:lnTo>
                      <a:pt x="12329" y="12847"/>
                    </a:lnTo>
                    <a:cubicBezTo>
                      <a:pt x="12387" y="12847"/>
                      <a:pt x="12444" y="12790"/>
                      <a:pt x="12502" y="12732"/>
                    </a:cubicBezTo>
                    <a:lnTo>
                      <a:pt x="13539" y="11695"/>
                    </a:lnTo>
                    <a:cubicBezTo>
                      <a:pt x="13539" y="11637"/>
                      <a:pt x="13597" y="11580"/>
                      <a:pt x="13597" y="11522"/>
                    </a:cubicBezTo>
                    <a:lnTo>
                      <a:pt x="13597" y="7432"/>
                    </a:lnTo>
                    <a:cubicBezTo>
                      <a:pt x="13597" y="7317"/>
                      <a:pt x="13481" y="7201"/>
                      <a:pt x="13366" y="7201"/>
                    </a:cubicBezTo>
                    <a:lnTo>
                      <a:pt x="10658" y="7201"/>
                    </a:lnTo>
                    <a:lnTo>
                      <a:pt x="11119" y="6222"/>
                    </a:lnTo>
                    <a:cubicBezTo>
                      <a:pt x="11119" y="6164"/>
                      <a:pt x="11119" y="6107"/>
                      <a:pt x="11119" y="6049"/>
                    </a:cubicBezTo>
                    <a:lnTo>
                      <a:pt x="10889" y="5473"/>
                    </a:lnTo>
                    <a:cubicBezTo>
                      <a:pt x="11004" y="5415"/>
                      <a:pt x="11119" y="5358"/>
                      <a:pt x="11235" y="5300"/>
                    </a:cubicBezTo>
                    <a:lnTo>
                      <a:pt x="11811" y="5646"/>
                    </a:lnTo>
                    <a:cubicBezTo>
                      <a:pt x="11858" y="5670"/>
                      <a:pt x="11896" y="5684"/>
                      <a:pt x="11932" y="5684"/>
                    </a:cubicBezTo>
                    <a:cubicBezTo>
                      <a:pt x="11983" y="5684"/>
                      <a:pt x="12031" y="5656"/>
                      <a:pt x="12099" y="5588"/>
                    </a:cubicBezTo>
                    <a:lnTo>
                      <a:pt x="12675" y="5012"/>
                    </a:lnTo>
                    <a:cubicBezTo>
                      <a:pt x="12732" y="4897"/>
                      <a:pt x="12732" y="4782"/>
                      <a:pt x="12675" y="4666"/>
                    </a:cubicBezTo>
                    <a:lnTo>
                      <a:pt x="12272" y="4148"/>
                    </a:lnTo>
                    <a:cubicBezTo>
                      <a:pt x="12329" y="4033"/>
                      <a:pt x="12329" y="3918"/>
                      <a:pt x="12387" y="3802"/>
                    </a:cubicBezTo>
                    <a:lnTo>
                      <a:pt x="13020" y="3687"/>
                    </a:lnTo>
                    <a:cubicBezTo>
                      <a:pt x="13136" y="3629"/>
                      <a:pt x="13193" y="3514"/>
                      <a:pt x="13193" y="3399"/>
                    </a:cubicBezTo>
                    <a:lnTo>
                      <a:pt x="13193" y="2592"/>
                    </a:lnTo>
                    <a:cubicBezTo>
                      <a:pt x="13193" y="2477"/>
                      <a:pt x="13078" y="2420"/>
                      <a:pt x="12963" y="2362"/>
                    </a:cubicBezTo>
                    <a:lnTo>
                      <a:pt x="12329" y="2304"/>
                    </a:lnTo>
                    <a:cubicBezTo>
                      <a:pt x="12272" y="2189"/>
                      <a:pt x="12214" y="2074"/>
                      <a:pt x="12156" y="1959"/>
                    </a:cubicBezTo>
                    <a:lnTo>
                      <a:pt x="12502" y="1383"/>
                    </a:lnTo>
                    <a:cubicBezTo>
                      <a:pt x="12560" y="1325"/>
                      <a:pt x="12560" y="1152"/>
                      <a:pt x="12444" y="1095"/>
                    </a:cubicBezTo>
                    <a:lnTo>
                      <a:pt x="11811" y="576"/>
                    </a:lnTo>
                    <a:cubicBezTo>
                      <a:pt x="11777" y="509"/>
                      <a:pt x="11723" y="481"/>
                      <a:pt x="11662" y="481"/>
                    </a:cubicBezTo>
                    <a:cubicBezTo>
                      <a:pt x="11618" y="481"/>
                      <a:pt x="11570" y="495"/>
                      <a:pt x="11523" y="518"/>
                    </a:cubicBezTo>
                    <a:lnTo>
                      <a:pt x="11004" y="922"/>
                    </a:lnTo>
                    <a:cubicBezTo>
                      <a:pt x="10889" y="922"/>
                      <a:pt x="10774" y="864"/>
                      <a:pt x="10658" y="807"/>
                    </a:cubicBezTo>
                    <a:lnTo>
                      <a:pt x="10486" y="173"/>
                    </a:lnTo>
                    <a:cubicBezTo>
                      <a:pt x="10486" y="58"/>
                      <a:pt x="10370" y="0"/>
                      <a:pt x="102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44"/>
              <p:cNvSpPr/>
              <p:nvPr/>
            </p:nvSpPr>
            <p:spPr>
              <a:xfrm>
                <a:off x="6055375" y="2385075"/>
                <a:ext cx="54750" cy="54750"/>
              </a:xfrm>
              <a:custGeom>
                <a:rect b="b" l="l" r="r" t="t"/>
                <a:pathLst>
                  <a:path extrusionOk="0" h="2190" w="2190">
                    <a:moveTo>
                      <a:pt x="1095" y="461"/>
                    </a:moveTo>
                    <a:cubicBezTo>
                      <a:pt x="1268" y="461"/>
                      <a:pt x="1383" y="519"/>
                      <a:pt x="1498" y="634"/>
                    </a:cubicBezTo>
                    <a:cubicBezTo>
                      <a:pt x="1613" y="749"/>
                      <a:pt x="1671" y="922"/>
                      <a:pt x="1671" y="1095"/>
                    </a:cubicBezTo>
                    <a:cubicBezTo>
                      <a:pt x="1671" y="1210"/>
                      <a:pt x="1613" y="1383"/>
                      <a:pt x="1498" y="1498"/>
                    </a:cubicBezTo>
                    <a:cubicBezTo>
                      <a:pt x="1383" y="1613"/>
                      <a:pt x="1268" y="1671"/>
                      <a:pt x="1095" y="1671"/>
                    </a:cubicBezTo>
                    <a:cubicBezTo>
                      <a:pt x="922" y="1671"/>
                      <a:pt x="807" y="1613"/>
                      <a:pt x="692" y="1498"/>
                    </a:cubicBezTo>
                    <a:cubicBezTo>
                      <a:pt x="576" y="1383"/>
                      <a:pt x="519" y="1210"/>
                      <a:pt x="519" y="1095"/>
                    </a:cubicBezTo>
                    <a:cubicBezTo>
                      <a:pt x="519" y="922"/>
                      <a:pt x="576" y="749"/>
                      <a:pt x="692" y="634"/>
                    </a:cubicBezTo>
                    <a:cubicBezTo>
                      <a:pt x="807" y="519"/>
                      <a:pt x="922" y="461"/>
                      <a:pt x="1095" y="461"/>
                    </a:cubicBezTo>
                    <a:close/>
                    <a:moveTo>
                      <a:pt x="1095" y="0"/>
                    </a:moveTo>
                    <a:cubicBezTo>
                      <a:pt x="807" y="0"/>
                      <a:pt x="519" y="115"/>
                      <a:pt x="346" y="346"/>
                    </a:cubicBezTo>
                    <a:cubicBezTo>
                      <a:pt x="116" y="519"/>
                      <a:pt x="0" y="807"/>
                      <a:pt x="0" y="1095"/>
                    </a:cubicBezTo>
                    <a:cubicBezTo>
                      <a:pt x="0" y="1383"/>
                      <a:pt x="116" y="1613"/>
                      <a:pt x="346" y="1844"/>
                    </a:cubicBezTo>
                    <a:cubicBezTo>
                      <a:pt x="519" y="2074"/>
                      <a:pt x="807" y="2189"/>
                      <a:pt x="1095" y="2189"/>
                    </a:cubicBezTo>
                    <a:cubicBezTo>
                      <a:pt x="1383" y="2189"/>
                      <a:pt x="1671" y="2074"/>
                      <a:pt x="1844" y="1844"/>
                    </a:cubicBezTo>
                    <a:cubicBezTo>
                      <a:pt x="2074" y="1613"/>
                      <a:pt x="2190" y="1383"/>
                      <a:pt x="2190" y="1095"/>
                    </a:cubicBezTo>
                    <a:cubicBezTo>
                      <a:pt x="2190" y="807"/>
                      <a:pt x="2074" y="519"/>
                      <a:pt x="1844" y="346"/>
                    </a:cubicBezTo>
                    <a:cubicBezTo>
                      <a:pt x="1671" y="115"/>
                      <a:pt x="1383" y="0"/>
                      <a:pt x="109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44"/>
              <p:cNvSpPr/>
              <p:nvPr/>
            </p:nvSpPr>
            <p:spPr>
              <a:xfrm>
                <a:off x="5867625" y="2111550"/>
                <a:ext cx="36550" cy="33025"/>
              </a:xfrm>
              <a:custGeom>
                <a:rect b="b" l="l" r="r" t="t"/>
                <a:pathLst>
                  <a:path extrusionOk="0" h="1321" w="1462">
                    <a:moveTo>
                      <a:pt x="355" y="0"/>
                    </a:moveTo>
                    <a:cubicBezTo>
                      <a:pt x="185" y="0"/>
                      <a:pt x="0" y="217"/>
                      <a:pt x="136" y="399"/>
                    </a:cubicBezTo>
                    <a:lnTo>
                      <a:pt x="943" y="1205"/>
                    </a:lnTo>
                    <a:cubicBezTo>
                      <a:pt x="1000" y="1263"/>
                      <a:pt x="1058" y="1320"/>
                      <a:pt x="1116" y="1320"/>
                    </a:cubicBezTo>
                    <a:cubicBezTo>
                      <a:pt x="1346" y="1320"/>
                      <a:pt x="1461" y="1032"/>
                      <a:pt x="1288" y="917"/>
                    </a:cubicBezTo>
                    <a:lnTo>
                      <a:pt x="482" y="53"/>
                    </a:lnTo>
                    <a:cubicBezTo>
                      <a:pt x="445" y="16"/>
                      <a:pt x="400" y="0"/>
                      <a:pt x="3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44"/>
              <p:cNvSpPr/>
              <p:nvPr/>
            </p:nvSpPr>
            <p:spPr>
              <a:xfrm>
                <a:off x="5817725" y="2236725"/>
                <a:ext cx="43225" cy="11550"/>
              </a:xfrm>
              <a:custGeom>
                <a:rect b="b" l="l" r="r" t="t"/>
                <a:pathLst>
                  <a:path extrusionOk="0" h="462" w="1729">
                    <a:moveTo>
                      <a:pt x="289" y="0"/>
                    </a:moveTo>
                    <a:cubicBezTo>
                      <a:pt x="1" y="0"/>
                      <a:pt x="1" y="461"/>
                      <a:pt x="289" y="461"/>
                    </a:cubicBezTo>
                    <a:lnTo>
                      <a:pt x="1441" y="461"/>
                    </a:lnTo>
                    <a:cubicBezTo>
                      <a:pt x="1729" y="461"/>
                      <a:pt x="1729"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44"/>
              <p:cNvSpPr/>
              <p:nvPr/>
            </p:nvSpPr>
            <p:spPr>
              <a:xfrm>
                <a:off x="5869475" y="2341400"/>
                <a:ext cx="36575" cy="32625"/>
              </a:xfrm>
              <a:custGeom>
                <a:rect b="b" l="l" r="r" t="t"/>
                <a:pathLst>
                  <a:path extrusionOk="0" h="1305" w="1463">
                    <a:moveTo>
                      <a:pt x="1147" y="1"/>
                    </a:moveTo>
                    <a:cubicBezTo>
                      <a:pt x="1094" y="1"/>
                      <a:pt x="1038" y="23"/>
                      <a:pt x="984" y="77"/>
                    </a:cubicBezTo>
                    <a:lnTo>
                      <a:pt x="177" y="883"/>
                    </a:lnTo>
                    <a:cubicBezTo>
                      <a:pt x="1" y="1060"/>
                      <a:pt x="163" y="1305"/>
                      <a:pt x="352" y="1305"/>
                    </a:cubicBezTo>
                    <a:cubicBezTo>
                      <a:pt x="410" y="1305"/>
                      <a:pt x="470" y="1282"/>
                      <a:pt x="523" y="1229"/>
                    </a:cubicBezTo>
                    <a:lnTo>
                      <a:pt x="1330" y="422"/>
                    </a:lnTo>
                    <a:cubicBezTo>
                      <a:pt x="1462" y="245"/>
                      <a:pt x="1323" y="1"/>
                      <a:pt x="11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83" name="Google Shape;683;p44"/>
          <p:cNvGrpSpPr/>
          <p:nvPr/>
        </p:nvGrpSpPr>
        <p:grpSpPr>
          <a:xfrm>
            <a:off x="7728315" y="150024"/>
            <a:ext cx="1590595" cy="875375"/>
            <a:chOff x="6456464" y="3575600"/>
            <a:chExt cx="1004100" cy="552601"/>
          </a:xfrm>
        </p:grpSpPr>
        <p:sp>
          <p:nvSpPr>
            <p:cNvPr id="684" name="Google Shape;684;p44"/>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4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86" name="Google Shape;686;p44"/>
          <p:cNvGrpSpPr/>
          <p:nvPr/>
        </p:nvGrpSpPr>
        <p:grpSpPr>
          <a:xfrm>
            <a:off x="8182866" y="1025388"/>
            <a:ext cx="1249832" cy="707506"/>
            <a:chOff x="6456475" y="3575600"/>
            <a:chExt cx="976202" cy="552609"/>
          </a:xfrm>
        </p:grpSpPr>
        <p:sp>
          <p:nvSpPr>
            <p:cNvPr id="687" name="Google Shape;687;p44"/>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44"/>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p45"/>
          <p:cNvSpPr txBox="1"/>
          <p:nvPr>
            <p:ph type="title"/>
          </p:nvPr>
        </p:nvSpPr>
        <p:spPr>
          <a:xfrm>
            <a:off x="1962000" y="1307100"/>
            <a:ext cx="5220000" cy="2529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AWESOME WORDS</a:t>
            </a:r>
            <a:endParaRPr/>
          </a:p>
        </p:txBody>
      </p:sp>
      <p:grpSp>
        <p:nvGrpSpPr>
          <p:cNvPr id="694" name="Google Shape;694;p45"/>
          <p:cNvGrpSpPr/>
          <p:nvPr/>
        </p:nvGrpSpPr>
        <p:grpSpPr>
          <a:xfrm flipH="1" rot="10800000">
            <a:off x="6397195" y="3471397"/>
            <a:ext cx="4357122" cy="707497"/>
            <a:chOff x="6456475" y="3575600"/>
            <a:chExt cx="3403204" cy="552603"/>
          </a:xfrm>
        </p:grpSpPr>
        <p:sp>
          <p:nvSpPr>
            <p:cNvPr id="695" name="Google Shape;695;p45"/>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45"/>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7" name="Google Shape;697;p45"/>
          <p:cNvGrpSpPr/>
          <p:nvPr/>
        </p:nvGrpSpPr>
        <p:grpSpPr>
          <a:xfrm flipH="1" rot="10800000">
            <a:off x="5381850" y="4178885"/>
            <a:ext cx="5455165" cy="875381"/>
            <a:chOff x="6456469" y="3575596"/>
            <a:chExt cx="3443700" cy="552604"/>
          </a:xfrm>
        </p:grpSpPr>
        <p:sp>
          <p:nvSpPr>
            <p:cNvPr id="698" name="Google Shape;698;p45"/>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4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0" name="Google Shape;700;p45"/>
          <p:cNvGrpSpPr/>
          <p:nvPr/>
        </p:nvGrpSpPr>
        <p:grpSpPr>
          <a:xfrm flipH="1" rot="10800000">
            <a:off x="7465633" y="2763900"/>
            <a:ext cx="3759089" cy="707494"/>
            <a:chOff x="6456475" y="3575600"/>
            <a:chExt cx="2936100" cy="552600"/>
          </a:xfrm>
        </p:grpSpPr>
        <p:sp>
          <p:nvSpPr>
            <p:cNvPr id="701" name="Google Shape;701;p45"/>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4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3" name="Google Shape;703;p45"/>
          <p:cNvGrpSpPr/>
          <p:nvPr/>
        </p:nvGrpSpPr>
        <p:grpSpPr>
          <a:xfrm flipH="1">
            <a:off x="-2032471" y="1008651"/>
            <a:ext cx="4357122" cy="707497"/>
            <a:chOff x="6456475" y="3575600"/>
            <a:chExt cx="3403204" cy="552603"/>
          </a:xfrm>
        </p:grpSpPr>
        <p:sp>
          <p:nvSpPr>
            <p:cNvPr id="704" name="Google Shape;704;p45"/>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45"/>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6" name="Google Shape;706;p45"/>
          <p:cNvGrpSpPr/>
          <p:nvPr/>
        </p:nvGrpSpPr>
        <p:grpSpPr>
          <a:xfrm flipH="1">
            <a:off x="-2115169" y="133279"/>
            <a:ext cx="5455165" cy="875381"/>
            <a:chOff x="6456469" y="3575596"/>
            <a:chExt cx="3443700" cy="552604"/>
          </a:xfrm>
        </p:grpSpPr>
        <p:sp>
          <p:nvSpPr>
            <p:cNvPr id="707" name="Google Shape;707;p45"/>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4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9" name="Google Shape;709;p45"/>
          <p:cNvGrpSpPr/>
          <p:nvPr/>
        </p:nvGrpSpPr>
        <p:grpSpPr>
          <a:xfrm flipH="1" rot="-2700000">
            <a:off x="7779847" y="-53351"/>
            <a:ext cx="1045765" cy="1045615"/>
            <a:chOff x="3741950" y="353925"/>
            <a:chExt cx="1045775" cy="1045625"/>
          </a:xfrm>
        </p:grpSpPr>
        <p:sp>
          <p:nvSpPr>
            <p:cNvPr id="710" name="Google Shape;710;p45"/>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45"/>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45"/>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46"/>
          <p:cNvSpPr txBox="1"/>
          <p:nvPr>
            <p:ph idx="1" type="subTitle"/>
          </p:nvPr>
        </p:nvSpPr>
        <p:spPr>
          <a:xfrm>
            <a:off x="1226400" y="1511306"/>
            <a:ext cx="6691200" cy="14784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“This is a quote, words full of wisdom that someone important said and can make the reader get inspired.”</a:t>
            </a:r>
            <a:endParaRPr/>
          </a:p>
        </p:txBody>
      </p:sp>
      <p:sp>
        <p:nvSpPr>
          <p:cNvPr id="718" name="Google Shape;718;p46"/>
          <p:cNvSpPr txBox="1"/>
          <p:nvPr>
            <p:ph type="title"/>
          </p:nvPr>
        </p:nvSpPr>
        <p:spPr>
          <a:xfrm>
            <a:off x="2968125" y="3100294"/>
            <a:ext cx="4949400" cy="5319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—Someone Famous</a:t>
            </a:r>
            <a:endParaRPr/>
          </a:p>
        </p:txBody>
      </p:sp>
      <p:grpSp>
        <p:nvGrpSpPr>
          <p:cNvPr id="719" name="Google Shape;719;p46"/>
          <p:cNvGrpSpPr/>
          <p:nvPr/>
        </p:nvGrpSpPr>
        <p:grpSpPr>
          <a:xfrm flipH="1">
            <a:off x="-503368" y="3632188"/>
            <a:ext cx="3964193" cy="707506"/>
            <a:chOff x="3756773" y="3575600"/>
            <a:chExt cx="3096300" cy="552609"/>
          </a:xfrm>
        </p:grpSpPr>
        <p:sp>
          <p:nvSpPr>
            <p:cNvPr id="720" name="Google Shape;720;p46"/>
            <p:cNvSpPr/>
            <p:nvPr/>
          </p:nvSpPr>
          <p:spPr>
            <a:xfrm>
              <a:off x="3756773" y="3575609"/>
              <a:ext cx="30963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46"/>
            <p:cNvSpPr/>
            <p:nvPr/>
          </p:nvSpPr>
          <p:spPr>
            <a:xfrm>
              <a:off x="3756776"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2" name="Google Shape;722;p46"/>
          <p:cNvGrpSpPr/>
          <p:nvPr/>
        </p:nvGrpSpPr>
        <p:grpSpPr>
          <a:xfrm>
            <a:off x="5364670" y="-14250"/>
            <a:ext cx="4357122" cy="707497"/>
            <a:chOff x="6456475" y="3575600"/>
            <a:chExt cx="3403204" cy="552603"/>
          </a:xfrm>
        </p:grpSpPr>
        <p:sp>
          <p:nvSpPr>
            <p:cNvPr id="723" name="Google Shape;723;p46"/>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46"/>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5" name="Google Shape;725;p46"/>
          <p:cNvGrpSpPr/>
          <p:nvPr/>
        </p:nvGrpSpPr>
        <p:grpSpPr>
          <a:xfrm>
            <a:off x="6433108" y="693250"/>
            <a:ext cx="3759089" cy="707494"/>
            <a:chOff x="6456475" y="3575600"/>
            <a:chExt cx="2936100" cy="552600"/>
          </a:xfrm>
        </p:grpSpPr>
        <p:sp>
          <p:nvSpPr>
            <p:cNvPr id="726" name="Google Shape;726;p46"/>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46"/>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1" name="Shape 731"/>
        <p:cNvGrpSpPr/>
        <p:nvPr/>
      </p:nvGrpSpPr>
      <p:grpSpPr>
        <a:xfrm>
          <a:off x="0" y="0"/>
          <a:ext cx="0" cy="0"/>
          <a:chOff x="0" y="0"/>
          <a:chExt cx="0" cy="0"/>
        </a:xfrm>
      </p:grpSpPr>
      <p:sp>
        <p:nvSpPr>
          <p:cNvPr id="732" name="Google Shape;732;p47"/>
          <p:cNvSpPr/>
          <p:nvPr/>
        </p:nvSpPr>
        <p:spPr>
          <a:xfrm flipH="1">
            <a:off x="1257028" y="1700013"/>
            <a:ext cx="1478700" cy="14787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47"/>
          <p:cNvSpPr/>
          <p:nvPr/>
        </p:nvSpPr>
        <p:spPr>
          <a:xfrm flipH="1">
            <a:off x="3832649" y="1700013"/>
            <a:ext cx="1478700" cy="14787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47"/>
          <p:cNvSpPr/>
          <p:nvPr/>
        </p:nvSpPr>
        <p:spPr>
          <a:xfrm flipH="1">
            <a:off x="6408269" y="1700063"/>
            <a:ext cx="1478700" cy="14787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47"/>
          <p:cNvSpPr txBox="1"/>
          <p:nvPr>
            <p:ph idx="1" type="subTitle"/>
          </p:nvPr>
        </p:nvSpPr>
        <p:spPr>
          <a:xfrm>
            <a:off x="909778" y="3629175"/>
            <a:ext cx="2173200" cy="65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Mercury is </a:t>
            </a:r>
            <a:r>
              <a:rPr lang="en"/>
              <a:t>the closest planet to the Sun</a:t>
            </a:r>
            <a:endParaRPr/>
          </a:p>
        </p:txBody>
      </p:sp>
      <p:sp>
        <p:nvSpPr>
          <p:cNvPr id="736" name="Google Shape;736;p47"/>
          <p:cNvSpPr txBox="1"/>
          <p:nvPr>
            <p:ph idx="2" type="subTitle"/>
          </p:nvPr>
        </p:nvSpPr>
        <p:spPr>
          <a:xfrm>
            <a:off x="909778" y="3273300"/>
            <a:ext cx="2173200" cy="4404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Basic</a:t>
            </a:r>
            <a:endParaRPr/>
          </a:p>
        </p:txBody>
      </p:sp>
      <p:sp>
        <p:nvSpPr>
          <p:cNvPr id="737" name="Google Shape;737;p47"/>
          <p:cNvSpPr txBox="1"/>
          <p:nvPr>
            <p:ph idx="4" type="subTitle"/>
          </p:nvPr>
        </p:nvSpPr>
        <p:spPr>
          <a:xfrm>
            <a:off x="3485399" y="3629175"/>
            <a:ext cx="2173200" cy="65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Venus has a really beautiful name</a:t>
            </a:r>
            <a:endParaRPr/>
          </a:p>
        </p:txBody>
      </p:sp>
      <p:sp>
        <p:nvSpPr>
          <p:cNvPr id="738" name="Google Shape;738;p47"/>
          <p:cNvSpPr txBox="1"/>
          <p:nvPr>
            <p:ph idx="5" type="subTitle"/>
          </p:nvPr>
        </p:nvSpPr>
        <p:spPr>
          <a:xfrm>
            <a:off x="3485399" y="3273300"/>
            <a:ext cx="2173200" cy="4404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Pro</a:t>
            </a:r>
            <a:endParaRPr/>
          </a:p>
        </p:txBody>
      </p:sp>
      <p:sp>
        <p:nvSpPr>
          <p:cNvPr id="739" name="Google Shape;739;p47"/>
          <p:cNvSpPr txBox="1"/>
          <p:nvPr>
            <p:ph idx="7" type="subTitle"/>
          </p:nvPr>
        </p:nvSpPr>
        <p:spPr>
          <a:xfrm>
            <a:off x="6061019" y="3629175"/>
            <a:ext cx="2173200" cy="65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Despite being red, Mars is actually a cold place</a:t>
            </a:r>
            <a:endParaRPr/>
          </a:p>
        </p:txBody>
      </p:sp>
      <p:sp>
        <p:nvSpPr>
          <p:cNvPr id="740" name="Google Shape;740;p47"/>
          <p:cNvSpPr txBox="1"/>
          <p:nvPr>
            <p:ph idx="8" type="subTitle"/>
          </p:nvPr>
        </p:nvSpPr>
        <p:spPr>
          <a:xfrm>
            <a:off x="6061019" y="3273300"/>
            <a:ext cx="2173200" cy="4404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Premium</a:t>
            </a:r>
            <a:endParaRPr/>
          </a:p>
        </p:txBody>
      </p:sp>
      <p:sp>
        <p:nvSpPr>
          <p:cNvPr id="741" name="Google Shape;741;p47"/>
          <p:cNvSpPr txBox="1"/>
          <p:nvPr>
            <p:ph idx="9"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plans</a:t>
            </a:r>
            <a:endParaRPr/>
          </a:p>
        </p:txBody>
      </p:sp>
      <p:sp>
        <p:nvSpPr>
          <p:cNvPr id="742" name="Google Shape;742;p47"/>
          <p:cNvSpPr txBox="1"/>
          <p:nvPr>
            <p:ph idx="3" type="title"/>
          </p:nvPr>
        </p:nvSpPr>
        <p:spPr>
          <a:xfrm>
            <a:off x="3758399" y="2128775"/>
            <a:ext cx="1627200" cy="62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$100</a:t>
            </a:r>
            <a:endParaRPr/>
          </a:p>
        </p:txBody>
      </p:sp>
      <p:sp>
        <p:nvSpPr>
          <p:cNvPr id="743" name="Google Shape;743;p47"/>
          <p:cNvSpPr txBox="1"/>
          <p:nvPr>
            <p:ph idx="6" type="title"/>
          </p:nvPr>
        </p:nvSpPr>
        <p:spPr>
          <a:xfrm>
            <a:off x="6334019" y="2128775"/>
            <a:ext cx="1627200" cy="62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$200</a:t>
            </a:r>
            <a:endParaRPr/>
          </a:p>
        </p:txBody>
      </p:sp>
      <p:sp>
        <p:nvSpPr>
          <p:cNvPr id="744" name="Google Shape;744;p47"/>
          <p:cNvSpPr txBox="1"/>
          <p:nvPr>
            <p:ph type="title"/>
          </p:nvPr>
        </p:nvSpPr>
        <p:spPr>
          <a:xfrm>
            <a:off x="1182628" y="2128775"/>
            <a:ext cx="1627500" cy="62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$50</a:t>
            </a:r>
            <a:endParaRPr/>
          </a:p>
        </p:txBody>
      </p:sp>
      <p:grpSp>
        <p:nvGrpSpPr>
          <p:cNvPr id="745" name="Google Shape;745;p47"/>
          <p:cNvGrpSpPr/>
          <p:nvPr/>
        </p:nvGrpSpPr>
        <p:grpSpPr>
          <a:xfrm flipH="1">
            <a:off x="-311297" y="150024"/>
            <a:ext cx="1590595" cy="875375"/>
            <a:chOff x="6456464" y="3575600"/>
            <a:chExt cx="1004100" cy="552601"/>
          </a:xfrm>
        </p:grpSpPr>
        <p:sp>
          <p:nvSpPr>
            <p:cNvPr id="746" name="Google Shape;746;p47"/>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47"/>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8" name="Google Shape;748;p47"/>
          <p:cNvGrpSpPr/>
          <p:nvPr/>
        </p:nvGrpSpPr>
        <p:grpSpPr>
          <a:xfrm flipH="1">
            <a:off x="-425085" y="1025388"/>
            <a:ext cx="1249832" cy="707506"/>
            <a:chOff x="6456475" y="3575600"/>
            <a:chExt cx="976202" cy="552609"/>
          </a:xfrm>
        </p:grpSpPr>
        <p:sp>
          <p:nvSpPr>
            <p:cNvPr id="749" name="Google Shape;749;p47"/>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47"/>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4" name="Shape 754"/>
        <p:cNvGrpSpPr/>
        <p:nvPr/>
      </p:nvGrpSpPr>
      <p:grpSpPr>
        <a:xfrm>
          <a:off x="0" y="0"/>
          <a:ext cx="0" cy="0"/>
          <a:chOff x="0" y="0"/>
          <a:chExt cx="0" cy="0"/>
        </a:xfrm>
      </p:grpSpPr>
      <p:sp>
        <p:nvSpPr>
          <p:cNvPr id="755" name="Google Shape;755;p48"/>
          <p:cNvSpPr txBox="1"/>
          <p:nvPr>
            <p:ph type="title"/>
          </p:nvPr>
        </p:nvSpPr>
        <p:spPr>
          <a:xfrm>
            <a:off x="720000" y="1745250"/>
            <a:ext cx="3588600" cy="5727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Product demo</a:t>
            </a:r>
            <a:endParaRPr/>
          </a:p>
        </p:txBody>
      </p:sp>
      <p:sp>
        <p:nvSpPr>
          <p:cNvPr id="756" name="Google Shape;756;p48"/>
          <p:cNvSpPr txBox="1"/>
          <p:nvPr>
            <p:ph idx="1" type="subTitle"/>
          </p:nvPr>
        </p:nvSpPr>
        <p:spPr>
          <a:xfrm>
            <a:off x="720000" y="2317950"/>
            <a:ext cx="3588600" cy="8874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You can replace the image on the screen with your own work. Just right-click on it and select “Replace image”</a:t>
            </a:r>
            <a:endParaRPr/>
          </a:p>
        </p:txBody>
      </p:sp>
      <p:grpSp>
        <p:nvGrpSpPr>
          <p:cNvPr id="757" name="Google Shape;757;p48"/>
          <p:cNvGrpSpPr/>
          <p:nvPr/>
        </p:nvGrpSpPr>
        <p:grpSpPr>
          <a:xfrm>
            <a:off x="4572000" y="1398725"/>
            <a:ext cx="5033037" cy="2254319"/>
            <a:chOff x="2406210" y="1374311"/>
            <a:chExt cx="5346900" cy="2394900"/>
          </a:xfrm>
        </p:grpSpPr>
        <p:sp>
          <p:nvSpPr>
            <p:cNvPr id="758" name="Google Shape;758;p48"/>
            <p:cNvSpPr/>
            <p:nvPr/>
          </p:nvSpPr>
          <p:spPr>
            <a:xfrm>
              <a:off x="2406210" y="1374311"/>
              <a:ext cx="5346900" cy="2394900"/>
            </a:xfrm>
            <a:prstGeom prst="roundRect">
              <a:avLst>
                <a:gd fmla="val 7083" name="adj"/>
              </a:avLst>
            </a:prstGeom>
            <a:gradFill>
              <a:gsLst>
                <a:gs pos="0">
                  <a:schemeClr val="lt2"/>
                </a:gs>
                <a:gs pos="100000">
                  <a:schemeClr val="accent3"/>
                </a:gs>
              </a:gsLst>
              <a:lin ang="10801400" scaled="0"/>
            </a:gradFill>
            <a:ln>
              <a:noFill/>
            </a:ln>
            <a:effectLst>
              <a:outerShdw blurRad="57150" rotWithShape="0" algn="bl" dir="5400000" dist="19050">
                <a:srgbClr val="FFFFFF">
                  <a:alpha val="5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9" name="Google Shape;759;p48"/>
            <p:cNvGrpSpPr/>
            <p:nvPr/>
          </p:nvGrpSpPr>
          <p:grpSpPr>
            <a:xfrm>
              <a:off x="2823997" y="3481555"/>
              <a:ext cx="556012" cy="109394"/>
              <a:chOff x="912891" y="3985001"/>
              <a:chExt cx="385050" cy="75753"/>
            </a:xfrm>
          </p:grpSpPr>
          <p:sp>
            <p:nvSpPr>
              <p:cNvPr id="760" name="Google Shape;760;p48"/>
              <p:cNvSpPr/>
              <p:nvPr/>
            </p:nvSpPr>
            <p:spPr>
              <a:xfrm>
                <a:off x="912891" y="3988644"/>
                <a:ext cx="67540" cy="67540"/>
              </a:xfrm>
              <a:custGeom>
                <a:rect b="b" l="l" r="r" t="t"/>
                <a:pathLst>
                  <a:path extrusionOk="0" h="4523" w="4523">
                    <a:moveTo>
                      <a:pt x="0" y="1"/>
                    </a:moveTo>
                    <a:lnTo>
                      <a:pt x="0" y="4523"/>
                    </a:lnTo>
                    <a:lnTo>
                      <a:pt x="4522" y="2262"/>
                    </a:lnTo>
                    <a:lnTo>
                      <a:pt x="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8"/>
              <p:cNvSpPr/>
              <p:nvPr/>
            </p:nvSpPr>
            <p:spPr>
              <a:xfrm>
                <a:off x="1066169" y="3997767"/>
                <a:ext cx="49292" cy="49292"/>
              </a:xfrm>
              <a:custGeom>
                <a:rect b="b" l="l" r="r" t="t"/>
                <a:pathLst>
                  <a:path extrusionOk="0" h="3301" w="3301">
                    <a:moveTo>
                      <a:pt x="1" y="1"/>
                    </a:moveTo>
                    <a:lnTo>
                      <a:pt x="1" y="3301"/>
                    </a:lnTo>
                    <a:lnTo>
                      <a:pt x="3300" y="1651"/>
                    </a:lnTo>
                    <a:lnTo>
                      <a:pt x="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8"/>
              <p:cNvSpPr/>
              <p:nvPr/>
            </p:nvSpPr>
            <p:spPr>
              <a:xfrm>
                <a:off x="1117262" y="3997767"/>
                <a:ext cx="6406" cy="49292"/>
              </a:xfrm>
              <a:custGeom>
                <a:rect b="b" l="l" r="r" t="t"/>
                <a:pathLst>
                  <a:path extrusionOk="0" h="3301" w="429">
                    <a:moveTo>
                      <a:pt x="1" y="1"/>
                    </a:moveTo>
                    <a:lnTo>
                      <a:pt x="1" y="3301"/>
                    </a:lnTo>
                    <a:lnTo>
                      <a:pt x="428" y="3301"/>
                    </a:lnTo>
                    <a:lnTo>
                      <a:pt x="42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48"/>
              <p:cNvSpPr/>
              <p:nvPr/>
            </p:nvSpPr>
            <p:spPr>
              <a:xfrm>
                <a:off x="1210324" y="3985001"/>
                <a:ext cx="51129" cy="75753"/>
              </a:xfrm>
              <a:custGeom>
                <a:rect b="b" l="l" r="r" t="t"/>
                <a:pathLst>
                  <a:path extrusionOk="0" h="5073" w="3424">
                    <a:moveTo>
                      <a:pt x="3423" y="0"/>
                    </a:moveTo>
                    <a:lnTo>
                      <a:pt x="1" y="2506"/>
                    </a:lnTo>
                    <a:lnTo>
                      <a:pt x="3423" y="5072"/>
                    </a:lnTo>
                    <a:lnTo>
                      <a:pt x="342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48"/>
              <p:cNvSpPr/>
              <p:nvPr/>
            </p:nvSpPr>
            <p:spPr>
              <a:xfrm>
                <a:off x="1210324" y="4004157"/>
                <a:ext cx="25564" cy="37421"/>
              </a:xfrm>
              <a:custGeom>
                <a:rect b="b" l="l" r="r" t="t"/>
                <a:pathLst>
                  <a:path extrusionOk="0" h="2506" w="1712">
                    <a:moveTo>
                      <a:pt x="1" y="0"/>
                    </a:moveTo>
                    <a:lnTo>
                      <a:pt x="1" y="2506"/>
                    </a:lnTo>
                    <a:lnTo>
                      <a:pt x="1712" y="2506"/>
                    </a:lnTo>
                    <a:lnTo>
                      <a:pt x="171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48"/>
              <p:cNvSpPr/>
              <p:nvPr/>
            </p:nvSpPr>
            <p:spPr>
              <a:xfrm>
                <a:off x="1268718" y="3986822"/>
                <a:ext cx="29223" cy="72109"/>
              </a:xfrm>
              <a:custGeom>
                <a:rect b="b" l="l" r="r" t="t"/>
                <a:pathLst>
                  <a:path extrusionOk="0" h="4829" w="1957">
                    <a:moveTo>
                      <a:pt x="1" y="0"/>
                    </a:moveTo>
                    <a:lnTo>
                      <a:pt x="1" y="489"/>
                    </a:lnTo>
                    <a:cubicBezTo>
                      <a:pt x="856" y="734"/>
                      <a:pt x="1468" y="1528"/>
                      <a:pt x="1468" y="2384"/>
                    </a:cubicBezTo>
                    <a:cubicBezTo>
                      <a:pt x="1468" y="3300"/>
                      <a:pt x="856" y="4095"/>
                      <a:pt x="1" y="4278"/>
                    </a:cubicBezTo>
                    <a:lnTo>
                      <a:pt x="1" y="4828"/>
                    </a:lnTo>
                    <a:cubicBezTo>
                      <a:pt x="1162" y="4584"/>
                      <a:pt x="1956" y="3606"/>
                      <a:pt x="1956" y="2384"/>
                    </a:cubicBezTo>
                    <a:cubicBezTo>
                      <a:pt x="1956" y="1223"/>
                      <a:pt x="1162" y="245"/>
                      <a:pt x="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48"/>
              <p:cNvSpPr/>
              <p:nvPr/>
            </p:nvSpPr>
            <p:spPr>
              <a:xfrm>
                <a:off x="1268718" y="4005068"/>
                <a:ext cx="14619" cy="35599"/>
              </a:xfrm>
              <a:custGeom>
                <a:rect b="b" l="l" r="r" t="t"/>
                <a:pathLst>
                  <a:path extrusionOk="0" h="2384" w="979">
                    <a:moveTo>
                      <a:pt x="1" y="1"/>
                    </a:moveTo>
                    <a:lnTo>
                      <a:pt x="1" y="2384"/>
                    </a:lnTo>
                    <a:cubicBezTo>
                      <a:pt x="612" y="2262"/>
                      <a:pt x="979" y="1773"/>
                      <a:pt x="979" y="1162"/>
                    </a:cubicBezTo>
                    <a:cubicBezTo>
                      <a:pt x="979" y="612"/>
                      <a:pt x="612" y="123"/>
                      <a:pt x="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7" name="Google Shape;767;p48"/>
            <p:cNvGrpSpPr/>
            <p:nvPr/>
          </p:nvGrpSpPr>
          <p:grpSpPr>
            <a:xfrm>
              <a:off x="6246531" y="3476295"/>
              <a:ext cx="115956" cy="119931"/>
              <a:chOff x="4689357" y="3981343"/>
              <a:chExt cx="80302" cy="83049"/>
            </a:xfrm>
          </p:grpSpPr>
          <p:sp>
            <p:nvSpPr>
              <p:cNvPr id="768" name="Google Shape;768;p48"/>
              <p:cNvSpPr/>
              <p:nvPr/>
            </p:nvSpPr>
            <p:spPr>
              <a:xfrm>
                <a:off x="4689357" y="3981343"/>
                <a:ext cx="36510" cy="36525"/>
              </a:xfrm>
              <a:custGeom>
                <a:rect b="b" l="l" r="r" t="t"/>
                <a:pathLst>
                  <a:path extrusionOk="0" h="2446" w="2445">
                    <a:moveTo>
                      <a:pt x="306" y="1"/>
                    </a:moveTo>
                    <a:cubicBezTo>
                      <a:pt x="122" y="1"/>
                      <a:pt x="0" y="123"/>
                      <a:pt x="0" y="306"/>
                    </a:cubicBezTo>
                    <a:lnTo>
                      <a:pt x="0" y="2140"/>
                    </a:lnTo>
                    <a:cubicBezTo>
                      <a:pt x="0" y="2323"/>
                      <a:pt x="122" y="2445"/>
                      <a:pt x="306" y="2445"/>
                    </a:cubicBezTo>
                    <a:cubicBezTo>
                      <a:pt x="489" y="2445"/>
                      <a:pt x="611" y="2323"/>
                      <a:pt x="611" y="2140"/>
                    </a:cubicBezTo>
                    <a:lnTo>
                      <a:pt x="611" y="612"/>
                    </a:lnTo>
                    <a:lnTo>
                      <a:pt x="2139" y="612"/>
                    </a:lnTo>
                    <a:cubicBezTo>
                      <a:pt x="2322" y="612"/>
                      <a:pt x="2444" y="490"/>
                      <a:pt x="2444" y="306"/>
                    </a:cubicBezTo>
                    <a:cubicBezTo>
                      <a:pt x="2444" y="123"/>
                      <a:pt x="2322" y="1"/>
                      <a:pt x="21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48"/>
              <p:cNvSpPr/>
              <p:nvPr/>
            </p:nvSpPr>
            <p:spPr>
              <a:xfrm>
                <a:off x="4732238" y="3981343"/>
                <a:ext cx="37421" cy="36525"/>
              </a:xfrm>
              <a:custGeom>
                <a:rect b="b" l="l" r="r" t="t"/>
                <a:pathLst>
                  <a:path extrusionOk="0" h="2446" w="2506">
                    <a:moveTo>
                      <a:pt x="367" y="1"/>
                    </a:moveTo>
                    <a:cubicBezTo>
                      <a:pt x="184" y="1"/>
                      <a:pt x="0" y="123"/>
                      <a:pt x="0" y="306"/>
                    </a:cubicBezTo>
                    <a:cubicBezTo>
                      <a:pt x="0" y="490"/>
                      <a:pt x="184" y="612"/>
                      <a:pt x="367" y="612"/>
                    </a:cubicBezTo>
                    <a:lnTo>
                      <a:pt x="1834" y="612"/>
                    </a:lnTo>
                    <a:lnTo>
                      <a:pt x="1834" y="2140"/>
                    </a:lnTo>
                    <a:cubicBezTo>
                      <a:pt x="1834" y="2323"/>
                      <a:pt x="2017" y="2445"/>
                      <a:pt x="2139" y="2445"/>
                    </a:cubicBezTo>
                    <a:cubicBezTo>
                      <a:pt x="2322" y="2445"/>
                      <a:pt x="2506" y="2323"/>
                      <a:pt x="2506" y="2140"/>
                    </a:cubicBezTo>
                    <a:lnTo>
                      <a:pt x="2506" y="306"/>
                    </a:lnTo>
                    <a:cubicBezTo>
                      <a:pt x="2506" y="123"/>
                      <a:pt x="2322" y="1"/>
                      <a:pt x="21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48"/>
              <p:cNvSpPr/>
              <p:nvPr/>
            </p:nvSpPr>
            <p:spPr>
              <a:xfrm>
                <a:off x="4732238" y="4027882"/>
                <a:ext cx="37421" cy="36510"/>
              </a:xfrm>
              <a:custGeom>
                <a:rect b="b" l="l" r="r" t="t"/>
                <a:pathLst>
                  <a:path extrusionOk="0" h="2445" w="2506">
                    <a:moveTo>
                      <a:pt x="2139" y="0"/>
                    </a:moveTo>
                    <a:cubicBezTo>
                      <a:pt x="2017" y="0"/>
                      <a:pt x="1834" y="123"/>
                      <a:pt x="1834" y="306"/>
                    </a:cubicBezTo>
                    <a:lnTo>
                      <a:pt x="1834" y="1834"/>
                    </a:lnTo>
                    <a:lnTo>
                      <a:pt x="367" y="1834"/>
                    </a:lnTo>
                    <a:cubicBezTo>
                      <a:pt x="184" y="1834"/>
                      <a:pt x="0" y="1956"/>
                      <a:pt x="0" y="2139"/>
                    </a:cubicBezTo>
                    <a:cubicBezTo>
                      <a:pt x="0" y="2322"/>
                      <a:pt x="184" y="2445"/>
                      <a:pt x="367" y="2445"/>
                    </a:cubicBezTo>
                    <a:lnTo>
                      <a:pt x="2139" y="2445"/>
                    </a:lnTo>
                    <a:cubicBezTo>
                      <a:pt x="2322" y="2445"/>
                      <a:pt x="2506" y="2322"/>
                      <a:pt x="2445" y="2139"/>
                    </a:cubicBezTo>
                    <a:lnTo>
                      <a:pt x="2445" y="306"/>
                    </a:lnTo>
                    <a:cubicBezTo>
                      <a:pt x="2445" y="123"/>
                      <a:pt x="2322" y="0"/>
                      <a:pt x="21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48"/>
              <p:cNvSpPr/>
              <p:nvPr/>
            </p:nvSpPr>
            <p:spPr>
              <a:xfrm>
                <a:off x="4689357" y="4027882"/>
                <a:ext cx="36510" cy="36510"/>
              </a:xfrm>
              <a:custGeom>
                <a:rect b="b" l="l" r="r" t="t"/>
                <a:pathLst>
                  <a:path extrusionOk="0" h="2445" w="2445">
                    <a:moveTo>
                      <a:pt x="306" y="0"/>
                    </a:moveTo>
                    <a:cubicBezTo>
                      <a:pt x="122" y="0"/>
                      <a:pt x="0" y="123"/>
                      <a:pt x="0" y="306"/>
                    </a:cubicBezTo>
                    <a:lnTo>
                      <a:pt x="0" y="2139"/>
                    </a:lnTo>
                    <a:cubicBezTo>
                      <a:pt x="0" y="2322"/>
                      <a:pt x="122" y="2445"/>
                      <a:pt x="306" y="2445"/>
                    </a:cubicBezTo>
                    <a:lnTo>
                      <a:pt x="2139" y="2445"/>
                    </a:lnTo>
                    <a:cubicBezTo>
                      <a:pt x="2322" y="2445"/>
                      <a:pt x="2444" y="2322"/>
                      <a:pt x="2444" y="2139"/>
                    </a:cubicBezTo>
                    <a:cubicBezTo>
                      <a:pt x="2444" y="1956"/>
                      <a:pt x="2322" y="1834"/>
                      <a:pt x="2139" y="1834"/>
                    </a:cubicBezTo>
                    <a:lnTo>
                      <a:pt x="611" y="1834"/>
                    </a:lnTo>
                    <a:lnTo>
                      <a:pt x="611" y="306"/>
                    </a:lnTo>
                    <a:cubicBezTo>
                      <a:pt x="611" y="123"/>
                      <a:pt x="489" y="0"/>
                      <a:pt x="30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72" name="Google Shape;772;p48"/>
            <p:cNvGrpSpPr/>
            <p:nvPr/>
          </p:nvGrpSpPr>
          <p:grpSpPr>
            <a:xfrm>
              <a:off x="2786151" y="3349754"/>
              <a:ext cx="3576945" cy="55304"/>
              <a:chOff x="838074" y="3747922"/>
              <a:chExt cx="4005987" cy="60238"/>
            </a:xfrm>
          </p:grpSpPr>
          <p:sp>
            <p:nvSpPr>
              <p:cNvPr id="773" name="Google Shape;773;p48"/>
              <p:cNvSpPr/>
              <p:nvPr/>
            </p:nvSpPr>
            <p:spPr>
              <a:xfrm>
                <a:off x="838074" y="3767078"/>
                <a:ext cx="4005987" cy="21921"/>
              </a:xfrm>
              <a:custGeom>
                <a:rect b="b" l="l" r="r" t="t"/>
                <a:pathLst>
                  <a:path extrusionOk="0" h="1468" w="268273">
                    <a:moveTo>
                      <a:pt x="0" y="1"/>
                    </a:moveTo>
                    <a:lnTo>
                      <a:pt x="0" y="1468"/>
                    </a:lnTo>
                    <a:lnTo>
                      <a:pt x="268273" y="1468"/>
                    </a:lnTo>
                    <a:lnTo>
                      <a:pt x="26827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8"/>
              <p:cNvSpPr/>
              <p:nvPr/>
            </p:nvSpPr>
            <p:spPr>
              <a:xfrm>
                <a:off x="865694" y="3747922"/>
                <a:ext cx="61149" cy="60238"/>
              </a:xfrm>
              <a:custGeom>
                <a:rect b="b" l="l" r="r" t="t"/>
                <a:pathLst>
                  <a:path extrusionOk="0" h="4034" w="4095">
                    <a:moveTo>
                      <a:pt x="2078" y="1"/>
                    </a:moveTo>
                    <a:cubicBezTo>
                      <a:pt x="917" y="1"/>
                      <a:pt x="0" y="917"/>
                      <a:pt x="0" y="2017"/>
                    </a:cubicBezTo>
                    <a:cubicBezTo>
                      <a:pt x="0" y="3117"/>
                      <a:pt x="917" y="4034"/>
                      <a:pt x="2078" y="4034"/>
                    </a:cubicBezTo>
                    <a:cubicBezTo>
                      <a:pt x="3178" y="4034"/>
                      <a:pt x="4094" y="3117"/>
                      <a:pt x="4094" y="2017"/>
                    </a:cubicBezTo>
                    <a:cubicBezTo>
                      <a:pt x="4094" y="917"/>
                      <a:pt x="3178" y="1"/>
                      <a:pt x="20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48"/>
              <p:cNvSpPr/>
              <p:nvPr/>
            </p:nvSpPr>
            <p:spPr>
              <a:xfrm>
                <a:off x="838074" y="3767075"/>
                <a:ext cx="989927" cy="21925"/>
              </a:xfrm>
              <a:custGeom>
                <a:rect b="b" l="l" r="r" t="t"/>
                <a:pathLst>
                  <a:path extrusionOk="0" h="1468" w="268273">
                    <a:moveTo>
                      <a:pt x="0" y="1"/>
                    </a:moveTo>
                    <a:lnTo>
                      <a:pt x="0" y="1468"/>
                    </a:lnTo>
                    <a:lnTo>
                      <a:pt x="268273" y="1468"/>
                    </a:lnTo>
                    <a:lnTo>
                      <a:pt x="268273"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776" name="Google Shape;776;p48"/>
          <p:cNvPicPr preferRelativeResize="0"/>
          <p:nvPr/>
        </p:nvPicPr>
        <p:blipFill rotWithShape="1">
          <a:blip r:embed="rId3">
            <a:alphaModFix/>
          </a:blip>
          <a:srcRect b="13918" l="0" r="0" t="13925"/>
          <a:stretch/>
        </p:blipFill>
        <p:spPr>
          <a:xfrm>
            <a:off x="4940725" y="1599775"/>
            <a:ext cx="3338600" cy="1605549"/>
          </a:xfrm>
          <a:prstGeom prst="rect">
            <a:avLst/>
          </a:prstGeom>
          <a:noFill/>
          <a:ln>
            <a:noFill/>
          </a:ln>
        </p:spPr>
      </p:pic>
      <p:grpSp>
        <p:nvGrpSpPr>
          <p:cNvPr id="777" name="Google Shape;777;p48"/>
          <p:cNvGrpSpPr/>
          <p:nvPr/>
        </p:nvGrpSpPr>
        <p:grpSpPr>
          <a:xfrm>
            <a:off x="6256322" y="2048838"/>
            <a:ext cx="707400" cy="707400"/>
            <a:chOff x="6256322" y="2048838"/>
            <a:chExt cx="707400" cy="707400"/>
          </a:xfrm>
        </p:grpSpPr>
        <p:sp>
          <p:nvSpPr>
            <p:cNvPr id="778" name="Google Shape;778;p48"/>
            <p:cNvSpPr/>
            <p:nvPr/>
          </p:nvSpPr>
          <p:spPr>
            <a:xfrm flipH="1">
              <a:off x="6256322" y="2048838"/>
              <a:ext cx="707400" cy="707400"/>
            </a:xfrm>
            <a:prstGeom prst="ellipse">
              <a:avLst/>
            </a:prstGeom>
            <a:solidFill>
              <a:srgbClr val="0336D0">
                <a:alpha val="381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48"/>
            <p:cNvSpPr/>
            <p:nvPr/>
          </p:nvSpPr>
          <p:spPr>
            <a:xfrm>
              <a:off x="6491921" y="2233463"/>
              <a:ext cx="338151" cy="338151"/>
            </a:xfrm>
            <a:custGeom>
              <a:rect b="b" l="l" r="r" t="t"/>
              <a:pathLst>
                <a:path extrusionOk="0" h="4523" w="4523">
                  <a:moveTo>
                    <a:pt x="0" y="1"/>
                  </a:moveTo>
                  <a:lnTo>
                    <a:pt x="0" y="4523"/>
                  </a:lnTo>
                  <a:lnTo>
                    <a:pt x="4522" y="2262"/>
                  </a:lnTo>
                  <a:lnTo>
                    <a:pt x="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80" name="Google Shape;780;p48"/>
          <p:cNvGrpSpPr/>
          <p:nvPr/>
        </p:nvGrpSpPr>
        <p:grpSpPr>
          <a:xfrm flipH="1">
            <a:off x="-207101" y="184775"/>
            <a:ext cx="4357122" cy="707497"/>
            <a:chOff x="6456475" y="3575600"/>
            <a:chExt cx="3403204" cy="552603"/>
          </a:xfrm>
        </p:grpSpPr>
        <p:sp>
          <p:nvSpPr>
            <p:cNvPr id="781" name="Google Shape;781;p48"/>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48"/>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83" name="Google Shape;783;p48"/>
          <p:cNvGrpSpPr/>
          <p:nvPr/>
        </p:nvGrpSpPr>
        <p:grpSpPr>
          <a:xfrm flipH="1">
            <a:off x="-677505" y="892275"/>
            <a:ext cx="3759089" cy="707494"/>
            <a:chOff x="6456475" y="3575600"/>
            <a:chExt cx="2936100" cy="552600"/>
          </a:xfrm>
        </p:grpSpPr>
        <p:sp>
          <p:nvSpPr>
            <p:cNvPr id="784" name="Google Shape;784;p48"/>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48"/>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9" name="Shape 789"/>
        <p:cNvGrpSpPr/>
        <p:nvPr/>
      </p:nvGrpSpPr>
      <p:grpSpPr>
        <a:xfrm>
          <a:off x="0" y="0"/>
          <a:ext cx="0" cy="0"/>
          <a:chOff x="0" y="0"/>
          <a:chExt cx="0" cy="0"/>
        </a:xfrm>
      </p:grpSpPr>
      <p:sp>
        <p:nvSpPr>
          <p:cNvPr id="790" name="Google Shape;790;p4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traction</a:t>
            </a:r>
            <a:endParaRPr/>
          </a:p>
        </p:txBody>
      </p:sp>
      <p:pic>
        <p:nvPicPr>
          <p:cNvPr id="791" name="Google Shape;791;p49">
            <a:hlinkClick r:id="rId3"/>
          </p:cNvPr>
          <p:cNvPicPr preferRelativeResize="0"/>
          <p:nvPr/>
        </p:nvPicPr>
        <p:blipFill>
          <a:blip r:embed="rId4">
            <a:alphaModFix/>
          </a:blip>
          <a:stretch>
            <a:fillRect/>
          </a:stretch>
        </p:blipFill>
        <p:spPr>
          <a:xfrm>
            <a:off x="573572" y="1152500"/>
            <a:ext cx="2901624" cy="2480450"/>
          </a:xfrm>
          <a:prstGeom prst="rect">
            <a:avLst/>
          </a:prstGeom>
          <a:noFill/>
          <a:ln>
            <a:noFill/>
          </a:ln>
        </p:spPr>
      </p:pic>
      <p:sp>
        <p:nvSpPr>
          <p:cNvPr id="792" name="Google Shape;792;p49"/>
          <p:cNvSpPr txBox="1"/>
          <p:nvPr/>
        </p:nvSpPr>
        <p:spPr>
          <a:xfrm>
            <a:off x="1313522" y="3492725"/>
            <a:ext cx="612000" cy="178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100">
                <a:solidFill>
                  <a:schemeClr val="dk1"/>
                </a:solidFill>
                <a:latin typeface="Albert Sans"/>
                <a:ea typeface="Albert Sans"/>
                <a:cs typeface="Albert Sans"/>
                <a:sym typeface="Albert Sans"/>
              </a:rPr>
              <a:t>2XXX</a:t>
            </a:r>
            <a:endParaRPr sz="1100">
              <a:solidFill>
                <a:schemeClr val="dk1"/>
              </a:solidFill>
              <a:latin typeface="Albert Sans"/>
              <a:ea typeface="Albert Sans"/>
              <a:cs typeface="Albert Sans"/>
              <a:sym typeface="Albert Sans"/>
            </a:endParaRPr>
          </a:p>
        </p:txBody>
      </p:sp>
      <p:sp>
        <p:nvSpPr>
          <p:cNvPr id="793" name="Google Shape;793;p49"/>
          <p:cNvSpPr txBox="1"/>
          <p:nvPr/>
        </p:nvSpPr>
        <p:spPr>
          <a:xfrm>
            <a:off x="2346047" y="3492725"/>
            <a:ext cx="612000" cy="178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100">
                <a:solidFill>
                  <a:schemeClr val="dk1"/>
                </a:solidFill>
                <a:latin typeface="Albert Sans"/>
                <a:ea typeface="Albert Sans"/>
                <a:cs typeface="Albert Sans"/>
                <a:sym typeface="Albert Sans"/>
              </a:rPr>
              <a:t>2XXX</a:t>
            </a:r>
            <a:endParaRPr sz="1100">
              <a:solidFill>
                <a:schemeClr val="dk1"/>
              </a:solidFill>
              <a:latin typeface="Albert Sans"/>
              <a:ea typeface="Albert Sans"/>
              <a:cs typeface="Albert Sans"/>
              <a:sym typeface="Albert Sans"/>
            </a:endParaRPr>
          </a:p>
        </p:txBody>
      </p:sp>
      <p:sp>
        <p:nvSpPr>
          <p:cNvPr id="794" name="Google Shape;794;p49"/>
          <p:cNvSpPr/>
          <p:nvPr/>
        </p:nvSpPr>
        <p:spPr>
          <a:xfrm flipH="1" rot="10800000">
            <a:off x="713227" y="3956364"/>
            <a:ext cx="294900" cy="2949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49"/>
          <p:cNvSpPr txBox="1"/>
          <p:nvPr/>
        </p:nvSpPr>
        <p:spPr>
          <a:xfrm>
            <a:off x="1013400" y="3979475"/>
            <a:ext cx="809400" cy="24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600">
                <a:solidFill>
                  <a:schemeClr val="dk1"/>
                </a:solidFill>
                <a:latin typeface="Albert Sans"/>
                <a:ea typeface="Albert Sans"/>
                <a:cs typeface="Albert Sans"/>
                <a:sym typeface="Albert Sans"/>
              </a:rPr>
              <a:t>Mars</a:t>
            </a:r>
            <a:endParaRPr b="1" sz="1600">
              <a:solidFill>
                <a:schemeClr val="dk1"/>
              </a:solidFill>
              <a:latin typeface="Albert Sans"/>
              <a:ea typeface="Albert Sans"/>
              <a:cs typeface="Albert Sans"/>
              <a:sym typeface="Albert Sans"/>
            </a:endParaRPr>
          </a:p>
        </p:txBody>
      </p:sp>
      <p:sp>
        <p:nvSpPr>
          <p:cNvPr id="796" name="Google Shape;796;p49"/>
          <p:cNvSpPr/>
          <p:nvPr/>
        </p:nvSpPr>
        <p:spPr>
          <a:xfrm flipH="1" rot="10800000">
            <a:off x="1914952" y="3956364"/>
            <a:ext cx="294900" cy="2949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49"/>
          <p:cNvSpPr txBox="1"/>
          <p:nvPr/>
        </p:nvSpPr>
        <p:spPr>
          <a:xfrm>
            <a:off x="2215125" y="3979475"/>
            <a:ext cx="809400" cy="24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1600">
                <a:solidFill>
                  <a:schemeClr val="dk1"/>
                </a:solidFill>
                <a:latin typeface="Albert Sans"/>
                <a:ea typeface="Albert Sans"/>
                <a:cs typeface="Albert Sans"/>
                <a:sym typeface="Albert Sans"/>
              </a:rPr>
              <a:t>Venus</a:t>
            </a:r>
            <a:endParaRPr b="1" sz="1600">
              <a:solidFill>
                <a:schemeClr val="dk1"/>
              </a:solidFill>
              <a:latin typeface="Albert Sans"/>
              <a:ea typeface="Albert Sans"/>
              <a:cs typeface="Albert Sans"/>
              <a:sym typeface="Albert Sans"/>
            </a:endParaRPr>
          </a:p>
        </p:txBody>
      </p:sp>
      <p:sp>
        <p:nvSpPr>
          <p:cNvPr id="798" name="Google Shape;798;p49"/>
          <p:cNvSpPr txBox="1"/>
          <p:nvPr/>
        </p:nvSpPr>
        <p:spPr>
          <a:xfrm>
            <a:off x="3809897" y="2389350"/>
            <a:ext cx="2295000" cy="37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Average revenue in 2XXX</a:t>
            </a:r>
            <a:endParaRPr>
              <a:solidFill>
                <a:schemeClr val="dk1"/>
              </a:solidFill>
              <a:latin typeface="Albert Sans"/>
              <a:ea typeface="Albert Sans"/>
              <a:cs typeface="Albert Sans"/>
              <a:sym typeface="Albert Sans"/>
            </a:endParaRPr>
          </a:p>
        </p:txBody>
      </p:sp>
      <p:sp>
        <p:nvSpPr>
          <p:cNvPr id="799" name="Google Shape;799;p49"/>
          <p:cNvSpPr txBox="1"/>
          <p:nvPr/>
        </p:nvSpPr>
        <p:spPr>
          <a:xfrm>
            <a:off x="3809897" y="2181975"/>
            <a:ext cx="22950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$243,000</a:t>
            </a:r>
            <a:endParaRPr b="1" sz="2400">
              <a:solidFill>
                <a:schemeClr val="dk2"/>
              </a:solidFill>
              <a:latin typeface="Albert Sans"/>
              <a:ea typeface="Albert Sans"/>
              <a:cs typeface="Albert Sans"/>
              <a:sym typeface="Albert Sans"/>
            </a:endParaRPr>
          </a:p>
        </p:txBody>
      </p:sp>
      <p:sp>
        <p:nvSpPr>
          <p:cNvPr id="800" name="Google Shape;800;p49"/>
          <p:cNvSpPr/>
          <p:nvPr/>
        </p:nvSpPr>
        <p:spPr>
          <a:xfrm rot="5400000">
            <a:off x="4603697" y="136292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49"/>
          <p:cNvSpPr txBox="1"/>
          <p:nvPr/>
        </p:nvSpPr>
        <p:spPr>
          <a:xfrm>
            <a:off x="3809897" y="3902975"/>
            <a:ext cx="2295000" cy="377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Registered businesses</a:t>
            </a:r>
            <a:endParaRPr>
              <a:solidFill>
                <a:schemeClr val="dk1"/>
              </a:solidFill>
              <a:latin typeface="Albert Sans"/>
              <a:ea typeface="Albert Sans"/>
              <a:cs typeface="Albert Sans"/>
              <a:sym typeface="Albert Sans"/>
            </a:endParaRPr>
          </a:p>
        </p:txBody>
      </p:sp>
      <p:sp>
        <p:nvSpPr>
          <p:cNvPr id="802" name="Google Shape;802;p49"/>
          <p:cNvSpPr txBox="1"/>
          <p:nvPr/>
        </p:nvSpPr>
        <p:spPr>
          <a:xfrm>
            <a:off x="3809897" y="3695600"/>
            <a:ext cx="22950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3,462</a:t>
            </a:r>
            <a:endParaRPr b="1" sz="2400">
              <a:solidFill>
                <a:schemeClr val="dk2"/>
              </a:solidFill>
              <a:latin typeface="Albert Sans"/>
              <a:ea typeface="Albert Sans"/>
              <a:cs typeface="Albert Sans"/>
              <a:sym typeface="Albert Sans"/>
            </a:endParaRPr>
          </a:p>
        </p:txBody>
      </p:sp>
      <p:sp>
        <p:nvSpPr>
          <p:cNvPr id="803" name="Google Shape;803;p49"/>
          <p:cNvSpPr/>
          <p:nvPr/>
        </p:nvSpPr>
        <p:spPr>
          <a:xfrm rot="5400000">
            <a:off x="4603697" y="28765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49"/>
          <p:cNvSpPr txBox="1"/>
          <p:nvPr/>
        </p:nvSpPr>
        <p:spPr>
          <a:xfrm>
            <a:off x="6125775" y="2389350"/>
            <a:ext cx="2298600" cy="37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U</a:t>
            </a:r>
            <a:r>
              <a:rPr lang="en">
                <a:solidFill>
                  <a:schemeClr val="dk1"/>
                </a:solidFill>
                <a:latin typeface="Albert Sans"/>
                <a:ea typeface="Albert Sans"/>
                <a:cs typeface="Albert Sans"/>
                <a:sym typeface="Albert Sans"/>
              </a:rPr>
              <a:t>ser savings per deal</a:t>
            </a:r>
            <a:endParaRPr>
              <a:solidFill>
                <a:schemeClr val="dk1"/>
              </a:solidFill>
              <a:latin typeface="Albert Sans"/>
              <a:ea typeface="Albert Sans"/>
              <a:cs typeface="Albert Sans"/>
              <a:sym typeface="Albert Sans"/>
            </a:endParaRPr>
          </a:p>
        </p:txBody>
      </p:sp>
      <p:sp>
        <p:nvSpPr>
          <p:cNvPr id="805" name="Google Shape;805;p49"/>
          <p:cNvSpPr txBox="1"/>
          <p:nvPr/>
        </p:nvSpPr>
        <p:spPr>
          <a:xfrm>
            <a:off x="6127575" y="2181975"/>
            <a:ext cx="22950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$142</a:t>
            </a:r>
            <a:endParaRPr b="1" sz="2400">
              <a:solidFill>
                <a:schemeClr val="dk2"/>
              </a:solidFill>
              <a:latin typeface="Albert Sans"/>
              <a:ea typeface="Albert Sans"/>
              <a:cs typeface="Albert Sans"/>
              <a:sym typeface="Albert Sans"/>
            </a:endParaRPr>
          </a:p>
        </p:txBody>
      </p:sp>
      <p:sp>
        <p:nvSpPr>
          <p:cNvPr id="806" name="Google Shape;806;p49"/>
          <p:cNvSpPr/>
          <p:nvPr/>
        </p:nvSpPr>
        <p:spPr>
          <a:xfrm rot="5400000">
            <a:off x="6921375" y="136292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49"/>
          <p:cNvSpPr txBox="1"/>
          <p:nvPr/>
        </p:nvSpPr>
        <p:spPr>
          <a:xfrm>
            <a:off x="6125775" y="3902975"/>
            <a:ext cx="2298600" cy="377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Total app downloads</a:t>
            </a:r>
            <a:endParaRPr>
              <a:solidFill>
                <a:schemeClr val="dk1"/>
              </a:solidFill>
              <a:latin typeface="Albert Sans"/>
              <a:ea typeface="Albert Sans"/>
              <a:cs typeface="Albert Sans"/>
              <a:sym typeface="Albert Sans"/>
            </a:endParaRPr>
          </a:p>
        </p:txBody>
      </p:sp>
      <p:sp>
        <p:nvSpPr>
          <p:cNvPr id="808" name="Google Shape;808;p49"/>
          <p:cNvSpPr txBox="1"/>
          <p:nvPr/>
        </p:nvSpPr>
        <p:spPr>
          <a:xfrm>
            <a:off x="6127575" y="3695600"/>
            <a:ext cx="22950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78,000</a:t>
            </a:r>
            <a:endParaRPr b="1" sz="2400">
              <a:solidFill>
                <a:schemeClr val="dk2"/>
              </a:solidFill>
              <a:latin typeface="Albert Sans"/>
              <a:ea typeface="Albert Sans"/>
              <a:cs typeface="Albert Sans"/>
              <a:sym typeface="Albert Sans"/>
            </a:endParaRPr>
          </a:p>
        </p:txBody>
      </p:sp>
      <p:sp>
        <p:nvSpPr>
          <p:cNvPr id="809" name="Google Shape;809;p49"/>
          <p:cNvSpPr/>
          <p:nvPr/>
        </p:nvSpPr>
        <p:spPr>
          <a:xfrm rot="5400000">
            <a:off x="6921375" y="28765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0" name="Google Shape;810;p49"/>
          <p:cNvGrpSpPr/>
          <p:nvPr/>
        </p:nvGrpSpPr>
        <p:grpSpPr>
          <a:xfrm>
            <a:off x="4755034" y="3029325"/>
            <a:ext cx="404725" cy="401850"/>
            <a:chOff x="2650575" y="3227625"/>
            <a:chExt cx="404725" cy="401850"/>
          </a:xfrm>
        </p:grpSpPr>
        <p:sp>
          <p:nvSpPr>
            <p:cNvPr id="811" name="Google Shape;811;p49"/>
            <p:cNvSpPr/>
            <p:nvPr/>
          </p:nvSpPr>
          <p:spPr>
            <a:xfrm>
              <a:off x="2734100" y="3442225"/>
              <a:ext cx="118125" cy="116675"/>
            </a:xfrm>
            <a:custGeom>
              <a:rect b="b" l="l" r="r" t="t"/>
              <a:pathLst>
                <a:path extrusionOk="0" h="4667" w="4725">
                  <a:moveTo>
                    <a:pt x="2363" y="461"/>
                  </a:moveTo>
                  <a:cubicBezTo>
                    <a:pt x="3400" y="461"/>
                    <a:pt x="4206" y="1325"/>
                    <a:pt x="4206" y="2362"/>
                  </a:cubicBezTo>
                  <a:cubicBezTo>
                    <a:pt x="4206" y="3342"/>
                    <a:pt x="3400" y="4206"/>
                    <a:pt x="2363" y="4206"/>
                  </a:cubicBezTo>
                  <a:cubicBezTo>
                    <a:pt x="1326" y="4206"/>
                    <a:pt x="462" y="3342"/>
                    <a:pt x="462" y="2362"/>
                  </a:cubicBezTo>
                  <a:cubicBezTo>
                    <a:pt x="462" y="1325"/>
                    <a:pt x="1326" y="461"/>
                    <a:pt x="2363" y="461"/>
                  </a:cubicBezTo>
                  <a:close/>
                  <a:moveTo>
                    <a:pt x="2363" y="0"/>
                  </a:moveTo>
                  <a:cubicBezTo>
                    <a:pt x="1038" y="0"/>
                    <a:pt x="1" y="1037"/>
                    <a:pt x="1" y="2362"/>
                  </a:cubicBezTo>
                  <a:cubicBezTo>
                    <a:pt x="1" y="3630"/>
                    <a:pt x="1038" y="4667"/>
                    <a:pt x="2363" y="4667"/>
                  </a:cubicBezTo>
                  <a:cubicBezTo>
                    <a:pt x="3630" y="4667"/>
                    <a:pt x="4725" y="3630"/>
                    <a:pt x="4725" y="2362"/>
                  </a:cubicBezTo>
                  <a:cubicBezTo>
                    <a:pt x="4725" y="1037"/>
                    <a:pt x="3630" y="0"/>
                    <a:pt x="23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9"/>
            <p:cNvSpPr/>
            <p:nvPr/>
          </p:nvSpPr>
          <p:spPr>
            <a:xfrm>
              <a:off x="2771325" y="3464875"/>
              <a:ext cx="43450" cy="71375"/>
            </a:xfrm>
            <a:custGeom>
              <a:rect b="b" l="l" r="r" t="t"/>
              <a:pathLst>
                <a:path extrusionOk="0" h="2855" w="1738">
                  <a:moveTo>
                    <a:pt x="785" y="1"/>
                  </a:moveTo>
                  <a:cubicBezTo>
                    <a:pt x="662" y="1"/>
                    <a:pt x="586" y="95"/>
                    <a:pt x="586" y="189"/>
                  </a:cubicBezTo>
                  <a:lnTo>
                    <a:pt x="586" y="304"/>
                  </a:lnTo>
                  <a:cubicBezTo>
                    <a:pt x="413" y="419"/>
                    <a:pt x="240" y="592"/>
                    <a:pt x="182" y="823"/>
                  </a:cubicBezTo>
                  <a:cubicBezTo>
                    <a:pt x="125" y="996"/>
                    <a:pt x="240" y="1226"/>
                    <a:pt x="355" y="1341"/>
                  </a:cubicBezTo>
                  <a:cubicBezTo>
                    <a:pt x="528" y="1456"/>
                    <a:pt x="758" y="1572"/>
                    <a:pt x="931" y="1629"/>
                  </a:cubicBezTo>
                  <a:cubicBezTo>
                    <a:pt x="1162" y="1744"/>
                    <a:pt x="1047" y="2033"/>
                    <a:pt x="816" y="2033"/>
                  </a:cubicBezTo>
                  <a:cubicBezTo>
                    <a:pt x="643" y="2033"/>
                    <a:pt x="643" y="2033"/>
                    <a:pt x="470" y="1975"/>
                  </a:cubicBezTo>
                  <a:cubicBezTo>
                    <a:pt x="431" y="1945"/>
                    <a:pt x="390" y="1933"/>
                    <a:pt x="351" y="1933"/>
                  </a:cubicBezTo>
                  <a:cubicBezTo>
                    <a:pt x="159" y="1933"/>
                    <a:pt x="1" y="2235"/>
                    <a:pt x="240" y="2378"/>
                  </a:cubicBezTo>
                  <a:cubicBezTo>
                    <a:pt x="355" y="2436"/>
                    <a:pt x="470" y="2493"/>
                    <a:pt x="586" y="2493"/>
                  </a:cubicBezTo>
                  <a:lnTo>
                    <a:pt x="586" y="2609"/>
                  </a:lnTo>
                  <a:cubicBezTo>
                    <a:pt x="586" y="2724"/>
                    <a:pt x="701" y="2839"/>
                    <a:pt x="816" y="2839"/>
                  </a:cubicBezTo>
                  <a:cubicBezTo>
                    <a:pt x="837" y="2849"/>
                    <a:pt x="857" y="2854"/>
                    <a:pt x="877" y="2854"/>
                  </a:cubicBezTo>
                  <a:cubicBezTo>
                    <a:pt x="969" y="2854"/>
                    <a:pt x="1047" y="2751"/>
                    <a:pt x="1047" y="2609"/>
                  </a:cubicBezTo>
                  <a:lnTo>
                    <a:pt x="1047" y="2493"/>
                  </a:lnTo>
                  <a:cubicBezTo>
                    <a:pt x="1680" y="2321"/>
                    <a:pt x="1738" y="1399"/>
                    <a:pt x="1104" y="1168"/>
                  </a:cubicBezTo>
                  <a:lnTo>
                    <a:pt x="1104" y="1168"/>
                  </a:lnTo>
                  <a:lnTo>
                    <a:pt x="1104" y="1226"/>
                  </a:lnTo>
                  <a:cubicBezTo>
                    <a:pt x="931" y="1168"/>
                    <a:pt x="758" y="1053"/>
                    <a:pt x="701" y="996"/>
                  </a:cubicBezTo>
                  <a:cubicBezTo>
                    <a:pt x="586" y="938"/>
                    <a:pt x="643" y="823"/>
                    <a:pt x="758" y="765"/>
                  </a:cubicBezTo>
                  <a:cubicBezTo>
                    <a:pt x="874" y="765"/>
                    <a:pt x="989" y="765"/>
                    <a:pt x="1047" y="823"/>
                  </a:cubicBezTo>
                  <a:cubicBezTo>
                    <a:pt x="1096" y="860"/>
                    <a:pt x="1147" y="875"/>
                    <a:pt x="1196" y="875"/>
                  </a:cubicBezTo>
                  <a:cubicBezTo>
                    <a:pt x="1376" y="875"/>
                    <a:pt x="1516" y="658"/>
                    <a:pt x="1335" y="477"/>
                  </a:cubicBezTo>
                  <a:cubicBezTo>
                    <a:pt x="1277" y="419"/>
                    <a:pt x="1219" y="362"/>
                    <a:pt x="1047" y="304"/>
                  </a:cubicBezTo>
                  <a:lnTo>
                    <a:pt x="1047" y="247"/>
                  </a:lnTo>
                  <a:cubicBezTo>
                    <a:pt x="1047" y="131"/>
                    <a:pt x="989" y="16"/>
                    <a:pt x="874" y="16"/>
                  </a:cubicBezTo>
                  <a:cubicBezTo>
                    <a:pt x="842" y="6"/>
                    <a:pt x="812" y="1"/>
                    <a:pt x="78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49"/>
            <p:cNvSpPr/>
            <p:nvPr/>
          </p:nvSpPr>
          <p:spPr>
            <a:xfrm>
              <a:off x="2650575" y="3227625"/>
              <a:ext cx="404725" cy="401850"/>
            </a:xfrm>
            <a:custGeom>
              <a:rect b="b" l="l" r="r" t="t"/>
              <a:pathLst>
                <a:path extrusionOk="0" h="16074" w="16189">
                  <a:moveTo>
                    <a:pt x="1441" y="8123"/>
                  </a:moveTo>
                  <a:cubicBezTo>
                    <a:pt x="1325" y="8584"/>
                    <a:pt x="980" y="8988"/>
                    <a:pt x="461" y="9103"/>
                  </a:cubicBezTo>
                  <a:lnTo>
                    <a:pt x="461" y="8123"/>
                  </a:lnTo>
                  <a:close/>
                  <a:moveTo>
                    <a:pt x="12329" y="9276"/>
                  </a:moveTo>
                  <a:lnTo>
                    <a:pt x="12329" y="11350"/>
                  </a:lnTo>
                  <a:lnTo>
                    <a:pt x="11234" y="10889"/>
                  </a:lnTo>
                  <a:lnTo>
                    <a:pt x="11004" y="10889"/>
                  </a:lnTo>
                  <a:lnTo>
                    <a:pt x="9967" y="11350"/>
                  </a:lnTo>
                  <a:lnTo>
                    <a:pt x="9967" y="9276"/>
                  </a:lnTo>
                  <a:cubicBezTo>
                    <a:pt x="10370" y="9391"/>
                    <a:pt x="10601" y="9909"/>
                    <a:pt x="11119" y="9909"/>
                  </a:cubicBezTo>
                  <a:cubicBezTo>
                    <a:pt x="11638" y="9909"/>
                    <a:pt x="11868" y="9391"/>
                    <a:pt x="12329" y="9276"/>
                  </a:cubicBezTo>
                  <a:close/>
                  <a:moveTo>
                    <a:pt x="461" y="12732"/>
                  </a:moveTo>
                  <a:cubicBezTo>
                    <a:pt x="922" y="12790"/>
                    <a:pt x="1325" y="13193"/>
                    <a:pt x="1441" y="13712"/>
                  </a:cubicBezTo>
                  <a:lnTo>
                    <a:pt x="461" y="13712"/>
                  </a:lnTo>
                  <a:lnTo>
                    <a:pt x="461" y="12732"/>
                  </a:lnTo>
                  <a:close/>
                  <a:moveTo>
                    <a:pt x="7951" y="8123"/>
                  </a:moveTo>
                  <a:cubicBezTo>
                    <a:pt x="8066" y="8239"/>
                    <a:pt x="8123" y="8412"/>
                    <a:pt x="8181" y="8584"/>
                  </a:cubicBezTo>
                  <a:cubicBezTo>
                    <a:pt x="8239" y="8815"/>
                    <a:pt x="8411" y="9103"/>
                    <a:pt x="8642" y="9276"/>
                  </a:cubicBezTo>
                  <a:cubicBezTo>
                    <a:pt x="8777" y="9343"/>
                    <a:pt x="8951" y="9371"/>
                    <a:pt x="9131" y="9371"/>
                  </a:cubicBezTo>
                  <a:cubicBezTo>
                    <a:pt x="9258" y="9371"/>
                    <a:pt x="9387" y="9357"/>
                    <a:pt x="9506" y="9333"/>
                  </a:cubicBezTo>
                  <a:lnTo>
                    <a:pt x="9506" y="11753"/>
                  </a:lnTo>
                  <a:cubicBezTo>
                    <a:pt x="9506" y="11895"/>
                    <a:pt x="9623" y="11998"/>
                    <a:pt x="9729" y="11998"/>
                  </a:cubicBezTo>
                  <a:cubicBezTo>
                    <a:pt x="9751" y="11998"/>
                    <a:pt x="9774" y="11994"/>
                    <a:pt x="9794" y="11983"/>
                  </a:cubicBezTo>
                  <a:lnTo>
                    <a:pt x="10889" y="11465"/>
                  </a:lnTo>
                  <a:lnTo>
                    <a:pt x="10889" y="12271"/>
                  </a:lnTo>
                  <a:cubicBezTo>
                    <a:pt x="10140" y="12329"/>
                    <a:pt x="9564" y="12963"/>
                    <a:pt x="9448" y="13712"/>
                  </a:cubicBezTo>
                  <a:lnTo>
                    <a:pt x="1901" y="13712"/>
                  </a:lnTo>
                  <a:cubicBezTo>
                    <a:pt x="1786" y="12963"/>
                    <a:pt x="1210" y="12329"/>
                    <a:pt x="461" y="12271"/>
                  </a:cubicBezTo>
                  <a:lnTo>
                    <a:pt x="461" y="9564"/>
                  </a:lnTo>
                  <a:cubicBezTo>
                    <a:pt x="1210" y="9449"/>
                    <a:pt x="1786" y="8872"/>
                    <a:pt x="1901" y="8123"/>
                  </a:cubicBezTo>
                  <a:close/>
                  <a:moveTo>
                    <a:pt x="10889" y="12732"/>
                  </a:moveTo>
                  <a:lnTo>
                    <a:pt x="10889" y="13712"/>
                  </a:lnTo>
                  <a:lnTo>
                    <a:pt x="9909" y="13712"/>
                  </a:lnTo>
                  <a:cubicBezTo>
                    <a:pt x="10025" y="13193"/>
                    <a:pt x="10428" y="12848"/>
                    <a:pt x="10889" y="12732"/>
                  </a:cubicBezTo>
                  <a:close/>
                  <a:moveTo>
                    <a:pt x="10889" y="14173"/>
                  </a:moveTo>
                  <a:lnTo>
                    <a:pt x="10889" y="14633"/>
                  </a:lnTo>
                  <a:lnTo>
                    <a:pt x="461" y="14633"/>
                  </a:lnTo>
                  <a:lnTo>
                    <a:pt x="461" y="14173"/>
                  </a:lnTo>
                  <a:close/>
                  <a:moveTo>
                    <a:pt x="11148" y="0"/>
                  </a:moveTo>
                  <a:cubicBezTo>
                    <a:pt x="10903" y="0"/>
                    <a:pt x="10658" y="116"/>
                    <a:pt x="10370" y="346"/>
                  </a:cubicBezTo>
                  <a:cubicBezTo>
                    <a:pt x="10150" y="522"/>
                    <a:pt x="9964" y="597"/>
                    <a:pt x="9734" y="597"/>
                  </a:cubicBezTo>
                  <a:cubicBezTo>
                    <a:pt x="9663" y="597"/>
                    <a:pt x="9588" y="590"/>
                    <a:pt x="9506" y="577"/>
                  </a:cubicBezTo>
                  <a:cubicBezTo>
                    <a:pt x="9362" y="548"/>
                    <a:pt x="9218" y="519"/>
                    <a:pt x="9074" y="519"/>
                  </a:cubicBezTo>
                  <a:cubicBezTo>
                    <a:pt x="8930" y="519"/>
                    <a:pt x="8786" y="548"/>
                    <a:pt x="8642" y="634"/>
                  </a:cubicBezTo>
                  <a:cubicBezTo>
                    <a:pt x="8411" y="807"/>
                    <a:pt x="8296" y="1095"/>
                    <a:pt x="8181" y="1325"/>
                  </a:cubicBezTo>
                  <a:cubicBezTo>
                    <a:pt x="8107" y="1509"/>
                    <a:pt x="8269" y="1646"/>
                    <a:pt x="8425" y="1646"/>
                  </a:cubicBezTo>
                  <a:cubicBezTo>
                    <a:pt x="8513" y="1646"/>
                    <a:pt x="8600" y="1602"/>
                    <a:pt x="8642" y="1498"/>
                  </a:cubicBezTo>
                  <a:cubicBezTo>
                    <a:pt x="8699" y="1325"/>
                    <a:pt x="8757" y="1095"/>
                    <a:pt x="8872" y="1037"/>
                  </a:cubicBezTo>
                  <a:cubicBezTo>
                    <a:pt x="8911" y="1018"/>
                    <a:pt x="8962" y="1012"/>
                    <a:pt x="9022" y="1012"/>
                  </a:cubicBezTo>
                  <a:cubicBezTo>
                    <a:pt x="9141" y="1012"/>
                    <a:pt x="9295" y="1037"/>
                    <a:pt x="9448" y="1037"/>
                  </a:cubicBezTo>
                  <a:cubicBezTo>
                    <a:pt x="9548" y="1050"/>
                    <a:pt x="9641" y="1057"/>
                    <a:pt x="9732" y="1057"/>
                  </a:cubicBezTo>
                  <a:cubicBezTo>
                    <a:pt x="10061" y="1057"/>
                    <a:pt x="10342" y="963"/>
                    <a:pt x="10658" y="692"/>
                  </a:cubicBezTo>
                  <a:cubicBezTo>
                    <a:pt x="10860" y="548"/>
                    <a:pt x="11004" y="476"/>
                    <a:pt x="11148" y="476"/>
                  </a:cubicBezTo>
                  <a:cubicBezTo>
                    <a:pt x="11292" y="476"/>
                    <a:pt x="11436" y="548"/>
                    <a:pt x="11638" y="692"/>
                  </a:cubicBezTo>
                  <a:cubicBezTo>
                    <a:pt x="11954" y="963"/>
                    <a:pt x="12235" y="1057"/>
                    <a:pt x="12564" y="1057"/>
                  </a:cubicBezTo>
                  <a:cubicBezTo>
                    <a:pt x="12654" y="1057"/>
                    <a:pt x="12748" y="1050"/>
                    <a:pt x="12847" y="1037"/>
                  </a:cubicBezTo>
                  <a:cubicBezTo>
                    <a:pt x="12951" y="1026"/>
                    <a:pt x="13039" y="1019"/>
                    <a:pt x="13114" y="1019"/>
                  </a:cubicBezTo>
                  <a:cubicBezTo>
                    <a:pt x="13417" y="1019"/>
                    <a:pt x="13527" y="1130"/>
                    <a:pt x="13712" y="1498"/>
                  </a:cubicBezTo>
                  <a:cubicBezTo>
                    <a:pt x="13884" y="1959"/>
                    <a:pt x="14115" y="2247"/>
                    <a:pt x="14576" y="2420"/>
                  </a:cubicBezTo>
                  <a:cubicBezTo>
                    <a:pt x="15037" y="2593"/>
                    <a:pt x="15152" y="2766"/>
                    <a:pt x="15037" y="3227"/>
                  </a:cubicBezTo>
                  <a:cubicBezTo>
                    <a:pt x="14979" y="3745"/>
                    <a:pt x="15094" y="4091"/>
                    <a:pt x="15382" y="4494"/>
                  </a:cubicBezTo>
                  <a:cubicBezTo>
                    <a:pt x="15670" y="4840"/>
                    <a:pt x="15670" y="5070"/>
                    <a:pt x="15382" y="5473"/>
                  </a:cubicBezTo>
                  <a:cubicBezTo>
                    <a:pt x="15094" y="5819"/>
                    <a:pt x="14979" y="6165"/>
                    <a:pt x="15037" y="6683"/>
                  </a:cubicBezTo>
                  <a:cubicBezTo>
                    <a:pt x="15152" y="7144"/>
                    <a:pt x="15037" y="7317"/>
                    <a:pt x="14576" y="7490"/>
                  </a:cubicBezTo>
                  <a:cubicBezTo>
                    <a:pt x="14115" y="7663"/>
                    <a:pt x="13884" y="7951"/>
                    <a:pt x="13712" y="8412"/>
                  </a:cubicBezTo>
                  <a:cubicBezTo>
                    <a:pt x="13527" y="8780"/>
                    <a:pt x="13417" y="8891"/>
                    <a:pt x="13114" y="8891"/>
                  </a:cubicBezTo>
                  <a:cubicBezTo>
                    <a:pt x="13039" y="8891"/>
                    <a:pt x="12951" y="8884"/>
                    <a:pt x="12847" y="8872"/>
                  </a:cubicBezTo>
                  <a:cubicBezTo>
                    <a:pt x="12748" y="8860"/>
                    <a:pt x="12654" y="8853"/>
                    <a:pt x="12564" y="8853"/>
                  </a:cubicBezTo>
                  <a:cubicBezTo>
                    <a:pt x="12235" y="8853"/>
                    <a:pt x="11954" y="8947"/>
                    <a:pt x="11638" y="9218"/>
                  </a:cubicBezTo>
                  <a:cubicBezTo>
                    <a:pt x="11465" y="9333"/>
                    <a:pt x="11292" y="9449"/>
                    <a:pt x="11177" y="9449"/>
                  </a:cubicBezTo>
                  <a:cubicBezTo>
                    <a:pt x="10831" y="9449"/>
                    <a:pt x="10543" y="9045"/>
                    <a:pt x="10197" y="8930"/>
                  </a:cubicBezTo>
                  <a:cubicBezTo>
                    <a:pt x="10029" y="8863"/>
                    <a:pt x="9880" y="8835"/>
                    <a:pt x="9739" y="8835"/>
                  </a:cubicBezTo>
                  <a:cubicBezTo>
                    <a:pt x="9639" y="8835"/>
                    <a:pt x="9544" y="8849"/>
                    <a:pt x="9448" y="8872"/>
                  </a:cubicBezTo>
                  <a:cubicBezTo>
                    <a:pt x="9345" y="8884"/>
                    <a:pt x="9257" y="8891"/>
                    <a:pt x="9182" y="8891"/>
                  </a:cubicBezTo>
                  <a:cubicBezTo>
                    <a:pt x="8879" y="8891"/>
                    <a:pt x="8769" y="8780"/>
                    <a:pt x="8584" y="8412"/>
                  </a:cubicBezTo>
                  <a:cubicBezTo>
                    <a:pt x="8411" y="7893"/>
                    <a:pt x="8181" y="7720"/>
                    <a:pt x="7720" y="7490"/>
                  </a:cubicBezTo>
                  <a:cubicBezTo>
                    <a:pt x="7259" y="7317"/>
                    <a:pt x="7144" y="7144"/>
                    <a:pt x="7259" y="6683"/>
                  </a:cubicBezTo>
                  <a:cubicBezTo>
                    <a:pt x="7317" y="6165"/>
                    <a:pt x="7202" y="5877"/>
                    <a:pt x="6914" y="5473"/>
                  </a:cubicBezTo>
                  <a:cubicBezTo>
                    <a:pt x="6625" y="5070"/>
                    <a:pt x="6625" y="4840"/>
                    <a:pt x="6914" y="4494"/>
                  </a:cubicBezTo>
                  <a:cubicBezTo>
                    <a:pt x="7202" y="4091"/>
                    <a:pt x="7317" y="3745"/>
                    <a:pt x="7259" y="3227"/>
                  </a:cubicBezTo>
                  <a:cubicBezTo>
                    <a:pt x="7202" y="3054"/>
                    <a:pt x="7202" y="2823"/>
                    <a:pt x="7259" y="2708"/>
                  </a:cubicBezTo>
                  <a:cubicBezTo>
                    <a:pt x="7317" y="2593"/>
                    <a:pt x="7490" y="2535"/>
                    <a:pt x="7605" y="2478"/>
                  </a:cubicBezTo>
                  <a:cubicBezTo>
                    <a:pt x="7861" y="2375"/>
                    <a:pt x="7752" y="1998"/>
                    <a:pt x="7522" y="1998"/>
                  </a:cubicBezTo>
                  <a:cubicBezTo>
                    <a:pt x="7494" y="1998"/>
                    <a:pt x="7464" y="2004"/>
                    <a:pt x="7432" y="2017"/>
                  </a:cubicBezTo>
                  <a:cubicBezTo>
                    <a:pt x="7202" y="2132"/>
                    <a:pt x="6971" y="2247"/>
                    <a:pt x="6856" y="2478"/>
                  </a:cubicBezTo>
                  <a:cubicBezTo>
                    <a:pt x="6683" y="2708"/>
                    <a:pt x="6741" y="3054"/>
                    <a:pt x="6741" y="3284"/>
                  </a:cubicBezTo>
                  <a:cubicBezTo>
                    <a:pt x="6798" y="3687"/>
                    <a:pt x="6741" y="3860"/>
                    <a:pt x="6510" y="4148"/>
                  </a:cubicBezTo>
                  <a:cubicBezTo>
                    <a:pt x="6107" y="4724"/>
                    <a:pt x="6107" y="5185"/>
                    <a:pt x="6510" y="5704"/>
                  </a:cubicBezTo>
                  <a:cubicBezTo>
                    <a:pt x="6798" y="6050"/>
                    <a:pt x="6798" y="6222"/>
                    <a:pt x="6741" y="6626"/>
                  </a:cubicBezTo>
                  <a:cubicBezTo>
                    <a:pt x="6741" y="6971"/>
                    <a:pt x="6683" y="7375"/>
                    <a:pt x="7029" y="7663"/>
                  </a:cubicBezTo>
                  <a:lnTo>
                    <a:pt x="231" y="7663"/>
                  </a:lnTo>
                  <a:cubicBezTo>
                    <a:pt x="115" y="7663"/>
                    <a:pt x="0" y="7778"/>
                    <a:pt x="0" y="7893"/>
                  </a:cubicBezTo>
                  <a:lnTo>
                    <a:pt x="0" y="15843"/>
                  </a:lnTo>
                  <a:cubicBezTo>
                    <a:pt x="0" y="15959"/>
                    <a:pt x="115" y="16074"/>
                    <a:pt x="231" y="16074"/>
                  </a:cubicBezTo>
                  <a:lnTo>
                    <a:pt x="1671" y="16074"/>
                  </a:lnTo>
                  <a:cubicBezTo>
                    <a:pt x="2017" y="16074"/>
                    <a:pt x="2017" y="15670"/>
                    <a:pt x="1671" y="15670"/>
                  </a:cubicBezTo>
                  <a:lnTo>
                    <a:pt x="461" y="15670"/>
                  </a:lnTo>
                  <a:lnTo>
                    <a:pt x="461" y="15152"/>
                  </a:lnTo>
                  <a:lnTo>
                    <a:pt x="10889" y="15152"/>
                  </a:lnTo>
                  <a:lnTo>
                    <a:pt x="10889" y="15670"/>
                  </a:lnTo>
                  <a:lnTo>
                    <a:pt x="3169" y="15670"/>
                  </a:lnTo>
                  <a:cubicBezTo>
                    <a:pt x="3169" y="15670"/>
                    <a:pt x="2881" y="16074"/>
                    <a:pt x="3169" y="16074"/>
                  </a:cubicBezTo>
                  <a:lnTo>
                    <a:pt x="11177" y="16074"/>
                  </a:lnTo>
                  <a:cubicBezTo>
                    <a:pt x="11292" y="16074"/>
                    <a:pt x="11407" y="16016"/>
                    <a:pt x="11407" y="15843"/>
                  </a:cubicBezTo>
                  <a:lnTo>
                    <a:pt x="11407" y="11465"/>
                  </a:lnTo>
                  <a:lnTo>
                    <a:pt x="12502" y="11983"/>
                  </a:lnTo>
                  <a:cubicBezTo>
                    <a:pt x="12518" y="11989"/>
                    <a:pt x="12533" y="11991"/>
                    <a:pt x="12547" y="11991"/>
                  </a:cubicBezTo>
                  <a:cubicBezTo>
                    <a:pt x="12695" y="11991"/>
                    <a:pt x="12790" y="11753"/>
                    <a:pt x="12790" y="11753"/>
                  </a:cubicBezTo>
                  <a:lnTo>
                    <a:pt x="12790" y="9333"/>
                  </a:lnTo>
                  <a:cubicBezTo>
                    <a:pt x="12904" y="9352"/>
                    <a:pt x="13009" y="9362"/>
                    <a:pt x="13108" y="9362"/>
                  </a:cubicBezTo>
                  <a:cubicBezTo>
                    <a:pt x="13609" y="9362"/>
                    <a:pt x="13922" y="9114"/>
                    <a:pt x="14115" y="8584"/>
                  </a:cubicBezTo>
                  <a:cubicBezTo>
                    <a:pt x="14288" y="8181"/>
                    <a:pt x="14403" y="8066"/>
                    <a:pt x="14749" y="7893"/>
                  </a:cubicBezTo>
                  <a:cubicBezTo>
                    <a:pt x="15440" y="7663"/>
                    <a:pt x="15613" y="7317"/>
                    <a:pt x="15555" y="6626"/>
                  </a:cubicBezTo>
                  <a:cubicBezTo>
                    <a:pt x="15498" y="6222"/>
                    <a:pt x="15555" y="6050"/>
                    <a:pt x="15786" y="5704"/>
                  </a:cubicBezTo>
                  <a:lnTo>
                    <a:pt x="15728" y="5704"/>
                  </a:lnTo>
                  <a:cubicBezTo>
                    <a:pt x="16189" y="5185"/>
                    <a:pt x="16189" y="4724"/>
                    <a:pt x="15728" y="4148"/>
                  </a:cubicBezTo>
                  <a:cubicBezTo>
                    <a:pt x="15498" y="3860"/>
                    <a:pt x="15498" y="3687"/>
                    <a:pt x="15498" y="3284"/>
                  </a:cubicBezTo>
                  <a:cubicBezTo>
                    <a:pt x="15613" y="2593"/>
                    <a:pt x="15382" y="2247"/>
                    <a:pt x="14749" y="1959"/>
                  </a:cubicBezTo>
                  <a:cubicBezTo>
                    <a:pt x="14403" y="1844"/>
                    <a:pt x="14230" y="1671"/>
                    <a:pt x="14115" y="1325"/>
                  </a:cubicBezTo>
                  <a:cubicBezTo>
                    <a:pt x="13874" y="796"/>
                    <a:pt x="13593" y="548"/>
                    <a:pt x="13104" y="548"/>
                  </a:cubicBezTo>
                  <a:cubicBezTo>
                    <a:pt x="13008" y="548"/>
                    <a:pt x="12904" y="558"/>
                    <a:pt x="12790" y="577"/>
                  </a:cubicBezTo>
                  <a:cubicBezTo>
                    <a:pt x="12695" y="590"/>
                    <a:pt x="12612" y="597"/>
                    <a:pt x="12538" y="597"/>
                  </a:cubicBezTo>
                  <a:cubicBezTo>
                    <a:pt x="12299" y="597"/>
                    <a:pt x="12146" y="522"/>
                    <a:pt x="11926" y="346"/>
                  </a:cubicBezTo>
                  <a:cubicBezTo>
                    <a:pt x="11638" y="116"/>
                    <a:pt x="11393" y="0"/>
                    <a:pt x="1114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49"/>
            <p:cNvSpPr/>
            <p:nvPr/>
          </p:nvSpPr>
          <p:spPr>
            <a:xfrm>
              <a:off x="2850775" y="3272275"/>
              <a:ext cx="157000" cy="157000"/>
            </a:xfrm>
            <a:custGeom>
              <a:rect b="b" l="l" r="r" t="t"/>
              <a:pathLst>
                <a:path extrusionOk="0" h="6280" w="6280">
                  <a:moveTo>
                    <a:pt x="3111" y="519"/>
                  </a:moveTo>
                  <a:cubicBezTo>
                    <a:pt x="4609" y="519"/>
                    <a:pt x="5819" y="1671"/>
                    <a:pt x="5819" y="3169"/>
                  </a:cubicBezTo>
                  <a:cubicBezTo>
                    <a:pt x="5819" y="4609"/>
                    <a:pt x="4609" y="5819"/>
                    <a:pt x="3111" y="5819"/>
                  </a:cubicBezTo>
                  <a:cubicBezTo>
                    <a:pt x="1671" y="5819"/>
                    <a:pt x="461" y="4609"/>
                    <a:pt x="461" y="3169"/>
                  </a:cubicBezTo>
                  <a:cubicBezTo>
                    <a:pt x="461" y="1671"/>
                    <a:pt x="1671" y="519"/>
                    <a:pt x="3111" y="519"/>
                  </a:cubicBezTo>
                  <a:close/>
                  <a:moveTo>
                    <a:pt x="3111" y="0"/>
                  </a:moveTo>
                  <a:cubicBezTo>
                    <a:pt x="1383" y="0"/>
                    <a:pt x="0" y="1441"/>
                    <a:pt x="0" y="3169"/>
                  </a:cubicBezTo>
                  <a:cubicBezTo>
                    <a:pt x="0" y="4897"/>
                    <a:pt x="1383" y="6280"/>
                    <a:pt x="3111" y="6280"/>
                  </a:cubicBezTo>
                  <a:cubicBezTo>
                    <a:pt x="4897" y="6280"/>
                    <a:pt x="6280" y="4897"/>
                    <a:pt x="6280" y="3169"/>
                  </a:cubicBezTo>
                  <a:cubicBezTo>
                    <a:pt x="6280" y="1441"/>
                    <a:pt x="4897" y="0"/>
                    <a:pt x="31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49"/>
            <p:cNvSpPr/>
            <p:nvPr/>
          </p:nvSpPr>
          <p:spPr>
            <a:xfrm>
              <a:off x="2882350" y="3319350"/>
              <a:ext cx="93850" cy="63475"/>
            </a:xfrm>
            <a:custGeom>
              <a:rect b="b" l="l" r="r" t="t"/>
              <a:pathLst>
                <a:path extrusionOk="0" h="2539" w="3754">
                  <a:moveTo>
                    <a:pt x="3428" y="0"/>
                  </a:moveTo>
                  <a:cubicBezTo>
                    <a:pt x="3378" y="0"/>
                    <a:pt x="3329" y="23"/>
                    <a:pt x="3288" y="76"/>
                  </a:cubicBezTo>
                  <a:lnTo>
                    <a:pt x="1330" y="1977"/>
                  </a:lnTo>
                  <a:lnTo>
                    <a:pt x="465" y="1113"/>
                  </a:lnTo>
                  <a:cubicBezTo>
                    <a:pt x="425" y="1060"/>
                    <a:pt x="376" y="1037"/>
                    <a:pt x="326" y="1037"/>
                  </a:cubicBezTo>
                  <a:cubicBezTo>
                    <a:pt x="163" y="1037"/>
                    <a:pt x="1" y="1282"/>
                    <a:pt x="177" y="1459"/>
                  </a:cubicBezTo>
                  <a:lnTo>
                    <a:pt x="1214" y="2496"/>
                  </a:lnTo>
                  <a:cubicBezTo>
                    <a:pt x="1243" y="2525"/>
                    <a:pt x="1286" y="2539"/>
                    <a:pt x="1337" y="2539"/>
                  </a:cubicBezTo>
                  <a:cubicBezTo>
                    <a:pt x="1387" y="2539"/>
                    <a:pt x="1445" y="2525"/>
                    <a:pt x="1502" y="2496"/>
                  </a:cubicBezTo>
                  <a:lnTo>
                    <a:pt x="3576" y="422"/>
                  </a:lnTo>
                  <a:cubicBezTo>
                    <a:pt x="3753" y="245"/>
                    <a:pt x="3591" y="0"/>
                    <a:pt x="34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6" name="Google Shape;816;p49"/>
          <p:cNvGrpSpPr/>
          <p:nvPr/>
        </p:nvGrpSpPr>
        <p:grpSpPr>
          <a:xfrm>
            <a:off x="7073425" y="1515688"/>
            <a:ext cx="403300" cy="401875"/>
            <a:chOff x="6376550" y="2723525"/>
            <a:chExt cx="403300" cy="401875"/>
          </a:xfrm>
        </p:grpSpPr>
        <p:sp>
          <p:nvSpPr>
            <p:cNvPr id="817" name="Google Shape;817;p49"/>
            <p:cNvSpPr/>
            <p:nvPr/>
          </p:nvSpPr>
          <p:spPr>
            <a:xfrm>
              <a:off x="6448575" y="2753775"/>
              <a:ext cx="38900" cy="74925"/>
            </a:xfrm>
            <a:custGeom>
              <a:rect b="b" l="l" r="r" t="t"/>
              <a:pathLst>
                <a:path extrusionOk="0" h="2997" w="1556">
                  <a:moveTo>
                    <a:pt x="807" y="1"/>
                  </a:moveTo>
                  <a:cubicBezTo>
                    <a:pt x="634" y="1"/>
                    <a:pt x="519" y="116"/>
                    <a:pt x="519" y="231"/>
                  </a:cubicBezTo>
                  <a:lnTo>
                    <a:pt x="519" y="346"/>
                  </a:lnTo>
                  <a:cubicBezTo>
                    <a:pt x="288" y="461"/>
                    <a:pt x="173" y="634"/>
                    <a:pt x="115" y="865"/>
                  </a:cubicBezTo>
                  <a:cubicBezTo>
                    <a:pt x="58" y="1095"/>
                    <a:pt x="115" y="1268"/>
                    <a:pt x="288" y="1441"/>
                  </a:cubicBezTo>
                  <a:cubicBezTo>
                    <a:pt x="461" y="1556"/>
                    <a:pt x="634" y="1614"/>
                    <a:pt x="864" y="1729"/>
                  </a:cubicBezTo>
                  <a:cubicBezTo>
                    <a:pt x="1037" y="1729"/>
                    <a:pt x="1037" y="1844"/>
                    <a:pt x="1037" y="1959"/>
                  </a:cubicBezTo>
                  <a:cubicBezTo>
                    <a:pt x="980" y="2017"/>
                    <a:pt x="922" y="2190"/>
                    <a:pt x="749" y="2190"/>
                  </a:cubicBezTo>
                  <a:cubicBezTo>
                    <a:pt x="576" y="2190"/>
                    <a:pt x="576" y="2190"/>
                    <a:pt x="403" y="2075"/>
                  </a:cubicBezTo>
                  <a:cubicBezTo>
                    <a:pt x="380" y="2051"/>
                    <a:pt x="336" y="2037"/>
                    <a:pt x="289" y="2037"/>
                  </a:cubicBezTo>
                  <a:cubicBezTo>
                    <a:pt x="222" y="2037"/>
                    <a:pt x="149" y="2065"/>
                    <a:pt x="115" y="2132"/>
                  </a:cubicBezTo>
                  <a:cubicBezTo>
                    <a:pt x="0" y="2247"/>
                    <a:pt x="58" y="2363"/>
                    <a:pt x="173" y="2478"/>
                  </a:cubicBezTo>
                  <a:cubicBezTo>
                    <a:pt x="288" y="2535"/>
                    <a:pt x="403" y="2593"/>
                    <a:pt x="519" y="2651"/>
                  </a:cubicBezTo>
                  <a:lnTo>
                    <a:pt x="519" y="2708"/>
                  </a:lnTo>
                  <a:cubicBezTo>
                    <a:pt x="519" y="2881"/>
                    <a:pt x="634" y="2939"/>
                    <a:pt x="749" y="2996"/>
                  </a:cubicBezTo>
                  <a:cubicBezTo>
                    <a:pt x="864" y="2996"/>
                    <a:pt x="980" y="2881"/>
                    <a:pt x="980" y="2766"/>
                  </a:cubicBezTo>
                  <a:lnTo>
                    <a:pt x="980" y="2593"/>
                  </a:lnTo>
                  <a:cubicBezTo>
                    <a:pt x="1268" y="2535"/>
                    <a:pt x="1440" y="2247"/>
                    <a:pt x="1498" y="2017"/>
                  </a:cubicBezTo>
                  <a:cubicBezTo>
                    <a:pt x="1556" y="1671"/>
                    <a:pt x="1383" y="1383"/>
                    <a:pt x="1037" y="1268"/>
                  </a:cubicBezTo>
                  <a:cubicBezTo>
                    <a:pt x="864" y="1210"/>
                    <a:pt x="691" y="1153"/>
                    <a:pt x="576" y="1038"/>
                  </a:cubicBezTo>
                  <a:cubicBezTo>
                    <a:pt x="519" y="980"/>
                    <a:pt x="634" y="865"/>
                    <a:pt x="691" y="807"/>
                  </a:cubicBezTo>
                  <a:cubicBezTo>
                    <a:pt x="807" y="807"/>
                    <a:pt x="922" y="807"/>
                    <a:pt x="980" y="865"/>
                  </a:cubicBezTo>
                  <a:cubicBezTo>
                    <a:pt x="980" y="865"/>
                    <a:pt x="1056" y="916"/>
                    <a:pt x="1159" y="916"/>
                  </a:cubicBezTo>
                  <a:cubicBezTo>
                    <a:pt x="1210" y="916"/>
                    <a:pt x="1268" y="903"/>
                    <a:pt x="1325" y="865"/>
                  </a:cubicBezTo>
                  <a:cubicBezTo>
                    <a:pt x="1440" y="692"/>
                    <a:pt x="1325" y="519"/>
                    <a:pt x="1325" y="519"/>
                  </a:cubicBezTo>
                  <a:cubicBezTo>
                    <a:pt x="1268" y="461"/>
                    <a:pt x="1152" y="404"/>
                    <a:pt x="980" y="346"/>
                  </a:cubicBezTo>
                  <a:lnTo>
                    <a:pt x="980" y="231"/>
                  </a:lnTo>
                  <a:cubicBezTo>
                    <a:pt x="980" y="116"/>
                    <a:pt x="922"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49"/>
            <p:cNvSpPr/>
            <p:nvPr/>
          </p:nvSpPr>
          <p:spPr>
            <a:xfrm>
              <a:off x="6670375" y="2753775"/>
              <a:ext cx="38900" cy="74925"/>
            </a:xfrm>
            <a:custGeom>
              <a:rect b="b" l="l" r="r" t="t"/>
              <a:pathLst>
                <a:path extrusionOk="0" h="2997" w="1556">
                  <a:moveTo>
                    <a:pt x="749" y="1"/>
                  </a:moveTo>
                  <a:cubicBezTo>
                    <a:pt x="634" y="1"/>
                    <a:pt x="461" y="116"/>
                    <a:pt x="461" y="231"/>
                  </a:cubicBezTo>
                  <a:lnTo>
                    <a:pt x="461" y="346"/>
                  </a:lnTo>
                  <a:cubicBezTo>
                    <a:pt x="288" y="461"/>
                    <a:pt x="115" y="634"/>
                    <a:pt x="58" y="865"/>
                  </a:cubicBezTo>
                  <a:cubicBezTo>
                    <a:pt x="0" y="1095"/>
                    <a:pt x="115" y="1268"/>
                    <a:pt x="231" y="1441"/>
                  </a:cubicBezTo>
                  <a:cubicBezTo>
                    <a:pt x="404" y="1556"/>
                    <a:pt x="634" y="1614"/>
                    <a:pt x="864" y="1729"/>
                  </a:cubicBezTo>
                  <a:cubicBezTo>
                    <a:pt x="980" y="1729"/>
                    <a:pt x="980" y="1844"/>
                    <a:pt x="980" y="1959"/>
                  </a:cubicBezTo>
                  <a:cubicBezTo>
                    <a:pt x="980" y="2016"/>
                    <a:pt x="868" y="2184"/>
                    <a:pt x="700" y="2190"/>
                  </a:cubicBezTo>
                  <a:lnTo>
                    <a:pt x="700" y="2190"/>
                  </a:lnTo>
                  <a:cubicBezTo>
                    <a:pt x="564" y="2189"/>
                    <a:pt x="507" y="2178"/>
                    <a:pt x="404" y="2075"/>
                  </a:cubicBezTo>
                  <a:cubicBezTo>
                    <a:pt x="356" y="2051"/>
                    <a:pt x="308" y="2037"/>
                    <a:pt x="260" y="2037"/>
                  </a:cubicBezTo>
                  <a:cubicBezTo>
                    <a:pt x="193" y="2037"/>
                    <a:pt x="125" y="2065"/>
                    <a:pt x="58" y="2132"/>
                  </a:cubicBezTo>
                  <a:cubicBezTo>
                    <a:pt x="0" y="2247"/>
                    <a:pt x="0" y="2363"/>
                    <a:pt x="115" y="2478"/>
                  </a:cubicBezTo>
                  <a:cubicBezTo>
                    <a:pt x="288" y="2535"/>
                    <a:pt x="404" y="2593"/>
                    <a:pt x="519" y="2651"/>
                  </a:cubicBezTo>
                  <a:lnTo>
                    <a:pt x="519" y="2708"/>
                  </a:lnTo>
                  <a:cubicBezTo>
                    <a:pt x="519" y="2881"/>
                    <a:pt x="576" y="2939"/>
                    <a:pt x="692" y="2996"/>
                  </a:cubicBezTo>
                  <a:cubicBezTo>
                    <a:pt x="864" y="2996"/>
                    <a:pt x="980" y="2881"/>
                    <a:pt x="980" y="2766"/>
                  </a:cubicBezTo>
                  <a:lnTo>
                    <a:pt x="980" y="2593"/>
                  </a:lnTo>
                  <a:cubicBezTo>
                    <a:pt x="1268" y="2535"/>
                    <a:pt x="1441" y="2247"/>
                    <a:pt x="1498" y="2017"/>
                  </a:cubicBezTo>
                  <a:cubicBezTo>
                    <a:pt x="1556" y="1671"/>
                    <a:pt x="1325" y="1383"/>
                    <a:pt x="1037" y="1268"/>
                  </a:cubicBezTo>
                  <a:cubicBezTo>
                    <a:pt x="864" y="1210"/>
                    <a:pt x="692" y="1153"/>
                    <a:pt x="576" y="1038"/>
                  </a:cubicBezTo>
                  <a:cubicBezTo>
                    <a:pt x="461" y="980"/>
                    <a:pt x="576" y="865"/>
                    <a:pt x="634" y="807"/>
                  </a:cubicBezTo>
                  <a:cubicBezTo>
                    <a:pt x="749" y="807"/>
                    <a:pt x="864" y="807"/>
                    <a:pt x="922" y="865"/>
                  </a:cubicBezTo>
                  <a:cubicBezTo>
                    <a:pt x="922" y="865"/>
                    <a:pt x="999" y="916"/>
                    <a:pt x="1101" y="916"/>
                  </a:cubicBezTo>
                  <a:cubicBezTo>
                    <a:pt x="1152" y="916"/>
                    <a:pt x="1210" y="903"/>
                    <a:pt x="1268" y="865"/>
                  </a:cubicBezTo>
                  <a:cubicBezTo>
                    <a:pt x="1441" y="692"/>
                    <a:pt x="1268" y="519"/>
                    <a:pt x="1268" y="519"/>
                  </a:cubicBezTo>
                  <a:cubicBezTo>
                    <a:pt x="1210" y="461"/>
                    <a:pt x="1095" y="404"/>
                    <a:pt x="980" y="346"/>
                  </a:cubicBezTo>
                  <a:lnTo>
                    <a:pt x="980" y="231"/>
                  </a:lnTo>
                  <a:cubicBezTo>
                    <a:pt x="980" y="116"/>
                    <a:pt x="864"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49"/>
            <p:cNvSpPr/>
            <p:nvPr/>
          </p:nvSpPr>
          <p:spPr>
            <a:xfrm>
              <a:off x="6376550" y="2723525"/>
              <a:ext cx="403300" cy="401875"/>
            </a:xfrm>
            <a:custGeom>
              <a:rect b="b" l="l" r="r" t="t"/>
              <a:pathLst>
                <a:path extrusionOk="0" h="16075" w="16132">
                  <a:moveTo>
                    <a:pt x="12502" y="462"/>
                  </a:moveTo>
                  <a:cubicBezTo>
                    <a:pt x="13712" y="462"/>
                    <a:pt x="14691" y="1499"/>
                    <a:pt x="14691" y="2708"/>
                  </a:cubicBezTo>
                  <a:cubicBezTo>
                    <a:pt x="14691" y="3918"/>
                    <a:pt x="13712" y="4955"/>
                    <a:pt x="12502" y="4955"/>
                  </a:cubicBezTo>
                  <a:cubicBezTo>
                    <a:pt x="11235" y="4955"/>
                    <a:pt x="10255" y="3918"/>
                    <a:pt x="10255" y="2708"/>
                  </a:cubicBezTo>
                  <a:cubicBezTo>
                    <a:pt x="10255" y="1499"/>
                    <a:pt x="11235" y="462"/>
                    <a:pt x="12502" y="462"/>
                  </a:cubicBezTo>
                  <a:close/>
                  <a:moveTo>
                    <a:pt x="3745" y="5416"/>
                  </a:moveTo>
                  <a:lnTo>
                    <a:pt x="4379" y="7605"/>
                  </a:lnTo>
                  <a:lnTo>
                    <a:pt x="3688" y="8642"/>
                  </a:lnTo>
                  <a:lnTo>
                    <a:pt x="2939" y="7605"/>
                  </a:lnTo>
                  <a:lnTo>
                    <a:pt x="3630" y="5416"/>
                  </a:lnTo>
                  <a:close/>
                  <a:moveTo>
                    <a:pt x="12560" y="5416"/>
                  </a:moveTo>
                  <a:lnTo>
                    <a:pt x="13251" y="7605"/>
                  </a:lnTo>
                  <a:lnTo>
                    <a:pt x="12502" y="8642"/>
                  </a:lnTo>
                  <a:lnTo>
                    <a:pt x="11753" y="7605"/>
                  </a:lnTo>
                  <a:lnTo>
                    <a:pt x="12445" y="5416"/>
                  </a:lnTo>
                  <a:close/>
                  <a:moveTo>
                    <a:pt x="2075" y="4840"/>
                  </a:moveTo>
                  <a:cubicBezTo>
                    <a:pt x="2363" y="5128"/>
                    <a:pt x="2708" y="5301"/>
                    <a:pt x="3112" y="5359"/>
                  </a:cubicBezTo>
                  <a:lnTo>
                    <a:pt x="2478" y="7548"/>
                  </a:lnTo>
                  <a:cubicBezTo>
                    <a:pt x="2420" y="7663"/>
                    <a:pt x="2420" y="7721"/>
                    <a:pt x="2478" y="7778"/>
                  </a:cubicBezTo>
                  <a:lnTo>
                    <a:pt x="3169" y="8700"/>
                  </a:lnTo>
                  <a:cubicBezTo>
                    <a:pt x="2420" y="8642"/>
                    <a:pt x="1787" y="8412"/>
                    <a:pt x="1268" y="8066"/>
                  </a:cubicBezTo>
                  <a:cubicBezTo>
                    <a:pt x="865" y="7836"/>
                    <a:pt x="634" y="7605"/>
                    <a:pt x="519" y="7490"/>
                  </a:cubicBezTo>
                  <a:cubicBezTo>
                    <a:pt x="519" y="6395"/>
                    <a:pt x="1095" y="5416"/>
                    <a:pt x="2075" y="4840"/>
                  </a:cubicBezTo>
                  <a:close/>
                  <a:moveTo>
                    <a:pt x="5301" y="4840"/>
                  </a:moveTo>
                  <a:cubicBezTo>
                    <a:pt x="5762" y="5128"/>
                    <a:pt x="6165" y="5589"/>
                    <a:pt x="6453" y="6050"/>
                  </a:cubicBezTo>
                  <a:cubicBezTo>
                    <a:pt x="5589" y="6568"/>
                    <a:pt x="5013" y="7490"/>
                    <a:pt x="5013" y="8527"/>
                  </a:cubicBezTo>
                  <a:cubicBezTo>
                    <a:pt x="4725" y="8585"/>
                    <a:pt x="4494" y="8642"/>
                    <a:pt x="4206" y="8700"/>
                  </a:cubicBezTo>
                  <a:lnTo>
                    <a:pt x="4840" y="7778"/>
                  </a:lnTo>
                  <a:cubicBezTo>
                    <a:pt x="4898" y="7721"/>
                    <a:pt x="4898" y="7663"/>
                    <a:pt x="4898" y="7548"/>
                  </a:cubicBezTo>
                  <a:lnTo>
                    <a:pt x="4206" y="5359"/>
                  </a:lnTo>
                  <a:cubicBezTo>
                    <a:pt x="4609" y="5301"/>
                    <a:pt x="4955" y="5128"/>
                    <a:pt x="5301" y="4840"/>
                  </a:cubicBezTo>
                  <a:close/>
                  <a:moveTo>
                    <a:pt x="10889" y="4840"/>
                  </a:moveTo>
                  <a:cubicBezTo>
                    <a:pt x="11177" y="5070"/>
                    <a:pt x="11523" y="5243"/>
                    <a:pt x="11926" y="5359"/>
                  </a:cubicBezTo>
                  <a:lnTo>
                    <a:pt x="11292" y="7548"/>
                  </a:lnTo>
                  <a:cubicBezTo>
                    <a:pt x="11235" y="7663"/>
                    <a:pt x="11292" y="7721"/>
                    <a:pt x="11292" y="7778"/>
                  </a:cubicBezTo>
                  <a:lnTo>
                    <a:pt x="11984" y="8700"/>
                  </a:lnTo>
                  <a:cubicBezTo>
                    <a:pt x="11696" y="8642"/>
                    <a:pt x="11408" y="8642"/>
                    <a:pt x="11177" y="8527"/>
                  </a:cubicBezTo>
                  <a:lnTo>
                    <a:pt x="11177" y="8585"/>
                  </a:lnTo>
                  <a:cubicBezTo>
                    <a:pt x="11120" y="7490"/>
                    <a:pt x="10543" y="6568"/>
                    <a:pt x="9737" y="6050"/>
                  </a:cubicBezTo>
                  <a:cubicBezTo>
                    <a:pt x="10025" y="5531"/>
                    <a:pt x="10371" y="5128"/>
                    <a:pt x="10889" y="4840"/>
                  </a:cubicBezTo>
                  <a:close/>
                  <a:moveTo>
                    <a:pt x="14115" y="4840"/>
                  </a:moveTo>
                  <a:cubicBezTo>
                    <a:pt x="15037" y="5416"/>
                    <a:pt x="15613" y="6453"/>
                    <a:pt x="15671" y="7548"/>
                  </a:cubicBezTo>
                  <a:cubicBezTo>
                    <a:pt x="15556" y="7605"/>
                    <a:pt x="15325" y="7893"/>
                    <a:pt x="14864" y="8124"/>
                  </a:cubicBezTo>
                  <a:lnTo>
                    <a:pt x="14864" y="8181"/>
                  </a:lnTo>
                  <a:cubicBezTo>
                    <a:pt x="14461" y="8354"/>
                    <a:pt x="13827" y="8585"/>
                    <a:pt x="13021" y="8700"/>
                  </a:cubicBezTo>
                  <a:lnTo>
                    <a:pt x="13654" y="7778"/>
                  </a:lnTo>
                  <a:cubicBezTo>
                    <a:pt x="13712" y="7721"/>
                    <a:pt x="13712" y="7663"/>
                    <a:pt x="13712" y="7548"/>
                  </a:cubicBezTo>
                  <a:lnTo>
                    <a:pt x="13021" y="5359"/>
                  </a:lnTo>
                  <a:cubicBezTo>
                    <a:pt x="13424" y="5301"/>
                    <a:pt x="13770" y="5128"/>
                    <a:pt x="14115" y="4840"/>
                  </a:cubicBezTo>
                  <a:close/>
                  <a:moveTo>
                    <a:pt x="8066" y="6050"/>
                  </a:moveTo>
                  <a:cubicBezTo>
                    <a:pt x="9506" y="6050"/>
                    <a:pt x="10659" y="7202"/>
                    <a:pt x="10659" y="8642"/>
                  </a:cubicBezTo>
                  <a:cubicBezTo>
                    <a:pt x="10659" y="10083"/>
                    <a:pt x="9506" y="11235"/>
                    <a:pt x="8066" y="11235"/>
                  </a:cubicBezTo>
                  <a:cubicBezTo>
                    <a:pt x="6683" y="11235"/>
                    <a:pt x="5474" y="10083"/>
                    <a:pt x="5474" y="8642"/>
                  </a:cubicBezTo>
                  <a:cubicBezTo>
                    <a:pt x="5474" y="7260"/>
                    <a:pt x="6626" y="6050"/>
                    <a:pt x="8066" y="6050"/>
                  </a:cubicBezTo>
                  <a:close/>
                  <a:moveTo>
                    <a:pt x="8181" y="11753"/>
                  </a:moveTo>
                  <a:lnTo>
                    <a:pt x="8930" y="14288"/>
                  </a:lnTo>
                  <a:lnTo>
                    <a:pt x="8988" y="14288"/>
                  </a:lnTo>
                  <a:lnTo>
                    <a:pt x="8066" y="15556"/>
                  </a:lnTo>
                  <a:lnTo>
                    <a:pt x="7202" y="14288"/>
                  </a:lnTo>
                  <a:lnTo>
                    <a:pt x="8009" y="11753"/>
                  </a:lnTo>
                  <a:close/>
                  <a:moveTo>
                    <a:pt x="6223" y="11120"/>
                  </a:moveTo>
                  <a:cubicBezTo>
                    <a:pt x="6568" y="11408"/>
                    <a:pt x="7029" y="11580"/>
                    <a:pt x="7490" y="11696"/>
                  </a:cubicBezTo>
                  <a:lnTo>
                    <a:pt x="6741" y="14288"/>
                  </a:lnTo>
                  <a:cubicBezTo>
                    <a:pt x="6683" y="14346"/>
                    <a:pt x="6683" y="14403"/>
                    <a:pt x="6741" y="14461"/>
                  </a:cubicBezTo>
                  <a:lnTo>
                    <a:pt x="7548" y="15613"/>
                  </a:lnTo>
                  <a:cubicBezTo>
                    <a:pt x="6511" y="15556"/>
                    <a:pt x="5762" y="15210"/>
                    <a:pt x="5243" y="14864"/>
                  </a:cubicBezTo>
                  <a:cubicBezTo>
                    <a:pt x="4782" y="14576"/>
                    <a:pt x="4494" y="14288"/>
                    <a:pt x="4379" y="14173"/>
                  </a:cubicBezTo>
                  <a:cubicBezTo>
                    <a:pt x="4437" y="12905"/>
                    <a:pt x="5128" y="11753"/>
                    <a:pt x="6223" y="11120"/>
                  </a:cubicBezTo>
                  <a:close/>
                  <a:moveTo>
                    <a:pt x="3688" y="1"/>
                  </a:moveTo>
                  <a:cubicBezTo>
                    <a:pt x="3054" y="1"/>
                    <a:pt x="2478" y="174"/>
                    <a:pt x="2017" y="577"/>
                  </a:cubicBezTo>
                  <a:cubicBezTo>
                    <a:pt x="1836" y="713"/>
                    <a:pt x="1976" y="992"/>
                    <a:pt x="2156" y="992"/>
                  </a:cubicBezTo>
                  <a:cubicBezTo>
                    <a:pt x="2204" y="992"/>
                    <a:pt x="2256" y="971"/>
                    <a:pt x="2305" y="922"/>
                  </a:cubicBezTo>
                  <a:cubicBezTo>
                    <a:pt x="2708" y="634"/>
                    <a:pt x="3169" y="462"/>
                    <a:pt x="3630" y="462"/>
                  </a:cubicBezTo>
                  <a:cubicBezTo>
                    <a:pt x="4898" y="462"/>
                    <a:pt x="5877" y="1499"/>
                    <a:pt x="5877" y="2708"/>
                  </a:cubicBezTo>
                  <a:cubicBezTo>
                    <a:pt x="5877" y="3918"/>
                    <a:pt x="4898" y="4955"/>
                    <a:pt x="3630" y="4955"/>
                  </a:cubicBezTo>
                  <a:cubicBezTo>
                    <a:pt x="2420" y="4955"/>
                    <a:pt x="1441" y="3918"/>
                    <a:pt x="1441" y="2708"/>
                  </a:cubicBezTo>
                  <a:cubicBezTo>
                    <a:pt x="1441" y="2420"/>
                    <a:pt x="1498" y="2132"/>
                    <a:pt x="1614" y="1844"/>
                  </a:cubicBezTo>
                  <a:cubicBezTo>
                    <a:pt x="1687" y="1660"/>
                    <a:pt x="1526" y="1523"/>
                    <a:pt x="1370" y="1523"/>
                  </a:cubicBezTo>
                  <a:cubicBezTo>
                    <a:pt x="1281" y="1523"/>
                    <a:pt x="1194" y="1567"/>
                    <a:pt x="1153" y="1671"/>
                  </a:cubicBezTo>
                  <a:cubicBezTo>
                    <a:pt x="1038" y="2017"/>
                    <a:pt x="980" y="2363"/>
                    <a:pt x="980" y="2708"/>
                  </a:cubicBezTo>
                  <a:cubicBezTo>
                    <a:pt x="980" y="3400"/>
                    <a:pt x="1210" y="4033"/>
                    <a:pt x="1671" y="4552"/>
                  </a:cubicBezTo>
                  <a:cubicBezTo>
                    <a:pt x="634" y="5186"/>
                    <a:pt x="1" y="6338"/>
                    <a:pt x="1" y="7605"/>
                  </a:cubicBezTo>
                  <a:cubicBezTo>
                    <a:pt x="1" y="7605"/>
                    <a:pt x="58" y="7663"/>
                    <a:pt x="58" y="7721"/>
                  </a:cubicBezTo>
                  <a:cubicBezTo>
                    <a:pt x="116" y="7778"/>
                    <a:pt x="1210" y="9161"/>
                    <a:pt x="3572" y="9161"/>
                  </a:cubicBezTo>
                  <a:cubicBezTo>
                    <a:pt x="4091" y="9161"/>
                    <a:pt x="4552" y="9161"/>
                    <a:pt x="5013" y="9046"/>
                  </a:cubicBezTo>
                  <a:cubicBezTo>
                    <a:pt x="5070" y="9679"/>
                    <a:pt x="5416" y="10313"/>
                    <a:pt x="5819" y="10774"/>
                  </a:cubicBezTo>
                  <a:cubicBezTo>
                    <a:pt x="4609" y="11523"/>
                    <a:pt x="3918" y="12848"/>
                    <a:pt x="3918" y="14288"/>
                  </a:cubicBezTo>
                  <a:cubicBezTo>
                    <a:pt x="3918" y="14346"/>
                    <a:pt x="3918" y="14346"/>
                    <a:pt x="3976" y="14403"/>
                  </a:cubicBezTo>
                  <a:cubicBezTo>
                    <a:pt x="4033" y="14461"/>
                    <a:pt x="5301" y="16074"/>
                    <a:pt x="8009" y="16074"/>
                  </a:cubicBezTo>
                  <a:lnTo>
                    <a:pt x="8181" y="16074"/>
                  </a:lnTo>
                  <a:cubicBezTo>
                    <a:pt x="9046" y="16074"/>
                    <a:pt x="9910" y="15901"/>
                    <a:pt x="10716" y="15556"/>
                  </a:cubicBezTo>
                  <a:cubicBezTo>
                    <a:pt x="11120" y="15325"/>
                    <a:pt x="12214" y="14807"/>
                    <a:pt x="12214" y="14288"/>
                  </a:cubicBezTo>
                  <a:cubicBezTo>
                    <a:pt x="12214" y="13712"/>
                    <a:pt x="12099" y="13136"/>
                    <a:pt x="11868" y="12617"/>
                  </a:cubicBezTo>
                  <a:cubicBezTo>
                    <a:pt x="11827" y="12513"/>
                    <a:pt x="11748" y="12469"/>
                    <a:pt x="11669" y="12469"/>
                  </a:cubicBezTo>
                  <a:cubicBezTo>
                    <a:pt x="11529" y="12469"/>
                    <a:pt x="11392" y="12606"/>
                    <a:pt x="11465" y="12790"/>
                  </a:cubicBezTo>
                  <a:cubicBezTo>
                    <a:pt x="11638" y="13251"/>
                    <a:pt x="11753" y="13712"/>
                    <a:pt x="11753" y="14231"/>
                  </a:cubicBezTo>
                  <a:cubicBezTo>
                    <a:pt x="11580" y="14461"/>
                    <a:pt x="10601" y="15440"/>
                    <a:pt x="8585" y="15613"/>
                  </a:cubicBezTo>
                  <a:lnTo>
                    <a:pt x="9391" y="14461"/>
                  </a:lnTo>
                  <a:cubicBezTo>
                    <a:pt x="9449" y="14403"/>
                    <a:pt x="9449" y="14346"/>
                    <a:pt x="9449" y="14288"/>
                  </a:cubicBezTo>
                  <a:lnTo>
                    <a:pt x="8642" y="11696"/>
                  </a:lnTo>
                  <a:cubicBezTo>
                    <a:pt x="9103" y="11580"/>
                    <a:pt x="9564" y="11408"/>
                    <a:pt x="9967" y="11120"/>
                  </a:cubicBezTo>
                  <a:cubicBezTo>
                    <a:pt x="10255" y="11292"/>
                    <a:pt x="10543" y="11523"/>
                    <a:pt x="10774" y="11753"/>
                  </a:cubicBezTo>
                  <a:cubicBezTo>
                    <a:pt x="10834" y="11813"/>
                    <a:pt x="10901" y="11838"/>
                    <a:pt x="10965" y="11838"/>
                  </a:cubicBezTo>
                  <a:cubicBezTo>
                    <a:pt x="11145" y="11838"/>
                    <a:pt x="11290" y="11636"/>
                    <a:pt x="11120" y="11465"/>
                  </a:cubicBezTo>
                  <a:cubicBezTo>
                    <a:pt x="10889" y="11177"/>
                    <a:pt x="10601" y="10947"/>
                    <a:pt x="10313" y="10774"/>
                  </a:cubicBezTo>
                  <a:cubicBezTo>
                    <a:pt x="10716" y="10313"/>
                    <a:pt x="11062" y="9679"/>
                    <a:pt x="11120" y="9046"/>
                  </a:cubicBezTo>
                  <a:cubicBezTo>
                    <a:pt x="11496" y="9140"/>
                    <a:pt x="11911" y="9234"/>
                    <a:pt x="12301" y="9234"/>
                  </a:cubicBezTo>
                  <a:cubicBezTo>
                    <a:pt x="12389" y="9234"/>
                    <a:pt x="12475" y="9229"/>
                    <a:pt x="12560" y="9218"/>
                  </a:cubicBezTo>
                  <a:cubicBezTo>
                    <a:pt x="13770" y="9161"/>
                    <a:pt x="14634" y="8815"/>
                    <a:pt x="15152" y="8527"/>
                  </a:cubicBezTo>
                  <a:cubicBezTo>
                    <a:pt x="15498" y="8297"/>
                    <a:pt x="16132" y="7836"/>
                    <a:pt x="16132" y="7605"/>
                  </a:cubicBezTo>
                  <a:cubicBezTo>
                    <a:pt x="16132" y="6338"/>
                    <a:pt x="15498" y="5186"/>
                    <a:pt x="14461" y="4552"/>
                  </a:cubicBezTo>
                  <a:cubicBezTo>
                    <a:pt x="14922" y="4033"/>
                    <a:pt x="15210" y="3400"/>
                    <a:pt x="15210" y="2708"/>
                  </a:cubicBezTo>
                  <a:cubicBezTo>
                    <a:pt x="15210" y="1211"/>
                    <a:pt x="14000" y="1"/>
                    <a:pt x="12502" y="1"/>
                  </a:cubicBezTo>
                  <a:cubicBezTo>
                    <a:pt x="11004" y="1"/>
                    <a:pt x="9794" y="1211"/>
                    <a:pt x="9794" y="2708"/>
                  </a:cubicBezTo>
                  <a:cubicBezTo>
                    <a:pt x="9794" y="3400"/>
                    <a:pt x="10083" y="4033"/>
                    <a:pt x="10486" y="4552"/>
                  </a:cubicBezTo>
                  <a:cubicBezTo>
                    <a:pt x="10025" y="4840"/>
                    <a:pt x="9564" y="5301"/>
                    <a:pt x="9276" y="5819"/>
                  </a:cubicBezTo>
                  <a:cubicBezTo>
                    <a:pt x="8901" y="5647"/>
                    <a:pt x="8484" y="5560"/>
                    <a:pt x="8066" y="5560"/>
                  </a:cubicBezTo>
                  <a:cubicBezTo>
                    <a:pt x="7648" y="5560"/>
                    <a:pt x="7231" y="5647"/>
                    <a:pt x="6856" y="5819"/>
                  </a:cubicBezTo>
                  <a:cubicBezTo>
                    <a:pt x="6568" y="5301"/>
                    <a:pt x="6165" y="4840"/>
                    <a:pt x="5646" y="4552"/>
                  </a:cubicBezTo>
                  <a:cubicBezTo>
                    <a:pt x="6107" y="4033"/>
                    <a:pt x="6338" y="3400"/>
                    <a:pt x="6338" y="2708"/>
                  </a:cubicBezTo>
                  <a:cubicBezTo>
                    <a:pt x="6338" y="1211"/>
                    <a:pt x="5128" y="1"/>
                    <a:pt x="36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49"/>
            <p:cNvSpPr/>
            <p:nvPr/>
          </p:nvSpPr>
          <p:spPr>
            <a:xfrm>
              <a:off x="6558025" y="2897425"/>
              <a:ext cx="41800" cy="83925"/>
            </a:xfrm>
            <a:custGeom>
              <a:rect b="b" l="l" r="r" t="t"/>
              <a:pathLst>
                <a:path extrusionOk="0" h="3357" w="1672">
                  <a:moveTo>
                    <a:pt x="831" y="1"/>
                  </a:moveTo>
                  <a:cubicBezTo>
                    <a:pt x="694" y="1"/>
                    <a:pt x="577" y="104"/>
                    <a:pt x="577" y="246"/>
                  </a:cubicBezTo>
                  <a:lnTo>
                    <a:pt x="577" y="419"/>
                  </a:lnTo>
                  <a:cubicBezTo>
                    <a:pt x="346" y="476"/>
                    <a:pt x="173" y="707"/>
                    <a:pt x="116" y="937"/>
                  </a:cubicBezTo>
                  <a:cubicBezTo>
                    <a:pt x="58" y="1225"/>
                    <a:pt x="116" y="1456"/>
                    <a:pt x="289" y="1571"/>
                  </a:cubicBezTo>
                  <a:cubicBezTo>
                    <a:pt x="461" y="1686"/>
                    <a:pt x="750" y="1802"/>
                    <a:pt x="980" y="1917"/>
                  </a:cubicBezTo>
                  <a:cubicBezTo>
                    <a:pt x="1153" y="1974"/>
                    <a:pt x="1153" y="2147"/>
                    <a:pt x="1153" y="2205"/>
                  </a:cubicBezTo>
                  <a:cubicBezTo>
                    <a:pt x="1153" y="2320"/>
                    <a:pt x="1038" y="2493"/>
                    <a:pt x="807" y="2493"/>
                  </a:cubicBezTo>
                  <a:cubicBezTo>
                    <a:pt x="577" y="2493"/>
                    <a:pt x="519" y="2493"/>
                    <a:pt x="404" y="2378"/>
                  </a:cubicBezTo>
                  <a:cubicBezTo>
                    <a:pt x="356" y="2354"/>
                    <a:pt x="299" y="2340"/>
                    <a:pt x="243" y="2340"/>
                  </a:cubicBezTo>
                  <a:cubicBezTo>
                    <a:pt x="165" y="2340"/>
                    <a:pt x="92" y="2368"/>
                    <a:pt x="58" y="2435"/>
                  </a:cubicBezTo>
                  <a:cubicBezTo>
                    <a:pt x="1" y="2550"/>
                    <a:pt x="1" y="2723"/>
                    <a:pt x="116" y="2781"/>
                  </a:cubicBezTo>
                  <a:cubicBezTo>
                    <a:pt x="289" y="2896"/>
                    <a:pt x="634" y="2954"/>
                    <a:pt x="634" y="2954"/>
                  </a:cubicBezTo>
                  <a:lnTo>
                    <a:pt x="634" y="3127"/>
                  </a:lnTo>
                  <a:cubicBezTo>
                    <a:pt x="634" y="3242"/>
                    <a:pt x="692" y="3357"/>
                    <a:pt x="807" y="3357"/>
                  </a:cubicBezTo>
                  <a:cubicBezTo>
                    <a:pt x="922" y="3357"/>
                    <a:pt x="1038" y="3242"/>
                    <a:pt x="1038" y="3127"/>
                  </a:cubicBezTo>
                  <a:lnTo>
                    <a:pt x="1038" y="2954"/>
                  </a:lnTo>
                  <a:cubicBezTo>
                    <a:pt x="1038" y="2954"/>
                    <a:pt x="1556" y="2550"/>
                    <a:pt x="1614" y="2262"/>
                  </a:cubicBezTo>
                  <a:cubicBezTo>
                    <a:pt x="1671" y="1917"/>
                    <a:pt x="1498" y="1571"/>
                    <a:pt x="1153" y="1456"/>
                  </a:cubicBezTo>
                  <a:lnTo>
                    <a:pt x="1095" y="1456"/>
                  </a:lnTo>
                  <a:cubicBezTo>
                    <a:pt x="922" y="1398"/>
                    <a:pt x="692" y="1283"/>
                    <a:pt x="577" y="1225"/>
                  </a:cubicBezTo>
                  <a:cubicBezTo>
                    <a:pt x="461" y="1110"/>
                    <a:pt x="577" y="880"/>
                    <a:pt x="692" y="880"/>
                  </a:cubicBezTo>
                  <a:cubicBezTo>
                    <a:pt x="726" y="863"/>
                    <a:pt x="764" y="856"/>
                    <a:pt x="805" y="856"/>
                  </a:cubicBezTo>
                  <a:cubicBezTo>
                    <a:pt x="903" y="856"/>
                    <a:pt x="1014" y="897"/>
                    <a:pt x="1095" y="937"/>
                  </a:cubicBezTo>
                  <a:cubicBezTo>
                    <a:pt x="1095" y="937"/>
                    <a:pt x="1172" y="989"/>
                    <a:pt x="1257" y="989"/>
                  </a:cubicBezTo>
                  <a:cubicBezTo>
                    <a:pt x="1300" y="989"/>
                    <a:pt x="1345" y="976"/>
                    <a:pt x="1383" y="937"/>
                  </a:cubicBezTo>
                  <a:cubicBezTo>
                    <a:pt x="1556" y="707"/>
                    <a:pt x="1383" y="592"/>
                    <a:pt x="1383" y="592"/>
                  </a:cubicBezTo>
                  <a:cubicBezTo>
                    <a:pt x="1326" y="534"/>
                    <a:pt x="1095" y="419"/>
                    <a:pt x="1095" y="419"/>
                  </a:cubicBezTo>
                  <a:lnTo>
                    <a:pt x="1095" y="246"/>
                  </a:lnTo>
                  <a:cubicBezTo>
                    <a:pt x="1095" y="131"/>
                    <a:pt x="1038" y="73"/>
                    <a:pt x="922" y="16"/>
                  </a:cubicBezTo>
                  <a:cubicBezTo>
                    <a:pt x="892" y="5"/>
                    <a:pt x="861" y="1"/>
                    <a:pt x="8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1" name="Google Shape;821;p49"/>
          <p:cNvGrpSpPr/>
          <p:nvPr/>
        </p:nvGrpSpPr>
        <p:grpSpPr>
          <a:xfrm>
            <a:off x="4755022" y="1515613"/>
            <a:ext cx="404750" cy="402050"/>
            <a:chOff x="1838250" y="2740625"/>
            <a:chExt cx="404750" cy="402050"/>
          </a:xfrm>
        </p:grpSpPr>
        <p:sp>
          <p:nvSpPr>
            <p:cNvPr id="822" name="Google Shape;822;p49"/>
            <p:cNvSpPr/>
            <p:nvPr/>
          </p:nvSpPr>
          <p:spPr>
            <a:xfrm>
              <a:off x="1937625" y="2926600"/>
              <a:ext cx="142625" cy="142625"/>
            </a:xfrm>
            <a:custGeom>
              <a:rect b="b" l="l" r="r" t="t"/>
              <a:pathLst>
                <a:path extrusionOk="0" h="5705" w="5705">
                  <a:moveTo>
                    <a:pt x="2824" y="462"/>
                  </a:moveTo>
                  <a:cubicBezTo>
                    <a:pt x="4149" y="462"/>
                    <a:pt x="5186" y="1499"/>
                    <a:pt x="5186" y="2824"/>
                  </a:cubicBezTo>
                  <a:cubicBezTo>
                    <a:pt x="5186" y="4149"/>
                    <a:pt x="4149" y="5186"/>
                    <a:pt x="2824" y="5186"/>
                  </a:cubicBezTo>
                  <a:cubicBezTo>
                    <a:pt x="1499" y="5186"/>
                    <a:pt x="462" y="4149"/>
                    <a:pt x="462" y="2824"/>
                  </a:cubicBezTo>
                  <a:cubicBezTo>
                    <a:pt x="462" y="1499"/>
                    <a:pt x="1499" y="462"/>
                    <a:pt x="2824" y="462"/>
                  </a:cubicBezTo>
                  <a:close/>
                  <a:moveTo>
                    <a:pt x="2824" y="1"/>
                  </a:moveTo>
                  <a:cubicBezTo>
                    <a:pt x="1268" y="1"/>
                    <a:pt x="1" y="1268"/>
                    <a:pt x="1" y="2824"/>
                  </a:cubicBezTo>
                  <a:cubicBezTo>
                    <a:pt x="1" y="4379"/>
                    <a:pt x="1268" y="5704"/>
                    <a:pt x="2824" y="5704"/>
                  </a:cubicBezTo>
                  <a:cubicBezTo>
                    <a:pt x="4379" y="5704"/>
                    <a:pt x="5704" y="4379"/>
                    <a:pt x="5704" y="2824"/>
                  </a:cubicBezTo>
                  <a:cubicBezTo>
                    <a:pt x="5704" y="1268"/>
                    <a:pt x="4379" y="1"/>
                    <a:pt x="282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49"/>
            <p:cNvSpPr/>
            <p:nvPr/>
          </p:nvSpPr>
          <p:spPr>
            <a:xfrm>
              <a:off x="1989475" y="2958650"/>
              <a:ext cx="38925" cy="77075"/>
            </a:xfrm>
            <a:custGeom>
              <a:rect b="b" l="l" r="r" t="t"/>
              <a:pathLst>
                <a:path extrusionOk="0" h="3083" w="1557">
                  <a:moveTo>
                    <a:pt x="750" y="1"/>
                  </a:moveTo>
                  <a:cubicBezTo>
                    <a:pt x="635" y="1"/>
                    <a:pt x="519" y="73"/>
                    <a:pt x="519" y="217"/>
                  </a:cubicBezTo>
                  <a:lnTo>
                    <a:pt x="519" y="332"/>
                  </a:lnTo>
                  <a:cubicBezTo>
                    <a:pt x="289" y="447"/>
                    <a:pt x="116" y="620"/>
                    <a:pt x="116" y="850"/>
                  </a:cubicBezTo>
                  <a:cubicBezTo>
                    <a:pt x="58" y="1081"/>
                    <a:pt x="116" y="1311"/>
                    <a:pt x="289" y="1427"/>
                  </a:cubicBezTo>
                  <a:cubicBezTo>
                    <a:pt x="462" y="1599"/>
                    <a:pt x="635" y="1657"/>
                    <a:pt x="865" y="1772"/>
                  </a:cubicBezTo>
                  <a:cubicBezTo>
                    <a:pt x="1038" y="1772"/>
                    <a:pt x="1038" y="1945"/>
                    <a:pt x="1038" y="2003"/>
                  </a:cubicBezTo>
                  <a:cubicBezTo>
                    <a:pt x="980" y="2118"/>
                    <a:pt x="923" y="2233"/>
                    <a:pt x="750" y="2233"/>
                  </a:cubicBezTo>
                  <a:cubicBezTo>
                    <a:pt x="577" y="2233"/>
                    <a:pt x="519" y="2233"/>
                    <a:pt x="347" y="2175"/>
                  </a:cubicBezTo>
                  <a:cubicBezTo>
                    <a:pt x="306" y="2135"/>
                    <a:pt x="258" y="2115"/>
                    <a:pt x="213" y="2115"/>
                  </a:cubicBezTo>
                  <a:cubicBezTo>
                    <a:pt x="131" y="2115"/>
                    <a:pt x="58" y="2179"/>
                    <a:pt x="58" y="2291"/>
                  </a:cubicBezTo>
                  <a:cubicBezTo>
                    <a:pt x="1" y="2406"/>
                    <a:pt x="58" y="2521"/>
                    <a:pt x="116" y="2579"/>
                  </a:cubicBezTo>
                  <a:cubicBezTo>
                    <a:pt x="289" y="2636"/>
                    <a:pt x="404" y="2694"/>
                    <a:pt x="519" y="2694"/>
                  </a:cubicBezTo>
                  <a:lnTo>
                    <a:pt x="519" y="2867"/>
                  </a:lnTo>
                  <a:cubicBezTo>
                    <a:pt x="519" y="3011"/>
                    <a:pt x="620" y="3083"/>
                    <a:pt x="721" y="3083"/>
                  </a:cubicBezTo>
                  <a:cubicBezTo>
                    <a:pt x="822" y="3083"/>
                    <a:pt x="923" y="3011"/>
                    <a:pt x="923" y="2867"/>
                  </a:cubicBezTo>
                  <a:lnTo>
                    <a:pt x="980" y="2867"/>
                  </a:lnTo>
                  <a:lnTo>
                    <a:pt x="980" y="2694"/>
                  </a:lnTo>
                  <a:cubicBezTo>
                    <a:pt x="980" y="2694"/>
                    <a:pt x="1441" y="2348"/>
                    <a:pt x="1499" y="2118"/>
                  </a:cubicBezTo>
                  <a:cubicBezTo>
                    <a:pt x="1556" y="1772"/>
                    <a:pt x="1384" y="1427"/>
                    <a:pt x="1038" y="1311"/>
                  </a:cubicBezTo>
                  <a:cubicBezTo>
                    <a:pt x="865" y="1254"/>
                    <a:pt x="635" y="1196"/>
                    <a:pt x="577" y="1081"/>
                  </a:cubicBezTo>
                  <a:cubicBezTo>
                    <a:pt x="462" y="1023"/>
                    <a:pt x="519" y="850"/>
                    <a:pt x="635" y="793"/>
                  </a:cubicBezTo>
                  <a:cubicBezTo>
                    <a:pt x="865" y="793"/>
                    <a:pt x="980" y="850"/>
                    <a:pt x="980" y="850"/>
                  </a:cubicBezTo>
                  <a:cubicBezTo>
                    <a:pt x="980" y="850"/>
                    <a:pt x="1031" y="927"/>
                    <a:pt x="1117" y="927"/>
                  </a:cubicBezTo>
                  <a:cubicBezTo>
                    <a:pt x="1159" y="927"/>
                    <a:pt x="1211" y="908"/>
                    <a:pt x="1268" y="850"/>
                  </a:cubicBezTo>
                  <a:cubicBezTo>
                    <a:pt x="1499" y="678"/>
                    <a:pt x="1268" y="505"/>
                    <a:pt x="1268" y="505"/>
                  </a:cubicBezTo>
                  <a:cubicBezTo>
                    <a:pt x="1211" y="447"/>
                    <a:pt x="980" y="332"/>
                    <a:pt x="980" y="332"/>
                  </a:cubicBezTo>
                  <a:lnTo>
                    <a:pt x="980" y="217"/>
                  </a:lnTo>
                  <a:cubicBezTo>
                    <a:pt x="980" y="73"/>
                    <a:pt x="865"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49"/>
            <p:cNvSpPr/>
            <p:nvPr/>
          </p:nvSpPr>
          <p:spPr>
            <a:xfrm>
              <a:off x="2126300" y="2974125"/>
              <a:ext cx="90775" cy="90775"/>
            </a:xfrm>
            <a:custGeom>
              <a:rect b="b" l="l" r="r" t="t"/>
              <a:pathLst>
                <a:path extrusionOk="0" h="3631" w="3631">
                  <a:moveTo>
                    <a:pt x="1844" y="519"/>
                  </a:moveTo>
                  <a:cubicBezTo>
                    <a:pt x="2593" y="519"/>
                    <a:pt x="3169" y="1096"/>
                    <a:pt x="3169" y="1844"/>
                  </a:cubicBezTo>
                  <a:cubicBezTo>
                    <a:pt x="3169" y="2305"/>
                    <a:pt x="2939" y="2709"/>
                    <a:pt x="2536" y="2939"/>
                  </a:cubicBezTo>
                  <a:cubicBezTo>
                    <a:pt x="2305" y="3112"/>
                    <a:pt x="2075" y="3170"/>
                    <a:pt x="1844" y="3170"/>
                  </a:cubicBezTo>
                  <a:cubicBezTo>
                    <a:pt x="1095" y="3170"/>
                    <a:pt x="519" y="2593"/>
                    <a:pt x="519" y="1844"/>
                  </a:cubicBezTo>
                  <a:cubicBezTo>
                    <a:pt x="519" y="1384"/>
                    <a:pt x="750" y="923"/>
                    <a:pt x="1095" y="692"/>
                  </a:cubicBezTo>
                  <a:cubicBezTo>
                    <a:pt x="1326" y="577"/>
                    <a:pt x="1556" y="519"/>
                    <a:pt x="1844" y="519"/>
                  </a:cubicBezTo>
                  <a:close/>
                  <a:moveTo>
                    <a:pt x="1844" y="1"/>
                  </a:moveTo>
                  <a:cubicBezTo>
                    <a:pt x="1499" y="1"/>
                    <a:pt x="1153" y="116"/>
                    <a:pt x="865" y="289"/>
                  </a:cubicBezTo>
                  <a:cubicBezTo>
                    <a:pt x="347" y="635"/>
                    <a:pt x="1" y="1211"/>
                    <a:pt x="1" y="1844"/>
                  </a:cubicBezTo>
                  <a:cubicBezTo>
                    <a:pt x="1" y="2824"/>
                    <a:pt x="807" y="3630"/>
                    <a:pt x="1844" y="3630"/>
                  </a:cubicBezTo>
                  <a:cubicBezTo>
                    <a:pt x="2190" y="3630"/>
                    <a:pt x="2478" y="3573"/>
                    <a:pt x="2824" y="3342"/>
                  </a:cubicBezTo>
                  <a:cubicBezTo>
                    <a:pt x="3342" y="3054"/>
                    <a:pt x="3630" y="2478"/>
                    <a:pt x="3630" y="1844"/>
                  </a:cubicBezTo>
                  <a:cubicBezTo>
                    <a:pt x="3630" y="865"/>
                    <a:pt x="2824" y="1"/>
                    <a:pt x="184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9"/>
            <p:cNvSpPr/>
            <p:nvPr/>
          </p:nvSpPr>
          <p:spPr>
            <a:xfrm>
              <a:off x="1838250" y="2740625"/>
              <a:ext cx="404750" cy="402050"/>
            </a:xfrm>
            <a:custGeom>
              <a:rect b="b" l="l" r="r" t="t"/>
              <a:pathLst>
                <a:path extrusionOk="0" h="16082" w="16190">
                  <a:moveTo>
                    <a:pt x="5243" y="1391"/>
                  </a:moveTo>
                  <a:lnTo>
                    <a:pt x="5819" y="2716"/>
                  </a:lnTo>
                  <a:lnTo>
                    <a:pt x="5704" y="2716"/>
                  </a:lnTo>
                  <a:lnTo>
                    <a:pt x="4610" y="1794"/>
                  </a:lnTo>
                  <a:cubicBezTo>
                    <a:pt x="4782" y="1679"/>
                    <a:pt x="5013" y="1564"/>
                    <a:pt x="5243" y="1391"/>
                  </a:cubicBezTo>
                  <a:close/>
                  <a:moveTo>
                    <a:pt x="6770" y="483"/>
                  </a:moveTo>
                  <a:cubicBezTo>
                    <a:pt x="7216" y="483"/>
                    <a:pt x="7663" y="613"/>
                    <a:pt x="8009" y="872"/>
                  </a:cubicBezTo>
                  <a:lnTo>
                    <a:pt x="7202" y="2716"/>
                  </a:lnTo>
                  <a:lnTo>
                    <a:pt x="6338" y="2716"/>
                  </a:lnTo>
                  <a:lnTo>
                    <a:pt x="5531" y="872"/>
                  </a:lnTo>
                  <a:cubicBezTo>
                    <a:pt x="5877" y="613"/>
                    <a:pt x="6323" y="483"/>
                    <a:pt x="6770" y="483"/>
                  </a:cubicBezTo>
                  <a:close/>
                  <a:moveTo>
                    <a:pt x="8354" y="1333"/>
                  </a:moveTo>
                  <a:cubicBezTo>
                    <a:pt x="8585" y="1506"/>
                    <a:pt x="8815" y="1679"/>
                    <a:pt x="8988" y="1794"/>
                  </a:cubicBezTo>
                  <a:lnTo>
                    <a:pt x="7893" y="2716"/>
                  </a:lnTo>
                  <a:lnTo>
                    <a:pt x="7721" y="2716"/>
                  </a:lnTo>
                  <a:lnTo>
                    <a:pt x="8354" y="1333"/>
                  </a:lnTo>
                  <a:close/>
                  <a:moveTo>
                    <a:pt x="8469" y="3177"/>
                  </a:moveTo>
                  <a:cubicBezTo>
                    <a:pt x="8815" y="3177"/>
                    <a:pt x="8873" y="3753"/>
                    <a:pt x="8469" y="3753"/>
                  </a:cubicBezTo>
                  <a:lnTo>
                    <a:pt x="5128" y="3753"/>
                  </a:lnTo>
                  <a:cubicBezTo>
                    <a:pt x="4725" y="3753"/>
                    <a:pt x="4725" y="3177"/>
                    <a:pt x="5128" y="3177"/>
                  </a:cubicBezTo>
                  <a:close/>
                  <a:moveTo>
                    <a:pt x="8469" y="4214"/>
                  </a:moveTo>
                  <a:cubicBezTo>
                    <a:pt x="8815" y="4214"/>
                    <a:pt x="8873" y="4790"/>
                    <a:pt x="8469" y="4790"/>
                  </a:cubicBezTo>
                  <a:lnTo>
                    <a:pt x="5128" y="4790"/>
                  </a:lnTo>
                  <a:cubicBezTo>
                    <a:pt x="4725" y="4790"/>
                    <a:pt x="4725" y="4214"/>
                    <a:pt x="5128" y="4214"/>
                  </a:cubicBezTo>
                  <a:close/>
                  <a:moveTo>
                    <a:pt x="11753" y="6748"/>
                  </a:moveTo>
                  <a:cubicBezTo>
                    <a:pt x="11638" y="7152"/>
                    <a:pt x="11350" y="7440"/>
                    <a:pt x="11004" y="7497"/>
                  </a:cubicBezTo>
                  <a:lnTo>
                    <a:pt x="11004" y="6748"/>
                  </a:lnTo>
                  <a:close/>
                  <a:moveTo>
                    <a:pt x="15671" y="6748"/>
                  </a:moveTo>
                  <a:lnTo>
                    <a:pt x="15671" y="7497"/>
                  </a:lnTo>
                  <a:cubicBezTo>
                    <a:pt x="15325" y="7440"/>
                    <a:pt x="15037" y="7152"/>
                    <a:pt x="14922" y="6748"/>
                  </a:cubicBezTo>
                  <a:close/>
                  <a:moveTo>
                    <a:pt x="15671" y="14872"/>
                  </a:moveTo>
                  <a:lnTo>
                    <a:pt x="15671" y="15620"/>
                  </a:lnTo>
                  <a:lnTo>
                    <a:pt x="14922" y="15620"/>
                  </a:lnTo>
                  <a:cubicBezTo>
                    <a:pt x="14980" y="15448"/>
                    <a:pt x="15095" y="15275"/>
                    <a:pt x="15210" y="15160"/>
                  </a:cubicBezTo>
                  <a:cubicBezTo>
                    <a:pt x="15325" y="14987"/>
                    <a:pt x="15498" y="14929"/>
                    <a:pt x="15671" y="14872"/>
                  </a:cubicBezTo>
                  <a:close/>
                  <a:moveTo>
                    <a:pt x="11004" y="14872"/>
                  </a:moveTo>
                  <a:cubicBezTo>
                    <a:pt x="11350" y="14987"/>
                    <a:pt x="11638" y="15275"/>
                    <a:pt x="11753" y="15620"/>
                  </a:cubicBezTo>
                  <a:lnTo>
                    <a:pt x="11004" y="15678"/>
                  </a:lnTo>
                  <a:lnTo>
                    <a:pt x="11004" y="14872"/>
                  </a:lnTo>
                  <a:close/>
                  <a:moveTo>
                    <a:pt x="6735" y="1"/>
                  </a:moveTo>
                  <a:cubicBezTo>
                    <a:pt x="6113" y="1"/>
                    <a:pt x="5495" y="188"/>
                    <a:pt x="5070" y="584"/>
                  </a:cubicBezTo>
                  <a:cubicBezTo>
                    <a:pt x="4955" y="699"/>
                    <a:pt x="4955" y="815"/>
                    <a:pt x="5013" y="930"/>
                  </a:cubicBezTo>
                  <a:cubicBezTo>
                    <a:pt x="4437" y="1218"/>
                    <a:pt x="4091" y="1564"/>
                    <a:pt x="4033" y="1621"/>
                  </a:cubicBezTo>
                  <a:cubicBezTo>
                    <a:pt x="3976" y="1736"/>
                    <a:pt x="3976" y="1852"/>
                    <a:pt x="4091" y="1967"/>
                  </a:cubicBezTo>
                  <a:lnTo>
                    <a:pt x="4955" y="2658"/>
                  </a:lnTo>
                  <a:cubicBezTo>
                    <a:pt x="4322" y="2773"/>
                    <a:pt x="4091" y="3522"/>
                    <a:pt x="4494" y="3983"/>
                  </a:cubicBezTo>
                  <a:cubicBezTo>
                    <a:pt x="4149" y="4329"/>
                    <a:pt x="4264" y="5020"/>
                    <a:pt x="4725" y="5193"/>
                  </a:cubicBezTo>
                  <a:cubicBezTo>
                    <a:pt x="4437" y="5366"/>
                    <a:pt x="4149" y="5596"/>
                    <a:pt x="3861" y="5827"/>
                  </a:cubicBezTo>
                  <a:cubicBezTo>
                    <a:pt x="3674" y="5967"/>
                    <a:pt x="3865" y="6219"/>
                    <a:pt x="4066" y="6219"/>
                  </a:cubicBezTo>
                  <a:cubicBezTo>
                    <a:pt x="4114" y="6219"/>
                    <a:pt x="4162" y="6205"/>
                    <a:pt x="4206" y="6172"/>
                  </a:cubicBezTo>
                  <a:cubicBezTo>
                    <a:pt x="4667" y="5769"/>
                    <a:pt x="5186" y="5481"/>
                    <a:pt x="5647" y="5251"/>
                  </a:cubicBezTo>
                  <a:lnTo>
                    <a:pt x="7893" y="5251"/>
                  </a:lnTo>
                  <a:cubicBezTo>
                    <a:pt x="8700" y="5654"/>
                    <a:pt x="9679" y="6403"/>
                    <a:pt x="10486" y="7325"/>
                  </a:cubicBezTo>
                  <a:lnTo>
                    <a:pt x="10486" y="14411"/>
                  </a:lnTo>
                  <a:lnTo>
                    <a:pt x="2593" y="14411"/>
                  </a:lnTo>
                  <a:cubicBezTo>
                    <a:pt x="1959" y="14411"/>
                    <a:pt x="1383" y="14123"/>
                    <a:pt x="1038" y="13662"/>
                  </a:cubicBezTo>
                  <a:cubicBezTo>
                    <a:pt x="634" y="13201"/>
                    <a:pt x="462" y="12625"/>
                    <a:pt x="577" y="11991"/>
                  </a:cubicBezTo>
                  <a:cubicBezTo>
                    <a:pt x="1038" y="9687"/>
                    <a:pt x="2478" y="7901"/>
                    <a:pt x="3342" y="7037"/>
                  </a:cubicBezTo>
                  <a:cubicBezTo>
                    <a:pt x="3475" y="6860"/>
                    <a:pt x="3302" y="6615"/>
                    <a:pt x="3136" y="6615"/>
                  </a:cubicBezTo>
                  <a:cubicBezTo>
                    <a:pt x="3086" y="6615"/>
                    <a:pt x="3037" y="6637"/>
                    <a:pt x="2996" y="6691"/>
                  </a:cubicBezTo>
                  <a:cubicBezTo>
                    <a:pt x="2132" y="7613"/>
                    <a:pt x="634" y="9456"/>
                    <a:pt x="116" y="11933"/>
                  </a:cubicBezTo>
                  <a:cubicBezTo>
                    <a:pt x="1" y="12625"/>
                    <a:pt x="174" y="13374"/>
                    <a:pt x="634" y="13950"/>
                  </a:cubicBezTo>
                  <a:cubicBezTo>
                    <a:pt x="1153" y="14584"/>
                    <a:pt x="1844" y="14872"/>
                    <a:pt x="2593" y="14872"/>
                  </a:cubicBezTo>
                  <a:lnTo>
                    <a:pt x="10486" y="14872"/>
                  </a:lnTo>
                  <a:lnTo>
                    <a:pt x="10486" y="15851"/>
                  </a:lnTo>
                  <a:cubicBezTo>
                    <a:pt x="10486" y="15966"/>
                    <a:pt x="10601" y="16081"/>
                    <a:pt x="10774" y="16081"/>
                  </a:cubicBezTo>
                  <a:lnTo>
                    <a:pt x="15959" y="16081"/>
                  </a:lnTo>
                  <a:cubicBezTo>
                    <a:pt x="16074" y="16081"/>
                    <a:pt x="16189" y="15966"/>
                    <a:pt x="16189" y="15851"/>
                  </a:cubicBezTo>
                  <a:lnTo>
                    <a:pt x="16189" y="13662"/>
                  </a:lnTo>
                  <a:cubicBezTo>
                    <a:pt x="16189" y="13518"/>
                    <a:pt x="16074" y="13446"/>
                    <a:pt x="15959" y="13446"/>
                  </a:cubicBezTo>
                  <a:cubicBezTo>
                    <a:pt x="15844" y="13446"/>
                    <a:pt x="15728" y="13518"/>
                    <a:pt x="15728" y="13662"/>
                  </a:cubicBezTo>
                  <a:lnTo>
                    <a:pt x="15728" y="14353"/>
                  </a:lnTo>
                  <a:cubicBezTo>
                    <a:pt x="15383" y="14411"/>
                    <a:pt x="15095" y="14584"/>
                    <a:pt x="14864" y="14814"/>
                  </a:cubicBezTo>
                  <a:cubicBezTo>
                    <a:pt x="14634" y="15044"/>
                    <a:pt x="14519" y="15332"/>
                    <a:pt x="14461" y="15620"/>
                  </a:cubicBezTo>
                  <a:lnTo>
                    <a:pt x="12214" y="15620"/>
                  </a:lnTo>
                  <a:cubicBezTo>
                    <a:pt x="12099" y="14987"/>
                    <a:pt x="11638" y="14468"/>
                    <a:pt x="11004" y="14353"/>
                  </a:cubicBezTo>
                  <a:lnTo>
                    <a:pt x="11004" y="7958"/>
                  </a:lnTo>
                  <a:cubicBezTo>
                    <a:pt x="11638" y="7901"/>
                    <a:pt x="12099" y="7382"/>
                    <a:pt x="12214" y="6748"/>
                  </a:cubicBezTo>
                  <a:lnTo>
                    <a:pt x="14461" y="6748"/>
                  </a:lnTo>
                  <a:cubicBezTo>
                    <a:pt x="14576" y="7382"/>
                    <a:pt x="15037" y="7901"/>
                    <a:pt x="15671" y="7958"/>
                  </a:cubicBezTo>
                  <a:lnTo>
                    <a:pt x="15671" y="12394"/>
                  </a:lnTo>
                  <a:cubicBezTo>
                    <a:pt x="15671" y="12394"/>
                    <a:pt x="15901" y="12548"/>
                    <a:pt x="16055" y="12548"/>
                  </a:cubicBezTo>
                  <a:cubicBezTo>
                    <a:pt x="16132" y="12548"/>
                    <a:pt x="16189" y="12510"/>
                    <a:pt x="16189" y="12394"/>
                  </a:cubicBezTo>
                  <a:lnTo>
                    <a:pt x="16189" y="6518"/>
                  </a:lnTo>
                  <a:cubicBezTo>
                    <a:pt x="16189" y="6403"/>
                    <a:pt x="15959" y="6288"/>
                    <a:pt x="15959" y="6288"/>
                  </a:cubicBezTo>
                  <a:lnTo>
                    <a:pt x="10832" y="6288"/>
                  </a:lnTo>
                  <a:cubicBezTo>
                    <a:pt x="10659" y="6288"/>
                    <a:pt x="10486" y="6403"/>
                    <a:pt x="10543" y="6633"/>
                  </a:cubicBezTo>
                  <a:cubicBezTo>
                    <a:pt x="9967" y="6057"/>
                    <a:pt x="9391" y="5539"/>
                    <a:pt x="8758" y="5193"/>
                  </a:cubicBezTo>
                  <a:cubicBezTo>
                    <a:pt x="9276" y="5020"/>
                    <a:pt x="9391" y="4386"/>
                    <a:pt x="9046" y="3983"/>
                  </a:cubicBezTo>
                  <a:cubicBezTo>
                    <a:pt x="9161" y="3868"/>
                    <a:pt x="9218" y="3638"/>
                    <a:pt x="9218" y="3465"/>
                  </a:cubicBezTo>
                  <a:cubicBezTo>
                    <a:pt x="9218" y="3061"/>
                    <a:pt x="8930" y="2773"/>
                    <a:pt x="8585" y="2658"/>
                  </a:cubicBezTo>
                  <a:lnTo>
                    <a:pt x="9449" y="1967"/>
                  </a:lnTo>
                  <a:cubicBezTo>
                    <a:pt x="9564" y="1852"/>
                    <a:pt x="9564" y="1736"/>
                    <a:pt x="9506" y="1621"/>
                  </a:cubicBezTo>
                  <a:cubicBezTo>
                    <a:pt x="9449" y="1621"/>
                    <a:pt x="9103" y="1218"/>
                    <a:pt x="8527" y="872"/>
                  </a:cubicBezTo>
                  <a:cubicBezTo>
                    <a:pt x="8527" y="815"/>
                    <a:pt x="8527" y="642"/>
                    <a:pt x="8469" y="584"/>
                  </a:cubicBezTo>
                  <a:cubicBezTo>
                    <a:pt x="8029" y="203"/>
                    <a:pt x="7380" y="1"/>
                    <a:pt x="67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6" name="Google Shape;826;p49"/>
          <p:cNvGrpSpPr/>
          <p:nvPr/>
        </p:nvGrpSpPr>
        <p:grpSpPr>
          <a:xfrm>
            <a:off x="7074150" y="3029325"/>
            <a:ext cx="401850" cy="401850"/>
            <a:chOff x="310125" y="3227625"/>
            <a:chExt cx="401850" cy="401850"/>
          </a:xfrm>
        </p:grpSpPr>
        <p:sp>
          <p:nvSpPr>
            <p:cNvPr id="827" name="Google Shape;827;p49"/>
            <p:cNvSpPr/>
            <p:nvPr/>
          </p:nvSpPr>
          <p:spPr>
            <a:xfrm>
              <a:off x="310125" y="3227625"/>
              <a:ext cx="401850" cy="401850"/>
            </a:xfrm>
            <a:custGeom>
              <a:rect b="b" l="l" r="r" t="t"/>
              <a:pathLst>
                <a:path extrusionOk="0" h="16074" w="16074">
                  <a:moveTo>
                    <a:pt x="5128" y="5473"/>
                  </a:moveTo>
                  <a:cubicBezTo>
                    <a:pt x="5128" y="5992"/>
                    <a:pt x="5186" y="6626"/>
                    <a:pt x="5301" y="7432"/>
                  </a:cubicBezTo>
                  <a:lnTo>
                    <a:pt x="461" y="7432"/>
                  </a:lnTo>
                  <a:lnTo>
                    <a:pt x="461" y="6222"/>
                  </a:lnTo>
                  <a:cubicBezTo>
                    <a:pt x="461" y="5819"/>
                    <a:pt x="807" y="5473"/>
                    <a:pt x="1153" y="5473"/>
                  </a:cubicBezTo>
                  <a:close/>
                  <a:moveTo>
                    <a:pt x="14922" y="5473"/>
                  </a:moveTo>
                  <a:cubicBezTo>
                    <a:pt x="15325" y="5473"/>
                    <a:pt x="15613" y="5819"/>
                    <a:pt x="15613" y="6222"/>
                  </a:cubicBezTo>
                  <a:lnTo>
                    <a:pt x="15613" y="7432"/>
                  </a:lnTo>
                  <a:lnTo>
                    <a:pt x="10831" y="7432"/>
                  </a:lnTo>
                  <a:cubicBezTo>
                    <a:pt x="10947" y="6626"/>
                    <a:pt x="10947" y="5992"/>
                    <a:pt x="11004" y="5473"/>
                  </a:cubicBezTo>
                  <a:close/>
                  <a:moveTo>
                    <a:pt x="5589" y="5070"/>
                  </a:moveTo>
                  <a:cubicBezTo>
                    <a:pt x="5992" y="5243"/>
                    <a:pt x="6799" y="5473"/>
                    <a:pt x="8008" y="5473"/>
                  </a:cubicBezTo>
                  <a:cubicBezTo>
                    <a:pt x="8815" y="5473"/>
                    <a:pt x="9737" y="5416"/>
                    <a:pt x="10486" y="5070"/>
                  </a:cubicBezTo>
                  <a:lnTo>
                    <a:pt x="10486" y="5070"/>
                  </a:lnTo>
                  <a:cubicBezTo>
                    <a:pt x="10486" y="5877"/>
                    <a:pt x="10428" y="7778"/>
                    <a:pt x="9737" y="10025"/>
                  </a:cubicBezTo>
                  <a:cubicBezTo>
                    <a:pt x="9679" y="10370"/>
                    <a:pt x="9506" y="10601"/>
                    <a:pt x="9276" y="10831"/>
                  </a:cubicBezTo>
                  <a:cubicBezTo>
                    <a:pt x="9276" y="10716"/>
                    <a:pt x="9334" y="10601"/>
                    <a:pt x="9334" y="10486"/>
                  </a:cubicBezTo>
                  <a:cubicBezTo>
                    <a:pt x="9334" y="9794"/>
                    <a:pt x="8757" y="9276"/>
                    <a:pt x="8066" y="9276"/>
                  </a:cubicBezTo>
                  <a:cubicBezTo>
                    <a:pt x="7375" y="9276"/>
                    <a:pt x="6799" y="9794"/>
                    <a:pt x="6799" y="10486"/>
                  </a:cubicBezTo>
                  <a:cubicBezTo>
                    <a:pt x="6799" y="10601"/>
                    <a:pt x="6799" y="10716"/>
                    <a:pt x="6856" y="10831"/>
                  </a:cubicBezTo>
                  <a:cubicBezTo>
                    <a:pt x="6626" y="10601"/>
                    <a:pt x="6453" y="10370"/>
                    <a:pt x="6338" y="10025"/>
                  </a:cubicBezTo>
                  <a:cubicBezTo>
                    <a:pt x="5704" y="7778"/>
                    <a:pt x="5589" y="5877"/>
                    <a:pt x="5589" y="5070"/>
                  </a:cubicBezTo>
                  <a:close/>
                  <a:moveTo>
                    <a:pt x="5704" y="9449"/>
                  </a:moveTo>
                  <a:cubicBezTo>
                    <a:pt x="5762" y="9679"/>
                    <a:pt x="5819" y="9909"/>
                    <a:pt x="5877" y="10197"/>
                  </a:cubicBezTo>
                  <a:cubicBezTo>
                    <a:pt x="5992" y="10543"/>
                    <a:pt x="6223" y="10889"/>
                    <a:pt x="6453" y="11119"/>
                  </a:cubicBezTo>
                  <a:cubicBezTo>
                    <a:pt x="6280" y="11465"/>
                    <a:pt x="6107" y="11811"/>
                    <a:pt x="5992" y="12099"/>
                  </a:cubicBezTo>
                  <a:cubicBezTo>
                    <a:pt x="5416" y="11004"/>
                    <a:pt x="5186" y="10370"/>
                    <a:pt x="5186" y="10197"/>
                  </a:cubicBezTo>
                  <a:cubicBezTo>
                    <a:pt x="5186" y="9852"/>
                    <a:pt x="5416" y="9564"/>
                    <a:pt x="5704" y="9449"/>
                  </a:cubicBezTo>
                  <a:close/>
                  <a:moveTo>
                    <a:pt x="10371" y="9449"/>
                  </a:moveTo>
                  <a:cubicBezTo>
                    <a:pt x="10659" y="9564"/>
                    <a:pt x="10889" y="9852"/>
                    <a:pt x="10889" y="10197"/>
                  </a:cubicBezTo>
                  <a:cubicBezTo>
                    <a:pt x="10889" y="10370"/>
                    <a:pt x="10659" y="11004"/>
                    <a:pt x="10082" y="12099"/>
                  </a:cubicBezTo>
                  <a:cubicBezTo>
                    <a:pt x="9967" y="11811"/>
                    <a:pt x="9794" y="11465"/>
                    <a:pt x="9622" y="11119"/>
                  </a:cubicBezTo>
                  <a:cubicBezTo>
                    <a:pt x="9910" y="10889"/>
                    <a:pt x="10082" y="10543"/>
                    <a:pt x="10198" y="10197"/>
                  </a:cubicBezTo>
                  <a:cubicBezTo>
                    <a:pt x="10255" y="9909"/>
                    <a:pt x="10313" y="9679"/>
                    <a:pt x="10371" y="9449"/>
                  </a:cubicBezTo>
                  <a:close/>
                  <a:moveTo>
                    <a:pt x="8066" y="9737"/>
                  </a:moveTo>
                  <a:cubicBezTo>
                    <a:pt x="8469" y="9737"/>
                    <a:pt x="8815" y="10082"/>
                    <a:pt x="8815" y="10486"/>
                  </a:cubicBezTo>
                  <a:cubicBezTo>
                    <a:pt x="8815" y="10658"/>
                    <a:pt x="8642" y="11350"/>
                    <a:pt x="8066" y="12387"/>
                  </a:cubicBezTo>
                  <a:cubicBezTo>
                    <a:pt x="7490" y="11350"/>
                    <a:pt x="7260" y="10658"/>
                    <a:pt x="7260" y="10486"/>
                  </a:cubicBezTo>
                  <a:cubicBezTo>
                    <a:pt x="7260" y="10082"/>
                    <a:pt x="7605" y="9737"/>
                    <a:pt x="8066" y="9737"/>
                  </a:cubicBezTo>
                  <a:close/>
                  <a:moveTo>
                    <a:pt x="5358" y="7893"/>
                  </a:moveTo>
                  <a:cubicBezTo>
                    <a:pt x="5416" y="8239"/>
                    <a:pt x="5531" y="8642"/>
                    <a:pt x="5589" y="8988"/>
                  </a:cubicBezTo>
                  <a:cubicBezTo>
                    <a:pt x="5070" y="9160"/>
                    <a:pt x="4725" y="9679"/>
                    <a:pt x="4725" y="10197"/>
                  </a:cubicBezTo>
                  <a:cubicBezTo>
                    <a:pt x="4725" y="10774"/>
                    <a:pt x="5589" y="12387"/>
                    <a:pt x="5819" y="12675"/>
                  </a:cubicBezTo>
                  <a:cubicBezTo>
                    <a:pt x="5848" y="12761"/>
                    <a:pt x="5920" y="12804"/>
                    <a:pt x="5999" y="12804"/>
                  </a:cubicBezTo>
                  <a:cubicBezTo>
                    <a:pt x="6078" y="12804"/>
                    <a:pt x="6165" y="12761"/>
                    <a:pt x="6223" y="12675"/>
                  </a:cubicBezTo>
                  <a:cubicBezTo>
                    <a:pt x="6223" y="12675"/>
                    <a:pt x="6568" y="12041"/>
                    <a:pt x="6856" y="11407"/>
                  </a:cubicBezTo>
                  <a:lnTo>
                    <a:pt x="6856" y="13712"/>
                  </a:lnTo>
                  <a:cubicBezTo>
                    <a:pt x="6568" y="13712"/>
                    <a:pt x="6280" y="13769"/>
                    <a:pt x="6050" y="14000"/>
                  </a:cubicBezTo>
                  <a:cubicBezTo>
                    <a:pt x="5762" y="14230"/>
                    <a:pt x="5646" y="14518"/>
                    <a:pt x="5646" y="14864"/>
                  </a:cubicBezTo>
                  <a:cubicBezTo>
                    <a:pt x="5128" y="14864"/>
                    <a:pt x="4609" y="15152"/>
                    <a:pt x="4321" y="15613"/>
                  </a:cubicBezTo>
                  <a:lnTo>
                    <a:pt x="1153" y="15613"/>
                  </a:lnTo>
                  <a:cubicBezTo>
                    <a:pt x="807" y="15613"/>
                    <a:pt x="461" y="15325"/>
                    <a:pt x="461" y="14922"/>
                  </a:cubicBezTo>
                  <a:lnTo>
                    <a:pt x="461" y="7893"/>
                  </a:lnTo>
                  <a:close/>
                  <a:moveTo>
                    <a:pt x="8757" y="11983"/>
                  </a:moveTo>
                  <a:lnTo>
                    <a:pt x="8757" y="13942"/>
                  </a:lnTo>
                  <a:cubicBezTo>
                    <a:pt x="8805" y="14084"/>
                    <a:pt x="8891" y="14188"/>
                    <a:pt x="9017" y="14188"/>
                  </a:cubicBezTo>
                  <a:cubicBezTo>
                    <a:pt x="9044" y="14188"/>
                    <a:pt x="9072" y="14183"/>
                    <a:pt x="9103" y="14173"/>
                  </a:cubicBezTo>
                  <a:cubicBezTo>
                    <a:pt x="9161" y="14158"/>
                    <a:pt x="9218" y="14151"/>
                    <a:pt x="9275" y="14151"/>
                  </a:cubicBezTo>
                  <a:cubicBezTo>
                    <a:pt x="9445" y="14151"/>
                    <a:pt x="9607" y="14216"/>
                    <a:pt x="9737" y="14345"/>
                  </a:cubicBezTo>
                  <a:cubicBezTo>
                    <a:pt x="9910" y="14518"/>
                    <a:pt x="10025" y="14749"/>
                    <a:pt x="9910" y="14979"/>
                  </a:cubicBezTo>
                  <a:cubicBezTo>
                    <a:pt x="9910" y="15210"/>
                    <a:pt x="10025" y="15267"/>
                    <a:pt x="10198" y="15325"/>
                  </a:cubicBezTo>
                  <a:cubicBezTo>
                    <a:pt x="10257" y="15315"/>
                    <a:pt x="10316" y="15310"/>
                    <a:pt x="10375" y="15310"/>
                  </a:cubicBezTo>
                  <a:cubicBezTo>
                    <a:pt x="10659" y="15310"/>
                    <a:pt x="10929" y="15422"/>
                    <a:pt x="11119" y="15613"/>
                  </a:cubicBezTo>
                  <a:lnTo>
                    <a:pt x="4955" y="15613"/>
                  </a:lnTo>
                  <a:cubicBezTo>
                    <a:pt x="5194" y="15422"/>
                    <a:pt x="5472" y="15310"/>
                    <a:pt x="5724" y="15310"/>
                  </a:cubicBezTo>
                  <a:cubicBezTo>
                    <a:pt x="5776" y="15310"/>
                    <a:pt x="5827" y="15315"/>
                    <a:pt x="5877" y="15325"/>
                  </a:cubicBezTo>
                  <a:cubicBezTo>
                    <a:pt x="6107" y="15267"/>
                    <a:pt x="6165" y="15210"/>
                    <a:pt x="6165" y="14979"/>
                  </a:cubicBezTo>
                  <a:cubicBezTo>
                    <a:pt x="6107" y="14749"/>
                    <a:pt x="6165" y="14518"/>
                    <a:pt x="6338" y="14345"/>
                  </a:cubicBezTo>
                  <a:cubicBezTo>
                    <a:pt x="6511" y="14216"/>
                    <a:pt x="6683" y="14151"/>
                    <a:pt x="6856" y="14151"/>
                  </a:cubicBezTo>
                  <a:cubicBezTo>
                    <a:pt x="6914" y="14151"/>
                    <a:pt x="6971" y="14158"/>
                    <a:pt x="7029" y="14173"/>
                  </a:cubicBezTo>
                  <a:cubicBezTo>
                    <a:pt x="7060" y="14183"/>
                    <a:pt x="7088" y="14188"/>
                    <a:pt x="7115" y="14188"/>
                  </a:cubicBezTo>
                  <a:cubicBezTo>
                    <a:pt x="7239" y="14188"/>
                    <a:pt x="7317" y="14084"/>
                    <a:pt x="7317" y="13942"/>
                  </a:cubicBezTo>
                  <a:lnTo>
                    <a:pt x="7317" y="11983"/>
                  </a:lnTo>
                  <a:cubicBezTo>
                    <a:pt x="7548" y="12444"/>
                    <a:pt x="7778" y="12848"/>
                    <a:pt x="7836" y="13020"/>
                  </a:cubicBezTo>
                  <a:cubicBezTo>
                    <a:pt x="7893" y="13078"/>
                    <a:pt x="7980" y="13107"/>
                    <a:pt x="8059" y="13107"/>
                  </a:cubicBezTo>
                  <a:cubicBezTo>
                    <a:pt x="8138" y="13107"/>
                    <a:pt x="8210" y="13078"/>
                    <a:pt x="8239" y="13020"/>
                  </a:cubicBezTo>
                  <a:cubicBezTo>
                    <a:pt x="8354" y="12848"/>
                    <a:pt x="8585" y="12444"/>
                    <a:pt x="8757" y="11983"/>
                  </a:cubicBezTo>
                  <a:close/>
                  <a:moveTo>
                    <a:pt x="7951" y="0"/>
                  </a:moveTo>
                  <a:cubicBezTo>
                    <a:pt x="7951" y="58"/>
                    <a:pt x="7202" y="404"/>
                    <a:pt x="6453" y="1210"/>
                  </a:cubicBezTo>
                  <a:cubicBezTo>
                    <a:pt x="6325" y="1381"/>
                    <a:pt x="6481" y="1583"/>
                    <a:pt x="6641" y="1583"/>
                  </a:cubicBezTo>
                  <a:cubicBezTo>
                    <a:pt x="6697" y="1583"/>
                    <a:pt x="6754" y="1558"/>
                    <a:pt x="6799" y="1498"/>
                  </a:cubicBezTo>
                  <a:cubicBezTo>
                    <a:pt x="7317" y="922"/>
                    <a:pt x="7836" y="634"/>
                    <a:pt x="8066" y="519"/>
                  </a:cubicBezTo>
                  <a:cubicBezTo>
                    <a:pt x="8239" y="634"/>
                    <a:pt x="8757" y="922"/>
                    <a:pt x="9218" y="1441"/>
                  </a:cubicBezTo>
                  <a:cubicBezTo>
                    <a:pt x="10025" y="2362"/>
                    <a:pt x="10486" y="3399"/>
                    <a:pt x="10486" y="4552"/>
                  </a:cubicBezTo>
                  <a:cubicBezTo>
                    <a:pt x="9737" y="4955"/>
                    <a:pt x="8757" y="5013"/>
                    <a:pt x="8008" y="5013"/>
                  </a:cubicBezTo>
                  <a:cubicBezTo>
                    <a:pt x="7202" y="5013"/>
                    <a:pt x="6338" y="4897"/>
                    <a:pt x="5589" y="4552"/>
                  </a:cubicBezTo>
                  <a:cubicBezTo>
                    <a:pt x="5646" y="3803"/>
                    <a:pt x="5819" y="3111"/>
                    <a:pt x="6165" y="2478"/>
                  </a:cubicBezTo>
                  <a:cubicBezTo>
                    <a:pt x="6246" y="2315"/>
                    <a:pt x="6069" y="2152"/>
                    <a:pt x="5896" y="2152"/>
                  </a:cubicBezTo>
                  <a:cubicBezTo>
                    <a:pt x="5825" y="2152"/>
                    <a:pt x="5755" y="2180"/>
                    <a:pt x="5704" y="2247"/>
                  </a:cubicBezTo>
                  <a:cubicBezTo>
                    <a:pt x="5358" y="2996"/>
                    <a:pt x="5128" y="3803"/>
                    <a:pt x="5128" y="4724"/>
                  </a:cubicBezTo>
                  <a:lnTo>
                    <a:pt x="5128" y="5013"/>
                  </a:lnTo>
                  <a:lnTo>
                    <a:pt x="1210" y="5013"/>
                  </a:lnTo>
                  <a:cubicBezTo>
                    <a:pt x="519" y="5013"/>
                    <a:pt x="1" y="6165"/>
                    <a:pt x="1" y="6165"/>
                  </a:cubicBezTo>
                  <a:lnTo>
                    <a:pt x="1" y="14922"/>
                  </a:lnTo>
                  <a:cubicBezTo>
                    <a:pt x="1" y="15555"/>
                    <a:pt x="519" y="16074"/>
                    <a:pt x="1210" y="16074"/>
                  </a:cubicBezTo>
                  <a:lnTo>
                    <a:pt x="12675" y="16074"/>
                  </a:lnTo>
                  <a:cubicBezTo>
                    <a:pt x="12963" y="16074"/>
                    <a:pt x="12963" y="15613"/>
                    <a:pt x="12675" y="15613"/>
                  </a:cubicBezTo>
                  <a:lnTo>
                    <a:pt x="11811" y="15613"/>
                  </a:lnTo>
                  <a:cubicBezTo>
                    <a:pt x="11465" y="15152"/>
                    <a:pt x="11004" y="14864"/>
                    <a:pt x="10428" y="14806"/>
                  </a:cubicBezTo>
                  <a:cubicBezTo>
                    <a:pt x="10428" y="14518"/>
                    <a:pt x="10313" y="14230"/>
                    <a:pt x="10082" y="14000"/>
                  </a:cubicBezTo>
                  <a:cubicBezTo>
                    <a:pt x="9852" y="13769"/>
                    <a:pt x="9564" y="13654"/>
                    <a:pt x="9276" y="13654"/>
                  </a:cubicBezTo>
                  <a:lnTo>
                    <a:pt x="9276" y="11407"/>
                  </a:lnTo>
                  <a:cubicBezTo>
                    <a:pt x="9506" y="12041"/>
                    <a:pt x="9910" y="12675"/>
                    <a:pt x="9910" y="12675"/>
                  </a:cubicBezTo>
                  <a:cubicBezTo>
                    <a:pt x="9938" y="12761"/>
                    <a:pt x="10010" y="12804"/>
                    <a:pt x="10090" y="12804"/>
                  </a:cubicBezTo>
                  <a:cubicBezTo>
                    <a:pt x="10169" y="12804"/>
                    <a:pt x="10255" y="12761"/>
                    <a:pt x="10313" y="12675"/>
                  </a:cubicBezTo>
                  <a:cubicBezTo>
                    <a:pt x="10486" y="12387"/>
                    <a:pt x="11350" y="10774"/>
                    <a:pt x="11350" y="10197"/>
                  </a:cubicBezTo>
                  <a:cubicBezTo>
                    <a:pt x="11350" y="9621"/>
                    <a:pt x="11004" y="9160"/>
                    <a:pt x="10486" y="8988"/>
                  </a:cubicBezTo>
                  <a:cubicBezTo>
                    <a:pt x="10601" y="8584"/>
                    <a:pt x="10659" y="8239"/>
                    <a:pt x="10716" y="7893"/>
                  </a:cubicBezTo>
                  <a:lnTo>
                    <a:pt x="15613" y="7893"/>
                  </a:lnTo>
                  <a:lnTo>
                    <a:pt x="15613" y="14864"/>
                  </a:lnTo>
                  <a:cubicBezTo>
                    <a:pt x="15613" y="15267"/>
                    <a:pt x="15325" y="15613"/>
                    <a:pt x="14922" y="15613"/>
                  </a:cubicBezTo>
                  <a:lnTo>
                    <a:pt x="14115" y="15613"/>
                  </a:lnTo>
                  <a:cubicBezTo>
                    <a:pt x="13827" y="15613"/>
                    <a:pt x="13827" y="16074"/>
                    <a:pt x="14115" y="16074"/>
                  </a:cubicBezTo>
                  <a:lnTo>
                    <a:pt x="14922" y="16074"/>
                  </a:lnTo>
                  <a:cubicBezTo>
                    <a:pt x="15555" y="16074"/>
                    <a:pt x="16074" y="15555"/>
                    <a:pt x="16074" y="14864"/>
                  </a:cubicBezTo>
                  <a:lnTo>
                    <a:pt x="16074" y="6165"/>
                  </a:lnTo>
                  <a:cubicBezTo>
                    <a:pt x="16074" y="6165"/>
                    <a:pt x="15555" y="5013"/>
                    <a:pt x="14922" y="5013"/>
                  </a:cubicBezTo>
                  <a:lnTo>
                    <a:pt x="11004" y="5013"/>
                  </a:lnTo>
                  <a:lnTo>
                    <a:pt x="11004" y="4724"/>
                  </a:lnTo>
                  <a:cubicBezTo>
                    <a:pt x="11004" y="2996"/>
                    <a:pt x="10198" y="1844"/>
                    <a:pt x="9564" y="1153"/>
                  </a:cubicBezTo>
                  <a:cubicBezTo>
                    <a:pt x="8873" y="404"/>
                    <a:pt x="8181" y="58"/>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49"/>
            <p:cNvSpPr/>
            <p:nvPr/>
          </p:nvSpPr>
          <p:spPr>
            <a:xfrm>
              <a:off x="340375" y="338317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49"/>
            <p:cNvSpPr/>
            <p:nvPr/>
          </p:nvSpPr>
          <p:spPr>
            <a:xfrm>
              <a:off x="364850" y="3383175"/>
              <a:ext cx="14425" cy="11550"/>
            </a:xfrm>
            <a:custGeom>
              <a:rect b="b" l="l" r="r" t="t"/>
              <a:pathLst>
                <a:path extrusionOk="0" h="462" w="577">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9"/>
            <p:cNvSpPr/>
            <p:nvPr/>
          </p:nvSpPr>
          <p:spPr>
            <a:xfrm>
              <a:off x="389350" y="3383175"/>
              <a:ext cx="15850" cy="11550"/>
            </a:xfrm>
            <a:custGeom>
              <a:rect b="b" l="l" r="r" t="t"/>
              <a:pathLst>
                <a:path extrusionOk="0" h="462" w="634">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49"/>
            <p:cNvSpPr/>
            <p:nvPr/>
          </p:nvSpPr>
          <p:spPr>
            <a:xfrm>
              <a:off x="481525" y="3378850"/>
              <a:ext cx="60500" cy="60525"/>
            </a:xfrm>
            <a:custGeom>
              <a:rect b="b" l="l" r="r" t="t"/>
              <a:pathLst>
                <a:path extrusionOk="0" h="2421" w="2420">
                  <a:moveTo>
                    <a:pt x="1210" y="461"/>
                  </a:moveTo>
                  <a:cubicBezTo>
                    <a:pt x="1613" y="461"/>
                    <a:pt x="1959" y="807"/>
                    <a:pt x="1959" y="1210"/>
                  </a:cubicBezTo>
                  <a:cubicBezTo>
                    <a:pt x="1959" y="1614"/>
                    <a:pt x="1613" y="1959"/>
                    <a:pt x="1210" y="1959"/>
                  </a:cubicBezTo>
                  <a:cubicBezTo>
                    <a:pt x="807" y="1959"/>
                    <a:pt x="461" y="1614"/>
                    <a:pt x="461" y="1210"/>
                  </a:cubicBezTo>
                  <a:cubicBezTo>
                    <a:pt x="461" y="807"/>
                    <a:pt x="807" y="461"/>
                    <a:pt x="1210" y="461"/>
                  </a:cubicBezTo>
                  <a:close/>
                  <a:moveTo>
                    <a:pt x="1210" y="1"/>
                  </a:moveTo>
                  <a:cubicBezTo>
                    <a:pt x="519" y="1"/>
                    <a:pt x="0" y="577"/>
                    <a:pt x="0" y="1210"/>
                  </a:cubicBezTo>
                  <a:cubicBezTo>
                    <a:pt x="0" y="1902"/>
                    <a:pt x="519" y="2420"/>
                    <a:pt x="1210" y="2420"/>
                  </a:cubicBezTo>
                  <a:cubicBezTo>
                    <a:pt x="1844" y="2420"/>
                    <a:pt x="2420" y="1902"/>
                    <a:pt x="2420" y="1210"/>
                  </a:cubicBezTo>
                  <a:cubicBezTo>
                    <a:pt x="2420" y="577"/>
                    <a:pt x="1844" y="1"/>
                    <a:pt x="12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49"/>
            <p:cNvSpPr/>
            <p:nvPr/>
          </p:nvSpPr>
          <p:spPr>
            <a:xfrm>
              <a:off x="341800" y="3466700"/>
              <a:ext cx="53325" cy="11550"/>
            </a:xfrm>
            <a:custGeom>
              <a:rect b="b" l="l" r="r" t="t"/>
              <a:pathLst>
                <a:path extrusionOk="0" h="462" w="2133">
                  <a:moveTo>
                    <a:pt x="289" y="1"/>
                  </a:moveTo>
                  <a:cubicBezTo>
                    <a:pt x="1" y="1"/>
                    <a:pt x="1" y="462"/>
                    <a:pt x="289" y="462"/>
                  </a:cubicBezTo>
                  <a:lnTo>
                    <a:pt x="1845" y="462"/>
                  </a:lnTo>
                  <a:cubicBezTo>
                    <a:pt x="2133" y="462"/>
                    <a:pt x="2133" y="1"/>
                    <a:pt x="184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49"/>
            <p:cNvSpPr/>
            <p:nvPr/>
          </p:nvSpPr>
          <p:spPr>
            <a:xfrm>
              <a:off x="341800" y="3498400"/>
              <a:ext cx="69175" cy="11550"/>
            </a:xfrm>
            <a:custGeom>
              <a:rect b="b" l="l" r="r" t="t"/>
              <a:pathLst>
                <a:path extrusionOk="0" h="462" w="2767">
                  <a:moveTo>
                    <a:pt x="289" y="0"/>
                  </a:moveTo>
                  <a:cubicBezTo>
                    <a:pt x="1" y="0"/>
                    <a:pt x="1" y="461"/>
                    <a:pt x="289" y="461"/>
                  </a:cubicBezTo>
                  <a:lnTo>
                    <a:pt x="2478" y="461"/>
                  </a:lnTo>
                  <a:cubicBezTo>
                    <a:pt x="2766" y="461"/>
                    <a:pt x="2766" y="0"/>
                    <a:pt x="24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49"/>
            <p:cNvSpPr/>
            <p:nvPr/>
          </p:nvSpPr>
          <p:spPr>
            <a:xfrm>
              <a:off x="341800" y="3530075"/>
              <a:ext cx="85025" cy="13000"/>
            </a:xfrm>
            <a:custGeom>
              <a:rect b="b" l="l" r="r" t="t"/>
              <a:pathLst>
                <a:path extrusionOk="0" h="520" w="3401">
                  <a:moveTo>
                    <a:pt x="289" y="1"/>
                  </a:moveTo>
                  <a:cubicBezTo>
                    <a:pt x="1" y="1"/>
                    <a:pt x="1" y="519"/>
                    <a:pt x="289" y="519"/>
                  </a:cubicBezTo>
                  <a:lnTo>
                    <a:pt x="3112" y="519"/>
                  </a:lnTo>
                  <a:cubicBezTo>
                    <a:pt x="3400" y="519"/>
                    <a:pt x="3400" y="1"/>
                    <a:pt x="311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49"/>
            <p:cNvSpPr/>
            <p:nvPr/>
          </p:nvSpPr>
          <p:spPr>
            <a:xfrm>
              <a:off x="341800" y="3563200"/>
              <a:ext cx="69175" cy="11550"/>
            </a:xfrm>
            <a:custGeom>
              <a:rect b="b" l="l" r="r" t="t"/>
              <a:pathLst>
                <a:path extrusionOk="0" h="462" w="2767">
                  <a:moveTo>
                    <a:pt x="289" y="1"/>
                  </a:moveTo>
                  <a:cubicBezTo>
                    <a:pt x="1" y="1"/>
                    <a:pt x="1" y="462"/>
                    <a:pt x="289" y="462"/>
                  </a:cubicBezTo>
                  <a:lnTo>
                    <a:pt x="2478" y="462"/>
                  </a:lnTo>
                  <a:cubicBezTo>
                    <a:pt x="2766" y="462"/>
                    <a:pt x="2766" y="1"/>
                    <a:pt x="2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49"/>
            <p:cNvSpPr/>
            <p:nvPr/>
          </p:nvSpPr>
          <p:spPr>
            <a:xfrm>
              <a:off x="625550" y="3466700"/>
              <a:ext cx="54750" cy="11550"/>
            </a:xfrm>
            <a:custGeom>
              <a:rect b="b" l="l" r="r" t="t"/>
              <a:pathLst>
                <a:path extrusionOk="0" h="462" w="2190">
                  <a:moveTo>
                    <a:pt x="288" y="1"/>
                  </a:moveTo>
                  <a:cubicBezTo>
                    <a:pt x="0" y="1"/>
                    <a:pt x="0" y="462"/>
                    <a:pt x="288" y="462"/>
                  </a:cubicBezTo>
                  <a:lnTo>
                    <a:pt x="1901" y="462"/>
                  </a:lnTo>
                  <a:cubicBezTo>
                    <a:pt x="2190" y="462"/>
                    <a:pt x="2190" y="1"/>
                    <a:pt x="190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49"/>
            <p:cNvSpPr/>
            <p:nvPr/>
          </p:nvSpPr>
          <p:spPr>
            <a:xfrm>
              <a:off x="611150" y="3498400"/>
              <a:ext cx="69150" cy="11550"/>
            </a:xfrm>
            <a:custGeom>
              <a:rect b="b" l="l" r="r" t="t"/>
              <a:pathLst>
                <a:path extrusionOk="0" h="462" w="2766">
                  <a:moveTo>
                    <a:pt x="231" y="0"/>
                  </a:moveTo>
                  <a:cubicBezTo>
                    <a:pt x="115" y="0"/>
                    <a:pt x="0" y="115"/>
                    <a:pt x="0" y="288"/>
                  </a:cubicBezTo>
                  <a:cubicBezTo>
                    <a:pt x="58" y="403"/>
                    <a:pt x="115" y="461"/>
                    <a:pt x="288" y="461"/>
                  </a:cubicBezTo>
                  <a:lnTo>
                    <a:pt x="2420" y="461"/>
                  </a:lnTo>
                  <a:cubicBezTo>
                    <a:pt x="2766" y="461"/>
                    <a:pt x="2766" y="0"/>
                    <a:pt x="24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49"/>
            <p:cNvSpPr/>
            <p:nvPr/>
          </p:nvSpPr>
          <p:spPr>
            <a:xfrm>
              <a:off x="595300" y="3531525"/>
              <a:ext cx="85000" cy="11550"/>
            </a:xfrm>
            <a:custGeom>
              <a:rect b="b" l="l" r="r" t="t"/>
              <a:pathLst>
                <a:path extrusionOk="0" h="462" w="3400">
                  <a:moveTo>
                    <a:pt x="289" y="0"/>
                  </a:moveTo>
                  <a:cubicBezTo>
                    <a:pt x="116" y="0"/>
                    <a:pt x="1" y="115"/>
                    <a:pt x="58" y="231"/>
                  </a:cubicBezTo>
                  <a:lnTo>
                    <a:pt x="1" y="231"/>
                  </a:lnTo>
                  <a:cubicBezTo>
                    <a:pt x="58" y="346"/>
                    <a:pt x="173" y="461"/>
                    <a:pt x="289" y="461"/>
                  </a:cubicBezTo>
                  <a:lnTo>
                    <a:pt x="3111" y="461"/>
                  </a:lnTo>
                  <a:cubicBezTo>
                    <a:pt x="3400" y="461"/>
                    <a:pt x="3400" y="0"/>
                    <a:pt x="31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49"/>
            <p:cNvSpPr/>
            <p:nvPr/>
          </p:nvSpPr>
          <p:spPr>
            <a:xfrm>
              <a:off x="609700" y="3563200"/>
              <a:ext cx="70600" cy="11550"/>
            </a:xfrm>
            <a:custGeom>
              <a:rect b="b" l="l" r="r" t="t"/>
              <a:pathLst>
                <a:path extrusionOk="0" h="462" w="2824">
                  <a:moveTo>
                    <a:pt x="289" y="1"/>
                  </a:moveTo>
                  <a:cubicBezTo>
                    <a:pt x="1" y="1"/>
                    <a:pt x="1" y="462"/>
                    <a:pt x="289" y="462"/>
                  </a:cubicBezTo>
                  <a:lnTo>
                    <a:pt x="2478" y="462"/>
                  </a:lnTo>
                  <a:cubicBezTo>
                    <a:pt x="2824" y="462"/>
                    <a:pt x="2824" y="1"/>
                    <a:pt x="2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0" name="Google Shape;840;p49"/>
          <p:cNvSpPr txBox="1"/>
          <p:nvPr/>
        </p:nvSpPr>
        <p:spPr>
          <a:xfrm>
            <a:off x="713100" y="4379052"/>
            <a:ext cx="7717800" cy="273900"/>
          </a:xfrm>
          <a:prstGeom prst="rect">
            <a:avLst/>
          </a:prstGeom>
          <a:noFill/>
          <a:ln>
            <a:noFill/>
          </a:ln>
        </p:spPr>
        <p:txBody>
          <a:bodyPr anchorCtr="0" anchor="ctr" bIns="91425" lIns="0" spcFirstLastPara="1" rIns="0"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Follow the link in the graph to modify its data and then paste the new one here. For more info, </a:t>
            </a:r>
            <a:r>
              <a:rPr b="1" lang="en" sz="1200">
                <a:solidFill>
                  <a:schemeClr val="dk1"/>
                </a:solidFill>
                <a:uFill>
                  <a:noFill/>
                </a:uFill>
                <a:latin typeface="Albert Sans"/>
                <a:ea typeface="Albert Sans"/>
                <a:cs typeface="Albert Sans"/>
                <a:sym typeface="Albert Sans"/>
                <a:hlinkClick r:id="rId5">
                  <a:extLst>
                    <a:ext uri="{A12FA001-AC4F-418D-AE19-62706E023703}">
                      <ahyp:hlinkClr val="tx"/>
                    </a:ext>
                  </a:extLst>
                </a:hlinkClick>
              </a:rPr>
              <a:t>click here</a:t>
            </a:r>
            <a:endParaRPr b="1" sz="1200">
              <a:solidFill>
                <a:schemeClr val="dk1"/>
              </a:solidFill>
              <a:latin typeface="Albert Sans"/>
              <a:ea typeface="Albert Sans"/>
              <a:cs typeface="Albert Sans"/>
              <a:sym typeface="Albert Sans"/>
            </a:endParaRPr>
          </a:p>
        </p:txBody>
      </p:sp>
      <p:grpSp>
        <p:nvGrpSpPr>
          <p:cNvPr id="841" name="Google Shape;841;p49"/>
          <p:cNvGrpSpPr/>
          <p:nvPr/>
        </p:nvGrpSpPr>
        <p:grpSpPr>
          <a:xfrm>
            <a:off x="7728315" y="150024"/>
            <a:ext cx="1590595" cy="875375"/>
            <a:chOff x="6456464" y="3575600"/>
            <a:chExt cx="1004100" cy="552601"/>
          </a:xfrm>
        </p:grpSpPr>
        <p:sp>
          <p:nvSpPr>
            <p:cNvPr id="842" name="Google Shape;842;p49"/>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49"/>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4" name="Google Shape;844;p49"/>
          <p:cNvGrpSpPr/>
          <p:nvPr/>
        </p:nvGrpSpPr>
        <p:grpSpPr>
          <a:xfrm>
            <a:off x="8182866" y="1025388"/>
            <a:ext cx="1249832" cy="707506"/>
            <a:chOff x="6456475" y="3575600"/>
            <a:chExt cx="976202" cy="552609"/>
          </a:xfrm>
        </p:grpSpPr>
        <p:sp>
          <p:nvSpPr>
            <p:cNvPr id="845" name="Google Shape;845;p49"/>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49"/>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50" name="Shape 850"/>
        <p:cNvGrpSpPr/>
        <p:nvPr/>
      </p:nvGrpSpPr>
      <p:grpSpPr>
        <a:xfrm>
          <a:off x="0" y="0"/>
          <a:ext cx="0" cy="0"/>
          <a:chOff x="0" y="0"/>
          <a:chExt cx="0" cy="0"/>
        </a:xfrm>
      </p:grpSpPr>
      <p:sp>
        <p:nvSpPr>
          <p:cNvPr id="851" name="Google Shape;851;p50"/>
          <p:cNvSpPr/>
          <p:nvPr/>
        </p:nvSpPr>
        <p:spPr>
          <a:xfrm flipH="1">
            <a:off x="3437975" y="246086"/>
            <a:ext cx="8892600" cy="20460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50"/>
          <p:cNvSpPr txBox="1"/>
          <p:nvPr>
            <p:ph type="title"/>
          </p:nvPr>
        </p:nvSpPr>
        <p:spPr>
          <a:xfrm>
            <a:off x="3992121" y="398525"/>
            <a:ext cx="4597200" cy="1673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 PICTURE IS WORTH A THOUSAND WORDS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p51"/>
          <p:cNvSpPr/>
          <p:nvPr/>
        </p:nvSpPr>
        <p:spPr>
          <a:xfrm flipH="1">
            <a:off x="-356773" y="2638350"/>
            <a:ext cx="5264100" cy="7074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51"/>
          <p:cNvSpPr/>
          <p:nvPr/>
        </p:nvSpPr>
        <p:spPr>
          <a:xfrm>
            <a:off x="4199927" y="3728375"/>
            <a:ext cx="5316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51"/>
          <p:cNvSpPr/>
          <p:nvPr/>
        </p:nvSpPr>
        <p:spPr>
          <a:xfrm>
            <a:off x="4199927" y="1543700"/>
            <a:ext cx="5316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5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Case study</a:t>
            </a:r>
            <a:endParaRPr/>
          </a:p>
        </p:txBody>
      </p:sp>
      <p:sp>
        <p:nvSpPr>
          <p:cNvPr id="861" name="Google Shape;861;p51"/>
          <p:cNvSpPr txBox="1"/>
          <p:nvPr/>
        </p:nvSpPr>
        <p:spPr>
          <a:xfrm>
            <a:off x="2018176" y="1689995"/>
            <a:ext cx="2175300" cy="869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solidFill>
                  <a:schemeClr val="dk1"/>
                </a:solidFill>
                <a:latin typeface="Albert Sans"/>
                <a:ea typeface="Albert Sans"/>
                <a:cs typeface="Albert Sans"/>
                <a:sym typeface="Albert Sans"/>
              </a:rPr>
              <a:t>Mercury is</a:t>
            </a:r>
            <a:r>
              <a:rPr lang="en">
                <a:solidFill>
                  <a:schemeClr val="dk1"/>
                </a:solidFill>
                <a:latin typeface="Albert Sans"/>
                <a:ea typeface="Albert Sans"/>
                <a:cs typeface="Albert Sans"/>
                <a:sym typeface="Albert Sans"/>
              </a:rPr>
              <a:t> the closest planet to the Sun and the smallest one</a:t>
            </a:r>
            <a:endParaRPr>
              <a:solidFill>
                <a:schemeClr val="dk1"/>
              </a:solidFill>
              <a:latin typeface="Albert Sans"/>
              <a:ea typeface="Albert Sans"/>
              <a:cs typeface="Albert Sans"/>
              <a:sym typeface="Albert Sans"/>
            </a:endParaRPr>
          </a:p>
        </p:txBody>
      </p:sp>
      <p:sp>
        <p:nvSpPr>
          <p:cNvPr id="862" name="Google Shape;862;p51"/>
          <p:cNvSpPr txBox="1"/>
          <p:nvPr/>
        </p:nvSpPr>
        <p:spPr>
          <a:xfrm>
            <a:off x="4950522" y="2784695"/>
            <a:ext cx="2175300" cy="869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Albert Sans"/>
                <a:ea typeface="Albert Sans"/>
                <a:cs typeface="Albert Sans"/>
                <a:sym typeface="Albert Sans"/>
              </a:rPr>
              <a:t>Venus has a beautiful name and is the second planet from the Sun</a:t>
            </a:r>
            <a:endParaRPr>
              <a:solidFill>
                <a:schemeClr val="dk1"/>
              </a:solidFill>
              <a:latin typeface="Albert Sans"/>
              <a:ea typeface="Albert Sans"/>
              <a:cs typeface="Albert Sans"/>
              <a:sym typeface="Albert Sans"/>
            </a:endParaRPr>
          </a:p>
        </p:txBody>
      </p:sp>
      <p:sp>
        <p:nvSpPr>
          <p:cNvPr id="863" name="Google Shape;863;p51"/>
          <p:cNvSpPr txBox="1"/>
          <p:nvPr/>
        </p:nvSpPr>
        <p:spPr>
          <a:xfrm>
            <a:off x="2018175" y="1235417"/>
            <a:ext cx="2175300" cy="527700"/>
          </a:xfrm>
          <a:prstGeom prst="rect">
            <a:avLst/>
          </a:prstGeom>
          <a:noFill/>
          <a:ln>
            <a:noFill/>
          </a:ln>
        </p:spPr>
        <p:txBody>
          <a:bodyPr anchorCtr="0" anchor="b" bIns="91425" lIns="91425" spcFirstLastPara="1" rIns="91425" wrap="square" tIns="91425">
            <a:noAutofit/>
          </a:bodyPr>
          <a:lstStyle/>
          <a:p>
            <a:pPr indent="0" lvl="0" marL="0" rtl="0" algn="r">
              <a:spcBef>
                <a:spcPts val="0"/>
              </a:spcBef>
              <a:spcAft>
                <a:spcPts val="0"/>
              </a:spcAft>
              <a:buNone/>
            </a:pPr>
            <a:r>
              <a:rPr b="1" lang="en" sz="2400">
                <a:solidFill>
                  <a:schemeClr val="dk2"/>
                </a:solidFill>
                <a:latin typeface="Albert Sans"/>
                <a:ea typeface="Albert Sans"/>
                <a:cs typeface="Albert Sans"/>
                <a:sym typeface="Albert Sans"/>
              </a:rPr>
              <a:t>Challenge</a:t>
            </a:r>
            <a:endParaRPr b="1" sz="2400">
              <a:solidFill>
                <a:schemeClr val="dk2"/>
              </a:solidFill>
              <a:latin typeface="Albert Sans"/>
              <a:ea typeface="Albert Sans"/>
              <a:cs typeface="Albert Sans"/>
              <a:sym typeface="Albert Sans"/>
            </a:endParaRPr>
          </a:p>
        </p:txBody>
      </p:sp>
      <p:sp>
        <p:nvSpPr>
          <p:cNvPr id="864" name="Google Shape;864;p51"/>
          <p:cNvSpPr txBox="1"/>
          <p:nvPr/>
        </p:nvSpPr>
        <p:spPr>
          <a:xfrm>
            <a:off x="4950525" y="2330117"/>
            <a:ext cx="2175300" cy="5277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2400">
                <a:solidFill>
                  <a:schemeClr val="dk2"/>
                </a:solidFill>
                <a:latin typeface="Albert Sans"/>
                <a:ea typeface="Albert Sans"/>
                <a:cs typeface="Albert Sans"/>
                <a:sym typeface="Albert Sans"/>
              </a:rPr>
              <a:t>Results</a:t>
            </a:r>
            <a:endParaRPr b="1" sz="2400">
              <a:solidFill>
                <a:schemeClr val="dk2"/>
              </a:solidFill>
              <a:latin typeface="Albert Sans"/>
              <a:ea typeface="Albert Sans"/>
              <a:cs typeface="Albert Sans"/>
              <a:sym typeface="Albert Sans"/>
            </a:endParaRPr>
          </a:p>
        </p:txBody>
      </p:sp>
      <p:grpSp>
        <p:nvGrpSpPr>
          <p:cNvPr id="865" name="Google Shape;865;p51"/>
          <p:cNvGrpSpPr/>
          <p:nvPr/>
        </p:nvGrpSpPr>
        <p:grpSpPr>
          <a:xfrm>
            <a:off x="4199922" y="1543696"/>
            <a:ext cx="707400" cy="707400"/>
            <a:chOff x="4199922" y="1448446"/>
            <a:chExt cx="707400" cy="707400"/>
          </a:xfrm>
        </p:grpSpPr>
        <p:sp>
          <p:nvSpPr>
            <p:cNvPr id="866" name="Google Shape;866;p51"/>
            <p:cNvSpPr/>
            <p:nvPr/>
          </p:nvSpPr>
          <p:spPr>
            <a:xfrm rot="5400000">
              <a:off x="4199922" y="1448446"/>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7" name="Google Shape;867;p51"/>
            <p:cNvGrpSpPr/>
            <p:nvPr/>
          </p:nvGrpSpPr>
          <p:grpSpPr>
            <a:xfrm>
              <a:off x="4350725" y="1600888"/>
              <a:ext cx="405800" cy="402550"/>
              <a:chOff x="2163750" y="2092700"/>
              <a:chExt cx="405800" cy="402550"/>
            </a:xfrm>
          </p:grpSpPr>
          <p:sp>
            <p:nvSpPr>
              <p:cNvPr id="868" name="Google Shape;868;p51"/>
              <p:cNvSpPr/>
              <p:nvPr/>
            </p:nvSpPr>
            <p:spPr>
              <a:xfrm>
                <a:off x="2199775" y="2130150"/>
                <a:ext cx="15850" cy="11550"/>
              </a:xfrm>
              <a:custGeom>
                <a:rect b="b" l="l" r="r" t="t"/>
                <a:pathLst>
                  <a:path extrusionOk="0" h="462" w="634">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51"/>
              <p:cNvSpPr/>
              <p:nvPr/>
            </p:nvSpPr>
            <p:spPr>
              <a:xfrm>
                <a:off x="2228575" y="2130150"/>
                <a:ext cx="15850" cy="11550"/>
              </a:xfrm>
              <a:custGeom>
                <a:rect b="b" l="l" r="r" t="t"/>
                <a:pathLst>
                  <a:path extrusionOk="0" h="462" w="634">
                    <a:moveTo>
                      <a:pt x="346" y="0"/>
                    </a:moveTo>
                    <a:cubicBezTo>
                      <a:pt x="0" y="0"/>
                      <a:pt x="0"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51"/>
              <p:cNvSpPr/>
              <p:nvPr/>
            </p:nvSpPr>
            <p:spPr>
              <a:xfrm>
                <a:off x="2258825" y="2130150"/>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51"/>
              <p:cNvSpPr/>
              <p:nvPr/>
            </p:nvSpPr>
            <p:spPr>
              <a:xfrm>
                <a:off x="2209850" y="2221250"/>
                <a:ext cx="107075" cy="150150"/>
              </a:xfrm>
              <a:custGeom>
                <a:rect b="b" l="l" r="r" t="t"/>
                <a:pathLst>
                  <a:path extrusionOk="0" h="6006" w="4283">
                    <a:moveTo>
                      <a:pt x="778" y="0"/>
                    </a:moveTo>
                    <a:cubicBezTo>
                      <a:pt x="389" y="0"/>
                      <a:pt x="0" y="245"/>
                      <a:pt x="0" y="735"/>
                    </a:cubicBezTo>
                    <a:lnTo>
                      <a:pt x="0" y="1253"/>
                    </a:lnTo>
                    <a:cubicBezTo>
                      <a:pt x="0" y="1397"/>
                      <a:pt x="116" y="1469"/>
                      <a:pt x="231" y="1469"/>
                    </a:cubicBezTo>
                    <a:cubicBezTo>
                      <a:pt x="346" y="1469"/>
                      <a:pt x="461" y="1397"/>
                      <a:pt x="461" y="1253"/>
                    </a:cubicBezTo>
                    <a:lnTo>
                      <a:pt x="461" y="735"/>
                    </a:lnTo>
                    <a:cubicBezTo>
                      <a:pt x="461" y="533"/>
                      <a:pt x="620" y="432"/>
                      <a:pt x="778" y="432"/>
                    </a:cubicBezTo>
                    <a:cubicBezTo>
                      <a:pt x="936" y="432"/>
                      <a:pt x="1095" y="533"/>
                      <a:pt x="1095" y="735"/>
                    </a:cubicBezTo>
                    <a:lnTo>
                      <a:pt x="1095" y="1714"/>
                    </a:lnTo>
                    <a:cubicBezTo>
                      <a:pt x="1095" y="1714"/>
                      <a:pt x="1255" y="1914"/>
                      <a:pt x="1408" y="1914"/>
                    </a:cubicBezTo>
                    <a:cubicBezTo>
                      <a:pt x="1439" y="1914"/>
                      <a:pt x="1469" y="1906"/>
                      <a:pt x="1498" y="1887"/>
                    </a:cubicBezTo>
                    <a:lnTo>
                      <a:pt x="2881" y="562"/>
                    </a:lnTo>
                    <a:cubicBezTo>
                      <a:pt x="2941" y="502"/>
                      <a:pt x="3006" y="477"/>
                      <a:pt x="3069" y="477"/>
                    </a:cubicBezTo>
                    <a:cubicBezTo>
                      <a:pt x="3309" y="477"/>
                      <a:pt x="3524" y="840"/>
                      <a:pt x="3342" y="1023"/>
                    </a:cubicBezTo>
                    <a:lnTo>
                      <a:pt x="1556" y="2693"/>
                    </a:lnTo>
                    <a:cubicBezTo>
                      <a:pt x="1498" y="2809"/>
                      <a:pt x="1441" y="2924"/>
                      <a:pt x="1556" y="3039"/>
                    </a:cubicBezTo>
                    <a:lnTo>
                      <a:pt x="3399" y="4883"/>
                    </a:lnTo>
                    <a:cubicBezTo>
                      <a:pt x="3624" y="5062"/>
                      <a:pt x="3429" y="5451"/>
                      <a:pt x="3168" y="5451"/>
                    </a:cubicBezTo>
                    <a:cubicBezTo>
                      <a:pt x="3094" y="5451"/>
                      <a:pt x="3015" y="5420"/>
                      <a:pt x="2938" y="5343"/>
                    </a:cubicBezTo>
                    <a:lnTo>
                      <a:pt x="1498" y="3903"/>
                    </a:lnTo>
                    <a:cubicBezTo>
                      <a:pt x="1479" y="3884"/>
                      <a:pt x="1455" y="3876"/>
                      <a:pt x="1428" y="3876"/>
                    </a:cubicBezTo>
                    <a:cubicBezTo>
                      <a:pt x="1295" y="3876"/>
                      <a:pt x="1095" y="4076"/>
                      <a:pt x="1095" y="4076"/>
                    </a:cubicBezTo>
                    <a:lnTo>
                      <a:pt x="1095" y="5228"/>
                    </a:lnTo>
                    <a:cubicBezTo>
                      <a:pt x="1095" y="5430"/>
                      <a:pt x="936" y="5531"/>
                      <a:pt x="778" y="5531"/>
                    </a:cubicBezTo>
                    <a:cubicBezTo>
                      <a:pt x="620" y="5531"/>
                      <a:pt x="461" y="5430"/>
                      <a:pt x="461" y="5228"/>
                    </a:cubicBezTo>
                    <a:lnTo>
                      <a:pt x="461" y="2463"/>
                    </a:lnTo>
                    <a:cubicBezTo>
                      <a:pt x="461" y="2319"/>
                      <a:pt x="346" y="2247"/>
                      <a:pt x="231" y="2247"/>
                    </a:cubicBezTo>
                    <a:cubicBezTo>
                      <a:pt x="116" y="2247"/>
                      <a:pt x="0" y="2319"/>
                      <a:pt x="0" y="2463"/>
                    </a:cubicBezTo>
                    <a:lnTo>
                      <a:pt x="0" y="5228"/>
                    </a:lnTo>
                    <a:cubicBezTo>
                      <a:pt x="0" y="5747"/>
                      <a:pt x="389" y="6006"/>
                      <a:pt x="778" y="6006"/>
                    </a:cubicBezTo>
                    <a:cubicBezTo>
                      <a:pt x="1167" y="6006"/>
                      <a:pt x="1556" y="5747"/>
                      <a:pt x="1556" y="5228"/>
                    </a:cubicBezTo>
                    <a:lnTo>
                      <a:pt x="1556" y="4652"/>
                    </a:lnTo>
                    <a:lnTo>
                      <a:pt x="2650" y="5689"/>
                    </a:lnTo>
                    <a:cubicBezTo>
                      <a:pt x="2804" y="5856"/>
                      <a:pt x="2978" y="5925"/>
                      <a:pt x="3148" y="5925"/>
                    </a:cubicBezTo>
                    <a:cubicBezTo>
                      <a:pt x="3740" y="5925"/>
                      <a:pt x="4283" y="5074"/>
                      <a:pt x="3745" y="4537"/>
                    </a:cubicBezTo>
                    <a:lnTo>
                      <a:pt x="2074" y="2866"/>
                    </a:lnTo>
                    <a:lnTo>
                      <a:pt x="3630" y="1368"/>
                    </a:lnTo>
                    <a:cubicBezTo>
                      <a:pt x="4216" y="827"/>
                      <a:pt x="3672" y="3"/>
                      <a:pt x="3077" y="3"/>
                    </a:cubicBezTo>
                    <a:cubicBezTo>
                      <a:pt x="2912" y="3"/>
                      <a:pt x="2743" y="66"/>
                      <a:pt x="2593" y="216"/>
                    </a:cubicBezTo>
                    <a:lnTo>
                      <a:pt x="1556" y="1138"/>
                    </a:lnTo>
                    <a:lnTo>
                      <a:pt x="1556" y="735"/>
                    </a:lnTo>
                    <a:cubicBezTo>
                      <a:pt x="1556" y="245"/>
                      <a:pt x="1167" y="0"/>
                      <a:pt x="7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51"/>
              <p:cNvSpPr/>
              <p:nvPr/>
            </p:nvSpPr>
            <p:spPr>
              <a:xfrm>
                <a:off x="2378350" y="2223750"/>
                <a:ext cx="118125" cy="13000"/>
              </a:xfrm>
              <a:custGeom>
                <a:rect b="b" l="l" r="r" t="t"/>
                <a:pathLst>
                  <a:path extrusionOk="0" h="520" w="4725">
                    <a:moveTo>
                      <a:pt x="346" y="1"/>
                    </a:moveTo>
                    <a:cubicBezTo>
                      <a:pt x="1" y="1"/>
                      <a:pt x="1" y="519"/>
                      <a:pt x="346" y="519"/>
                    </a:cubicBezTo>
                    <a:lnTo>
                      <a:pt x="4437" y="519"/>
                    </a:lnTo>
                    <a:cubicBezTo>
                      <a:pt x="4725" y="519"/>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51"/>
              <p:cNvSpPr/>
              <p:nvPr/>
            </p:nvSpPr>
            <p:spPr>
              <a:xfrm>
                <a:off x="2378350" y="2256875"/>
                <a:ext cx="118125" cy="13000"/>
              </a:xfrm>
              <a:custGeom>
                <a:rect b="b" l="l" r="r" t="t"/>
                <a:pathLst>
                  <a:path extrusionOk="0" h="520" w="4725">
                    <a:moveTo>
                      <a:pt x="346" y="1"/>
                    </a:moveTo>
                    <a:cubicBezTo>
                      <a:pt x="1" y="1"/>
                      <a:pt x="1" y="519"/>
                      <a:pt x="346" y="519"/>
                    </a:cubicBezTo>
                    <a:lnTo>
                      <a:pt x="4437" y="519"/>
                    </a:lnTo>
                    <a:cubicBezTo>
                      <a:pt x="4725" y="519"/>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51"/>
              <p:cNvSpPr/>
              <p:nvPr/>
            </p:nvSpPr>
            <p:spPr>
              <a:xfrm>
                <a:off x="2378350" y="2290000"/>
                <a:ext cx="118125" cy="11550"/>
              </a:xfrm>
              <a:custGeom>
                <a:rect b="b" l="l" r="r" t="t"/>
                <a:pathLst>
                  <a:path extrusionOk="0" h="462" w="4725">
                    <a:moveTo>
                      <a:pt x="346" y="1"/>
                    </a:moveTo>
                    <a:cubicBezTo>
                      <a:pt x="1" y="1"/>
                      <a:pt x="1" y="462"/>
                      <a:pt x="346" y="462"/>
                    </a:cubicBezTo>
                    <a:lnTo>
                      <a:pt x="4437" y="462"/>
                    </a:lnTo>
                    <a:cubicBezTo>
                      <a:pt x="4725" y="462"/>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51"/>
              <p:cNvSpPr/>
              <p:nvPr/>
            </p:nvSpPr>
            <p:spPr>
              <a:xfrm>
                <a:off x="2378350" y="2323150"/>
                <a:ext cx="118125" cy="11525"/>
              </a:xfrm>
              <a:custGeom>
                <a:rect b="b" l="l" r="r" t="t"/>
                <a:pathLst>
                  <a:path extrusionOk="0" h="461" w="4725">
                    <a:moveTo>
                      <a:pt x="346" y="0"/>
                    </a:moveTo>
                    <a:cubicBezTo>
                      <a:pt x="1" y="0"/>
                      <a:pt x="1" y="461"/>
                      <a:pt x="346" y="461"/>
                    </a:cubicBezTo>
                    <a:lnTo>
                      <a:pt x="4437" y="461"/>
                    </a:lnTo>
                    <a:cubicBezTo>
                      <a:pt x="4725" y="461"/>
                      <a:pt x="4725" y="0"/>
                      <a:pt x="443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51"/>
              <p:cNvSpPr/>
              <p:nvPr/>
            </p:nvSpPr>
            <p:spPr>
              <a:xfrm>
                <a:off x="2379800" y="2356275"/>
                <a:ext cx="61950" cy="11525"/>
              </a:xfrm>
              <a:custGeom>
                <a:rect b="b" l="l" r="r" t="t"/>
                <a:pathLst>
                  <a:path extrusionOk="0" h="461" w="2478">
                    <a:moveTo>
                      <a:pt x="288" y="0"/>
                    </a:moveTo>
                    <a:cubicBezTo>
                      <a:pt x="0" y="0"/>
                      <a:pt x="0" y="461"/>
                      <a:pt x="288" y="461"/>
                    </a:cubicBezTo>
                    <a:lnTo>
                      <a:pt x="2132" y="461"/>
                    </a:lnTo>
                    <a:cubicBezTo>
                      <a:pt x="2478" y="461"/>
                      <a:pt x="2478" y="0"/>
                      <a:pt x="21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51"/>
              <p:cNvSpPr/>
              <p:nvPr/>
            </p:nvSpPr>
            <p:spPr>
              <a:xfrm>
                <a:off x="2163750" y="2092700"/>
                <a:ext cx="405800" cy="402550"/>
              </a:xfrm>
              <a:custGeom>
                <a:rect b="b" l="l" r="r" t="t"/>
                <a:pathLst>
                  <a:path extrusionOk="0" h="16102" w="16232">
                    <a:moveTo>
                      <a:pt x="13424" y="519"/>
                    </a:moveTo>
                    <a:cubicBezTo>
                      <a:pt x="13943" y="519"/>
                      <a:pt x="14288" y="922"/>
                      <a:pt x="14288" y="1383"/>
                    </a:cubicBezTo>
                    <a:lnTo>
                      <a:pt x="14288" y="2938"/>
                    </a:lnTo>
                    <a:lnTo>
                      <a:pt x="462" y="2938"/>
                    </a:lnTo>
                    <a:lnTo>
                      <a:pt x="462" y="1383"/>
                    </a:lnTo>
                    <a:cubicBezTo>
                      <a:pt x="462" y="922"/>
                      <a:pt x="865" y="519"/>
                      <a:pt x="1383" y="519"/>
                    </a:cubicBezTo>
                    <a:close/>
                    <a:moveTo>
                      <a:pt x="7145" y="3399"/>
                    </a:moveTo>
                    <a:lnTo>
                      <a:pt x="7145" y="12905"/>
                    </a:lnTo>
                    <a:lnTo>
                      <a:pt x="1383" y="12905"/>
                    </a:lnTo>
                    <a:cubicBezTo>
                      <a:pt x="923" y="12905"/>
                      <a:pt x="519" y="12502"/>
                      <a:pt x="519" y="11983"/>
                    </a:cubicBezTo>
                    <a:lnTo>
                      <a:pt x="519" y="3399"/>
                    </a:lnTo>
                    <a:close/>
                    <a:moveTo>
                      <a:pt x="14346" y="3399"/>
                    </a:moveTo>
                    <a:lnTo>
                      <a:pt x="14346" y="11983"/>
                    </a:lnTo>
                    <a:cubicBezTo>
                      <a:pt x="14346" y="12099"/>
                      <a:pt x="14346" y="12156"/>
                      <a:pt x="14288" y="12271"/>
                    </a:cubicBezTo>
                    <a:lnTo>
                      <a:pt x="13827" y="11753"/>
                    </a:lnTo>
                    <a:cubicBezTo>
                      <a:pt x="13787" y="11699"/>
                      <a:pt x="13738" y="11677"/>
                      <a:pt x="13688" y="11677"/>
                    </a:cubicBezTo>
                    <a:cubicBezTo>
                      <a:pt x="13522" y="11677"/>
                      <a:pt x="13349" y="11922"/>
                      <a:pt x="13482" y="12099"/>
                    </a:cubicBezTo>
                    <a:lnTo>
                      <a:pt x="15268" y="14057"/>
                    </a:lnTo>
                    <a:lnTo>
                      <a:pt x="13597" y="13827"/>
                    </a:lnTo>
                    <a:cubicBezTo>
                      <a:pt x="13539" y="13827"/>
                      <a:pt x="13424" y="13827"/>
                      <a:pt x="13366" y="13884"/>
                    </a:cubicBezTo>
                    <a:lnTo>
                      <a:pt x="12272" y="15210"/>
                    </a:lnTo>
                    <a:lnTo>
                      <a:pt x="12272" y="10773"/>
                    </a:lnTo>
                    <a:lnTo>
                      <a:pt x="12675" y="11177"/>
                    </a:lnTo>
                    <a:cubicBezTo>
                      <a:pt x="12715" y="11230"/>
                      <a:pt x="12768" y="11253"/>
                      <a:pt x="12822" y="11253"/>
                    </a:cubicBezTo>
                    <a:cubicBezTo>
                      <a:pt x="13001" y="11253"/>
                      <a:pt x="13198" y="11008"/>
                      <a:pt x="13021" y="10831"/>
                    </a:cubicBezTo>
                    <a:lnTo>
                      <a:pt x="12214" y="9967"/>
                    </a:lnTo>
                    <a:cubicBezTo>
                      <a:pt x="12176" y="9929"/>
                      <a:pt x="12118" y="9909"/>
                      <a:pt x="12059" y="9909"/>
                    </a:cubicBezTo>
                    <a:cubicBezTo>
                      <a:pt x="11939" y="9909"/>
                      <a:pt x="11811" y="9986"/>
                      <a:pt x="11811" y="10140"/>
                    </a:cubicBezTo>
                    <a:lnTo>
                      <a:pt x="11811" y="12905"/>
                    </a:lnTo>
                    <a:lnTo>
                      <a:pt x="7605" y="12905"/>
                    </a:lnTo>
                    <a:lnTo>
                      <a:pt x="7605" y="3399"/>
                    </a:lnTo>
                    <a:close/>
                    <a:moveTo>
                      <a:pt x="1383" y="0"/>
                    </a:moveTo>
                    <a:cubicBezTo>
                      <a:pt x="634" y="0"/>
                      <a:pt x="1" y="634"/>
                      <a:pt x="1" y="1383"/>
                    </a:cubicBezTo>
                    <a:lnTo>
                      <a:pt x="1" y="11983"/>
                    </a:lnTo>
                    <a:cubicBezTo>
                      <a:pt x="1" y="12732"/>
                      <a:pt x="634" y="13366"/>
                      <a:pt x="1383" y="13366"/>
                    </a:cubicBezTo>
                    <a:lnTo>
                      <a:pt x="11811" y="13366"/>
                    </a:lnTo>
                    <a:lnTo>
                      <a:pt x="11811" y="15901"/>
                    </a:lnTo>
                    <a:cubicBezTo>
                      <a:pt x="11811" y="16013"/>
                      <a:pt x="11933" y="16102"/>
                      <a:pt x="12050" y="16102"/>
                    </a:cubicBezTo>
                    <a:cubicBezTo>
                      <a:pt x="12113" y="16102"/>
                      <a:pt x="12174" y="16076"/>
                      <a:pt x="12214" y="16016"/>
                    </a:cubicBezTo>
                    <a:lnTo>
                      <a:pt x="13655" y="14345"/>
                    </a:lnTo>
                    <a:lnTo>
                      <a:pt x="15844" y="14633"/>
                    </a:lnTo>
                    <a:cubicBezTo>
                      <a:pt x="15864" y="14638"/>
                      <a:pt x="15884" y="14641"/>
                      <a:pt x="15903" y="14641"/>
                    </a:cubicBezTo>
                    <a:cubicBezTo>
                      <a:pt x="16102" y="14641"/>
                      <a:pt x="16232" y="14388"/>
                      <a:pt x="16074" y="14230"/>
                    </a:cubicBezTo>
                    <a:lnTo>
                      <a:pt x="14634" y="12675"/>
                    </a:lnTo>
                    <a:cubicBezTo>
                      <a:pt x="14749" y="12444"/>
                      <a:pt x="14807" y="12214"/>
                      <a:pt x="14807" y="11983"/>
                    </a:cubicBezTo>
                    <a:lnTo>
                      <a:pt x="14807" y="1383"/>
                    </a:lnTo>
                    <a:cubicBezTo>
                      <a:pt x="14807" y="634"/>
                      <a:pt x="14231" y="0"/>
                      <a:pt x="134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8" name="Google Shape;878;p51"/>
          <p:cNvGrpSpPr/>
          <p:nvPr/>
        </p:nvGrpSpPr>
        <p:grpSpPr>
          <a:xfrm>
            <a:off x="4199922" y="2638396"/>
            <a:ext cx="707400" cy="707400"/>
            <a:chOff x="4199922" y="2476471"/>
            <a:chExt cx="707400" cy="707400"/>
          </a:xfrm>
        </p:grpSpPr>
        <p:sp>
          <p:nvSpPr>
            <p:cNvPr id="879" name="Google Shape;879;p51"/>
            <p:cNvSpPr/>
            <p:nvPr/>
          </p:nvSpPr>
          <p:spPr>
            <a:xfrm rot="5400000">
              <a:off x="4199922" y="2476471"/>
              <a:ext cx="707400" cy="7074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0" name="Google Shape;880;p51"/>
            <p:cNvGrpSpPr/>
            <p:nvPr/>
          </p:nvGrpSpPr>
          <p:grpSpPr>
            <a:xfrm>
              <a:off x="4348375" y="2628888"/>
              <a:ext cx="410500" cy="402575"/>
              <a:chOff x="2646250" y="2075050"/>
              <a:chExt cx="410500" cy="402575"/>
            </a:xfrm>
          </p:grpSpPr>
          <p:sp>
            <p:nvSpPr>
              <p:cNvPr id="881" name="Google Shape;881;p51"/>
              <p:cNvSpPr/>
              <p:nvPr/>
            </p:nvSpPr>
            <p:spPr>
              <a:xfrm>
                <a:off x="2646250" y="2075050"/>
                <a:ext cx="410500" cy="402575"/>
              </a:xfrm>
              <a:custGeom>
                <a:rect b="b" l="l" r="r" t="t"/>
                <a:pathLst>
                  <a:path extrusionOk="0" h="16103" w="16420">
                    <a:moveTo>
                      <a:pt x="8210" y="1"/>
                    </a:moveTo>
                    <a:cubicBezTo>
                      <a:pt x="7908" y="1"/>
                      <a:pt x="7605" y="159"/>
                      <a:pt x="7490" y="476"/>
                    </a:cubicBezTo>
                    <a:lnTo>
                      <a:pt x="6510" y="3356"/>
                    </a:lnTo>
                    <a:cubicBezTo>
                      <a:pt x="6424" y="3486"/>
                      <a:pt x="6338" y="3551"/>
                      <a:pt x="6227" y="3551"/>
                    </a:cubicBezTo>
                    <a:cubicBezTo>
                      <a:pt x="6190" y="3551"/>
                      <a:pt x="6150" y="3544"/>
                      <a:pt x="6107" y="3529"/>
                    </a:cubicBezTo>
                    <a:lnTo>
                      <a:pt x="3342" y="2204"/>
                    </a:lnTo>
                    <a:cubicBezTo>
                      <a:pt x="3249" y="2158"/>
                      <a:pt x="3153" y="2137"/>
                      <a:pt x="3058" y="2137"/>
                    </a:cubicBezTo>
                    <a:cubicBezTo>
                      <a:pt x="2568" y="2137"/>
                      <a:pt x="2121" y="2701"/>
                      <a:pt x="2362" y="3184"/>
                    </a:cubicBezTo>
                    <a:lnTo>
                      <a:pt x="3688" y="5949"/>
                    </a:lnTo>
                    <a:cubicBezTo>
                      <a:pt x="3745" y="6122"/>
                      <a:pt x="3688" y="6237"/>
                      <a:pt x="3515" y="6352"/>
                    </a:cubicBezTo>
                    <a:lnTo>
                      <a:pt x="634" y="7332"/>
                    </a:lnTo>
                    <a:cubicBezTo>
                      <a:pt x="0" y="7620"/>
                      <a:pt x="0" y="8541"/>
                      <a:pt x="634" y="8772"/>
                    </a:cubicBezTo>
                    <a:lnTo>
                      <a:pt x="3515" y="9751"/>
                    </a:lnTo>
                    <a:cubicBezTo>
                      <a:pt x="3688" y="9866"/>
                      <a:pt x="3745" y="9982"/>
                      <a:pt x="3688" y="10154"/>
                    </a:cubicBezTo>
                    <a:lnTo>
                      <a:pt x="2362" y="12920"/>
                    </a:lnTo>
                    <a:cubicBezTo>
                      <a:pt x="2124" y="13445"/>
                      <a:pt x="2558" y="13971"/>
                      <a:pt x="3042" y="13971"/>
                    </a:cubicBezTo>
                    <a:cubicBezTo>
                      <a:pt x="3142" y="13971"/>
                      <a:pt x="3243" y="13948"/>
                      <a:pt x="3342" y="13899"/>
                    </a:cubicBezTo>
                    <a:lnTo>
                      <a:pt x="4206" y="13496"/>
                    </a:lnTo>
                    <a:cubicBezTo>
                      <a:pt x="4449" y="13398"/>
                      <a:pt x="4323" y="13054"/>
                      <a:pt x="4104" y="13054"/>
                    </a:cubicBezTo>
                    <a:cubicBezTo>
                      <a:pt x="4063" y="13054"/>
                      <a:pt x="4020" y="13066"/>
                      <a:pt x="3976" y="13093"/>
                    </a:cubicBezTo>
                    <a:lnTo>
                      <a:pt x="3169" y="13496"/>
                    </a:lnTo>
                    <a:cubicBezTo>
                      <a:pt x="3145" y="13502"/>
                      <a:pt x="3120" y="13505"/>
                      <a:pt x="3096" y="13505"/>
                    </a:cubicBezTo>
                    <a:cubicBezTo>
                      <a:pt x="2894" y="13505"/>
                      <a:pt x="2720" y="13299"/>
                      <a:pt x="2823" y="13093"/>
                    </a:cubicBezTo>
                    <a:lnTo>
                      <a:pt x="4091" y="10327"/>
                    </a:lnTo>
                    <a:cubicBezTo>
                      <a:pt x="4321" y="9982"/>
                      <a:pt x="4091" y="9463"/>
                      <a:pt x="3688" y="9348"/>
                    </a:cubicBezTo>
                    <a:lnTo>
                      <a:pt x="807" y="8311"/>
                    </a:lnTo>
                    <a:cubicBezTo>
                      <a:pt x="577" y="8253"/>
                      <a:pt x="577" y="7908"/>
                      <a:pt x="807" y="7792"/>
                    </a:cubicBezTo>
                    <a:lnTo>
                      <a:pt x="3688" y="6755"/>
                    </a:lnTo>
                    <a:cubicBezTo>
                      <a:pt x="4091" y="6640"/>
                      <a:pt x="4264" y="6179"/>
                      <a:pt x="4091" y="5776"/>
                    </a:cubicBezTo>
                    <a:lnTo>
                      <a:pt x="2823" y="3011"/>
                    </a:lnTo>
                    <a:cubicBezTo>
                      <a:pt x="2729" y="2823"/>
                      <a:pt x="2866" y="2634"/>
                      <a:pt x="3044" y="2634"/>
                    </a:cubicBezTo>
                    <a:cubicBezTo>
                      <a:pt x="3084" y="2634"/>
                      <a:pt x="3127" y="2644"/>
                      <a:pt x="3169" y="2665"/>
                    </a:cubicBezTo>
                    <a:lnTo>
                      <a:pt x="5934" y="3933"/>
                    </a:lnTo>
                    <a:cubicBezTo>
                      <a:pt x="6029" y="3996"/>
                      <a:pt x="6136" y="4024"/>
                      <a:pt x="6245" y="4024"/>
                    </a:cubicBezTo>
                    <a:cubicBezTo>
                      <a:pt x="6533" y="4024"/>
                      <a:pt x="6830" y="3822"/>
                      <a:pt x="6914" y="3529"/>
                    </a:cubicBezTo>
                    <a:lnTo>
                      <a:pt x="7951" y="649"/>
                    </a:lnTo>
                    <a:cubicBezTo>
                      <a:pt x="8008" y="533"/>
                      <a:pt x="8109" y="476"/>
                      <a:pt x="8210" y="476"/>
                    </a:cubicBezTo>
                    <a:cubicBezTo>
                      <a:pt x="8311" y="476"/>
                      <a:pt x="8412" y="533"/>
                      <a:pt x="8469" y="649"/>
                    </a:cubicBezTo>
                    <a:lnTo>
                      <a:pt x="9506" y="3529"/>
                    </a:lnTo>
                    <a:cubicBezTo>
                      <a:pt x="9590" y="3822"/>
                      <a:pt x="9887" y="4024"/>
                      <a:pt x="10175" y="4024"/>
                    </a:cubicBezTo>
                    <a:cubicBezTo>
                      <a:pt x="10284" y="4024"/>
                      <a:pt x="10391" y="3996"/>
                      <a:pt x="10486" y="3933"/>
                    </a:cubicBezTo>
                    <a:lnTo>
                      <a:pt x="13251" y="2665"/>
                    </a:lnTo>
                    <a:cubicBezTo>
                      <a:pt x="13293" y="2644"/>
                      <a:pt x="13335" y="2634"/>
                      <a:pt x="13376" y="2634"/>
                    </a:cubicBezTo>
                    <a:cubicBezTo>
                      <a:pt x="13554" y="2634"/>
                      <a:pt x="13691" y="2823"/>
                      <a:pt x="13597" y="3011"/>
                    </a:cubicBezTo>
                    <a:lnTo>
                      <a:pt x="12329" y="5776"/>
                    </a:lnTo>
                    <a:cubicBezTo>
                      <a:pt x="12099" y="6179"/>
                      <a:pt x="12329" y="6640"/>
                      <a:pt x="12732" y="6755"/>
                    </a:cubicBezTo>
                    <a:lnTo>
                      <a:pt x="15613" y="7792"/>
                    </a:lnTo>
                    <a:cubicBezTo>
                      <a:pt x="15843" y="7908"/>
                      <a:pt x="15843" y="8253"/>
                      <a:pt x="15613" y="8311"/>
                    </a:cubicBezTo>
                    <a:lnTo>
                      <a:pt x="12732" y="9348"/>
                    </a:lnTo>
                    <a:cubicBezTo>
                      <a:pt x="12329" y="9463"/>
                      <a:pt x="12156" y="9982"/>
                      <a:pt x="12329" y="10327"/>
                    </a:cubicBezTo>
                    <a:lnTo>
                      <a:pt x="13597" y="13093"/>
                    </a:lnTo>
                    <a:cubicBezTo>
                      <a:pt x="13700" y="13299"/>
                      <a:pt x="13526" y="13505"/>
                      <a:pt x="13323" y="13505"/>
                    </a:cubicBezTo>
                    <a:cubicBezTo>
                      <a:pt x="13300" y="13505"/>
                      <a:pt x="13275" y="13502"/>
                      <a:pt x="13251" y="13496"/>
                    </a:cubicBezTo>
                    <a:lnTo>
                      <a:pt x="10486" y="12171"/>
                    </a:lnTo>
                    <a:cubicBezTo>
                      <a:pt x="10395" y="12126"/>
                      <a:pt x="10293" y="12104"/>
                      <a:pt x="10189" y="12104"/>
                    </a:cubicBezTo>
                    <a:cubicBezTo>
                      <a:pt x="9896" y="12104"/>
                      <a:pt x="9591" y="12276"/>
                      <a:pt x="9506" y="12574"/>
                    </a:cubicBezTo>
                    <a:lnTo>
                      <a:pt x="8469" y="15455"/>
                    </a:lnTo>
                    <a:cubicBezTo>
                      <a:pt x="8412" y="15570"/>
                      <a:pt x="8311" y="15627"/>
                      <a:pt x="8210" y="15627"/>
                    </a:cubicBezTo>
                    <a:cubicBezTo>
                      <a:pt x="8109" y="15627"/>
                      <a:pt x="8008" y="15570"/>
                      <a:pt x="7951" y="15455"/>
                    </a:cubicBezTo>
                    <a:lnTo>
                      <a:pt x="6914" y="12574"/>
                    </a:lnTo>
                    <a:cubicBezTo>
                      <a:pt x="6829" y="12276"/>
                      <a:pt x="6523" y="12104"/>
                      <a:pt x="6231" y="12104"/>
                    </a:cubicBezTo>
                    <a:cubicBezTo>
                      <a:pt x="6127" y="12104"/>
                      <a:pt x="6025" y="12126"/>
                      <a:pt x="5934" y="12171"/>
                    </a:cubicBezTo>
                    <a:lnTo>
                      <a:pt x="5128" y="12516"/>
                    </a:lnTo>
                    <a:cubicBezTo>
                      <a:pt x="4875" y="12668"/>
                      <a:pt x="5022" y="12998"/>
                      <a:pt x="5217" y="12998"/>
                    </a:cubicBezTo>
                    <a:cubicBezTo>
                      <a:pt x="5244" y="12998"/>
                      <a:pt x="5273" y="12991"/>
                      <a:pt x="5301" y="12977"/>
                    </a:cubicBezTo>
                    <a:lnTo>
                      <a:pt x="6107" y="12574"/>
                    </a:lnTo>
                    <a:cubicBezTo>
                      <a:pt x="6150" y="12560"/>
                      <a:pt x="6190" y="12552"/>
                      <a:pt x="6227" y="12552"/>
                    </a:cubicBezTo>
                    <a:cubicBezTo>
                      <a:pt x="6338" y="12552"/>
                      <a:pt x="6424" y="12617"/>
                      <a:pt x="6510" y="12747"/>
                    </a:cubicBezTo>
                    <a:lnTo>
                      <a:pt x="7490" y="15627"/>
                    </a:lnTo>
                    <a:cubicBezTo>
                      <a:pt x="7605" y="15944"/>
                      <a:pt x="7908" y="16103"/>
                      <a:pt x="8210" y="16103"/>
                    </a:cubicBezTo>
                    <a:cubicBezTo>
                      <a:pt x="8512" y="16103"/>
                      <a:pt x="8815" y="15944"/>
                      <a:pt x="8930" y="15627"/>
                    </a:cubicBezTo>
                    <a:lnTo>
                      <a:pt x="9909" y="12747"/>
                    </a:lnTo>
                    <a:cubicBezTo>
                      <a:pt x="9996" y="12617"/>
                      <a:pt x="10082" y="12552"/>
                      <a:pt x="10193" y="12552"/>
                    </a:cubicBezTo>
                    <a:cubicBezTo>
                      <a:pt x="10230" y="12552"/>
                      <a:pt x="10270" y="12560"/>
                      <a:pt x="10313" y="12574"/>
                    </a:cubicBezTo>
                    <a:lnTo>
                      <a:pt x="13078" y="13899"/>
                    </a:lnTo>
                    <a:cubicBezTo>
                      <a:pt x="13181" y="13946"/>
                      <a:pt x="13283" y="13967"/>
                      <a:pt x="13382" y="13967"/>
                    </a:cubicBezTo>
                    <a:cubicBezTo>
                      <a:pt x="13893" y="13967"/>
                      <a:pt x="14299" y="13403"/>
                      <a:pt x="14057" y="12920"/>
                    </a:cubicBezTo>
                    <a:lnTo>
                      <a:pt x="12732" y="10154"/>
                    </a:lnTo>
                    <a:cubicBezTo>
                      <a:pt x="12675" y="9982"/>
                      <a:pt x="12732" y="9866"/>
                      <a:pt x="12905" y="9751"/>
                    </a:cubicBezTo>
                    <a:lnTo>
                      <a:pt x="15786" y="8772"/>
                    </a:lnTo>
                    <a:cubicBezTo>
                      <a:pt x="16420" y="8541"/>
                      <a:pt x="16420" y="7562"/>
                      <a:pt x="15786" y="7332"/>
                    </a:cubicBezTo>
                    <a:lnTo>
                      <a:pt x="12905" y="6352"/>
                    </a:lnTo>
                    <a:cubicBezTo>
                      <a:pt x="12732" y="6237"/>
                      <a:pt x="12675" y="6122"/>
                      <a:pt x="12732" y="5949"/>
                    </a:cubicBezTo>
                    <a:lnTo>
                      <a:pt x="14057" y="3184"/>
                    </a:lnTo>
                    <a:cubicBezTo>
                      <a:pt x="14299" y="2701"/>
                      <a:pt x="13852" y="2137"/>
                      <a:pt x="13362" y="2137"/>
                    </a:cubicBezTo>
                    <a:cubicBezTo>
                      <a:pt x="13267" y="2137"/>
                      <a:pt x="13171" y="2158"/>
                      <a:pt x="13078" y="2204"/>
                    </a:cubicBezTo>
                    <a:lnTo>
                      <a:pt x="10313" y="3529"/>
                    </a:lnTo>
                    <a:cubicBezTo>
                      <a:pt x="10270" y="3544"/>
                      <a:pt x="10230" y="3551"/>
                      <a:pt x="10193" y="3551"/>
                    </a:cubicBezTo>
                    <a:cubicBezTo>
                      <a:pt x="10082" y="3551"/>
                      <a:pt x="9996" y="3486"/>
                      <a:pt x="9909" y="3356"/>
                    </a:cubicBezTo>
                    <a:lnTo>
                      <a:pt x="8930" y="476"/>
                    </a:lnTo>
                    <a:cubicBezTo>
                      <a:pt x="8815" y="159"/>
                      <a:pt x="8512" y="1"/>
                      <a:pt x="82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51"/>
              <p:cNvSpPr/>
              <p:nvPr/>
            </p:nvSpPr>
            <p:spPr>
              <a:xfrm>
                <a:off x="2785950" y="2192075"/>
                <a:ext cx="131100" cy="169975"/>
              </a:xfrm>
              <a:custGeom>
                <a:rect b="b" l="l" r="r" t="t"/>
                <a:pathLst>
                  <a:path extrusionOk="0" h="6799" w="5244">
                    <a:moveTo>
                      <a:pt x="3227" y="5589"/>
                    </a:moveTo>
                    <a:lnTo>
                      <a:pt x="3227" y="5992"/>
                    </a:lnTo>
                    <a:cubicBezTo>
                      <a:pt x="3227" y="6165"/>
                      <a:pt x="3112" y="6280"/>
                      <a:pt x="2939" y="6280"/>
                    </a:cubicBezTo>
                    <a:lnTo>
                      <a:pt x="2305" y="6280"/>
                    </a:lnTo>
                    <a:cubicBezTo>
                      <a:pt x="2132" y="6280"/>
                      <a:pt x="2017" y="6165"/>
                      <a:pt x="2017" y="5992"/>
                    </a:cubicBezTo>
                    <a:lnTo>
                      <a:pt x="2017" y="5589"/>
                    </a:lnTo>
                    <a:close/>
                    <a:moveTo>
                      <a:pt x="2593" y="0"/>
                    </a:moveTo>
                    <a:cubicBezTo>
                      <a:pt x="1902" y="0"/>
                      <a:pt x="1268" y="289"/>
                      <a:pt x="807" y="749"/>
                    </a:cubicBezTo>
                    <a:cubicBezTo>
                      <a:pt x="289" y="1268"/>
                      <a:pt x="58" y="1902"/>
                      <a:pt x="58" y="2593"/>
                    </a:cubicBezTo>
                    <a:cubicBezTo>
                      <a:pt x="1" y="3515"/>
                      <a:pt x="519" y="4321"/>
                      <a:pt x="1268" y="4840"/>
                    </a:cubicBezTo>
                    <a:lnTo>
                      <a:pt x="1268" y="5070"/>
                    </a:lnTo>
                    <a:cubicBezTo>
                      <a:pt x="1268" y="5243"/>
                      <a:pt x="1383" y="5473"/>
                      <a:pt x="1556" y="5531"/>
                    </a:cubicBezTo>
                    <a:lnTo>
                      <a:pt x="1556" y="5992"/>
                    </a:lnTo>
                    <a:cubicBezTo>
                      <a:pt x="1556" y="6453"/>
                      <a:pt x="1902" y="6798"/>
                      <a:pt x="2305" y="6798"/>
                    </a:cubicBezTo>
                    <a:lnTo>
                      <a:pt x="2939" y="6798"/>
                    </a:lnTo>
                    <a:cubicBezTo>
                      <a:pt x="3342" y="6798"/>
                      <a:pt x="3688" y="6453"/>
                      <a:pt x="3688" y="5992"/>
                    </a:cubicBezTo>
                    <a:lnTo>
                      <a:pt x="3688" y="5531"/>
                    </a:lnTo>
                    <a:cubicBezTo>
                      <a:pt x="3861" y="5473"/>
                      <a:pt x="3976" y="5243"/>
                      <a:pt x="3976" y="5070"/>
                    </a:cubicBezTo>
                    <a:lnTo>
                      <a:pt x="3976" y="4840"/>
                    </a:lnTo>
                    <a:cubicBezTo>
                      <a:pt x="4725" y="4321"/>
                      <a:pt x="5243" y="3515"/>
                      <a:pt x="5243" y="2593"/>
                    </a:cubicBezTo>
                    <a:cubicBezTo>
                      <a:pt x="5243" y="2420"/>
                      <a:pt x="5186" y="2247"/>
                      <a:pt x="5186" y="2074"/>
                    </a:cubicBezTo>
                    <a:cubicBezTo>
                      <a:pt x="5161" y="1950"/>
                      <a:pt x="5060" y="1890"/>
                      <a:pt x="4959" y="1890"/>
                    </a:cubicBezTo>
                    <a:cubicBezTo>
                      <a:pt x="4826" y="1890"/>
                      <a:pt x="4692" y="1993"/>
                      <a:pt x="4725" y="2190"/>
                    </a:cubicBezTo>
                    <a:cubicBezTo>
                      <a:pt x="4725" y="2305"/>
                      <a:pt x="4782" y="2420"/>
                      <a:pt x="4782" y="2593"/>
                    </a:cubicBezTo>
                    <a:cubicBezTo>
                      <a:pt x="4782" y="3399"/>
                      <a:pt x="4321" y="4091"/>
                      <a:pt x="3630" y="4494"/>
                    </a:cubicBezTo>
                    <a:cubicBezTo>
                      <a:pt x="3573" y="4494"/>
                      <a:pt x="3515" y="4609"/>
                      <a:pt x="3515" y="4667"/>
                    </a:cubicBezTo>
                    <a:lnTo>
                      <a:pt x="3515" y="5070"/>
                    </a:lnTo>
                    <a:cubicBezTo>
                      <a:pt x="3515" y="5070"/>
                      <a:pt x="3457" y="5128"/>
                      <a:pt x="3457" y="5128"/>
                    </a:cubicBezTo>
                    <a:lnTo>
                      <a:pt x="1787" y="5128"/>
                    </a:lnTo>
                    <a:cubicBezTo>
                      <a:pt x="1787" y="5128"/>
                      <a:pt x="1729" y="5128"/>
                      <a:pt x="1729" y="5070"/>
                    </a:cubicBezTo>
                    <a:lnTo>
                      <a:pt x="1729" y="4667"/>
                    </a:lnTo>
                    <a:cubicBezTo>
                      <a:pt x="1729" y="4609"/>
                      <a:pt x="1729" y="4494"/>
                      <a:pt x="1614" y="4494"/>
                    </a:cubicBezTo>
                    <a:cubicBezTo>
                      <a:pt x="922" y="4091"/>
                      <a:pt x="519" y="3342"/>
                      <a:pt x="519" y="2593"/>
                    </a:cubicBezTo>
                    <a:cubicBezTo>
                      <a:pt x="519" y="1441"/>
                      <a:pt x="1441" y="461"/>
                      <a:pt x="2593" y="461"/>
                    </a:cubicBezTo>
                    <a:cubicBezTo>
                      <a:pt x="3227" y="461"/>
                      <a:pt x="3803" y="692"/>
                      <a:pt x="4206" y="1153"/>
                    </a:cubicBezTo>
                    <a:cubicBezTo>
                      <a:pt x="4251" y="1213"/>
                      <a:pt x="4312" y="1237"/>
                      <a:pt x="4372" y="1237"/>
                    </a:cubicBezTo>
                    <a:cubicBezTo>
                      <a:pt x="4546" y="1237"/>
                      <a:pt x="4723" y="1035"/>
                      <a:pt x="4552" y="865"/>
                    </a:cubicBezTo>
                    <a:cubicBezTo>
                      <a:pt x="4033" y="289"/>
                      <a:pt x="3342" y="0"/>
                      <a:pt x="259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51"/>
              <p:cNvSpPr/>
              <p:nvPr/>
            </p:nvSpPr>
            <p:spPr>
              <a:xfrm>
                <a:off x="2811875" y="2219450"/>
                <a:ext cx="46125" cy="43950"/>
              </a:xfrm>
              <a:custGeom>
                <a:rect b="b" l="l" r="r" t="t"/>
                <a:pathLst>
                  <a:path extrusionOk="0" h="1758" w="1845">
                    <a:moveTo>
                      <a:pt x="1556" y="0"/>
                    </a:moveTo>
                    <a:cubicBezTo>
                      <a:pt x="692" y="0"/>
                      <a:pt x="1" y="691"/>
                      <a:pt x="1" y="1498"/>
                    </a:cubicBezTo>
                    <a:cubicBezTo>
                      <a:pt x="1" y="1671"/>
                      <a:pt x="116" y="1757"/>
                      <a:pt x="231" y="1757"/>
                    </a:cubicBezTo>
                    <a:cubicBezTo>
                      <a:pt x="346" y="1757"/>
                      <a:pt x="462" y="1671"/>
                      <a:pt x="462" y="1498"/>
                    </a:cubicBezTo>
                    <a:cubicBezTo>
                      <a:pt x="462" y="922"/>
                      <a:pt x="980" y="461"/>
                      <a:pt x="1556" y="461"/>
                    </a:cubicBezTo>
                    <a:cubicBezTo>
                      <a:pt x="1844" y="461"/>
                      <a:pt x="1844" y="0"/>
                      <a:pt x="155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84" name="Google Shape;884;p51"/>
          <p:cNvSpPr txBox="1"/>
          <p:nvPr/>
        </p:nvSpPr>
        <p:spPr>
          <a:xfrm>
            <a:off x="2018174" y="3884195"/>
            <a:ext cx="2175300" cy="869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a:solidFill>
                  <a:schemeClr val="dk1"/>
                </a:solidFill>
                <a:latin typeface="Albert Sans"/>
                <a:ea typeface="Albert Sans"/>
                <a:cs typeface="Albert Sans"/>
                <a:sym typeface="Albert Sans"/>
              </a:rPr>
              <a:t>Despite being red, Mars is actually a cold place. It’s full of iron oxide</a:t>
            </a:r>
            <a:endParaRPr>
              <a:solidFill>
                <a:schemeClr val="dk1"/>
              </a:solidFill>
              <a:latin typeface="Albert Sans"/>
              <a:ea typeface="Albert Sans"/>
              <a:cs typeface="Albert Sans"/>
              <a:sym typeface="Albert Sans"/>
            </a:endParaRPr>
          </a:p>
        </p:txBody>
      </p:sp>
      <p:sp>
        <p:nvSpPr>
          <p:cNvPr id="885" name="Google Shape;885;p51"/>
          <p:cNvSpPr txBox="1"/>
          <p:nvPr/>
        </p:nvSpPr>
        <p:spPr>
          <a:xfrm>
            <a:off x="2018175" y="3429617"/>
            <a:ext cx="2175300" cy="527700"/>
          </a:xfrm>
          <a:prstGeom prst="rect">
            <a:avLst/>
          </a:prstGeom>
          <a:noFill/>
          <a:ln>
            <a:noFill/>
          </a:ln>
        </p:spPr>
        <p:txBody>
          <a:bodyPr anchorCtr="0" anchor="b" bIns="91425" lIns="91425" spcFirstLastPara="1" rIns="91425" wrap="square" tIns="91425">
            <a:noAutofit/>
          </a:bodyPr>
          <a:lstStyle/>
          <a:p>
            <a:pPr indent="0" lvl="0" marL="0" rtl="0" algn="r">
              <a:spcBef>
                <a:spcPts val="0"/>
              </a:spcBef>
              <a:spcAft>
                <a:spcPts val="0"/>
              </a:spcAft>
              <a:buNone/>
            </a:pPr>
            <a:r>
              <a:rPr b="1" lang="en" sz="2400">
                <a:solidFill>
                  <a:schemeClr val="dk2"/>
                </a:solidFill>
                <a:latin typeface="Albert Sans"/>
                <a:ea typeface="Albert Sans"/>
                <a:cs typeface="Albert Sans"/>
                <a:sym typeface="Albert Sans"/>
              </a:rPr>
              <a:t>Solution</a:t>
            </a:r>
            <a:endParaRPr b="1" sz="2400">
              <a:solidFill>
                <a:schemeClr val="dk2"/>
              </a:solidFill>
              <a:latin typeface="Albert Sans"/>
              <a:ea typeface="Albert Sans"/>
              <a:cs typeface="Albert Sans"/>
              <a:sym typeface="Albert Sans"/>
            </a:endParaRPr>
          </a:p>
        </p:txBody>
      </p:sp>
      <p:grpSp>
        <p:nvGrpSpPr>
          <p:cNvPr id="886" name="Google Shape;886;p51"/>
          <p:cNvGrpSpPr/>
          <p:nvPr/>
        </p:nvGrpSpPr>
        <p:grpSpPr>
          <a:xfrm>
            <a:off x="4199925" y="3728371"/>
            <a:ext cx="707400" cy="707400"/>
            <a:chOff x="4199925" y="3575971"/>
            <a:chExt cx="707400" cy="707400"/>
          </a:xfrm>
        </p:grpSpPr>
        <p:sp>
          <p:nvSpPr>
            <p:cNvPr id="887" name="Google Shape;887;p51"/>
            <p:cNvSpPr/>
            <p:nvPr/>
          </p:nvSpPr>
          <p:spPr>
            <a:xfrm rot="5400000">
              <a:off x="4199925" y="357597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8" name="Google Shape;888;p51"/>
            <p:cNvGrpSpPr/>
            <p:nvPr/>
          </p:nvGrpSpPr>
          <p:grpSpPr>
            <a:xfrm>
              <a:off x="4350725" y="3728025"/>
              <a:ext cx="403300" cy="403300"/>
              <a:chOff x="3135950" y="2092700"/>
              <a:chExt cx="403300" cy="403300"/>
            </a:xfrm>
          </p:grpSpPr>
          <p:sp>
            <p:nvSpPr>
              <p:cNvPr id="889" name="Google Shape;889;p51"/>
              <p:cNvSpPr/>
              <p:nvPr/>
            </p:nvSpPr>
            <p:spPr>
              <a:xfrm>
                <a:off x="3135950" y="2148875"/>
                <a:ext cx="403300" cy="347125"/>
              </a:xfrm>
              <a:custGeom>
                <a:rect b="b" l="l" r="r" t="t"/>
                <a:pathLst>
                  <a:path extrusionOk="0" h="13885" w="16132">
                    <a:moveTo>
                      <a:pt x="9736" y="3572"/>
                    </a:moveTo>
                    <a:cubicBezTo>
                      <a:pt x="9967" y="3572"/>
                      <a:pt x="10140" y="3745"/>
                      <a:pt x="10140" y="4033"/>
                    </a:cubicBezTo>
                    <a:cubicBezTo>
                      <a:pt x="10140" y="4263"/>
                      <a:pt x="9967" y="4494"/>
                      <a:pt x="9736" y="4494"/>
                    </a:cubicBezTo>
                    <a:cubicBezTo>
                      <a:pt x="9448" y="4494"/>
                      <a:pt x="9275" y="4263"/>
                      <a:pt x="9275" y="4033"/>
                    </a:cubicBezTo>
                    <a:cubicBezTo>
                      <a:pt x="9275" y="3745"/>
                      <a:pt x="9448" y="3572"/>
                      <a:pt x="9736" y="3572"/>
                    </a:cubicBezTo>
                    <a:close/>
                    <a:moveTo>
                      <a:pt x="12963" y="4724"/>
                    </a:moveTo>
                    <a:cubicBezTo>
                      <a:pt x="13251" y="4724"/>
                      <a:pt x="13423" y="4897"/>
                      <a:pt x="13423" y="5127"/>
                    </a:cubicBezTo>
                    <a:cubicBezTo>
                      <a:pt x="13423" y="5416"/>
                      <a:pt x="13251" y="5588"/>
                      <a:pt x="12963" y="5588"/>
                    </a:cubicBezTo>
                    <a:cubicBezTo>
                      <a:pt x="12732" y="5588"/>
                      <a:pt x="12559" y="5416"/>
                      <a:pt x="12559" y="5127"/>
                    </a:cubicBezTo>
                    <a:cubicBezTo>
                      <a:pt x="12559" y="4897"/>
                      <a:pt x="12732" y="4724"/>
                      <a:pt x="12963" y="4724"/>
                    </a:cubicBezTo>
                    <a:close/>
                    <a:moveTo>
                      <a:pt x="6453" y="8584"/>
                    </a:moveTo>
                    <a:cubicBezTo>
                      <a:pt x="6683" y="8584"/>
                      <a:pt x="6913" y="8815"/>
                      <a:pt x="6913" y="9045"/>
                    </a:cubicBezTo>
                    <a:cubicBezTo>
                      <a:pt x="6913" y="9275"/>
                      <a:pt x="6683" y="9506"/>
                      <a:pt x="6453" y="9506"/>
                    </a:cubicBezTo>
                    <a:cubicBezTo>
                      <a:pt x="6164" y="9506"/>
                      <a:pt x="5992" y="9275"/>
                      <a:pt x="5992" y="9045"/>
                    </a:cubicBezTo>
                    <a:cubicBezTo>
                      <a:pt x="5992" y="8815"/>
                      <a:pt x="6164" y="8584"/>
                      <a:pt x="6453" y="8584"/>
                    </a:cubicBezTo>
                    <a:close/>
                    <a:moveTo>
                      <a:pt x="3169" y="10600"/>
                    </a:moveTo>
                    <a:cubicBezTo>
                      <a:pt x="3399" y="10600"/>
                      <a:pt x="3630" y="10773"/>
                      <a:pt x="3630" y="11061"/>
                    </a:cubicBezTo>
                    <a:cubicBezTo>
                      <a:pt x="3630" y="11292"/>
                      <a:pt x="3399" y="11522"/>
                      <a:pt x="3169" y="11522"/>
                    </a:cubicBezTo>
                    <a:cubicBezTo>
                      <a:pt x="2938" y="11522"/>
                      <a:pt x="2708" y="11292"/>
                      <a:pt x="2708" y="11061"/>
                    </a:cubicBezTo>
                    <a:cubicBezTo>
                      <a:pt x="2708" y="10773"/>
                      <a:pt x="2938" y="10600"/>
                      <a:pt x="3169" y="10600"/>
                    </a:cubicBezTo>
                    <a:close/>
                    <a:moveTo>
                      <a:pt x="9736" y="0"/>
                    </a:moveTo>
                    <a:cubicBezTo>
                      <a:pt x="9564" y="0"/>
                      <a:pt x="9448" y="115"/>
                      <a:pt x="9448" y="231"/>
                    </a:cubicBezTo>
                    <a:lnTo>
                      <a:pt x="9448" y="3111"/>
                    </a:lnTo>
                    <a:cubicBezTo>
                      <a:pt x="9045" y="3226"/>
                      <a:pt x="8757" y="3572"/>
                      <a:pt x="8757" y="3975"/>
                    </a:cubicBezTo>
                    <a:cubicBezTo>
                      <a:pt x="7605" y="4551"/>
                      <a:pt x="7086" y="6222"/>
                      <a:pt x="6625" y="7605"/>
                    </a:cubicBezTo>
                    <a:lnTo>
                      <a:pt x="6625" y="5127"/>
                    </a:lnTo>
                    <a:cubicBezTo>
                      <a:pt x="6625" y="5012"/>
                      <a:pt x="6568" y="4955"/>
                      <a:pt x="6510" y="4897"/>
                    </a:cubicBezTo>
                    <a:cubicBezTo>
                      <a:pt x="6480" y="4887"/>
                      <a:pt x="6449" y="4882"/>
                      <a:pt x="6419" y="4882"/>
                    </a:cubicBezTo>
                    <a:cubicBezTo>
                      <a:pt x="6282" y="4882"/>
                      <a:pt x="6164" y="4985"/>
                      <a:pt x="6164" y="5127"/>
                    </a:cubicBezTo>
                    <a:lnTo>
                      <a:pt x="6164" y="8181"/>
                    </a:lnTo>
                    <a:cubicBezTo>
                      <a:pt x="5761" y="8238"/>
                      <a:pt x="5473" y="8642"/>
                      <a:pt x="5473" y="9045"/>
                    </a:cubicBezTo>
                    <a:cubicBezTo>
                      <a:pt x="5473" y="9275"/>
                      <a:pt x="5588" y="9506"/>
                      <a:pt x="5704" y="9679"/>
                    </a:cubicBezTo>
                    <a:cubicBezTo>
                      <a:pt x="5300" y="10197"/>
                      <a:pt x="4724" y="10428"/>
                      <a:pt x="3918" y="10600"/>
                    </a:cubicBezTo>
                    <a:cubicBezTo>
                      <a:pt x="3802" y="10370"/>
                      <a:pt x="3630" y="10197"/>
                      <a:pt x="3342" y="10140"/>
                    </a:cubicBezTo>
                    <a:lnTo>
                      <a:pt x="3342" y="7547"/>
                    </a:lnTo>
                    <a:cubicBezTo>
                      <a:pt x="3342" y="7432"/>
                      <a:pt x="3284" y="7317"/>
                      <a:pt x="3169" y="7317"/>
                    </a:cubicBezTo>
                    <a:cubicBezTo>
                      <a:pt x="3138" y="7306"/>
                      <a:pt x="3109" y="7302"/>
                      <a:pt x="3083" y="7302"/>
                    </a:cubicBezTo>
                    <a:cubicBezTo>
                      <a:pt x="2959" y="7302"/>
                      <a:pt x="2881" y="7405"/>
                      <a:pt x="2881" y="7547"/>
                    </a:cubicBezTo>
                    <a:lnTo>
                      <a:pt x="2881" y="10140"/>
                    </a:lnTo>
                    <a:cubicBezTo>
                      <a:pt x="2477" y="10255"/>
                      <a:pt x="2189" y="10600"/>
                      <a:pt x="2189" y="11061"/>
                    </a:cubicBezTo>
                    <a:cubicBezTo>
                      <a:pt x="403" y="11868"/>
                      <a:pt x="0" y="13481"/>
                      <a:pt x="0" y="13596"/>
                    </a:cubicBezTo>
                    <a:cubicBezTo>
                      <a:pt x="0" y="13711"/>
                      <a:pt x="58" y="13827"/>
                      <a:pt x="231" y="13884"/>
                    </a:cubicBezTo>
                    <a:lnTo>
                      <a:pt x="15843" y="13884"/>
                    </a:lnTo>
                    <a:cubicBezTo>
                      <a:pt x="16016" y="13827"/>
                      <a:pt x="16074" y="13769"/>
                      <a:pt x="16074" y="13596"/>
                    </a:cubicBezTo>
                    <a:lnTo>
                      <a:pt x="16074" y="5761"/>
                    </a:lnTo>
                    <a:lnTo>
                      <a:pt x="16131" y="5761"/>
                    </a:lnTo>
                    <a:cubicBezTo>
                      <a:pt x="16131" y="5617"/>
                      <a:pt x="16016" y="5545"/>
                      <a:pt x="15901" y="5545"/>
                    </a:cubicBezTo>
                    <a:cubicBezTo>
                      <a:pt x="15785" y="5545"/>
                      <a:pt x="15670" y="5617"/>
                      <a:pt x="15670" y="5761"/>
                    </a:cubicBezTo>
                    <a:lnTo>
                      <a:pt x="15670" y="13366"/>
                    </a:lnTo>
                    <a:lnTo>
                      <a:pt x="634" y="13366"/>
                    </a:lnTo>
                    <a:cubicBezTo>
                      <a:pt x="807" y="12963"/>
                      <a:pt x="1268" y="12041"/>
                      <a:pt x="2420" y="11522"/>
                    </a:cubicBezTo>
                    <a:cubicBezTo>
                      <a:pt x="2593" y="11810"/>
                      <a:pt x="2881" y="11983"/>
                      <a:pt x="3226" y="11983"/>
                    </a:cubicBezTo>
                    <a:cubicBezTo>
                      <a:pt x="3687" y="11983"/>
                      <a:pt x="4148" y="11580"/>
                      <a:pt x="4148" y="11061"/>
                    </a:cubicBezTo>
                    <a:cubicBezTo>
                      <a:pt x="5012" y="10831"/>
                      <a:pt x="5704" y="10543"/>
                      <a:pt x="6222" y="9909"/>
                    </a:cubicBezTo>
                    <a:cubicBezTo>
                      <a:pt x="6337" y="9967"/>
                      <a:pt x="6453" y="9967"/>
                      <a:pt x="6568" y="9967"/>
                    </a:cubicBezTo>
                    <a:cubicBezTo>
                      <a:pt x="7029" y="9909"/>
                      <a:pt x="7374" y="9563"/>
                      <a:pt x="7374" y="9103"/>
                    </a:cubicBezTo>
                    <a:cubicBezTo>
                      <a:pt x="7432" y="8757"/>
                      <a:pt x="7259" y="8469"/>
                      <a:pt x="6971" y="8296"/>
                    </a:cubicBezTo>
                    <a:cubicBezTo>
                      <a:pt x="7029" y="8123"/>
                      <a:pt x="7086" y="8008"/>
                      <a:pt x="7086" y="7893"/>
                    </a:cubicBezTo>
                    <a:cubicBezTo>
                      <a:pt x="7490" y="6683"/>
                      <a:pt x="7950" y="5012"/>
                      <a:pt x="8930" y="4494"/>
                    </a:cubicBezTo>
                    <a:cubicBezTo>
                      <a:pt x="9045" y="4782"/>
                      <a:pt x="9391" y="4955"/>
                      <a:pt x="9736" y="4955"/>
                    </a:cubicBezTo>
                    <a:cubicBezTo>
                      <a:pt x="10082" y="4955"/>
                      <a:pt x="10312" y="4782"/>
                      <a:pt x="10485" y="4494"/>
                    </a:cubicBezTo>
                    <a:cubicBezTo>
                      <a:pt x="10716" y="4609"/>
                      <a:pt x="10889" y="4782"/>
                      <a:pt x="11119" y="4897"/>
                    </a:cubicBezTo>
                    <a:cubicBezTo>
                      <a:pt x="11407" y="5127"/>
                      <a:pt x="11753" y="5358"/>
                      <a:pt x="12156" y="5473"/>
                    </a:cubicBezTo>
                    <a:cubicBezTo>
                      <a:pt x="12259" y="5835"/>
                      <a:pt x="12595" y="6058"/>
                      <a:pt x="12955" y="6058"/>
                    </a:cubicBezTo>
                    <a:cubicBezTo>
                      <a:pt x="12995" y="6058"/>
                      <a:pt x="13037" y="6055"/>
                      <a:pt x="13078" y="6049"/>
                    </a:cubicBezTo>
                    <a:cubicBezTo>
                      <a:pt x="13481" y="6049"/>
                      <a:pt x="13827" y="5704"/>
                      <a:pt x="13884" y="5300"/>
                    </a:cubicBezTo>
                    <a:cubicBezTo>
                      <a:pt x="13942" y="5127"/>
                      <a:pt x="13884" y="5012"/>
                      <a:pt x="13884" y="4897"/>
                    </a:cubicBezTo>
                    <a:cubicBezTo>
                      <a:pt x="14000" y="4667"/>
                      <a:pt x="14172" y="4436"/>
                      <a:pt x="14288" y="4206"/>
                    </a:cubicBezTo>
                    <a:cubicBezTo>
                      <a:pt x="14633" y="3572"/>
                      <a:pt x="14979" y="3053"/>
                      <a:pt x="15613" y="2938"/>
                    </a:cubicBezTo>
                    <a:lnTo>
                      <a:pt x="15613" y="4379"/>
                    </a:lnTo>
                    <a:cubicBezTo>
                      <a:pt x="15613" y="4551"/>
                      <a:pt x="15728" y="4638"/>
                      <a:pt x="15843" y="4638"/>
                    </a:cubicBezTo>
                    <a:cubicBezTo>
                      <a:pt x="15958" y="4638"/>
                      <a:pt x="16074" y="4551"/>
                      <a:pt x="16074" y="4379"/>
                    </a:cubicBezTo>
                    <a:lnTo>
                      <a:pt x="16074" y="2708"/>
                    </a:lnTo>
                    <a:cubicBezTo>
                      <a:pt x="16074" y="2593"/>
                      <a:pt x="15958" y="2477"/>
                      <a:pt x="15785" y="2477"/>
                    </a:cubicBezTo>
                    <a:cubicBezTo>
                      <a:pt x="14748" y="2477"/>
                      <a:pt x="14288" y="3284"/>
                      <a:pt x="13884" y="3975"/>
                    </a:cubicBezTo>
                    <a:cubicBezTo>
                      <a:pt x="13769" y="4148"/>
                      <a:pt x="13712" y="4321"/>
                      <a:pt x="13596" y="4436"/>
                    </a:cubicBezTo>
                    <a:cubicBezTo>
                      <a:pt x="13481" y="4379"/>
                      <a:pt x="13366" y="4263"/>
                      <a:pt x="13193" y="4263"/>
                    </a:cubicBezTo>
                    <a:lnTo>
                      <a:pt x="13193" y="1383"/>
                    </a:lnTo>
                    <a:cubicBezTo>
                      <a:pt x="13193" y="1268"/>
                      <a:pt x="13135" y="1152"/>
                      <a:pt x="12963" y="1152"/>
                    </a:cubicBezTo>
                    <a:cubicBezTo>
                      <a:pt x="12847" y="1152"/>
                      <a:pt x="12732" y="1268"/>
                      <a:pt x="12732" y="1383"/>
                    </a:cubicBezTo>
                    <a:lnTo>
                      <a:pt x="12732" y="4263"/>
                    </a:lnTo>
                    <a:cubicBezTo>
                      <a:pt x="12386" y="4321"/>
                      <a:pt x="12098" y="4609"/>
                      <a:pt x="12041" y="4955"/>
                    </a:cubicBezTo>
                    <a:cubicBezTo>
                      <a:pt x="11810" y="4839"/>
                      <a:pt x="11580" y="4667"/>
                      <a:pt x="11349" y="4551"/>
                    </a:cubicBezTo>
                    <a:cubicBezTo>
                      <a:pt x="11119" y="4379"/>
                      <a:pt x="10889" y="4206"/>
                      <a:pt x="10601" y="4033"/>
                    </a:cubicBezTo>
                    <a:cubicBezTo>
                      <a:pt x="10601" y="3572"/>
                      <a:pt x="10312" y="3226"/>
                      <a:pt x="9909" y="3111"/>
                    </a:cubicBezTo>
                    <a:lnTo>
                      <a:pt x="9909" y="231"/>
                    </a:lnTo>
                    <a:cubicBezTo>
                      <a:pt x="9909" y="115"/>
                      <a:pt x="9852" y="0"/>
                      <a:pt x="97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51"/>
              <p:cNvSpPr/>
              <p:nvPr/>
            </p:nvSpPr>
            <p:spPr>
              <a:xfrm>
                <a:off x="3190675" y="2272725"/>
                <a:ext cx="49000" cy="11550"/>
              </a:xfrm>
              <a:custGeom>
                <a:rect b="b" l="l" r="r" t="t"/>
                <a:pathLst>
                  <a:path extrusionOk="0" h="462" w="1960">
                    <a:moveTo>
                      <a:pt x="231" y="1"/>
                    </a:moveTo>
                    <a:cubicBezTo>
                      <a:pt x="116" y="1"/>
                      <a:pt x="0" y="58"/>
                      <a:pt x="0" y="173"/>
                    </a:cubicBezTo>
                    <a:cubicBezTo>
                      <a:pt x="0" y="346"/>
                      <a:pt x="58" y="462"/>
                      <a:pt x="231" y="462"/>
                    </a:cubicBezTo>
                    <a:lnTo>
                      <a:pt x="1729" y="462"/>
                    </a:lnTo>
                    <a:cubicBezTo>
                      <a:pt x="1844" y="462"/>
                      <a:pt x="1959" y="346"/>
                      <a:pt x="1959" y="231"/>
                    </a:cubicBezTo>
                    <a:cubicBezTo>
                      <a:pt x="1959" y="116"/>
                      <a:pt x="1844" y="1"/>
                      <a:pt x="17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51"/>
              <p:cNvSpPr/>
              <p:nvPr/>
            </p:nvSpPr>
            <p:spPr>
              <a:xfrm>
                <a:off x="3197875" y="2298650"/>
                <a:ext cx="34600" cy="11550"/>
              </a:xfrm>
              <a:custGeom>
                <a:rect b="b" l="l" r="r" t="t"/>
                <a:pathLst>
                  <a:path extrusionOk="0" h="462" w="1384">
                    <a:moveTo>
                      <a:pt x="231" y="1"/>
                    </a:moveTo>
                    <a:cubicBezTo>
                      <a:pt x="116" y="1"/>
                      <a:pt x="0" y="116"/>
                      <a:pt x="0" y="231"/>
                    </a:cubicBezTo>
                    <a:cubicBezTo>
                      <a:pt x="0" y="404"/>
                      <a:pt x="116" y="462"/>
                      <a:pt x="231" y="462"/>
                    </a:cubicBezTo>
                    <a:lnTo>
                      <a:pt x="1095" y="462"/>
                    </a:lnTo>
                    <a:cubicBezTo>
                      <a:pt x="1210" y="462"/>
                      <a:pt x="1325" y="404"/>
                      <a:pt x="1383" y="231"/>
                    </a:cubicBezTo>
                    <a:cubicBezTo>
                      <a:pt x="1383" y="116"/>
                      <a:pt x="1268" y="1"/>
                      <a:pt x="11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51"/>
              <p:cNvSpPr/>
              <p:nvPr/>
            </p:nvSpPr>
            <p:spPr>
              <a:xfrm>
                <a:off x="3353425" y="2092700"/>
                <a:ext cx="50425" cy="12975"/>
              </a:xfrm>
              <a:custGeom>
                <a:rect b="b" l="l" r="r" t="t"/>
                <a:pathLst>
                  <a:path extrusionOk="0" h="519" w="2017">
                    <a:moveTo>
                      <a:pt x="288" y="0"/>
                    </a:moveTo>
                    <a:cubicBezTo>
                      <a:pt x="173" y="0"/>
                      <a:pt x="58" y="116"/>
                      <a:pt x="0" y="231"/>
                    </a:cubicBezTo>
                    <a:cubicBezTo>
                      <a:pt x="0" y="346"/>
                      <a:pt x="116" y="461"/>
                      <a:pt x="231" y="519"/>
                    </a:cubicBezTo>
                    <a:lnTo>
                      <a:pt x="1729" y="519"/>
                    </a:lnTo>
                    <a:cubicBezTo>
                      <a:pt x="1902" y="519"/>
                      <a:pt x="1959" y="404"/>
                      <a:pt x="2017" y="288"/>
                    </a:cubicBezTo>
                    <a:cubicBezTo>
                      <a:pt x="2017" y="116"/>
                      <a:pt x="1902" y="0"/>
                      <a:pt x="1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51"/>
              <p:cNvSpPr/>
              <p:nvPr/>
            </p:nvSpPr>
            <p:spPr>
              <a:xfrm>
                <a:off x="3362075" y="2118625"/>
                <a:ext cx="34575" cy="12975"/>
              </a:xfrm>
              <a:custGeom>
                <a:rect b="b" l="l" r="r" t="t"/>
                <a:pathLst>
                  <a:path extrusionOk="0" h="519" w="1383">
                    <a:moveTo>
                      <a:pt x="230" y="0"/>
                    </a:moveTo>
                    <a:cubicBezTo>
                      <a:pt x="115" y="0"/>
                      <a:pt x="0" y="173"/>
                      <a:pt x="0" y="288"/>
                    </a:cubicBezTo>
                    <a:cubicBezTo>
                      <a:pt x="0" y="404"/>
                      <a:pt x="115" y="519"/>
                      <a:pt x="230" y="519"/>
                    </a:cubicBezTo>
                    <a:lnTo>
                      <a:pt x="1095" y="519"/>
                    </a:lnTo>
                    <a:cubicBezTo>
                      <a:pt x="1210" y="519"/>
                      <a:pt x="1325" y="404"/>
                      <a:pt x="1325" y="288"/>
                    </a:cubicBezTo>
                    <a:cubicBezTo>
                      <a:pt x="1383" y="173"/>
                      <a:pt x="1267" y="0"/>
                      <a:pt x="109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51"/>
              <p:cNvSpPr/>
              <p:nvPr/>
            </p:nvSpPr>
            <p:spPr>
              <a:xfrm>
                <a:off x="3271325" y="2210800"/>
                <a:ext cx="50425" cy="11550"/>
              </a:xfrm>
              <a:custGeom>
                <a:rect b="b" l="l" r="r" t="t"/>
                <a:pathLst>
                  <a:path extrusionOk="0" h="462" w="2017">
                    <a:moveTo>
                      <a:pt x="289" y="0"/>
                    </a:moveTo>
                    <a:cubicBezTo>
                      <a:pt x="173" y="0"/>
                      <a:pt x="58" y="58"/>
                      <a:pt x="58" y="173"/>
                    </a:cubicBezTo>
                    <a:cubicBezTo>
                      <a:pt x="1" y="346"/>
                      <a:pt x="116" y="461"/>
                      <a:pt x="289" y="461"/>
                    </a:cubicBezTo>
                    <a:lnTo>
                      <a:pt x="1786" y="461"/>
                    </a:lnTo>
                    <a:cubicBezTo>
                      <a:pt x="1902" y="461"/>
                      <a:pt x="2017" y="346"/>
                      <a:pt x="2017" y="231"/>
                    </a:cubicBezTo>
                    <a:cubicBezTo>
                      <a:pt x="2017" y="116"/>
                      <a:pt x="1902" y="0"/>
                      <a:pt x="1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51"/>
              <p:cNvSpPr/>
              <p:nvPr/>
            </p:nvSpPr>
            <p:spPr>
              <a:xfrm>
                <a:off x="3279975" y="2236725"/>
                <a:ext cx="34575" cy="11550"/>
              </a:xfrm>
              <a:custGeom>
                <a:rect b="b" l="l" r="r" t="t"/>
                <a:pathLst>
                  <a:path extrusionOk="0" h="462" w="1383">
                    <a:moveTo>
                      <a:pt x="231" y="0"/>
                    </a:moveTo>
                    <a:cubicBezTo>
                      <a:pt x="115" y="0"/>
                      <a:pt x="0" y="116"/>
                      <a:pt x="0" y="231"/>
                    </a:cubicBezTo>
                    <a:cubicBezTo>
                      <a:pt x="0" y="346"/>
                      <a:pt x="115" y="461"/>
                      <a:pt x="231" y="461"/>
                    </a:cubicBezTo>
                    <a:lnTo>
                      <a:pt x="1095" y="461"/>
                    </a:lnTo>
                    <a:cubicBezTo>
                      <a:pt x="1210" y="461"/>
                      <a:pt x="1325" y="346"/>
                      <a:pt x="1383" y="231"/>
                    </a:cubicBezTo>
                    <a:cubicBezTo>
                      <a:pt x="1383" y="116"/>
                      <a:pt x="1268" y="0"/>
                      <a:pt x="115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51"/>
              <p:cNvSpPr/>
              <p:nvPr/>
            </p:nvSpPr>
            <p:spPr>
              <a:xfrm>
                <a:off x="3435525" y="2121500"/>
                <a:ext cx="50425" cy="11550"/>
              </a:xfrm>
              <a:custGeom>
                <a:rect b="b" l="l" r="r" t="t"/>
                <a:pathLst>
                  <a:path extrusionOk="0" h="462" w="2017">
                    <a:moveTo>
                      <a:pt x="288" y="1"/>
                    </a:moveTo>
                    <a:cubicBezTo>
                      <a:pt x="115" y="1"/>
                      <a:pt x="58" y="58"/>
                      <a:pt x="0" y="231"/>
                    </a:cubicBezTo>
                    <a:cubicBezTo>
                      <a:pt x="0" y="346"/>
                      <a:pt x="115" y="461"/>
                      <a:pt x="231" y="461"/>
                    </a:cubicBezTo>
                    <a:lnTo>
                      <a:pt x="1729" y="461"/>
                    </a:lnTo>
                    <a:cubicBezTo>
                      <a:pt x="1844" y="461"/>
                      <a:pt x="1959" y="404"/>
                      <a:pt x="2017" y="289"/>
                    </a:cubicBezTo>
                    <a:cubicBezTo>
                      <a:pt x="2017" y="116"/>
                      <a:pt x="1901" y="1"/>
                      <a:pt x="17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51"/>
              <p:cNvSpPr/>
              <p:nvPr/>
            </p:nvSpPr>
            <p:spPr>
              <a:xfrm>
                <a:off x="3442725" y="2147425"/>
                <a:ext cx="36025" cy="11550"/>
              </a:xfrm>
              <a:custGeom>
                <a:rect b="b" l="l" r="r" t="t"/>
                <a:pathLst>
                  <a:path extrusionOk="0" h="462" w="1441">
                    <a:moveTo>
                      <a:pt x="288" y="1"/>
                    </a:moveTo>
                    <a:cubicBezTo>
                      <a:pt x="115" y="1"/>
                      <a:pt x="0" y="116"/>
                      <a:pt x="58" y="289"/>
                    </a:cubicBezTo>
                    <a:cubicBezTo>
                      <a:pt x="58" y="404"/>
                      <a:pt x="173" y="461"/>
                      <a:pt x="288" y="461"/>
                    </a:cubicBezTo>
                    <a:lnTo>
                      <a:pt x="1152" y="461"/>
                    </a:lnTo>
                    <a:cubicBezTo>
                      <a:pt x="1268" y="461"/>
                      <a:pt x="1383" y="404"/>
                      <a:pt x="1383" y="289"/>
                    </a:cubicBezTo>
                    <a:cubicBezTo>
                      <a:pt x="1441" y="116"/>
                      <a:pt x="1325" y="1"/>
                      <a:pt x="11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51"/>
              <p:cNvSpPr/>
              <p:nvPr/>
            </p:nvSpPr>
            <p:spPr>
              <a:xfrm>
                <a:off x="3207950" y="2459975"/>
                <a:ext cx="15875" cy="11525"/>
              </a:xfrm>
              <a:custGeom>
                <a:rect b="b" l="l" r="r" t="t"/>
                <a:pathLst>
                  <a:path extrusionOk="0" h="461"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51"/>
              <p:cNvSpPr/>
              <p:nvPr/>
            </p:nvSpPr>
            <p:spPr>
              <a:xfrm>
                <a:off x="3290050" y="24599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51"/>
              <p:cNvSpPr/>
              <p:nvPr/>
            </p:nvSpPr>
            <p:spPr>
              <a:xfrm>
                <a:off x="3290050" y="2435475"/>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51"/>
              <p:cNvSpPr/>
              <p:nvPr/>
            </p:nvSpPr>
            <p:spPr>
              <a:xfrm>
                <a:off x="3290050" y="2409550"/>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51"/>
              <p:cNvSpPr/>
              <p:nvPr/>
            </p:nvSpPr>
            <p:spPr>
              <a:xfrm>
                <a:off x="3370700" y="2459975"/>
                <a:ext cx="15875" cy="11525"/>
              </a:xfrm>
              <a:custGeom>
                <a:rect b="b" l="l" r="r" t="t"/>
                <a:pathLst>
                  <a:path extrusionOk="0" h="461"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51"/>
              <p:cNvSpPr/>
              <p:nvPr/>
            </p:nvSpPr>
            <p:spPr>
              <a:xfrm>
                <a:off x="3370700" y="2435475"/>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51"/>
              <p:cNvSpPr/>
              <p:nvPr/>
            </p:nvSpPr>
            <p:spPr>
              <a:xfrm>
                <a:off x="3370700" y="24095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51"/>
              <p:cNvSpPr/>
              <p:nvPr/>
            </p:nvSpPr>
            <p:spPr>
              <a:xfrm>
                <a:off x="3370700" y="2385075"/>
                <a:ext cx="15875" cy="11550"/>
              </a:xfrm>
              <a:custGeom>
                <a:rect b="b" l="l" r="r" t="t"/>
                <a:pathLst>
                  <a:path extrusionOk="0" h="462"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51"/>
              <p:cNvSpPr/>
              <p:nvPr/>
            </p:nvSpPr>
            <p:spPr>
              <a:xfrm>
                <a:off x="3370700" y="2359150"/>
                <a:ext cx="15875" cy="11550"/>
              </a:xfrm>
              <a:custGeom>
                <a:rect b="b" l="l" r="r" t="t"/>
                <a:pathLst>
                  <a:path extrusionOk="0" h="462"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51"/>
              <p:cNvSpPr/>
              <p:nvPr/>
            </p:nvSpPr>
            <p:spPr>
              <a:xfrm>
                <a:off x="3370700" y="23346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51"/>
              <p:cNvSpPr/>
              <p:nvPr/>
            </p:nvSpPr>
            <p:spPr>
              <a:xfrm>
                <a:off x="3370700" y="2308725"/>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51"/>
              <p:cNvSpPr/>
              <p:nvPr/>
            </p:nvSpPr>
            <p:spPr>
              <a:xfrm>
                <a:off x="3370700" y="2284250"/>
                <a:ext cx="15875" cy="11550"/>
              </a:xfrm>
              <a:custGeom>
                <a:rect b="b" l="l" r="r" t="t"/>
                <a:pathLst>
                  <a:path extrusionOk="0" h="462" w="635">
                    <a:moveTo>
                      <a:pt x="346" y="1"/>
                    </a:moveTo>
                    <a:cubicBezTo>
                      <a:pt x="1" y="1"/>
                      <a:pt x="1" y="461"/>
                      <a:pt x="346" y="461"/>
                    </a:cubicBezTo>
                    <a:cubicBezTo>
                      <a:pt x="634" y="461"/>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51"/>
              <p:cNvSpPr/>
              <p:nvPr/>
            </p:nvSpPr>
            <p:spPr>
              <a:xfrm>
                <a:off x="3452800" y="2459975"/>
                <a:ext cx="15875" cy="11525"/>
              </a:xfrm>
              <a:custGeom>
                <a:rect b="b" l="l" r="r" t="t"/>
                <a:pathLst>
                  <a:path extrusionOk="0" h="461"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51"/>
              <p:cNvSpPr/>
              <p:nvPr/>
            </p:nvSpPr>
            <p:spPr>
              <a:xfrm>
                <a:off x="3452800" y="2435475"/>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51"/>
              <p:cNvSpPr/>
              <p:nvPr/>
            </p:nvSpPr>
            <p:spPr>
              <a:xfrm>
                <a:off x="3452800" y="2409550"/>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51"/>
              <p:cNvSpPr/>
              <p:nvPr/>
            </p:nvSpPr>
            <p:spPr>
              <a:xfrm>
                <a:off x="3452800" y="2385075"/>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51"/>
              <p:cNvSpPr/>
              <p:nvPr/>
            </p:nvSpPr>
            <p:spPr>
              <a:xfrm>
                <a:off x="3452800" y="2359150"/>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51"/>
              <p:cNvSpPr/>
              <p:nvPr/>
            </p:nvSpPr>
            <p:spPr>
              <a:xfrm>
                <a:off x="3452800" y="2334650"/>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51"/>
              <p:cNvSpPr/>
              <p:nvPr/>
            </p:nvSpPr>
            <p:spPr>
              <a:xfrm>
                <a:off x="3452800" y="2308725"/>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0" name="Shape 920"/>
        <p:cNvGrpSpPr/>
        <p:nvPr/>
      </p:nvGrpSpPr>
      <p:grpSpPr>
        <a:xfrm>
          <a:off x="0" y="0"/>
          <a:ext cx="0" cy="0"/>
          <a:chOff x="0" y="0"/>
          <a:chExt cx="0" cy="0"/>
        </a:xfrm>
      </p:grpSpPr>
      <p:sp>
        <p:nvSpPr>
          <p:cNvPr id="921" name="Google Shape;921;p52"/>
          <p:cNvSpPr/>
          <p:nvPr/>
        </p:nvSpPr>
        <p:spPr>
          <a:xfrm flipH="1">
            <a:off x="-435624" y="1859875"/>
            <a:ext cx="35463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52"/>
          <p:cNvSpPr/>
          <p:nvPr/>
        </p:nvSpPr>
        <p:spPr>
          <a:xfrm>
            <a:off x="6033326" y="1859875"/>
            <a:ext cx="35463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5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Some reviews</a:t>
            </a:r>
            <a:endParaRPr/>
          </a:p>
        </p:txBody>
      </p:sp>
      <p:sp>
        <p:nvSpPr>
          <p:cNvPr id="924" name="Google Shape;924;p52"/>
          <p:cNvSpPr txBox="1"/>
          <p:nvPr>
            <p:ph idx="1" type="subTitle"/>
          </p:nvPr>
        </p:nvSpPr>
        <p:spPr>
          <a:xfrm>
            <a:off x="5077073" y="3042975"/>
            <a:ext cx="2619900" cy="1106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t>
            </a:r>
            <a:r>
              <a:rPr lang="en"/>
              <a:t>Despite being red, </a:t>
            </a:r>
            <a:r>
              <a:rPr lang="en"/>
              <a:t>Mars</a:t>
            </a:r>
            <a:r>
              <a:rPr lang="en"/>
              <a:t> is actually a cold place. It's full of iron oxide dust, which gives the planet its red cast”</a:t>
            </a:r>
            <a:endParaRPr/>
          </a:p>
        </p:txBody>
      </p:sp>
      <p:sp>
        <p:nvSpPr>
          <p:cNvPr id="925" name="Google Shape;925;p52"/>
          <p:cNvSpPr txBox="1"/>
          <p:nvPr>
            <p:ph idx="2" type="subTitle"/>
          </p:nvPr>
        </p:nvSpPr>
        <p:spPr>
          <a:xfrm>
            <a:off x="1447027" y="3042975"/>
            <a:ext cx="2619900" cy="1106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t>
            </a:r>
            <a:r>
              <a:rPr lang="en"/>
              <a:t>Earth</a:t>
            </a:r>
            <a:r>
              <a:rPr b="1" lang="en"/>
              <a:t> </a:t>
            </a:r>
            <a:r>
              <a:rPr lang="en"/>
              <a:t>is the third planet from the Sun and the only one that harbors life in the Solar System. It’s where we all live”</a:t>
            </a:r>
            <a:endParaRPr/>
          </a:p>
        </p:txBody>
      </p:sp>
      <p:sp>
        <p:nvSpPr>
          <p:cNvPr id="926" name="Google Shape;926;p52"/>
          <p:cNvSpPr txBox="1"/>
          <p:nvPr>
            <p:ph idx="4" type="subTitle"/>
          </p:nvPr>
        </p:nvSpPr>
        <p:spPr>
          <a:xfrm>
            <a:off x="1447027" y="2734950"/>
            <a:ext cx="2619900" cy="394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Jenna Doe</a:t>
            </a:r>
            <a:endParaRPr/>
          </a:p>
        </p:txBody>
      </p:sp>
      <p:sp>
        <p:nvSpPr>
          <p:cNvPr id="927" name="Google Shape;927;p52"/>
          <p:cNvSpPr txBox="1"/>
          <p:nvPr>
            <p:ph idx="3" type="subTitle"/>
          </p:nvPr>
        </p:nvSpPr>
        <p:spPr>
          <a:xfrm>
            <a:off x="5077073" y="2734950"/>
            <a:ext cx="2619900" cy="394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Timmy Jimmy</a:t>
            </a:r>
            <a:endParaRPr/>
          </a:p>
        </p:txBody>
      </p:sp>
      <p:sp>
        <p:nvSpPr>
          <p:cNvPr id="928" name="Google Shape;928;p52"/>
          <p:cNvSpPr/>
          <p:nvPr/>
        </p:nvSpPr>
        <p:spPr>
          <a:xfrm rot="5400000">
            <a:off x="2403277" y="185987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52"/>
          <p:cNvSpPr/>
          <p:nvPr/>
        </p:nvSpPr>
        <p:spPr>
          <a:xfrm rot="5400000">
            <a:off x="6033323" y="185987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30" name="Google Shape;930;p52"/>
          <p:cNvGrpSpPr/>
          <p:nvPr/>
        </p:nvGrpSpPr>
        <p:grpSpPr>
          <a:xfrm>
            <a:off x="2578117" y="2036001"/>
            <a:ext cx="357720" cy="355148"/>
            <a:chOff x="2496894" y="3680964"/>
            <a:chExt cx="357720" cy="355148"/>
          </a:xfrm>
        </p:grpSpPr>
        <p:sp>
          <p:nvSpPr>
            <p:cNvPr id="931" name="Google Shape;931;p52"/>
            <p:cNvSpPr/>
            <p:nvPr/>
          </p:nvSpPr>
          <p:spPr>
            <a:xfrm>
              <a:off x="2598224" y="3786549"/>
              <a:ext cx="37852" cy="59763"/>
            </a:xfrm>
            <a:custGeom>
              <a:rect b="b" l="l" r="r" t="t"/>
              <a:pathLst>
                <a:path extrusionOk="0" h="1882" w="1192">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52"/>
            <p:cNvSpPr/>
            <p:nvPr/>
          </p:nvSpPr>
          <p:spPr>
            <a:xfrm>
              <a:off x="2715051" y="3786549"/>
              <a:ext cx="37852" cy="59763"/>
            </a:xfrm>
            <a:custGeom>
              <a:rect b="b" l="l" r="r" t="t"/>
              <a:pathLst>
                <a:path extrusionOk="0" h="1882" w="1192">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52"/>
            <p:cNvSpPr/>
            <p:nvPr/>
          </p:nvSpPr>
          <p:spPr>
            <a:xfrm>
              <a:off x="2496894" y="3680964"/>
              <a:ext cx="297989" cy="296528"/>
            </a:xfrm>
            <a:custGeom>
              <a:rect b="b" l="l" r="r" t="t"/>
              <a:pathLst>
                <a:path extrusionOk="0" h="9338" w="9384">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52"/>
            <p:cNvSpPr/>
            <p:nvPr/>
          </p:nvSpPr>
          <p:spPr>
            <a:xfrm>
              <a:off x="2555895" y="3739075"/>
              <a:ext cx="298719" cy="297036"/>
            </a:xfrm>
            <a:custGeom>
              <a:rect b="b" l="l" r="r" t="t"/>
              <a:pathLst>
                <a:path extrusionOk="0" h="9354" w="9407">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52"/>
            <p:cNvSpPr/>
            <p:nvPr/>
          </p:nvSpPr>
          <p:spPr>
            <a:xfrm>
              <a:off x="2569867" y="3875336"/>
              <a:ext cx="211393" cy="99139"/>
            </a:xfrm>
            <a:custGeom>
              <a:rect b="b" l="l" r="r" t="t"/>
              <a:pathLst>
                <a:path extrusionOk="0" h="3122" w="6657">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6" name="Google Shape;936;p52"/>
          <p:cNvGrpSpPr/>
          <p:nvPr/>
        </p:nvGrpSpPr>
        <p:grpSpPr>
          <a:xfrm>
            <a:off x="6208163" y="2036001"/>
            <a:ext cx="357720" cy="355148"/>
            <a:chOff x="1408777" y="3680964"/>
            <a:chExt cx="357720" cy="355148"/>
          </a:xfrm>
        </p:grpSpPr>
        <p:sp>
          <p:nvSpPr>
            <p:cNvPr id="937" name="Google Shape;937;p52"/>
            <p:cNvSpPr/>
            <p:nvPr/>
          </p:nvSpPr>
          <p:spPr>
            <a:xfrm>
              <a:off x="1510488" y="3814144"/>
              <a:ext cx="37852" cy="49188"/>
            </a:xfrm>
            <a:custGeom>
              <a:rect b="b" l="l" r="r" t="t"/>
              <a:pathLst>
                <a:path extrusionOk="0" h="1549" w="1192">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52"/>
            <p:cNvSpPr/>
            <p:nvPr/>
          </p:nvSpPr>
          <p:spPr>
            <a:xfrm>
              <a:off x="1627315" y="3814144"/>
              <a:ext cx="37852" cy="49188"/>
            </a:xfrm>
            <a:custGeom>
              <a:rect b="b" l="l" r="r" t="t"/>
              <a:pathLst>
                <a:path extrusionOk="0" h="1549" w="1192">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52"/>
            <p:cNvSpPr/>
            <p:nvPr/>
          </p:nvSpPr>
          <p:spPr>
            <a:xfrm>
              <a:off x="1525604" y="3908806"/>
              <a:ext cx="123305" cy="33152"/>
            </a:xfrm>
            <a:custGeom>
              <a:rect b="b" l="l" r="r" t="t"/>
              <a:pathLst>
                <a:path extrusionOk="0" h="1044" w="3883">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52"/>
            <p:cNvSpPr/>
            <p:nvPr/>
          </p:nvSpPr>
          <p:spPr>
            <a:xfrm>
              <a:off x="1408777" y="3680964"/>
              <a:ext cx="298338" cy="296528"/>
            </a:xfrm>
            <a:custGeom>
              <a:rect b="b" l="l" r="r" t="t"/>
              <a:pathLst>
                <a:path extrusionOk="0" h="9338" w="9395">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52"/>
            <p:cNvSpPr/>
            <p:nvPr/>
          </p:nvSpPr>
          <p:spPr>
            <a:xfrm>
              <a:off x="1468508" y="3739075"/>
              <a:ext cx="297989" cy="297036"/>
            </a:xfrm>
            <a:custGeom>
              <a:rect b="b" l="l" r="r" t="t"/>
              <a:pathLst>
                <a:path extrusionOk="0" h="9354" w="9384">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53"/>
          <p:cNvSpPr/>
          <p:nvPr/>
        </p:nvSpPr>
        <p:spPr>
          <a:xfrm>
            <a:off x="4739575" y="971550"/>
            <a:ext cx="5817300" cy="34437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47" name="Google Shape;947;p53"/>
          <p:cNvPicPr preferRelativeResize="0"/>
          <p:nvPr>
            <p:ph idx="2" type="pic"/>
          </p:nvPr>
        </p:nvPicPr>
        <p:blipFill rotWithShape="1">
          <a:blip r:embed="rId3">
            <a:alphaModFix/>
          </a:blip>
          <a:srcRect b="0" l="21875" r="21875" t="0"/>
          <a:stretch/>
        </p:blipFill>
        <p:spPr>
          <a:xfrm>
            <a:off x="4739575" y="969623"/>
            <a:ext cx="3447600" cy="3447600"/>
          </a:xfrm>
          <a:prstGeom prst="ellipse">
            <a:avLst/>
          </a:prstGeom>
        </p:spPr>
      </p:pic>
      <p:sp>
        <p:nvSpPr>
          <p:cNvPr id="948" name="Google Shape;948;p53"/>
          <p:cNvSpPr txBox="1"/>
          <p:nvPr>
            <p:ph type="title"/>
          </p:nvPr>
        </p:nvSpPr>
        <p:spPr>
          <a:xfrm>
            <a:off x="720000" y="897163"/>
            <a:ext cx="3594000" cy="1632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 picture always reinforces </a:t>
            </a:r>
            <a:endParaRPr/>
          </a:p>
          <a:p>
            <a:pPr indent="0" lvl="0" marL="0" rtl="0" algn="l">
              <a:spcBef>
                <a:spcPts val="0"/>
              </a:spcBef>
              <a:spcAft>
                <a:spcPts val="0"/>
              </a:spcAft>
              <a:buNone/>
            </a:pPr>
            <a:r>
              <a:rPr lang="en"/>
              <a:t>the concept</a:t>
            </a:r>
            <a:endParaRPr/>
          </a:p>
        </p:txBody>
      </p:sp>
      <p:sp>
        <p:nvSpPr>
          <p:cNvPr id="949" name="Google Shape;949;p53"/>
          <p:cNvSpPr txBox="1"/>
          <p:nvPr>
            <p:ph idx="1" type="subTitle"/>
          </p:nvPr>
        </p:nvSpPr>
        <p:spPr>
          <a:xfrm>
            <a:off x="720000" y="2529150"/>
            <a:ext cx="3594000" cy="9189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a:t>Images reveal large amounts of data, so remember: use an image instead of a long text. Your audience will appreciate it</a:t>
            </a:r>
            <a:endParaRPr/>
          </a:p>
        </p:txBody>
      </p:sp>
      <p:grpSp>
        <p:nvGrpSpPr>
          <p:cNvPr id="950" name="Google Shape;950;p53"/>
          <p:cNvGrpSpPr/>
          <p:nvPr/>
        </p:nvGrpSpPr>
        <p:grpSpPr>
          <a:xfrm rot="10800000">
            <a:off x="-207101" y="4268397"/>
            <a:ext cx="4357122" cy="707497"/>
            <a:chOff x="6456475" y="3575600"/>
            <a:chExt cx="3403204" cy="552603"/>
          </a:xfrm>
        </p:grpSpPr>
        <p:sp>
          <p:nvSpPr>
            <p:cNvPr id="951" name="Google Shape;951;p53"/>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53"/>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3" name="Google Shape;953;p53"/>
          <p:cNvGrpSpPr/>
          <p:nvPr/>
        </p:nvGrpSpPr>
        <p:grpSpPr>
          <a:xfrm rot="10800000">
            <a:off x="-677505" y="3560900"/>
            <a:ext cx="3759089" cy="707494"/>
            <a:chOff x="6456475" y="3575600"/>
            <a:chExt cx="2936100" cy="552600"/>
          </a:xfrm>
        </p:grpSpPr>
        <p:sp>
          <p:nvSpPr>
            <p:cNvPr id="954" name="Google Shape;954;p53"/>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5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9" name="Shape 959"/>
        <p:cNvGrpSpPr/>
        <p:nvPr/>
      </p:nvGrpSpPr>
      <p:grpSpPr>
        <a:xfrm>
          <a:off x="0" y="0"/>
          <a:ext cx="0" cy="0"/>
          <a:chOff x="0" y="0"/>
          <a:chExt cx="0" cy="0"/>
        </a:xfrm>
      </p:grpSpPr>
      <p:sp>
        <p:nvSpPr>
          <p:cNvPr id="960" name="Google Shape;960;p54"/>
          <p:cNvSpPr txBox="1"/>
          <p:nvPr>
            <p:ph type="title"/>
          </p:nvPr>
        </p:nvSpPr>
        <p:spPr>
          <a:xfrm>
            <a:off x="1284000" y="1288250"/>
            <a:ext cx="6576000" cy="1970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15,768</a:t>
            </a:r>
            <a:endParaRPr/>
          </a:p>
        </p:txBody>
      </p:sp>
      <p:sp>
        <p:nvSpPr>
          <p:cNvPr id="961" name="Google Shape;961;p54"/>
          <p:cNvSpPr txBox="1"/>
          <p:nvPr>
            <p:ph idx="1" type="subTitle"/>
          </p:nvPr>
        </p:nvSpPr>
        <p:spPr>
          <a:xfrm>
            <a:off x="1284000" y="3011425"/>
            <a:ext cx="6576000" cy="497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Big numbers catch your audience’s attention</a:t>
            </a:r>
            <a:endParaRPr/>
          </a:p>
        </p:txBody>
      </p:sp>
      <p:grpSp>
        <p:nvGrpSpPr>
          <p:cNvPr id="962" name="Google Shape;962;p54"/>
          <p:cNvGrpSpPr/>
          <p:nvPr/>
        </p:nvGrpSpPr>
        <p:grpSpPr>
          <a:xfrm>
            <a:off x="6808520" y="982872"/>
            <a:ext cx="4052154" cy="707497"/>
            <a:chOff x="6456475" y="3575600"/>
            <a:chExt cx="3165004" cy="552603"/>
          </a:xfrm>
        </p:grpSpPr>
        <p:sp>
          <p:nvSpPr>
            <p:cNvPr id="963" name="Google Shape;963;p54"/>
            <p:cNvSpPr/>
            <p:nvPr/>
          </p:nvSpPr>
          <p:spPr>
            <a:xfrm>
              <a:off x="6456479" y="3575603"/>
              <a:ext cx="31650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54"/>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5" name="Google Shape;965;p54"/>
          <p:cNvGrpSpPr/>
          <p:nvPr/>
        </p:nvGrpSpPr>
        <p:grpSpPr>
          <a:xfrm>
            <a:off x="5793175" y="107500"/>
            <a:ext cx="5067377" cy="875381"/>
            <a:chOff x="6456469" y="3575596"/>
            <a:chExt cx="3198900" cy="552604"/>
          </a:xfrm>
        </p:grpSpPr>
        <p:sp>
          <p:nvSpPr>
            <p:cNvPr id="966" name="Google Shape;966;p54"/>
            <p:cNvSpPr/>
            <p:nvPr/>
          </p:nvSpPr>
          <p:spPr>
            <a:xfrm>
              <a:off x="6456469" y="3575596"/>
              <a:ext cx="31989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5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8" name="Google Shape;968;p54"/>
          <p:cNvGrpSpPr/>
          <p:nvPr/>
        </p:nvGrpSpPr>
        <p:grpSpPr>
          <a:xfrm>
            <a:off x="7876952" y="1690372"/>
            <a:ext cx="2983611" cy="707497"/>
            <a:chOff x="6456470" y="3575600"/>
            <a:chExt cx="2330400" cy="552603"/>
          </a:xfrm>
        </p:grpSpPr>
        <p:sp>
          <p:nvSpPr>
            <p:cNvPr id="969" name="Google Shape;969;p54"/>
            <p:cNvSpPr/>
            <p:nvPr/>
          </p:nvSpPr>
          <p:spPr>
            <a:xfrm>
              <a:off x="6456470" y="3575603"/>
              <a:ext cx="23304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54"/>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 name="Google Shape;971;p54"/>
          <p:cNvGrpSpPr/>
          <p:nvPr/>
        </p:nvGrpSpPr>
        <p:grpSpPr>
          <a:xfrm flipH="1">
            <a:off x="-668305" y="4250247"/>
            <a:ext cx="4052154" cy="707497"/>
            <a:chOff x="6456475" y="3575600"/>
            <a:chExt cx="3165004" cy="552603"/>
          </a:xfrm>
        </p:grpSpPr>
        <p:sp>
          <p:nvSpPr>
            <p:cNvPr id="972" name="Google Shape;972;p54"/>
            <p:cNvSpPr/>
            <p:nvPr/>
          </p:nvSpPr>
          <p:spPr>
            <a:xfrm>
              <a:off x="6456479" y="3575603"/>
              <a:ext cx="31650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54"/>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7" name="Shape 977"/>
        <p:cNvGrpSpPr/>
        <p:nvPr/>
      </p:nvGrpSpPr>
      <p:grpSpPr>
        <a:xfrm>
          <a:off x="0" y="0"/>
          <a:ext cx="0" cy="0"/>
          <a:chOff x="0" y="0"/>
          <a:chExt cx="0" cy="0"/>
        </a:xfrm>
      </p:grpSpPr>
      <p:sp>
        <p:nvSpPr>
          <p:cNvPr id="978" name="Google Shape;978;p5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Awards</a:t>
            </a:r>
            <a:endParaRPr/>
          </a:p>
        </p:txBody>
      </p:sp>
      <p:sp>
        <p:nvSpPr>
          <p:cNvPr id="979" name="Google Shape;979;p55"/>
          <p:cNvSpPr txBox="1"/>
          <p:nvPr>
            <p:ph idx="1" type="subTitle"/>
          </p:nvPr>
        </p:nvSpPr>
        <p:spPr>
          <a:xfrm>
            <a:off x="2968125" y="1744118"/>
            <a:ext cx="5455800" cy="651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Mercury is the closest planet to the Sun and the smallest one in the Solar System—it’s only a bit larger than the Moon</a:t>
            </a:r>
            <a:endParaRPr/>
          </a:p>
        </p:txBody>
      </p:sp>
      <p:sp>
        <p:nvSpPr>
          <p:cNvPr id="980" name="Google Shape;980;p55"/>
          <p:cNvSpPr txBox="1"/>
          <p:nvPr>
            <p:ph idx="2" type="subTitle"/>
          </p:nvPr>
        </p:nvSpPr>
        <p:spPr>
          <a:xfrm>
            <a:off x="2968112" y="2794537"/>
            <a:ext cx="5455800" cy="64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Venus has a beautiful name and is the second planet from the Sun. It’s terribly hot, even hotter than Mercury</a:t>
            </a:r>
            <a:endParaRPr/>
          </a:p>
        </p:txBody>
      </p:sp>
      <p:sp>
        <p:nvSpPr>
          <p:cNvPr id="981" name="Google Shape;981;p55"/>
          <p:cNvSpPr txBox="1"/>
          <p:nvPr>
            <p:ph idx="3" type="subTitle"/>
          </p:nvPr>
        </p:nvSpPr>
        <p:spPr>
          <a:xfrm>
            <a:off x="2968098" y="3841899"/>
            <a:ext cx="5455800" cy="64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Despite being red, Mars is actually a very cold place. It’s full of iron oxide dust, which gives the planet its reddish cast</a:t>
            </a:r>
            <a:endParaRPr/>
          </a:p>
        </p:txBody>
      </p:sp>
      <p:sp>
        <p:nvSpPr>
          <p:cNvPr id="982" name="Google Shape;982;p55"/>
          <p:cNvSpPr txBox="1"/>
          <p:nvPr>
            <p:ph idx="4" type="subTitle"/>
          </p:nvPr>
        </p:nvSpPr>
        <p:spPr>
          <a:xfrm>
            <a:off x="2968125" y="1289543"/>
            <a:ext cx="5455800" cy="52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Mercury</a:t>
            </a:r>
            <a:endParaRPr/>
          </a:p>
        </p:txBody>
      </p:sp>
      <p:sp>
        <p:nvSpPr>
          <p:cNvPr id="983" name="Google Shape;983;p55"/>
          <p:cNvSpPr txBox="1"/>
          <p:nvPr>
            <p:ph idx="5" type="subTitle"/>
          </p:nvPr>
        </p:nvSpPr>
        <p:spPr>
          <a:xfrm>
            <a:off x="2968127" y="2339963"/>
            <a:ext cx="5455800" cy="52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Venus</a:t>
            </a:r>
            <a:endParaRPr/>
          </a:p>
        </p:txBody>
      </p:sp>
      <p:sp>
        <p:nvSpPr>
          <p:cNvPr id="984" name="Google Shape;984;p55"/>
          <p:cNvSpPr txBox="1"/>
          <p:nvPr>
            <p:ph idx="6" type="subTitle"/>
          </p:nvPr>
        </p:nvSpPr>
        <p:spPr>
          <a:xfrm>
            <a:off x="2968112" y="3387325"/>
            <a:ext cx="5455800" cy="52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Mars</a:t>
            </a:r>
            <a:endParaRPr/>
          </a:p>
        </p:txBody>
      </p:sp>
      <p:grpSp>
        <p:nvGrpSpPr>
          <p:cNvPr id="985" name="Google Shape;985;p55"/>
          <p:cNvGrpSpPr/>
          <p:nvPr/>
        </p:nvGrpSpPr>
        <p:grpSpPr>
          <a:xfrm>
            <a:off x="-790916" y="3583069"/>
            <a:ext cx="3759038" cy="707403"/>
            <a:chOff x="-790916" y="3583069"/>
            <a:chExt cx="3759038" cy="707403"/>
          </a:xfrm>
        </p:grpSpPr>
        <p:sp>
          <p:nvSpPr>
            <p:cNvPr id="986" name="Google Shape;986;p55"/>
            <p:cNvSpPr/>
            <p:nvPr/>
          </p:nvSpPr>
          <p:spPr>
            <a:xfrm rot="10800000">
              <a:off x="-790916" y="3583069"/>
              <a:ext cx="3759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55"/>
            <p:cNvSpPr/>
            <p:nvPr/>
          </p:nvSpPr>
          <p:spPr>
            <a:xfrm rot="5400000">
              <a:off x="2260722" y="358307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8" name="Google Shape;988;p55"/>
            <p:cNvGrpSpPr/>
            <p:nvPr/>
          </p:nvGrpSpPr>
          <p:grpSpPr>
            <a:xfrm>
              <a:off x="2412775" y="3735775"/>
              <a:ext cx="403300" cy="402000"/>
              <a:chOff x="3226675" y="3227475"/>
              <a:chExt cx="403300" cy="402000"/>
            </a:xfrm>
          </p:grpSpPr>
          <p:sp>
            <p:nvSpPr>
              <p:cNvPr id="989" name="Google Shape;989;p55"/>
              <p:cNvSpPr/>
              <p:nvPr/>
            </p:nvSpPr>
            <p:spPr>
              <a:xfrm>
                <a:off x="3421125" y="3363000"/>
                <a:ext cx="14425" cy="11550"/>
              </a:xfrm>
              <a:custGeom>
                <a:rect b="b" l="l" r="r" t="t"/>
                <a:pathLst>
                  <a:path extrusionOk="0" h="462" w="577">
                    <a:moveTo>
                      <a:pt x="288" y="1"/>
                    </a:moveTo>
                    <a:cubicBezTo>
                      <a:pt x="0" y="1"/>
                      <a:pt x="0" y="462"/>
                      <a:pt x="288" y="462"/>
                    </a:cubicBezTo>
                    <a:cubicBezTo>
                      <a:pt x="576" y="462"/>
                      <a:pt x="576"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55"/>
              <p:cNvSpPr/>
              <p:nvPr/>
            </p:nvSpPr>
            <p:spPr>
              <a:xfrm>
                <a:off x="3395200" y="336877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55"/>
              <p:cNvSpPr/>
              <p:nvPr/>
            </p:nvSpPr>
            <p:spPr>
              <a:xfrm>
                <a:off x="3376475" y="3387500"/>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55"/>
              <p:cNvSpPr/>
              <p:nvPr/>
            </p:nvSpPr>
            <p:spPr>
              <a:xfrm>
                <a:off x="3369275" y="341342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5"/>
              <p:cNvSpPr/>
              <p:nvPr/>
            </p:nvSpPr>
            <p:spPr>
              <a:xfrm>
                <a:off x="3375025" y="3439350"/>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5"/>
              <p:cNvSpPr/>
              <p:nvPr/>
            </p:nvSpPr>
            <p:spPr>
              <a:xfrm>
                <a:off x="3393750" y="34580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55"/>
              <p:cNvSpPr/>
              <p:nvPr/>
            </p:nvSpPr>
            <p:spPr>
              <a:xfrm>
                <a:off x="3419675" y="3465275"/>
                <a:ext cx="14425" cy="11550"/>
              </a:xfrm>
              <a:custGeom>
                <a:rect b="b" l="l" r="r" t="t"/>
                <a:pathLst>
                  <a:path extrusionOk="0" h="462"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55"/>
              <p:cNvSpPr/>
              <p:nvPr/>
            </p:nvSpPr>
            <p:spPr>
              <a:xfrm>
                <a:off x="3445600" y="34580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55"/>
              <p:cNvSpPr/>
              <p:nvPr/>
            </p:nvSpPr>
            <p:spPr>
              <a:xfrm>
                <a:off x="3464325" y="3440775"/>
                <a:ext cx="14425" cy="11550"/>
              </a:xfrm>
              <a:custGeom>
                <a:rect b="b" l="l" r="r" t="t"/>
                <a:pathLst>
                  <a:path extrusionOk="0" h="462" w="577">
                    <a:moveTo>
                      <a:pt x="288" y="1"/>
                    </a:moveTo>
                    <a:cubicBezTo>
                      <a:pt x="0" y="1"/>
                      <a:pt x="0" y="462"/>
                      <a:pt x="288" y="462"/>
                    </a:cubicBezTo>
                    <a:cubicBezTo>
                      <a:pt x="577" y="462"/>
                      <a:pt x="577"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55"/>
              <p:cNvSpPr/>
              <p:nvPr/>
            </p:nvSpPr>
            <p:spPr>
              <a:xfrm>
                <a:off x="3471525" y="3414850"/>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55"/>
              <p:cNvSpPr/>
              <p:nvPr/>
            </p:nvSpPr>
            <p:spPr>
              <a:xfrm>
                <a:off x="3464325" y="3388925"/>
                <a:ext cx="15875" cy="11550"/>
              </a:xfrm>
              <a:custGeom>
                <a:rect b="b" l="l" r="r" t="t"/>
                <a:pathLst>
                  <a:path extrusionOk="0" h="462" w="635">
                    <a:moveTo>
                      <a:pt x="346" y="1"/>
                    </a:moveTo>
                    <a:cubicBezTo>
                      <a:pt x="0" y="1"/>
                      <a:pt x="0"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55"/>
              <p:cNvSpPr/>
              <p:nvPr/>
            </p:nvSpPr>
            <p:spPr>
              <a:xfrm>
                <a:off x="3401750" y="3369075"/>
                <a:ext cx="59325" cy="70875"/>
              </a:xfrm>
              <a:custGeom>
                <a:rect b="b" l="l" r="r" t="t"/>
                <a:pathLst>
                  <a:path extrusionOk="0" h="2835" w="2373">
                    <a:moveTo>
                      <a:pt x="1754" y="852"/>
                    </a:moveTo>
                    <a:lnTo>
                      <a:pt x="1754" y="852"/>
                    </a:lnTo>
                    <a:cubicBezTo>
                      <a:pt x="1639" y="1486"/>
                      <a:pt x="1466" y="2062"/>
                      <a:pt x="1409" y="2177"/>
                    </a:cubicBezTo>
                    <a:cubicBezTo>
                      <a:pt x="1239" y="2220"/>
                      <a:pt x="1163" y="2356"/>
                      <a:pt x="1043" y="2356"/>
                    </a:cubicBezTo>
                    <a:cubicBezTo>
                      <a:pt x="1000" y="2356"/>
                      <a:pt x="951" y="2338"/>
                      <a:pt x="890" y="2293"/>
                    </a:cubicBezTo>
                    <a:cubicBezTo>
                      <a:pt x="717" y="2177"/>
                      <a:pt x="660" y="1947"/>
                      <a:pt x="717" y="1774"/>
                    </a:cubicBezTo>
                    <a:cubicBezTo>
                      <a:pt x="833" y="1659"/>
                      <a:pt x="1236" y="1256"/>
                      <a:pt x="1754" y="852"/>
                    </a:cubicBezTo>
                    <a:close/>
                    <a:moveTo>
                      <a:pt x="2082" y="1"/>
                    </a:moveTo>
                    <a:cubicBezTo>
                      <a:pt x="2028" y="1"/>
                      <a:pt x="1974" y="15"/>
                      <a:pt x="1927" y="46"/>
                    </a:cubicBezTo>
                    <a:cubicBezTo>
                      <a:pt x="1697" y="219"/>
                      <a:pt x="545" y="1256"/>
                      <a:pt x="314" y="1544"/>
                    </a:cubicBezTo>
                    <a:cubicBezTo>
                      <a:pt x="1" y="2118"/>
                      <a:pt x="492" y="2835"/>
                      <a:pt x="1102" y="2835"/>
                    </a:cubicBezTo>
                    <a:cubicBezTo>
                      <a:pt x="1165" y="2835"/>
                      <a:pt x="1229" y="2827"/>
                      <a:pt x="1294" y="2811"/>
                    </a:cubicBezTo>
                    <a:cubicBezTo>
                      <a:pt x="1524" y="2754"/>
                      <a:pt x="1697" y="2581"/>
                      <a:pt x="1812" y="2408"/>
                    </a:cubicBezTo>
                    <a:cubicBezTo>
                      <a:pt x="1985" y="2120"/>
                      <a:pt x="2273" y="564"/>
                      <a:pt x="2331" y="276"/>
                    </a:cubicBezTo>
                    <a:cubicBezTo>
                      <a:pt x="2373" y="108"/>
                      <a:pt x="2230" y="1"/>
                      <a:pt x="208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55"/>
              <p:cNvSpPr/>
              <p:nvPr/>
            </p:nvSpPr>
            <p:spPr>
              <a:xfrm>
                <a:off x="3226675" y="3227475"/>
                <a:ext cx="403300" cy="402000"/>
              </a:xfrm>
              <a:custGeom>
                <a:rect b="b" l="l" r="r" t="t"/>
                <a:pathLst>
                  <a:path extrusionOk="0" h="16080" w="16132">
                    <a:moveTo>
                      <a:pt x="8700" y="2080"/>
                    </a:moveTo>
                    <a:cubicBezTo>
                      <a:pt x="8757" y="2080"/>
                      <a:pt x="8873" y="2138"/>
                      <a:pt x="8873" y="2196"/>
                    </a:cubicBezTo>
                    <a:cubicBezTo>
                      <a:pt x="8930" y="2311"/>
                      <a:pt x="8815" y="2426"/>
                      <a:pt x="8700" y="2426"/>
                    </a:cubicBezTo>
                    <a:lnTo>
                      <a:pt x="7375" y="2426"/>
                    </a:lnTo>
                    <a:cubicBezTo>
                      <a:pt x="7317" y="2426"/>
                      <a:pt x="7202" y="2311"/>
                      <a:pt x="7202" y="2253"/>
                    </a:cubicBezTo>
                    <a:cubicBezTo>
                      <a:pt x="7202" y="2138"/>
                      <a:pt x="7317" y="2080"/>
                      <a:pt x="7375" y="2080"/>
                    </a:cubicBezTo>
                    <a:close/>
                    <a:moveTo>
                      <a:pt x="8066" y="4961"/>
                    </a:moveTo>
                    <a:cubicBezTo>
                      <a:pt x="9564" y="4961"/>
                      <a:pt x="10774" y="6171"/>
                      <a:pt x="10774" y="7669"/>
                    </a:cubicBezTo>
                    <a:cubicBezTo>
                      <a:pt x="10774" y="9224"/>
                      <a:pt x="9564" y="10434"/>
                      <a:pt x="8066" y="10434"/>
                    </a:cubicBezTo>
                    <a:cubicBezTo>
                      <a:pt x="6511" y="10434"/>
                      <a:pt x="5301" y="9224"/>
                      <a:pt x="5301" y="7669"/>
                    </a:cubicBezTo>
                    <a:cubicBezTo>
                      <a:pt x="5301" y="6171"/>
                      <a:pt x="6511" y="4961"/>
                      <a:pt x="8066" y="4961"/>
                    </a:cubicBezTo>
                    <a:close/>
                    <a:moveTo>
                      <a:pt x="15867" y="13889"/>
                    </a:moveTo>
                    <a:cubicBezTo>
                      <a:pt x="15859" y="13890"/>
                      <a:pt x="15851" y="13891"/>
                      <a:pt x="15844" y="13891"/>
                    </a:cubicBezTo>
                    <a:lnTo>
                      <a:pt x="15901" y="13891"/>
                    </a:lnTo>
                    <a:cubicBezTo>
                      <a:pt x="15889" y="13891"/>
                      <a:pt x="15878" y="13890"/>
                      <a:pt x="15867" y="13889"/>
                    </a:cubicBezTo>
                    <a:close/>
                    <a:moveTo>
                      <a:pt x="5186" y="10952"/>
                    </a:moveTo>
                    <a:lnTo>
                      <a:pt x="5186" y="15619"/>
                    </a:lnTo>
                    <a:lnTo>
                      <a:pt x="461" y="15619"/>
                    </a:lnTo>
                    <a:lnTo>
                      <a:pt x="461" y="10952"/>
                    </a:lnTo>
                    <a:close/>
                    <a:moveTo>
                      <a:pt x="10428" y="10952"/>
                    </a:moveTo>
                    <a:lnTo>
                      <a:pt x="10428" y="15619"/>
                    </a:lnTo>
                    <a:lnTo>
                      <a:pt x="5704" y="15619"/>
                    </a:lnTo>
                    <a:lnTo>
                      <a:pt x="5704" y="10952"/>
                    </a:lnTo>
                    <a:close/>
                    <a:moveTo>
                      <a:pt x="8054" y="1"/>
                    </a:moveTo>
                    <a:cubicBezTo>
                      <a:pt x="6612" y="1"/>
                      <a:pt x="5210" y="423"/>
                      <a:pt x="3976" y="1216"/>
                    </a:cubicBezTo>
                    <a:cubicBezTo>
                      <a:pt x="3112" y="1850"/>
                      <a:pt x="2363" y="2599"/>
                      <a:pt x="1787" y="3521"/>
                    </a:cubicBezTo>
                    <a:lnTo>
                      <a:pt x="1614" y="2714"/>
                    </a:lnTo>
                    <a:cubicBezTo>
                      <a:pt x="1567" y="2620"/>
                      <a:pt x="1481" y="2526"/>
                      <a:pt x="1389" y="2526"/>
                    </a:cubicBezTo>
                    <a:cubicBezTo>
                      <a:pt x="1368" y="2526"/>
                      <a:pt x="1347" y="2531"/>
                      <a:pt x="1326" y="2541"/>
                    </a:cubicBezTo>
                    <a:cubicBezTo>
                      <a:pt x="1210" y="2599"/>
                      <a:pt x="1095" y="2714"/>
                      <a:pt x="1153" y="2829"/>
                    </a:cubicBezTo>
                    <a:lnTo>
                      <a:pt x="1498" y="4154"/>
                    </a:lnTo>
                    <a:cubicBezTo>
                      <a:pt x="1498" y="4327"/>
                      <a:pt x="1671" y="4385"/>
                      <a:pt x="1787" y="4385"/>
                    </a:cubicBezTo>
                    <a:lnTo>
                      <a:pt x="3169" y="3924"/>
                    </a:lnTo>
                    <a:cubicBezTo>
                      <a:pt x="3284" y="3924"/>
                      <a:pt x="3342" y="3751"/>
                      <a:pt x="3342" y="3636"/>
                    </a:cubicBezTo>
                    <a:cubicBezTo>
                      <a:pt x="3300" y="3552"/>
                      <a:pt x="3227" y="3498"/>
                      <a:pt x="3145" y="3498"/>
                    </a:cubicBezTo>
                    <a:cubicBezTo>
                      <a:pt x="3116" y="3498"/>
                      <a:pt x="3085" y="3505"/>
                      <a:pt x="3054" y="3521"/>
                    </a:cubicBezTo>
                    <a:lnTo>
                      <a:pt x="2247" y="3751"/>
                    </a:lnTo>
                    <a:cubicBezTo>
                      <a:pt x="2708" y="2887"/>
                      <a:pt x="3400" y="2196"/>
                      <a:pt x="4264" y="1619"/>
                    </a:cubicBezTo>
                    <a:cubicBezTo>
                      <a:pt x="5406" y="872"/>
                      <a:pt x="6716" y="461"/>
                      <a:pt x="8066" y="461"/>
                    </a:cubicBezTo>
                    <a:cubicBezTo>
                      <a:pt x="8486" y="461"/>
                      <a:pt x="8910" y="500"/>
                      <a:pt x="9334" y="583"/>
                    </a:cubicBezTo>
                    <a:cubicBezTo>
                      <a:pt x="11119" y="928"/>
                      <a:pt x="12675" y="1965"/>
                      <a:pt x="13654" y="3463"/>
                    </a:cubicBezTo>
                    <a:cubicBezTo>
                      <a:pt x="14403" y="4500"/>
                      <a:pt x="14807" y="5710"/>
                      <a:pt x="14807" y="6977"/>
                    </a:cubicBezTo>
                    <a:cubicBezTo>
                      <a:pt x="14864" y="8187"/>
                      <a:pt x="14576" y="9339"/>
                      <a:pt x="14058" y="10434"/>
                    </a:cubicBezTo>
                    <a:lnTo>
                      <a:pt x="11350" y="10434"/>
                    </a:lnTo>
                    <a:cubicBezTo>
                      <a:pt x="11465" y="10261"/>
                      <a:pt x="11580" y="10146"/>
                      <a:pt x="11638" y="9973"/>
                    </a:cubicBezTo>
                    <a:cubicBezTo>
                      <a:pt x="12790" y="8187"/>
                      <a:pt x="12502" y="5883"/>
                      <a:pt x="10889" y="4500"/>
                    </a:cubicBezTo>
                    <a:cubicBezTo>
                      <a:pt x="10255" y="3924"/>
                      <a:pt x="9449" y="3521"/>
                      <a:pt x="8585" y="3405"/>
                    </a:cubicBezTo>
                    <a:lnTo>
                      <a:pt x="8297" y="3405"/>
                    </a:lnTo>
                    <a:lnTo>
                      <a:pt x="8297" y="2887"/>
                    </a:lnTo>
                    <a:lnTo>
                      <a:pt x="8757" y="2887"/>
                    </a:lnTo>
                    <a:cubicBezTo>
                      <a:pt x="8930" y="2887"/>
                      <a:pt x="9103" y="2772"/>
                      <a:pt x="9161" y="2656"/>
                    </a:cubicBezTo>
                    <a:cubicBezTo>
                      <a:pt x="9506" y="2138"/>
                      <a:pt x="9161" y="1562"/>
                      <a:pt x="8700" y="1562"/>
                    </a:cubicBezTo>
                    <a:lnTo>
                      <a:pt x="7317" y="1562"/>
                    </a:lnTo>
                    <a:cubicBezTo>
                      <a:pt x="7144" y="1562"/>
                      <a:pt x="6972" y="1677"/>
                      <a:pt x="6914" y="1792"/>
                    </a:cubicBezTo>
                    <a:cubicBezTo>
                      <a:pt x="6511" y="2311"/>
                      <a:pt x="6914" y="2887"/>
                      <a:pt x="7375" y="2887"/>
                    </a:cubicBezTo>
                    <a:lnTo>
                      <a:pt x="7778" y="2887"/>
                    </a:lnTo>
                    <a:lnTo>
                      <a:pt x="7778" y="3405"/>
                    </a:lnTo>
                    <a:cubicBezTo>
                      <a:pt x="7778" y="3405"/>
                      <a:pt x="6626" y="3578"/>
                      <a:pt x="6107" y="3866"/>
                    </a:cubicBezTo>
                    <a:cubicBezTo>
                      <a:pt x="5855" y="3967"/>
                      <a:pt x="6001" y="4290"/>
                      <a:pt x="6235" y="4290"/>
                    </a:cubicBezTo>
                    <a:cubicBezTo>
                      <a:pt x="6268" y="4290"/>
                      <a:pt x="6302" y="4284"/>
                      <a:pt x="6338" y="4270"/>
                    </a:cubicBezTo>
                    <a:cubicBezTo>
                      <a:pt x="6847" y="4004"/>
                      <a:pt x="7424" y="3874"/>
                      <a:pt x="8007" y="3874"/>
                    </a:cubicBezTo>
                    <a:cubicBezTo>
                      <a:pt x="8942" y="3874"/>
                      <a:pt x="9891" y="4207"/>
                      <a:pt x="10601" y="4846"/>
                    </a:cubicBezTo>
                    <a:cubicBezTo>
                      <a:pt x="11292" y="5422"/>
                      <a:pt x="11696" y="6286"/>
                      <a:pt x="11868" y="7150"/>
                    </a:cubicBezTo>
                    <a:cubicBezTo>
                      <a:pt x="11984" y="8014"/>
                      <a:pt x="11753" y="8936"/>
                      <a:pt x="11235" y="9743"/>
                    </a:cubicBezTo>
                    <a:cubicBezTo>
                      <a:pt x="11119" y="9973"/>
                      <a:pt x="10889" y="10261"/>
                      <a:pt x="10659" y="10376"/>
                    </a:cubicBezTo>
                    <a:lnTo>
                      <a:pt x="9679" y="10376"/>
                    </a:lnTo>
                    <a:cubicBezTo>
                      <a:pt x="10659" y="9858"/>
                      <a:pt x="11292" y="8821"/>
                      <a:pt x="11292" y="7669"/>
                    </a:cubicBezTo>
                    <a:cubicBezTo>
                      <a:pt x="11292" y="5883"/>
                      <a:pt x="9852" y="4442"/>
                      <a:pt x="8066" y="4442"/>
                    </a:cubicBezTo>
                    <a:cubicBezTo>
                      <a:pt x="6280" y="4442"/>
                      <a:pt x="4840" y="5883"/>
                      <a:pt x="4840" y="7669"/>
                    </a:cubicBezTo>
                    <a:cubicBezTo>
                      <a:pt x="4840" y="8821"/>
                      <a:pt x="5474" y="9858"/>
                      <a:pt x="6395" y="10376"/>
                    </a:cubicBezTo>
                    <a:lnTo>
                      <a:pt x="5474" y="10376"/>
                    </a:lnTo>
                    <a:cubicBezTo>
                      <a:pt x="4667" y="9915"/>
                      <a:pt x="4264" y="8590"/>
                      <a:pt x="4264" y="7669"/>
                    </a:cubicBezTo>
                    <a:cubicBezTo>
                      <a:pt x="4264" y="6689"/>
                      <a:pt x="4609" y="5767"/>
                      <a:pt x="5301" y="5076"/>
                    </a:cubicBezTo>
                    <a:cubicBezTo>
                      <a:pt x="5433" y="4899"/>
                      <a:pt x="5261" y="4654"/>
                      <a:pt x="5095" y="4654"/>
                    </a:cubicBezTo>
                    <a:cubicBezTo>
                      <a:pt x="5045" y="4654"/>
                      <a:pt x="4995" y="4677"/>
                      <a:pt x="4955" y="4730"/>
                    </a:cubicBezTo>
                    <a:cubicBezTo>
                      <a:pt x="4206" y="5479"/>
                      <a:pt x="3803" y="6516"/>
                      <a:pt x="3803" y="7669"/>
                    </a:cubicBezTo>
                    <a:cubicBezTo>
                      <a:pt x="3803" y="8706"/>
                      <a:pt x="4149" y="9685"/>
                      <a:pt x="4782" y="10434"/>
                    </a:cubicBezTo>
                    <a:lnTo>
                      <a:pt x="2075" y="10434"/>
                    </a:lnTo>
                    <a:cubicBezTo>
                      <a:pt x="1614" y="9570"/>
                      <a:pt x="1383" y="8706"/>
                      <a:pt x="1326" y="7784"/>
                    </a:cubicBezTo>
                    <a:cubicBezTo>
                      <a:pt x="1326" y="7669"/>
                      <a:pt x="1210" y="7553"/>
                      <a:pt x="1038" y="7553"/>
                    </a:cubicBezTo>
                    <a:cubicBezTo>
                      <a:pt x="922" y="7553"/>
                      <a:pt x="807" y="7669"/>
                      <a:pt x="807" y="7841"/>
                    </a:cubicBezTo>
                    <a:cubicBezTo>
                      <a:pt x="922" y="8706"/>
                      <a:pt x="1556" y="10376"/>
                      <a:pt x="1556" y="10376"/>
                    </a:cubicBezTo>
                    <a:lnTo>
                      <a:pt x="289" y="10376"/>
                    </a:lnTo>
                    <a:cubicBezTo>
                      <a:pt x="116" y="10376"/>
                      <a:pt x="1" y="10492"/>
                      <a:pt x="1" y="10664"/>
                    </a:cubicBezTo>
                    <a:lnTo>
                      <a:pt x="1" y="15849"/>
                    </a:lnTo>
                    <a:cubicBezTo>
                      <a:pt x="1" y="15965"/>
                      <a:pt x="116" y="16080"/>
                      <a:pt x="289" y="16080"/>
                    </a:cubicBezTo>
                    <a:lnTo>
                      <a:pt x="15901" y="16080"/>
                    </a:lnTo>
                    <a:cubicBezTo>
                      <a:pt x="16016" y="16080"/>
                      <a:pt x="16132" y="15965"/>
                      <a:pt x="16132" y="15849"/>
                    </a:cubicBezTo>
                    <a:lnTo>
                      <a:pt x="16132" y="14870"/>
                    </a:lnTo>
                    <a:cubicBezTo>
                      <a:pt x="16132" y="14755"/>
                      <a:pt x="16016" y="14639"/>
                      <a:pt x="15901" y="14639"/>
                    </a:cubicBezTo>
                    <a:cubicBezTo>
                      <a:pt x="15786" y="14639"/>
                      <a:pt x="15671" y="14755"/>
                      <a:pt x="15671" y="14870"/>
                    </a:cubicBezTo>
                    <a:lnTo>
                      <a:pt x="15671" y="15561"/>
                    </a:lnTo>
                    <a:lnTo>
                      <a:pt x="10889" y="15561"/>
                    </a:lnTo>
                    <a:lnTo>
                      <a:pt x="10889" y="10895"/>
                    </a:lnTo>
                    <a:lnTo>
                      <a:pt x="15671" y="10895"/>
                    </a:lnTo>
                    <a:lnTo>
                      <a:pt x="15671" y="13660"/>
                    </a:lnTo>
                    <a:cubicBezTo>
                      <a:pt x="15671" y="13767"/>
                      <a:pt x="15721" y="13875"/>
                      <a:pt x="15867" y="13889"/>
                    </a:cubicBezTo>
                    <a:lnTo>
                      <a:pt x="15867" y="13889"/>
                    </a:lnTo>
                    <a:cubicBezTo>
                      <a:pt x="15974" y="13875"/>
                      <a:pt x="16074" y="13767"/>
                      <a:pt x="16074" y="13660"/>
                    </a:cubicBezTo>
                    <a:lnTo>
                      <a:pt x="16074" y="10664"/>
                    </a:lnTo>
                    <a:cubicBezTo>
                      <a:pt x="16074" y="10549"/>
                      <a:pt x="15959" y="10434"/>
                      <a:pt x="15844" y="10434"/>
                    </a:cubicBezTo>
                    <a:lnTo>
                      <a:pt x="14576" y="10434"/>
                    </a:lnTo>
                    <a:cubicBezTo>
                      <a:pt x="15095" y="9339"/>
                      <a:pt x="15325" y="8187"/>
                      <a:pt x="15267" y="6977"/>
                    </a:cubicBezTo>
                    <a:cubicBezTo>
                      <a:pt x="15267" y="5652"/>
                      <a:pt x="14807" y="4327"/>
                      <a:pt x="14058" y="3175"/>
                    </a:cubicBezTo>
                    <a:cubicBezTo>
                      <a:pt x="12963" y="1562"/>
                      <a:pt x="11292" y="467"/>
                      <a:pt x="9391" y="122"/>
                    </a:cubicBezTo>
                    <a:cubicBezTo>
                      <a:pt x="8944" y="40"/>
                      <a:pt x="8498" y="1"/>
                      <a:pt x="805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55"/>
              <p:cNvSpPr/>
              <p:nvPr/>
            </p:nvSpPr>
            <p:spPr>
              <a:xfrm>
                <a:off x="3394400" y="3526650"/>
                <a:ext cx="67875" cy="65025"/>
              </a:xfrm>
              <a:custGeom>
                <a:rect b="b" l="l" r="r" t="t"/>
                <a:pathLst>
                  <a:path extrusionOk="0" h="2601" w="2715">
                    <a:moveTo>
                      <a:pt x="664" y="0"/>
                    </a:moveTo>
                    <a:cubicBezTo>
                      <a:pt x="535" y="0"/>
                      <a:pt x="408" y="74"/>
                      <a:pt x="378" y="195"/>
                    </a:cubicBezTo>
                    <a:lnTo>
                      <a:pt x="32" y="2327"/>
                    </a:lnTo>
                    <a:cubicBezTo>
                      <a:pt x="0" y="2485"/>
                      <a:pt x="125" y="2574"/>
                      <a:pt x="254" y="2574"/>
                    </a:cubicBezTo>
                    <a:cubicBezTo>
                      <a:pt x="359" y="2574"/>
                      <a:pt x="467" y="2514"/>
                      <a:pt x="493" y="2384"/>
                    </a:cubicBezTo>
                    <a:lnTo>
                      <a:pt x="723" y="1117"/>
                    </a:lnTo>
                    <a:lnTo>
                      <a:pt x="1069" y="2384"/>
                    </a:lnTo>
                    <a:cubicBezTo>
                      <a:pt x="1098" y="2528"/>
                      <a:pt x="1213" y="2600"/>
                      <a:pt x="1328" y="2600"/>
                    </a:cubicBezTo>
                    <a:cubicBezTo>
                      <a:pt x="1444" y="2600"/>
                      <a:pt x="1559" y="2528"/>
                      <a:pt x="1588" y="2384"/>
                    </a:cubicBezTo>
                    <a:lnTo>
                      <a:pt x="1991" y="1117"/>
                    </a:lnTo>
                    <a:lnTo>
                      <a:pt x="2221" y="2384"/>
                    </a:lnTo>
                    <a:cubicBezTo>
                      <a:pt x="2246" y="2509"/>
                      <a:pt x="2346" y="2569"/>
                      <a:pt x="2448" y="2569"/>
                    </a:cubicBezTo>
                    <a:cubicBezTo>
                      <a:pt x="2580" y="2569"/>
                      <a:pt x="2715" y="2465"/>
                      <a:pt x="2682" y="2269"/>
                    </a:cubicBezTo>
                    <a:lnTo>
                      <a:pt x="2682" y="2269"/>
                    </a:lnTo>
                    <a:lnTo>
                      <a:pt x="2682" y="2327"/>
                    </a:lnTo>
                    <a:lnTo>
                      <a:pt x="2279" y="195"/>
                    </a:lnTo>
                    <a:cubicBezTo>
                      <a:pt x="2249" y="74"/>
                      <a:pt x="2122" y="0"/>
                      <a:pt x="2001" y="0"/>
                    </a:cubicBezTo>
                    <a:cubicBezTo>
                      <a:pt x="1892" y="0"/>
                      <a:pt x="1788" y="59"/>
                      <a:pt x="1760" y="195"/>
                    </a:cubicBezTo>
                    <a:lnTo>
                      <a:pt x="1357" y="1635"/>
                    </a:lnTo>
                    <a:lnTo>
                      <a:pt x="954" y="195"/>
                    </a:lnTo>
                    <a:cubicBezTo>
                      <a:pt x="899" y="59"/>
                      <a:pt x="781" y="0"/>
                      <a:pt x="6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55"/>
              <p:cNvSpPr/>
              <p:nvPr/>
            </p:nvSpPr>
            <p:spPr>
              <a:xfrm>
                <a:off x="3274200" y="3525750"/>
                <a:ext cx="47550" cy="65925"/>
              </a:xfrm>
              <a:custGeom>
                <a:rect b="b" l="l" r="r" t="t"/>
                <a:pathLst>
                  <a:path extrusionOk="0" h="2637" w="1902">
                    <a:moveTo>
                      <a:pt x="1614" y="1"/>
                    </a:moveTo>
                    <a:cubicBezTo>
                      <a:pt x="1499" y="1"/>
                      <a:pt x="1441" y="116"/>
                      <a:pt x="1441" y="289"/>
                    </a:cubicBezTo>
                    <a:lnTo>
                      <a:pt x="1441" y="1038"/>
                    </a:lnTo>
                    <a:lnTo>
                      <a:pt x="462" y="1038"/>
                    </a:lnTo>
                    <a:lnTo>
                      <a:pt x="462" y="231"/>
                    </a:lnTo>
                    <a:cubicBezTo>
                      <a:pt x="462" y="87"/>
                      <a:pt x="346" y="15"/>
                      <a:pt x="231" y="15"/>
                    </a:cubicBezTo>
                    <a:cubicBezTo>
                      <a:pt x="116" y="15"/>
                      <a:pt x="1" y="87"/>
                      <a:pt x="1" y="231"/>
                    </a:cubicBezTo>
                    <a:lnTo>
                      <a:pt x="1" y="2420"/>
                    </a:lnTo>
                    <a:cubicBezTo>
                      <a:pt x="1" y="2564"/>
                      <a:pt x="116" y="2636"/>
                      <a:pt x="231" y="2636"/>
                    </a:cubicBezTo>
                    <a:cubicBezTo>
                      <a:pt x="346" y="2636"/>
                      <a:pt x="462" y="2564"/>
                      <a:pt x="462" y="2420"/>
                    </a:cubicBezTo>
                    <a:lnTo>
                      <a:pt x="462" y="1499"/>
                    </a:lnTo>
                    <a:lnTo>
                      <a:pt x="1441" y="1499"/>
                    </a:lnTo>
                    <a:lnTo>
                      <a:pt x="1441" y="2420"/>
                    </a:lnTo>
                    <a:cubicBezTo>
                      <a:pt x="1441" y="2564"/>
                      <a:pt x="1556" y="2636"/>
                      <a:pt x="1671" y="2636"/>
                    </a:cubicBezTo>
                    <a:cubicBezTo>
                      <a:pt x="1787" y="2636"/>
                      <a:pt x="1902" y="2564"/>
                      <a:pt x="1902" y="2420"/>
                    </a:cubicBezTo>
                    <a:lnTo>
                      <a:pt x="1902" y="231"/>
                    </a:lnTo>
                    <a:cubicBezTo>
                      <a:pt x="1902" y="116"/>
                      <a:pt x="1787" y="1"/>
                      <a:pt x="16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55"/>
              <p:cNvSpPr/>
              <p:nvPr/>
            </p:nvSpPr>
            <p:spPr>
              <a:xfrm>
                <a:off x="3532025" y="3526125"/>
                <a:ext cx="50425" cy="65900"/>
              </a:xfrm>
              <a:custGeom>
                <a:rect b="b" l="l" r="r" t="t"/>
                <a:pathLst>
                  <a:path extrusionOk="0" h="2636" w="2017">
                    <a:moveTo>
                      <a:pt x="1041" y="0"/>
                    </a:moveTo>
                    <a:cubicBezTo>
                      <a:pt x="949" y="0"/>
                      <a:pt x="851" y="13"/>
                      <a:pt x="749" y="43"/>
                    </a:cubicBezTo>
                    <a:cubicBezTo>
                      <a:pt x="288" y="216"/>
                      <a:pt x="0" y="1023"/>
                      <a:pt x="576" y="1311"/>
                    </a:cubicBezTo>
                    <a:cubicBezTo>
                      <a:pt x="576" y="1311"/>
                      <a:pt x="864" y="1426"/>
                      <a:pt x="1210" y="1541"/>
                    </a:cubicBezTo>
                    <a:cubicBezTo>
                      <a:pt x="1383" y="1656"/>
                      <a:pt x="1498" y="1772"/>
                      <a:pt x="1498" y="1887"/>
                    </a:cubicBezTo>
                    <a:cubicBezTo>
                      <a:pt x="1440" y="2002"/>
                      <a:pt x="1325" y="2175"/>
                      <a:pt x="1095" y="2175"/>
                    </a:cubicBezTo>
                    <a:cubicBezTo>
                      <a:pt x="864" y="2175"/>
                      <a:pt x="691" y="2060"/>
                      <a:pt x="519" y="1945"/>
                    </a:cubicBezTo>
                    <a:cubicBezTo>
                      <a:pt x="474" y="1885"/>
                      <a:pt x="417" y="1860"/>
                      <a:pt x="361" y="1860"/>
                    </a:cubicBezTo>
                    <a:cubicBezTo>
                      <a:pt x="201" y="1860"/>
                      <a:pt x="45" y="2062"/>
                      <a:pt x="173" y="2233"/>
                    </a:cubicBezTo>
                    <a:cubicBezTo>
                      <a:pt x="403" y="2463"/>
                      <a:pt x="749" y="2636"/>
                      <a:pt x="1095" y="2636"/>
                    </a:cubicBezTo>
                    <a:cubicBezTo>
                      <a:pt x="1498" y="2636"/>
                      <a:pt x="1901" y="2348"/>
                      <a:pt x="1959" y="1945"/>
                    </a:cubicBezTo>
                    <a:cubicBezTo>
                      <a:pt x="2016" y="1656"/>
                      <a:pt x="1844" y="1311"/>
                      <a:pt x="1325" y="1138"/>
                    </a:cubicBezTo>
                    <a:cubicBezTo>
                      <a:pt x="1095" y="1023"/>
                      <a:pt x="864" y="908"/>
                      <a:pt x="807" y="850"/>
                    </a:cubicBezTo>
                    <a:cubicBezTo>
                      <a:pt x="634" y="735"/>
                      <a:pt x="749" y="562"/>
                      <a:pt x="922" y="504"/>
                    </a:cubicBezTo>
                    <a:cubicBezTo>
                      <a:pt x="978" y="482"/>
                      <a:pt x="1034" y="472"/>
                      <a:pt x="1088" y="472"/>
                    </a:cubicBezTo>
                    <a:cubicBezTo>
                      <a:pt x="1311" y="472"/>
                      <a:pt x="1498" y="631"/>
                      <a:pt x="1498" y="677"/>
                    </a:cubicBezTo>
                    <a:cubicBezTo>
                      <a:pt x="1541" y="710"/>
                      <a:pt x="1587" y="724"/>
                      <a:pt x="1630" y="724"/>
                    </a:cubicBezTo>
                    <a:cubicBezTo>
                      <a:pt x="1819" y="724"/>
                      <a:pt x="1973" y="461"/>
                      <a:pt x="1786" y="274"/>
                    </a:cubicBezTo>
                    <a:cubicBezTo>
                      <a:pt x="1786" y="274"/>
                      <a:pt x="1473" y="0"/>
                      <a:pt x="10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05" name="Google Shape;1005;p55"/>
          <p:cNvGrpSpPr/>
          <p:nvPr/>
        </p:nvGrpSpPr>
        <p:grpSpPr>
          <a:xfrm>
            <a:off x="-790903" y="2534624"/>
            <a:ext cx="3759025" cy="707403"/>
            <a:chOff x="-790903" y="2601519"/>
            <a:chExt cx="3759025" cy="707403"/>
          </a:xfrm>
        </p:grpSpPr>
        <p:sp>
          <p:nvSpPr>
            <p:cNvPr id="1006" name="Google Shape;1006;p55"/>
            <p:cNvSpPr/>
            <p:nvPr/>
          </p:nvSpPr>
          <p:spPr>
            <a:xfrm rot="10800000">
              <a:off x="-790903" y="2601519"/>
              <a:ext cx="3759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55"/>
            <p:cNvSpPr/>
            <p:nvPr/>
          </p:nvSpPr>
          <p:spPr>
            <a:xfrm rot="5400000">
              <a:off x="2260722" y="260152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8" name="Google Shape;1008;p55"/>
            <p:cNvGrpSpPr/>
            <p:nvPr/>
          </p:nvGrpSpPr>
          <p:grpSpPr>
            <a:xfrm>
              <a:off x="2431500" y="2754300"/>
              <a:ext cx="365850" cy="401850"/>
              <a:chOff x="1479625" y="3227625"/>
              <a:chExt cx="365850" cy="401850"/>
            </a:xfrm>
          </p:grpSpPr>
          <p:sp>
            <p:nvSpPr>
              <p:cNvPr id="1009" name="Google Shape;1009;p55"/>
              <p:cNvSpPr/>
              <p:nvPr/>
            </p:nvSpPr>
            <p:spPr>
              <a:xfrm>
                <a:off x="1757600" y="3242025"/>
                <a:ext cx="11550" cy="43225"/>
              </a:xfrm>
              <a:custGeom>
                <a:rect b="b" l="l" r="r" t="t"/>
                <a:pathLst>
                  <a:path extrusionOk="0" h="1729" w="462">
                    <a:moveTo>
                      <a:pt x="289" y="1"/>
                    </a:moveTo>
                    <a:cubicBezTo>
                      <a:pt x="116" y="1"/>
                      <a:pt x="0" y="116"/>
                      <a:pt x="0" y="231"/>
                    </a:cubicBezTo>
                    <a:lnTo>
                      <a:pt x="0" y="1498"/>
                    </a:lnTo>
                    <a:cubicBezTo>
                      <a:pt x="0" y="1614"/>
                      <a:pt x="116" y="1729"/>
                      <a:pt x="289" y="1729"/>
                    </a:cubicBezTo>
                    <a:cubicBezTo>
                      <a:pt x="404" y="1729"/>
                      <a:pt x="461" y="1614"/>
                      <a:pt x="461" y="1498"/>
                    </a:cubicBezTo>
                    <a:lnTo>
                      <a:pt x="461" y="231"/>
                    </a:lnTo>
                    <a:cubicBezTo>
                      <a:pt x="461" y="116"/>
                      <a:pt x="40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55"/>
              <p:cNvSpPr/>
              <p:nvPr/>
            </p:nvSpPr>
            <p:spPr>
              <a:xfrm>
                <a:off x="1786400" y="3262200"/>
                <a:ext cx="11550" cy="46475"/>
              </a:xfrm>
              <a:custGeom>
                <a:rect b="b" l="l" r="r" t="t"/>
                <a:pathLst>
                  <a:path extrusionOk="0" h="1859" w="462">
                    <a:moveTo>
                      <a:pt x="231" y="0"/>
                    </a:moveTo>
                    <a:cubicBezTo>
                      <a:pt x="116" y="0"/>
                      <a:pt x="1" y="58"/>
                      <a:pt x="1" y="230"/>
                    </a:cubicBezTo>
                    <a:lnTo>
                      <a:pt x="1" y="1613"/>
                    </a:lnTo>
                    <a:cubicBezTo>
                      <a:pt x="1" y="1755"/>
                      <a:pt x="79" y="1859"/>
                      <a:pt x="171" y="1859"/>
                    </a:cubicBezTo>
                    <a:cubicBezTo>
                      <a:pt x="190" y="1859"/>
                      <a:pt x="211" y="1854"/>
                      <a:pt x="231" y="1844"/>
                    </a:cubicBezTo>
                    <a:cubicBezTo>
                      <a:pt x="346" y="1844"/>
                      <a:pt x="462" y="1728"/>
                      <a:pt x="462" y="1613"/>
                    </a:cubicBezTo>
                    <a:lnTo>
                      <a:pt x="462" y="230"/>
                    </a:lnTo>
                    <a:cubicBezTo>
                      <a:pt x="462" y="115"/>
                      <a:pt x="346"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55"/>
              <p:cNvSpPr/>
              <p:nvPr/>
            </p:nvSpPr>
            <p:spPr>
              <a:xfrm>
                <a:off x="1566050" y="3299625"/>
                <a:ext cx="12975" cy="61975"/>
              </a:xfrm>
              <a:custGeom>
                <a:rect b="b" l="l" r="r" t="t"/>
                <a:pathLst>
                  <a:path extrusionOk="0" h="2479" w="519">
                    <a:moveTo>
                      <a:pt x="288" y="1"/>
                    </a:moveTo>
                    <a:cubicBezTo>
                      <a:pt x="115" y="1"/>
                      <a:pt x="0" y="116"/>
                      <a:pt x="0" y="231"/>
                    </a:cubicBezTo>
                    <a:lnTo>
                      <a:pt x="0" y="2248"/>
                    </a:lnTo>
                    <a:cubicBezTo>
                      <a:pt x="0" y="2363"/>
                      <a:pt x="115" y="2478"/>
                      <a:pt x="288" y="2478"/>
                    </a:cubicBezTo>
                    <a:cubicBezTo>
                      <a:pt x="404" y="2478"/>
                      <a:pt x="519" y="2363"/>
                      <a:pt x="519" y="2248"/>
                    </a:cubicBezTo>
                    <a:lnTo>
                      <a:pt x="519" y="231"/>
                    </a:lnTo>
                    <a:cubicBezTo>
                      <a:pt x="519" y="116"/>
                      <a:pt x="404"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55"/>
              <p:cNvSpPr/>
              <p:nvPr/>
            </p:nvSpPr>
            <p:spPr>
              <a:xfrm>
                <a:off x="1711500" y="3320950"/>
                <a:ext cx="38925" cy="74150"/>
              </a:xfrm>
              <a:custGeom>
                <a:rect b="b" l="l" r="r" t="t"/>
                <a:pathLst>
                  <a:path extrusionOk="0" h="2966" w="1557">
                    <a:moveTo>
                      <a:pt x="737" y="1"/>
                    </a:moveTo>
                    <a:cubicBezTo>
                      <a:pt x="591" y="1"/>
                      <a:pt x="462" y="143"/>
                      <a:pt x="462" y="243"/>
                    </a:cubicBezTo>
                    <a:lnTo>
                      <a:pt x="519" y="243"/>
                    </a:lnTo>
                    <a:lnTo>
                      <a:pt x="519" y="358"/>
                    </a:lnTo>
                    <a:cubicBezTo>
                      <a:pt x="519" y="358"/>
                      <a:pt x="116" y="646"/>
                      <a:pt x="116" y="876"/>
                    </a:cubicBezTo>
                    <a:cubicBezTo>
                      <a:pt x="59" y="1107"/>
                      <a:pt x="116" y="1280"/>
                      <a:pt x="289" y="1452"/>
                    </a:cubicBezTo>
                    <a:cubicBezTo>
                      <a:pt x="462" y="1568"/>
                      <a:pt x="635" y="1625"/>
                      <a:pt x="865" y="1740"/>
                    </a:cubicBezTo>
                    <a:cubicBezTo>
                      <a:pt x="1038" y="1740"/>
                      <a:pt x="1038" y="1856"/>
                      <a:pt x="1038" y="1971"/>
                    </a:cubicBezTo>
                    <a:cubicBezTo>
                      <a:pt x="980" y="2028"/>
                      <a:pt x="923" y="2144"/>
                      <a:pt x="750" y="2144"/>
                    </a:cubicBezTo>
                    <a:cubicBezTo>
                      <a:pt x="577" y="2144"/>
                      <a:pt x="519" y="2144"/>
                      <a:pt x="404" y="2086"/>
                    </a:cubicBezTo>
                    <a:cubicBezTo>
                      <a:pt x="356" y="2062"/>
                      <a:pt x="299" y="2048"/>
                      <a:pt x="244" y="2048"/>
                    </a:cubicBezTo>
                    <a:cubicBezTo>
                      <a:pt x="166" y="2048"/>
                      <a:pt x="92" y="2076"/>
                      <a:pt x="59" y="2144"/>
                    </a:cubicBezTo>
                    <a:cubicBezTo>
                      <a:pt x="1" y="2259"/>
                      <a:pt x="1" y="2374"/>
                      <a:pt x="116" y="2489"/>
                    </a:cubicBezTo>
                    <a:cubicBezTo>
                      <a:pt x="289" y="2547"/>
                      <a:pt x="519" y="2605"/>
                      <a:pt x="519" y="2605"/>
                    </a:cubicBezTo>
                    <a:lnTo>
                      <a:pt x="519" y="2720"/>
                    </a:lnTo>
                    <a:cubicBezTo>
                      <a:pt x="519" y="2835"/>
                      <a:pt x="635" y="2950"/>
                      <a:pt x="750" y="2950"/>
                    </a:cubicBezTo>
                    <a:cubicBezTo>
                      <a:pt x="770" y="2960"/>
                      <a:pt x="791" y="2965"/>
                      <a:pt x="810" y="2965"/>
                    </a:cubicBezTo>
                    <a:cubicBezTo>
                      <a:pt x="902" y="2965"/>
                      <a:pt x="980" y="2862"/>
                      <a:pt x="980" y="2720"/>
                    </a:cubicBezTo>
                    <a:lnTo>
                      <a:pt x="980" y="2605"/>
                    </a:lnTo>
                    <a:cubicBezTo>
                      <a:pt x="1268" y="2489"/>
                      <a:pt x="1499" y="2259"/>
                      <a:pt x="1499" y="2028"/>
                    </a:cubicBezTo>
                    <a:cubicBezTo>
                      <a:pt x="1556" y="1683"/>
                      <a:pt x="1384" y="1395"/>
                      <a:pt x="1038" y="1280"/>
                    </a:cubicBezTo>
                    <a:cubicBezTo>
                      <a:pt x="865" y="1222"/>
                      <a:pt x="692" y="1107"/>
                      <a:pt x="577" y="1049"/>
                    </a:cubicBezTo>
                    <a:cubicBezTo>
                      <a:pt x="519" y="1049"/>
                      <a:pt x="519" y="991"/>
                      <a:pt x="519" y="934"/>
                    </a:cubicBezTo>
                    <a:cubicBezTo>
                      <a:pt x="548" y="847"/>
                      <a:pt x="635" y="819"/>
                      <a:pt x="728" y="819"/>
                    </a:cubicBezTo>
                    <a:cubicBezTo>
                      <a:pt x="822" y="819"/>
                      <a:pt x="923" y="847"/>
                      <a:pt x="980" y="876"/>
                    </a:cubicBezTo>
                    <a:cubicBezTo>
                      <a:pt x="980" y="876"/>
                      <a:pt x="1083" y="927"/>
                      <a:pt x="1185" y="927"/>
                    </a:cubicBezTo>
                    <a:cubicBezTo>
                      <a:pt x="1236" y="927"/>
                      <a:pt x="1288" y="915"/>
                      <a:pt x="1326" y="876"/>
                    </a:cubicBezTo>
                    <a:cubicBezTo>
                      <a:pt x="1499" y="703"/>
                      <a:pt x="1326" y="531"/>
                      <a:pt x="1326" y="531"/>
                    </a:cubicBezTo>
                    <a:cubicBezTo>
                      <a:pt x="1268" y="473"/>
                      <a:pt x="1153" y="415"/>
                      <a:pt x="980" y="358"/>
                    </a:cubicBezTo>
                    <a:lnTo>
                      <a:pt x="980" y="243"/>
                    </a:lnTo>
                    <a:cubicBezTo>
                      <a:pt x="980" y="127"/>
                      <a:pt x="923" y="70"/>
                      <a:pt x="807" y="12"/>
                    </a:cubicBezTo>
                    <a:cubicBezTo>
                      <a:pt x="784" y="4"/>
                      <a:pt x="760" y="1"/>
                      <a:pt x="7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55"/>
              <p:cNvSpPr/>
              <p:nvPr/>
            </p:nvSpPr>
            <p:spPr>
              <a:xfrm>
                <a:off x="1479625" y="3227625"/>
                <a:ext cx="365850" cy="401850"/>
              </a:xfrm>
              <a:custGeom>
                <a:rect b="b" l="l" r="r" t="t"/>
                <a:pathLst>
                  <a:path extrusionOk="0" h="16074" w="14634">
                    <a:moveTo>
                      <a:pt x="5935" y="461"/>
                    </a:moveTo>
                    <a:cubicBezTo>
                      <a:pt x="5819" y="807"/>
                      <a:pt x="5531" y="1095"/>
                      <a:pt x="5186" y="1153"/>
                    </a:cubicBezTo>
                    <a:lnTo>
                      <a:pt x="5186" y="461"/>
                    </a:lnTo>
                    <a:close/>
                    <a:moveTo>
                      <a:pt x="9794" y="461"/>
                    </a:moveTo>
                    <a:lnTo>
                      <a:pt x="9794" y="1153"/>
                    </a:lnTo>
                    <a:cubicBezTo>
                      <a:pt x="9449" y="1095"/>
                      <a:pt x="9161" y="807"/>
                      <a:pt x="9045" y="461"/>
                    </a:cubicBezTo>
                    <a:close/>
                    <a:moveTo>
                      <a:pt x="7490" y="3457"/>
                    </a:moveTo>
                    <a:cubicBezTo>
                      <a:pt x="7663" y="3457"/>
                      <a:pt x="7836" y="3515"/>
                      <a:pt x="7951" y="3515"/>
                    </a:cubicBezTo>
                    <a:cubicBezTo>
                      <a:pt x="7548" y="3976"/>
                      <a:pt x="7317" y="4609"/>
                      <a:pt x="7317" y="5243"/>
                    </a:cubicBezTo>
                    <a:cubicBezTo>
                      <a:pt x="7317" y="5531"/>
                      <a:pt x="7375" y="5761"/>
                      <a:pt x="7432" y="6048"/>
                    </a:cubicBezTo>
                    <a:lnTo>
                      <a:pt x="7432" y="6048"/>
                    </a:lnTo>
                    <a:cubicBezTo>
                      <a:pt x="6712" y="6020"/>
                      <a:pt x="6165" y="5455"/>
                      <a:pt x="6165" y="4782"/>
                    </a:cubicBezTo>
                    <a:cubicBezTo>
                      <a:pt x="6165" y="4033"/>
                      <a:pt x="6799" y="3457"/>
                      <a:pt x="7490" y="3457"/>
                    </a:cubicBezTo>
                    <a:close/>
                    <a:moveTo>
                      <a:pt x="8585" y="461"/>
                    </a:moveTo>
                    <a:cubicBezTo>
                      <a:pt x="8700" y="1095"/>
                      <a:pt x="9161" y="1556"/>
                      <a:pt x="9794" y="1671"/>
                    </a:cubicBezTo>
                    <a:lnTo>
                      <a:pt x="9794" y="2535"/>
                    </a:lnTo>
                    <a:cubicBezTo>
                      <a:pt x="9218" y="2593"/>
                      <a:pt x="8700" y="2823"/>
                      <a:pt x="8297" y="3169"/>
                    </a:cubicBezTo>
                    <a:cubicBezTo>
                      <a:pt x="8066" y="3054"/>
                      <a:pt x="7778" y="2996"/>
                      <a:pt x="7490" y="2996"/>
                    </a:cubicBezTo>
                    <a:cubicBezTo>
                      <a:pt x="6511" y="2996"/>
                      <a:pt x="5704" y="3803"/>
                      <a:pt x="5704" y="4724"/>
                    </a:cubicBezTo>
                    <a:cubicBezTo>
                      <a:pt x="5704" y="5704"/>
                      <a:pt x="6511" y="6510"/>
                      <a:pt x="7490" y="6510"/>
                    </a:cubicBezTo>
                    <a:lnTo>
                      <a:pt x="7663" y="6510"/>
                    </a:lnTo>
                    <a:cubicBezTo>
                      <a:pt x="7720" y="6683"/>
                      <a:pt x="7836" y="6798"/>
                      <a:pt x="7951" y="6914"/>
                    </a:cubicBezTo>
                    <a:lnTo>
                      <a:pt x="5186" y="6914"/>
                    </a:lnTo>
                    <a:lnTo>
                      <a:pt x="5186" y="1671"/>
                    </a:lnTo>
                    <a:cubicBezTo>
                      <a:pt x="5819" y="1556"/>
                      <a:pt x="6280" y="1095"/>
                      <a:pt x="6395" y="461"/>
                    </a:cubicBezTo>
                    <a:close/>
                    <a:moveTo>
                      <a:pt x="10025" y="2996"/>
                    </a:moveTo>
                    <a:cubicBezTo>
                      <a:pt x="11292" y="2996"/>
                      <a:pt x="12272" y="4033"/>
                      <a:pt x="12272" y="5243"/>
                    </a:cubicBezTo>
                    <a:cubicBezTo>
                      <a:pt x="12272" y="5877"/>
                      <a:pt x="11984" y="6510"/>
                      <a:pt x="11465" y="6914"/>
                    </a:cubicBezTo>
                    <a:lnTo>
                      <a:pt x="8585" y="6914"/>
                    </a:lnTo>
                    <a:cubicBezTo>
                      <a:pt x="8354" y="6741"/>
                      <a:pt x="8181" y="6453"/>
                      <a:pt x="8009" y="6222"/>
                    </a:cubicBezTo>
                    <a:cubicBezTo>
                      <a:pt x="8009" y="6165"/>
                      <a:pt x="8009" y="6165"/>
                      <a:pt x="8009" y="6107"/>
                    </a:cubicBezTo>
                    <a:cubicBezTo>
                      <a:pt x="7893" y="5819"/>
                      <a:pt x="7836" y="5531"/>
                      <a:pt x="7836" y="5243"/>
                    </a:cubicBezTo>
                    <a:cubicBezTo>
                      <a:pt x="7836" y="4033"/>
                      <a:pt x="8815" y="2996"/>
                      <a:pt x="10025" y="2996"/>
                    </a:cubicBezTo>
                    <a:close/>
                    <a:moveTo>
                      <a:pt x="9622" y="7432"/>
                    </a:moveTo>
                    <a:lnTo>
                      <a:pt x="8412" y="9160"/>
                    </a:lnTo>
                    <a:lnTo>
                      <a:pt x="5013" y="9160"/>
                    </a:lnTo>
                    <a:cubicBezTo>
                      <a:pt x="4494" y="8584"/>
                      <a:pt x="3745" y="8296"/>
                      <a:pt x="2996" y="8296"/>
                    </a:cubicBezTo>
                    <a:lnTo>
                      <a:pt x="3630" y="7432"/>
                    </a:lnTo>
                    <a:close/>
                    <a:moveTo>
                      <a:pt x="12733" y="7432"/>
                    </a:moveTo>
                    <a:lnTo>
                      <a:pt x="13942" y="9160"/>
                    </a:lnTo>
                    <a:lnTo>
                      <a:pt x="11696" y="9160"/>
                    </a:lnTo>
                    <a:lnTo>
                      <a:pt x="10486" y="7432"/>
                    </a:lnTo>
                    <a:close/>
                    <a:moveTo>
                      <a:pt x="3745" y="14691"/>
                    </a:moveTo>
                    <a:lnTo>
                      <a:pt x="3745" y="15210"/>
                    </a:lnTo>
                    <a:cubicBezTo>
                      <a:pt x="3745" y="15440"/>
                      <a:pt x="3572" y="15613"/>
                      <a:pt x="3342" y="15613"/>
                    </a:cubicBezTo>
                    <a:lnTo>
                      <a:pt x="2651" y="15613"/>
                    </a:lnTo>
                    <a:cubicBezTo>
                      <a:pt x="2478" y="15613"/>
                      <a:pt x="2305" y="15440"/>
                      <a:pt x="2305" y="15210"/>
                    </a:cubicBezTo>
                    <a:lnTo>
                      <a:pt x="2305" y="14691"/>
                    </a:lnTo>
                    <a:close/>
                    <a:moveTo>
                      <a:pt x="9852" y="7893"/>
                    </a:moveTo>
                    <a:lnTo>
                      <a:pt x="9852" y="15613"/>
                    </a:lnTo>
                    <a:lnTo>
                      <a:pt x="4091" y="15613"/>
                    </a:lnTo>
                    <a:cubicBezTo>
                      <a:pt x="4149" y="15498"/>
                      <a:pt x="4206" y="15382"/>
                      <a:pt x="4206" y="15210"/>
                    </a:cubicBezTo>
                    <a:lnTo>
                      <a:pt x="4206" y="14633"/>
                    </a:lnTo>
                    <a:cubicBezTo>
                      <a:pt x="4379" y="14576"/>
                      <a:pt x="4494" y="14345"/>
                      <a:pt x="4494" y="14115"/>
                    </a:cubicBezTo>
                    <a:lnTo>
                      <a:pt x="4494" y="13827"/>
                    </a:lnTo>
                    <a:cubicBezTo>
                      <a:pt x="5416" y="13251"/>
                      <a:pt x="5935" y="12329"/>
                      <a:pt x="5935" y="11234"/>
                    </a:cubicBezTo>
                    <a:cubicBezTo>
                      <a:pt x="5935" y="10658"/>
                      <a:pt x="5762" y="10082"/>
                      <a:pt x="5416" y="9564"/>
                    </a:cubicBezTo>
                    <a:lnTo>
                      <a:pt x="8527" y="9564"/>
                    </a:lnTo>
                    <a:cubicBezTo>
                      <a:pt x="8642" y="9564"/>
                      <a:pt x="8700" y="9564"/>
                      <a:pt x="8757" y="9449"/>
                    </a:cubicBezTo>
                    <a:lnTo>
                      <a:pt x="9852" y="7893"/>
                    </a:lnTo>
                    <a:close/>
                    <a:moveTo>
                      <a:pt x="4955" y="0"/>
                    </a:moveTo>
                    <a:cubicBezTo>
                      <a:pt x="4840" y="0"/>
                      <a:pt x="4725" y="116"/>
                      <a:pt x="4725" y="231"/>
                    </a:cubicBezTo>
                    <a:lnTo>
                      <a:pt x="4725" y="6914"/>
                    </a:lnTo>
                    <a:lnTo>
                      <a:pt x="3515" y="6914"/>
                    </a:lnTo>
                    <a:cubicBezTo>
                      <a:pt x="3457" y="6914"/>
                      <a:pt x="3400" y="6971"/>
                      <a:pt x="3342" y="7029"/>
                    </a:cubicBezTo>
                    <a:lnTo>
                      <a:pt x="2420" y="8354"/>
                    </a:lnTo>
                    <a:cubicBezTo>
                      <a:pt x="2017" y="8412"/>
                      <a:pt x="1671" y="8584"/>
                      <a:pt x="1326" y="8815"/>
                    </a:cubicBezTo>
                    <a:cubicBezTo>
                      <a:pt x="1134" y="8958"/>
                      <a:pt x="1261" y="9260"/>
                      <a:pt x="1474" y="9260"/>
                    </a:cubicBezTo>
                    <a:cubicBezTo>
                      <a:pt x="1517" y="9260"/>
                      <a:pt x="1565" y="9248"/>
                      <a:pt x="1614" y="9218"/>
                    </a:cubicBezTo>
                    <a:cubicBezTo>
                      <a:pt x="1959" y="8930"/>
                      <a:pt x="2420" y="8757"/>
                      <a:pt x="2939" y="8757"/>
                    </a:cubicBezTo>
                    <a:cubicBezTo>
                      <a:pt x="3630" y="8757"/>
                      <a:pt x="4264" y="8988"/>
                      <a:pt x="4725" y="9506"/>
                    </a:cubicBezTo>
                    <a:cubicBezTo>
                      <a:pt x="5186" y="9967"/>
                      <a:pt x="5474" y="10601"/>
                      <a:pt x="5474" y="11292"/>
                    </a:cubicBezTo>
                    <a:cubicBezTo>
                      <a:pt x="5474" y="12214"/>
                      <a:pt x="4955" y="13020"/>
                      <a:pt x="4149" y="13481"/>
                    </a:cubicBezTo>
                    <a:cubicBezTo>
                      <a:pt x="4091" y="13539"/>
                      <a:pt x="4033" y="13596"/>
                      <a:pt x="4033" y="13654"/>
                    </a:cubicBezTo>
                    <a:lnTo>
                      <a:pt x="4033" y="14115"/>
                    </a:lnTo>
                    <a:cubicBezTo>
                      <a:pt x="4033" y="14173"/>
                      <a:pt x="3918" y="14230"/>
                      <a:pt x="3918" y="14230"/>
                    </a:cubicBezTo>
                    <a:lnTo>
                      <a:pt x="2017" y="14230"/>
                    </a:lnTo>
                    <a:cubicBezTo>
                      <a:pt x="1959" y="14230"/>
                      <a:pt x="1959" y="14230"/>
                      <a:pt x="1959" y="14173"/>
                    </a:cubicBezTo>
                    <a:lnTo>
                      <a:pt x="1959" y="13712"/>
                    </a:lnTo>
                    <a:cubicBezTo>
                      <a:pt x="1959" y="13596"/>
                      <a:pt x="1902" y="13539"/>
                      <a:pt x="1787" y="13481"/>
                    </a:cubicBezTo>
                    <a:cubicBezTo>
                      <a:pt x="980" y="13020"/>
                      <a:pt x="461" y="12214"/>
                      <a:pt x="519" y="11234"/>
                    </a:cubicBezTo>
                    <a:cubicBezTo>
                      <a:pt x="519" y="10831"/>
                      <a:pt x="634" y="10428"/>
                      <a:pt x="807" y="10082"/>
                    </a:cubicBezTo>
                    <a:cubicBezTo>
                      <a:pt x="924" y="9888"/>
                      <a:pt x="778" y="9719"/>
                      <a:pt x="617" y="9719"/>
                    </a:cubicBezTo>
                    <a:cubicBezTo>
                      <a:pt x="540" y="9719"/>
                      <a:pt x="460" y="9758"/>
                      <a:pt x="404" y="9852"/>
                    </a:cubicBezTo>
                    <a:cubicBezTo>
                      <a:pt x="173" y="10255"/>
                      <a:pt x="58" y="10774"/>
                      <a:pt x="58" y="11234"/>
                    </a:cubicBezTo>
                    <a:cubicBezTo>
                      <a:pt x="1" y="12329"/>
                      <a:pt x="577" y="13308"/>
                      <a:pt x="1498" y="13827"/>
                    </a:cubicBezTo>
                    <a:lnTo>
                      <a:pt x="1498" y="14115"/>
                    </a:lnTo>
                    <a:cubicBezTo>
                      <a:pt x="1498" y="14345"/>
                      <a:pt x="1614" y="14576"/>
                      <a:pt x="1844" y="14691"/>
                    </a:cubicBezTo>
                    <a:lnTo>
                      <a:pt x="1844" y="15210"/>
                    </a:lnTo>
                    <a:cubicBezTo>
                      <a:pt x="1844" y="15728"/>
                      <a:pt x="2190" y="16074"/>
                      <a:pt x="2708" y="16074"/>
                    </a:cubicBezTo>
                    <a:lnTo>
                      <a:pt x="12848" y="16074"/>
                    </a:lnTo>
                    <a:cubicBezTo>
                      <a:pt x="12963" y="16074"/>
                      <a:pt x="13078" y="15959"/>
                      <a:pt x="13078" y="15843"/>
                    </a:cubicBezTo>
                    <a:lnTo>
                      <a:pt x="13078" y="14576"/>
                    </a:lnTo>
                    <a:cubicBezTo>
                      <a:pt x="13078" y="14461"/>
                      <a:pt x="12963" y="14345"/>
                      <a:pt x="12848" y="14345"/>
                    </a:cubicBezTo>
                    <a:cubicBezTo>
                      <a:pt x="12733" y="14345"/>
                      <a:pt x="12617" y="14461"/>
                      <a:pt x="12617" y="14576"/>
                    </a:cubicBezTo>
                    <a:lnTo>
                      <a:pt x="12617" y="15613"/>
                    </a:lnTo>
                    <a:lnTo>
                      <a:pt x="10313" y="15613"/>
                    </a:lnTo>
                    <a:lnTo>
                      <a:pt x="10313" y="7893"/>
                    </a:lnTo>
                    <a:lnTo>
                      <a:pt x="11408" y="9449"/>
                    </a:lnTo>
                    <a:cubicBezTo>
                      <a:pt x="11465" y="9564"/>
                      <a:pt x="11523" y="9564"/>
                      <a:pt x="11580" y="9564"/>
                    </a:cubicBezTo>
                    <a:lnTo>
                      <a:pt x="12617" y="9564"/>
                    </a:lnTo>
                    <a:lnTo>
                      <a:pt x="12617" y="13193"/>
                    </a:lnTo>
                    <a:cubicBezTo>
                      <a:pt x="12617" y="13308"/>
                      <a:pt x="12675" y="13424"/>
                      <a:pt x="12790" y="13424"/>
                    </a:cubicBezTo>
                    <a:cubicBezTo>
                      <a:pt x="12963" y="13424"/>
                      <a:pt x="13078" y="13308"/>
                      <a:pt x="13078" y="13193"/>
                    </a:cubicBezTo>
                    <a:lnTo>
                      <a:pt x="13078" y="9564"/>
                    </a:lnTo>
                    <a:lnTo>
                      <a:pt x="14346" y="9564"/>
                    </a:lnTo>
                    <a:cubicBezTo>
                      <a:pt x="14403" y="9564"/>
                      <a:pt x="14461" y="9564"/>
                      <a:pt x="14519" y="9506"/>
                    </a:cubicBezTo>
                    <a:cubicBezTo>
                      <a:pt x="14634" y="9449"/>
                      <a:pt x="14634" y="9333"/>
                      <a:pt x="14576" y="9218"/>
                    </a:cubicBezTo>
                    <a:lnTo>
                      <a:pt x="13021" y="7029"/>
                    </a:lnTo>
                    <a:cubicBezTo>
                      <a:pt x="12963" y="6971"/>
                      <a:pt x="12905" y="6914"/>
                      <a:pt x="12848" y="6914"/>
                    </a:cubicBezTo>
                    <a:lnTo>
                      <a:pt x="12099" y="6914"/>
                    </a:lnTo>
                    <a:cubicBezTo>
                      <a:pt x="12502" y="6453"/>
                      <a:pt x="12733" y="5877"/>
                      <a:pt x="12733" y="5243"/>
                    </a:cubicBezTo>
                    <a:cubicBezTo>
                      <a:pt x="12733" y="3803"/>
                      <a:pt x="11638" y="2650"/>
                      <a:pt x="10255" y="2535"/>
                    </a:cubicBezTo>
                    <a:lnTo>
                      <a:pt x="10255" y="231"/>
                    </a:lnTo>
                    <a:cubicBezTo>
                      <a:pt x="10255" y="116"/>
                      <a:pt x="10140" y="0"/>
                      <a:pt x="1002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55"/>
              <p:cNvSpPr/>
              <p:nvPr/>
            </p:nvSpPr>
            <p:spPr>
              <a:xfrm>
                <a:off x="1517075" y="3475000"/>
                <a:ext cx="73475" cy="69000"/>
              </a:xfrm>
              <a:custGeom>
                <a:rect b="b" l="l" r="r" t="t"/>
                <a:pathLst>
                  <a:path extrusionOk="0" h="2760" w="2939">
                    <a:moveTo>
                      <a:pt x="1498" y="763"/>
                    </a:moveTo>
                    <a:lnTo>
                      <a:pt x="1671" y="1109"/>
                    </a:lnTo>
                    <a:cubicBezTo>
                      <a:pt x="1671" y="1167"/>
                      <a:pt x="1786" y="1224"/>
                      <a:pt x="1844" y="1224"/>
                    </a:cubicBezTo>
                    <a:lnTo>
                      <a:pt x="2190" y="1282"/>
                    </a:lnTo>
                    <a:lnTo>
                      <a:pt x="1959" y="1512"/>
                    </a:lnTo>
                    <a:cubicBezTo>
                      <a:pt x="1902" y="1570"/>
                      <a:pt x="1844" y="1628"/>
                      <a:pt x="1844" y="1743"/>
                    </a:cubicBezTo>
                    <a:lnTo>
                      <a:pt x="1902" y="2088"/>
                    </a:lnTo>
                    <a:lnTo>
                      <a:pt x="1614" y="1916"/>
                    </a:lnTo>
                    <a:cubicBezTo>
                      <a:pt x="1585" y="1887"/>
                      <a:pt x="1542" y="1872"/>
                      <a:pt x="1498" y="1872"/>
                    </a:cubicBezTo>
                    <a:cubicBezTo>
                      <a:pt x="1455" y="1872"/>
                      <a:pt x="1412" y="1887"/>
                      <a:pt x="1383" y="1916"/>
                    </a:cubicBezTo>
                    <a:lnTo>
                      <a:pt x="1095" y="2088"/>
                    </a:lnTo>
                    <a:lnTo>
                      <a:pt x="1153" y="1743"/>
                    </a:lnTo>
                    <a:cubicBezTo>
                      <a:pt x="1153" y="1628"/>
                      <a:pt x="1095" y="1570"/>
                      <a:pt x="1095" y="1512"/>
                    </a:cubicBezTo>
                    <a:lnTo>
                      <a:pt x="807" y="1282"/>
                    </a:lnTo>
                    <a:lnTo>
                      <a:pt x="1153" y="1224"/>
                    </a:lnTo>
                    <a:cubicBezTo>
                      <a:pt x="1268" y="1224"/>
                      <a:pt x="1326" y="1167"/>
                      <a:pt x="1326" y="1109"/>
                    </a:cubicBezTo>
                    <a:lnTo>
                      <a:pt x="1498" y="763"/>
                    </a:lnTo>
                    <a:close/>
                    <a:moveTo>
                      <a:pt x="1498" y="0"/>
                    </a:moveTo>
                    <a:cubicBezTo>
                      <a:pt x="1412" y="0"/>
                      <a:pt x="1326" y="43"/>
                      <a:pt x="1268" y="130"/>
                    </a:cubicBezTo>
                    <a:lnTo>
                      <a:pt x="980" y="763"/>
                    </a:lnTo>
                    <a:lnTo>
                      <a:pt x="231" y="879"/>
                    </a:lnTo>
                    <a:cubicBezTo>
                      <a:pt x="58" y="879"/>
                      <a:pt x="0" y="1167"/>
                      <a:pt x="116" y="1282"/>
                    </a:cubicBezTo>
                    <a:lnTo>
                      <a:pt x="634" y="1800"/>
                    </a:lnTo>
                    <a:lnTo>
                      <a:pt x="519" y="2492"/>
                    </a:lnTo>
                    <a:cubicBezTo>
                      <a:pt x="474" y="2626"/>
                      <a:pt x="603" y="2759"/>
                      <a:pt x="743" y="2759"/>
                    </a:cubicBezTo>
                    <a:cubicBezTo>
                      <a:pt x="784" y="2759"/>
                      <a:pt x="826" y="2748"/>
                      <a:pt x="865" y="2722"/>
                    </a:cubicBezTo>
                    <a:lnTo>
                      <a:pt x="1498" y="2376"/>
                    </a:lnTo>
                    <a:lnTo>
                      <a:pt x="2132" y="2722"/>
                    </a:lnTo>
                    <a:cubicBezTo>
                      <a:pt x="2171" y="2748"/>
                      <a:pt x="2210" y="2759"/>
                      <a:pt x="2246" y="2759"/>
                    </a:cubicBezTo>
                    <a:cubicBezTo>
                      <a:pt x="2371" y="2759"/>
                      <a:pt x="2465" y="2626"/>
                      <a:pt x="2420" y="2492"/>
                    </a:cubicBezTo>
                    <a:lnTo>
                      <a:pt x="2305" y="1800"/>
                    </a:lnTo>
                    <a:lnTo>
                      <a:pt x="2823" y="1282"/>
                    </a:lnTo>
                    <a:cubicBezTo>
                      <a:pt x="2881" y="1224"/>
                      <a:pt x="2939" y="1109"/>
                      <a:pt x="2881" y="1051"/>
                    </a:cubicBezTo>
                    <a:lnTo>
                      <a:pt x="2939" y="1051"/>
                    </a:lnTo>
                    <a:cubicBezTo>
                      <a:pt x="2881" y="936"/>
                      <a:pt x="2823" y="879"/>
                      <a:pt x="2708" y="879"/>
                    </a:cubicBezTo>
                    <a:lnTo>
                      <a:pt x="2017" y="763"/>
                    </a:lnTo>
                    <a:lnTo>
                      <a:pt x="1729" y="130"/>
                    </a:lnTo>
                    <a:cubicBezTo>
                      <a:pt x="1671" y="43"/>
                      <a:pt x="1585" y="0"/>
                      <a:pt x="149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15" name="Google Shape;1015;p55"/>
          <p:cNvGrpSpPr/>
          <p:nvPr/>
        </p:nvGrpSpPr>
        <p:grpSpPr>
          <a:xfrm>
            <a:off x="-790866" y="1486121"/>
            <a:ext cx="3759000" cy="707460"/>
            <a:chOff x="-790866" y="1486121"/>
            <a:chExt cx="3759000" cy="707460"/>
          </a:xfrm>
        </p:grpSpPr>
        <p:sp>
          <p:nvSpPr>
            <p:cNvPr id="1016" name="Google Shape;1016;p55"/>
            <p:cNvSpPr/>
            <p:nvPr/>
          </p:nvSpPr>
          <p:spPr>
            <a:xfrm rot="10800000">
              <a:off x="-790866" y="1486181"/>
              <a:ext cx="3759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55"/>
            <p:cNvSpPr/>
            <p:nvPr/>
          </p:nvSpPr>
          <p:spPr>
            <a:xfrm rot="5400000">
              <a:off x="2260722" y="1486121"/>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8" name="Google Shape;1018;p55"/>
            <p:cNvGrpSpPr/>
            <p:nvPr/>
          </p:nvGrpSpPr>
          <p:grpSpPr>
            <a:xfrm>
              <a:off x="2412050" y="1707313"/>
              <a:ext cx="404750" cy="265025"/>
              <a:chOff x="866075" y="3352925"/>
              <a:chExt cx="404750" cy="265025"/>
            </a:xfrm>
          </p:grpSpPr>
          <p:sp>
            <p:nvSpPr>
              <p:cNvPr id="1019" name="Google Shape;1019;p55"/>
              <p:cNvSpPr/>
              <p:nvPr/>
            </p:nvSpPr>
            <p:spPr>
              <a:xfrm>
                <a:off x="866075" y="3352925"/>
                <a:ext cx="404750" cy="265025"/>
              </a:xfrm>
              <a:custGeom>
                <a:rect b="b" l="l" r="r" t="t"/>
                <a:pathLst>
                  <a:path extrusionOk="0" h="10601" w="16190">
                    <a:moveTo>
                      <a:pt x="5819" y="2708"/>
                    </a:moveTo>
                    <a:cubicBezTo>
                      <a:pt x="5531" y="2881"/>
                      <a:pt x="5301" y="3054"/>
                      <a:pt x="5070" y="3342"/>
                    </a:cubicBezTo>
                    <a:cubicBezTo>
                      <a:pt x="5070" y="3284"/>
                      <a:pt x="5012" y="3284"/>
                      <a:pt x="4955" y="3284"/>
                    </a:cubicBezTo>
                    <a:cubicBezTo>
                      <a:pt x="4667" y="3284"/>
                      <a:pt x="4436" y="3400"/>
                      <a:pt x="4206" y="3630"/>
                    </a:cubicBezTo>
                    <a:lnTo>
                      <a:pt x="2535" y="5301"/>
                    </a:lnTo>
                    <a:cubicBezTo>
                      <a:pt x="2420" y="5416"/>
                      <a:pt x="2247" y="5474"/>
                      <a:pt x="2074" y="5474"/>
                    </a:cubicBezTo>
                    <a:cubicBezTo>
                      <a:pt x="1902" y="5474"/>
                      <a:pt x="1729" y="5358"/>
                      <a:pt x="1613" y="5243"/>
                    </a:cubicBezTo>
                    <a:cubicBezTo>
                      <a:pt x="1729" y="5185"/>
                      <a:pt x="1844" y="5128"/>
                      <a:pt x="1902" y="5070"/>
                    </a:cubicBezTo>
                    <a:lnTo>
                      <a:pt x="3975" y="2996"/>
                    </a:lnTo>
                    <a:cubicBezTo>
                      <a:pt x="4148" y="2823"/>
                      <a:pt x="4436" y="2708"/>
                      <a:pt x="4724" y="2708"/>
                    </a:cubicBezTo>
                    <a:close/>
                    <a:moveTo>
                      <a:pt x="7547" y="4437"/>
                    </a:moveTo>
                    <a:cubicBezTo>
                      <a:pt x="8123" y="4437"/>
                      <a:pt x="8584" y="4897"/>
                      <a:pt x="8584" y="5474"/>
                    </a:cubicBezTo>
                    <a:cubicBezTo>
                      <a:pt x="8584" y="5819"/>
                      <a:pt x="8412" y="6165"/>
                      <a:pt x="8123" y="6338"/>
                    </a:cubicBezTo>
                    <a:cubicBezTo>
                      <a:pt x="7835" y="5819"/>
                      <a:pt x="7375" y="5358"/>
                      <a:pt x="6798" y="5128"/>
                    </a:cubicBezTo>
                    <a:cubicBezTo>
                      <a:pt x="6741" y="5128"/>
                      <a:pt x="6683" y="5070"/>
                      <a:pt x="6568" y="5070"/>
                    </a:cubicBezTo>
                    <a:cubicBezTo>
                      <a:pt x="6741" y="4667"/>
                      <a:pt x="7144" y="4437"/>
                      <a:pt x="7547" y="4437"/>
                    </a:cubicBezTo>
                    <a:close/>
                    <a:moveTo>
                      <a:pt x="12099" y="1038"/>
                    </a:moveTo>
                    <a:lnTo>
                      <a:pt x="12099" y="4782"/>
                    </a:lnTo>
                    <a:lnTo>
                      <a:pt x="11926" y="4782"/>
                    </a:lnTo>
                    <a:cubicBezTo>
                      <a:pt x="11234" y="4782"/>
                      <a:pt x="10716" y="5128"/>
                      <a:pt x="10486" y="5819"/>
                    </a:cubicBezTo>
                    <a:cubicBezTo>
                      <a:pt x="9852" y="7317"/>
                      <a:pt x="9160" y="8296"/>
                      <a:pt x="7547" y="8296"/>
                    </a:cubicBezTo>
                    <a:cubicBezTo>
                      <a:pt x="7202" y="8296"/>
                      <a:pt x="6856" y="8239"/>
                      <a:pt x="6510" y="8124"/>
                    </a:cubicBezTo>
                    <a:cubicBezTo>
                      <a:pt x="5840" y="7866"/>
                      <a:pt x="6139" y="6870"/>
                      <a:pt x="6746" y="6870"/>
                    </a:cubicBezTo>
                    <a:cubicBezTo>
                      <a:pt x="6817" y="6870"/>
                      <a:pt x="6893" y="6884"/>
                      <a:pt x="6971" y="6914"/>
                    </a:cubicBezTo>
                    <a:cubicBezTo>
                      <a:pt x="7202" y="6971"/>
                      <a:pt x="7375" y="6971"/>
                      <a:pt x="7605" y="6971"/>
                    </a:cubicBezTo>
                    <a:cubicBezTo>
                      <a:pt x="8412" y="6914"/>
                      <a:pt x="9045" y="6280"/>
                      <a:pt x="9045" y="5474"/>
                    </a:cubicBezTo>
                    <a:cubicBezTo>
                      <a:pt x="9045" y="4667"/>
                      <a:pt x="8354" y="3976"/>
                      <a:pt x="7490" y="3976"/>
                    </a:cubicBezTo>
                    <a:cubicBezTo>
                      <a:pt x="6914" y="3976"/>
                      <a:pt x="6338" y="4321"/>
                      <a:pt x="6107" y="4897"/>
                    </a:cubicBezTo>
                    <a:cubicBezTo>
                      <a:pt x="5934" y="4869"/>
                      <a:pt x="5747" y="4854"/>
                      <a:pt x="5560" y="4854"/>
                    </a:cubicBezTo>
                    <a:cubicBezTo>
                      <a:pt x="5373" y="4854"/>
                      <a:pt x="5185" y="4869"/>
                      <a:pt x="5012" y="4897"/>
                    </a:cubicBezTo>
                    <a:cubicBezTo>
                      <a:pt x="4897" y="4897"/>
                      <a:pt x="4840" y="4955"/>
                      <a:pt x="4724" y="4955"/>
                    </a:cubicBezTo>
                    <a:cubicBezTo>
                      <a:pt x="4955" y="3630"/>
                      <a:pt x="6107" y="2651"/>
                      <a:pt x="7490" y="2651"/>
                    </a:cubicBezTo>
                    <a:cubicBezTo>
                      <a:pt x="7893" y="2651"/>
                      <a:pt x="7835" y="2190"/>
                      <a:pt x="7490" y="2190"/>
                    </a:cubicBezTo>
                    <a:lnTo>
                      <a:pt x="4724" y="2190"/>
                    </a:lnTo>
                    <a:cubicBezTo>
                      <a:pt x="4321" y="2190"/>
                      <a:pt x="3918" y="2305"/>
                      <a:pt x="3630" y="2593"/>
                    </a:cubicBezTo>
                    <a:lnTo>
                      <a:pt x="1556" y="4609"/>
                    </a:lnTo>
                    <a:cubicBezTo>
                      <a:pt x="1441" y="4725"/>
                      <a:pt x="1325" y="4782"/>
                      <a:pt x="1153" y="4782"/>
                    </a:cubicBezTo>
                    <a:cubicBezTo>
                      <a:pt x="980" y="4782"/>
                      <a:pt x="807" y="4725"/>
                      <a:pt x="749" y="4609"/>
                    </a:cubicBezTo>
                    <a:cubicBezTo>
                      <a:pt x="519" y="4379"/>
                      <a:pt x="519" y="4033"/>
                      <a:pt x="749" y="3803"/>
                    </a:cubicBezTo>
                    <a:lnTo>
                      <a:pt x="2939" y="1671"/>
                    </a:lnTo>
                    <a:cubicBezTo>
                      <a:pt x="3342" y="1268"/>
                      <a:pt x="3918" y="1038"/>
                      <a:pt x="4552" y="1038"/>
                    </a:cubicBezTo>
                    <a:close/>
                    <a:moveTo>
                      <a:pt x="12387" y="1"/>
                    </a:moveTo>
                    <a:cubicBezTo>
                      <a:pt x="12214" y="1"/>
                      <a:pt x="12099" y="116"/>
                      <a:pt x="12099" y="231"/>
                    </a:cubicBezTo>
                    <a:lnTo>
                      <a:pt x="12099" y="577"/>
                    </a:lnTo>
                    <a:lnTo>
                      <a:pt x="4552" y="577"/>
                    </a:lnTo>
                    <a:cubicBezTo>
                      <a:pt x="3803" y="577"/>
                      <a:pt x="3111" y="807"/>
                      <a:pt x="2593" y="1326"/>
                    </a:cubicBezTo>
                    <a:lnTo>
                      <a:pt x="404" y="3515"/>
                    </a:lnTo>
                    <a:cubicBezTo>
                      <a:pt x="0" y="3918"/>
                      <a:pt x="0" y="4609"/>
                      <a:pt x="404" y="5013"/>
                    </a:cubicBezTo>
                    <a:cubicBezTo>
                      <a:pt x="576" y="5185"/>
                      <a:pt x="865" y="5301"/>
                      <a:pt x="1153" y="5301"/>
                    </a:cubicBezTo>
                    <a:cubicBezTo>
                      <a:pt x="1210" y="5301"/>
                      <a:pt x="1325" y="5531"/>
                      <a:pt x="1325" y="5531"/>
                    </a:cubicBezTo>
                    <a:cubicBezTo>
                      <a:pt x="1556" y="5762"/>
                      <a:pt x="1786" y="5877"/>
                      <a:pt x="2074" y="5877"/>
                    </a:cubicBezTo>
                    <a:cubicBezTo>
                      <a:pt x="2362" y="5877"/>
                      <a:pt x="2650" y="5762"/>
                      <a:pt x="2881" y="5589"/>
                    </a:cubicBezTo>
                    <a:lnTo>
                      <a:pt x="4552" y="3918"/>
                    </a:lnTo>
                    <a:cubicBezTo>
                      <a:pt x="4609" y="3860"/>
                      <a:pt x="4667" y="3803"/>
                      <a:pt x="4724" y="3803"/>
                    </a:cubicBezTo>
                    <a:cubicBezTo>
                      <a:pt x="4436" y="4206"/>
                      <a:pt x="4321" y="4667"/>
                      <a:pt x="4264" y="5185"/>
                    </a:cubicBezTo>
                    <a:cubicBezTo>
                      <a:pt x="3515" y="5531"/>
                      <a:pt x="2996" y="6222"/>
                      <a:pt x="2766" y="7029"/>
                    </a:cubicBezTo>
                    <a:cubicBezTo>
                      <a:pt x="2650" y="7605"/>
                      <a:pt x="2708" y="8181"/>
                      <a:pt x="2881" y="8700"/>
                    </a:cubicBezTo>
                    <a:cubicBezTo>
                      <a:pt x="2924" y="8807"/>
                      <a:pt x="3015" y="8851"/>
                      <a:pt x="3107" y="8851"/>
                    </a:cubicBezTo>
                    <a:cubicBezTo>
                      <a:pt x="3260" y="8851"/>
                      <a:pt x="3414" y="8729"/>
                      <a:pt x="3342" y="8584"/>
                    </a:cubicBezTo>
                    <a:cubicBezTo>
                      <a:pt x="3169" y="8124"/>
                      <a:pt x="3111" y="7605"/>
                      <a:pt x="3227" y="7144"/>
                    </a:cubicBezTo>
                    <a:cubicBezTo>
                      <a:pt x="3457" y="6222"/>
                      <a:pt x="4206" y="5531"/>
                      <a:pt x="5128" y="5358"/>
                    </a:cubicBezTo>
                    <a:cubicBezTo>
                      <a:pt x="5277" y="5332"/>
                      <a:pt x="5427" y="5319"/>
                      <a:pt x="5577" y="5319"/>
                    </a:cubicBezTo>
                    <a:cubicBezTo>
                      <a:pt x="6411" y="5319"/>
                      <a:pt x="7223" y="5720"/>
                      <a:pt x="7663" y="6453"/>
                    </a:cubicBezTo>
                    <a:cubicBezTo>
                      <a:pt x="7612" y="6470"/>
                      <a:pt x="7561" y="6477"/>
                      <a:pt x="7511" y="6477"/>
                    </a:cubicBezTo>
                    <a:cubicBezTo>
                      <a:pt x="7389" y="6477"/>
                      <a:pt x="7266" y="6436"/>
                      <a:pt x="7144" y="6395"/>
                    </a:cubicBezTo>
                    <a:cubicBezTo>
                      <a:pt x="7040" y="6366"/>
                      <a:pt x="6932" y="6351"/>
                      <a:pt x="6824" y="6351"/>
                    </a:cubicBezTo>
                    <a:cubicBezTo>
                      <a:pt x="6514" y="6351"/>
                      <a:pt x="6206" y="6470"/>
                      <a:pt x="5992" y="6683"/>
                    </a:cubicBezTo>
                    <a:cubicBezTo>
                      <a:pt x="5416" y="7202"/>
                      <a:pt x="5646" y="8239"/>
                      <a:pt x="6395" y="8527"/>
                    </a:cubicBezTo>
                    <a:cubicBezTo>
                      <a:pt x="6741" y="8656"/>
                      <a:pt x="7086" y="8721"/>
                      <a:pt x="7432" y="8721"/>
                    </a:cubicBezTo>
                    <a:cubicBezTo>
                      <a:pt x="7547" y="8721"/>
                      <a:pt x="7663" y="8714"/>
                      <a:pt x="7778" y="8700"/>
                    </a:cubicBezTo>
                    <a:lnTo>
                      <a:pt x="7778" y="8700"/>
                    </a:lnTo>
                    <a:cubicBezTo>
                      <a:pt x="7432" y="9449"/>
                      <a:pt x="6798" y="9967"/>
                      <a:pt x="5992" y="10082"/>
                    </a:cubicBezTo>
                    <a:cubicBezTo>
                      <a:pt x="5862" y="10106"/>
                      <a:pt x="5731" y="10117"/>
                      <a:pt x="5598" y="10117"/>
                    </a:cubicBezTo>
                    <a:cubicBezTo>
                      <a:pt x="5081" y="10117"/>
                      <a:pt x="4549" y="9942"/>
                      <a:pt x="4091" y="9621"/>
                    </a:cubicBezTo>
                    <a:cubicBezTo>
                      <a:pt x="4042" y="9572"/>
                      <a:pt x="3990" y="9552"/>
                      <a:pt x="3941" y="9552"/>
                    </a:cubicBezTo>
                    <a:cubicBezTo>
                      <a:pt x="3761" y="9552"/>
                      <a:pt x="3621" y="9831"/>
                      <a:pt x="3803" y="9967"/>
                    </a:cubicBezTo>
                    <a:cubicBezTo>
                      <a:pt x="4379" y="10370"/>
                      <a:pt x="5012" y="10601"/>
                      <a:pt x="5589" y="10601"/>
                    </a:cubicBezTo>
                    <a:cubicBezTo>
                      <a:pt x="5761" y="10601"/>
                      <a:pt x="5934" y="10543"/>
                      <a:pt x="6049" y="10543"/>
                    </a:cubicBezTo>
                    <a:cubicBezTo>
                      <a:pt x="6626" y="10428"/>
                      <a:pt x="7086" y="10198"/>
                      <a:pt x="7490" y="9852"/>
                    </a:cubicBezTo>
                    <a:cubicBezTo>
                      <a:pt x="7893" y="9506"/>
                      <a:pt x="8181" y="9103"/>
                      <a:pt x="8296" y="8642"/>
                    </a:cubicBezTo>
                    <a:cubicBezTo>
                      <a:pt x="8872" y="8527"/>
                      <a:pt x="9333" y="8296"/>
                      <a:pt x="9737" y="7893"/>
                    </a:cubicBezTo>
                    <a:cubicBezTo>
                      <a:pt x="10313" y="7317"/>
                      <a:pt x="10658" y="6568"/>
                      <a:pt x="10889" y="5934"/>
                    </a:cubicBezTo>
                    <a:cubicBezTo>
                      <a:pt x="11119" y="5474"/>
                      <a:pt x="11407" y="5243"/>
                      <a:pt x="11926" y="5243"/>
                    </a:cubicBezTo>
                    <a:lnTo>
                      <a:pt x="12099" y="5243"/>
                    </a:lnTo>
                    <a:lnTo>
                      <a:pt x="12099" y="5531"/>
                    </a:lnTo>
                    <a:cubicBezTo>
                      <a:pt x="12099" y="5646"/>
                      <a:pt x="12214" y="5762"/>
                      <a:pt x="12329" y="5762"/>
                    </a:cubicBezTo>
                    <a:lnTo>
                      <a:pt x="15959" y="5762"/>
                    </a:lnTo>
                    <a:cubicBezTo>
                      <a:pt x="16074" y="5762"/>
                      <a:pt x="16189" y="5646"/>
                      <a:pt x="16189" y="5531"/>
                    </a:cubicBezTo>
                    <a:lnTo>
                      <a:pt x="16189" y="2247"/>
                    </a:lnTo>
                    <a:cubicBezTo>
                      <a:pt x="16189" y="2132"/>
                      <a:pt x="16074" y="2017"/>
                      <a:pt x="15959" y="2017"/>
                    </a:cubicBezTo>
                    <a:cubicBezTo>
                      <a:pt x="15843" y="2017"/>
                      <a:pt x="15671" y="2074"/>
                      <a:pt x="15671" y="2247"/>
                    </a:cubicBezTo>
                    <a:lnTo>
                      <a:pt x="15671" y="5301"/>
                    </a:lnTo>
                    <a:lnTo>
                      <a:pt x="12560" y="5301"/>
                    </a:lnTo>
                    <a:lnTo>
                      <a:pt x="12560" y="461"/>
                    </a:lnTo>
                    <a:lnTo>
                      <a:pt x="15671" y="461"/>
                    </a:lnTo>
                    <a:lnTo>
                      <a:pt x="15671" y="980"/>
                    </a:lnTo>
                    <a:cubicBezTo>
                      <a:pt x="15671" y="1153"/>
                      <a:pt x="15786" y="1210"/>
                      <a:pt x="15959" y="1210"/>
                    </a:cubicBezTo>
                    <a:lnTo>
                      <a:pt x="15959" y="1268"/>
                    </a:lnTo>
                    <a:cubicBezTo>
                      <a:pt x="16074" y="1268"/>
                      <a:pt x="16189" y="1153"/>
                      <a:pt x="16189" y="1038"/>
                    </a:cubicBezTo>
                    <a:lnTo>
                      <a:pt x="16189" y="231"/>
                    </a:lnTo>
                    <a:cubicBezTo>
                      <a:pt x="16189" y="116"/>
                      <a:pt x="16074" y="1"/>
                      <a:pt x="159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55"/>
              <p:cNvSpPr/>
              <p:nvPr/>
            </p:nvSpPr>
            <p:spPr>
              <a:xfrm>
                <a:off x="1200225" y="3375975"/>
                <a:ext cx="38900" cy="40350"/>
              </a:xfrm>
              <a:custGeom>
                <a:rect b="b" l="l" r="r" t="t"/>
                <a:pathLst>
                  <a:path extrusionOk="0" h="1614" w="1556">
                    <a:moveTo>
                      <a:pt x="807" y="461"/>
                    </a:moveTo>
                    <a:cubicBezTo>
                      <a:pt x="979" y="461"/>
                      <a:pt x="1095" y="634"/>
                      <a:pt x="1095" y="807"/>
                    </a:cubicBezTo>
                    <a:cubicBezTo>
                      <a:pt x="1095" y="980"/>
                      <a:pt x="979" y="1095"/>
                      <a:pt x="807" y="1095"/>
                    </a:cubicBezTo>
                    <a:cubicBezTo>
                      <a:pt x="634" y="1095"/>
                      <a:pt x="461" y="980"/>
                      <a:pt x="461" y="807"/>
                    </a:cubicBezTo>
                    <a:cubicBezTo>
                      <a:pt x="461" y="634"/>
                      <a:pt x="634" y="461"/>
                      <a:pt x="807" y="461"/>
                    </a:cubicBezTo>
                    <a:close/>
                    <a:moveTo>
                      <a:pt x="807" y="0"/>
                    </a:moveTo>
                    <a:cubicBezTo>
                      <a:pt x="346" y="0"/>
                      <a:pt x="0" y="346"/>
                      <a:pt x="0" y="807"/>
                    </a:cubicBezTo>
                    <a:cubicBezTo>
                      <a:pt x="0" y="1210"/>
                      <a:pt x="346" y="1613"/>
                      <a:pt x="807" y="1613"/>
                    </a:cubicBezTo>
                    <a:cubicBezTo>
                      <a:pt x="1210" y="1613"/>
                      <a:pt x="1556" y="1210"/>
                      <a:pt x="1556" y="807"/>
                    </a:cubicBezTo>
                    <a:cubicBezTo>
                      <a:pt x="1556" y="346"/>
                      <a:pt x="1210" y="0"/>
                      <a:pt x="80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21" name="Google Shape;1021;p55"/>
          <p:cNvGrpSpPr/>
          <p:nvPr/>
        </p:nvGrpSpPr>
        <p:grpSpPr>
          <a:xfrm>
            <a:off x="7728315" y="150024"/>
            <a:ext cx="1590595" cy="875375"/>
            <a:chOff x="6456464" y="3575600"/>
            <a:chExt cx="1004100" cy="552601"/>
          </a:xfrm>
        </p:grpSpPr>
        <p:sp>
          <p:nvSpPr>
            <p:cNvPr id="1022" name="Google Shape;1022;p55"/>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55"/>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 name="Google Shape;1024;p55"/>
          <p:cNvGrpSpPr/>
          <p:nvPr/>
        </p:nvGrpSpPr>
        <p:grpSpPr>
          <a:xfrm>
            <a:off x="8182866" y="1025388"/>
            <a:ext cx="1249832" cy="707506"/>
            <a:chOff x="6456475" y="3575600"/>
            <a:chExt cx="976202" cy="552609"/>
          </a:xfrm>
        </p:grpSpPr>
        <p:sp>
          <p:nvSpPr>
            <p:cNvPr id="1025" name="Google Shape;1025;p55"/>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55"/>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0" name="Shape 1030"/>
        <p:cNvGrpSpPr/>
        <p:nvPr/>
      </p:nvGrpSpPr>
      <p:grpSpPr>
        <a:xfrm>
          <a:off x="0" y="0"/>
          <a:ext cx="0" cy="0"/>
          <a:chOff x="0" y="0"/>
          <a:chExt cx="0" cy="0"/>
        </a:xfrm>
      </p:grpSpPr>
      <p:sp>
        <p:nvSpPr>
          <p:cNvPr id="1031" name="Google Shape;1031;p5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Market size</a:t>
            </a:r>
            <a:endParaRPr/>
          </a:p>
        </p:txBody>
      </p:sp>
      <p:grpSp>
        <p:nvGrpSpPr>
          <p:cNvPr id="1032" name="Google Shape;1032;p56"/>
          <p:cNvGrpSpPr/>
          <p:nvPr/>
        </p:nvGrpSpPr>
        <p:grpSpPr>
          <a:xfrm>
            <a:off x="535373" y="1409072"/>
            <a:ext cx="2716617" cy="3194969"/>
            <a:chOff x="620941" y="1496643"/>
            <a:chExt cx="2228197" cy="2620545"/>
          </a:xfrm>
        </p:grpSpPr>
        <p:sp>
          <p:nvSpPr>
            <p:cNvPr id="1033" name="Google Shape;1033;p56"/>
            <p:cNvSpPr/>
            <p:nvPr/>
          </p:nvSpPr>
          <p:spPr>
            <a:xfrm>
              <a:off x="1908054" y="1534721"/>
              <a:ext cx="358574" cy="65508"/>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56"/>
            <p:cNvSpPr/>
            <p:nvPr/>
          </p:nvSpPr>
          <p:spPr>
            <a:xfrm>
              <a:off x="620941" y="1496643"/>
              <a:ext cx="2228197" cy="2620545"/>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56"/>
            <p:cNvSpPr/>
            <p:nvPr/>
          </p:nvSpPr>
          <p:spPr>
            <a:xfrm>
              <a:off x="1550101" y="1566855"/>
              <a:ext cx="195072" cy="63182"/>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56"/>
            <p:cNvSpPr/>
            <p:nvPr/>
          </p:nvSpPr>
          <p:spPr>
            <a:xfrm>
              <a:off x="1461646" y="2571623"/>
              <a:ext cx="181682" cy="77949"/>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6"/>
            <p:cNvSpPr/>
            <p:nvPr/>
          </p:nvSpPr>
          <p:spPr>
            <a:xfrm>
              <a:off x="1756477" y="1545645"/>
              <a:ext cx="111684" cy="77208"/>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6"/>
            <p:cNvSpPr/>
            <p:nvPr/>
          </p:nvSpPr>
          <p:spPr>
            <a:xfrm>
              <a:off x="1624252" y="2636718"/>
              <a:ext cx="113769" cy="50966"/>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56"/>
            <p:cNvSpPr/>
            <p:nvPr/>
          </p:nvSpPr>
          <p:spPr>
            <a:xfrm>
              <a:off x="1785066" y="1769342"/>
              <a:ext cx="89351" cy="44471"/>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56"/>
            <p:cNvSpPr/>
            <p:nvPr/>
          </p:nvSpPr>
          <p:spPr>
            <a:xfrm>
              <a:off x="1692441" y="1552675"/>
              <a:ext cx="64967" cy="30893"/>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56"/>
            <p:cNvSpPr/>
            <p:nvPr/>
          </p:nvSpPr>
          <p:spPr>
            <a:xfrm>
              <a:off x="1749326" y="2661408"/>
              <a:ext cx="40824" cy="30549"/>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56"/>
            <p:cNvSpPr/>
            <p:nvPr/>
          </p:nvSpPr>
          <p:spPr>
            <a:xfrm>
              <a:off x="1565886" y="2665595"/>
              <a:ext cx="38721" cy="26379"/>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3" name="Google Shape;1043;p56"/>
          <p:cNvSpPr txBox="1"/>
          <p:nvPr/>
        </p:nvSpPr>
        <p:spPr>
          <a:xfrm>
            <a:off x="6446983" y="3383625"/>
            <a:ext cx="19860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Venus has extremely high temperatures</a:t>
            </a:r>
            <a:endParaRPr>
              <a:solidFill>
                <a:schemeClr val="dk1"/>
              </a:solidFill>
              <a:latin typeface="Albert Sans"/>
              <a:ea typeface="Albert Sans"/>
              <a:cs typeface="Albert Sans"/>
              <a:sym typeface="Albert Sans"/>
            </a:endParaRPr>
          </a:p>
        </p:txBody>
      </p:sp>
      <p:sp>
        <p:nvSpPr>
          <p:cNvPr id="1044" name="Google Shape;1044;p56"/>
          <p:cNvSpPr txBox="1"/>
          <p:nvPr/>
        </p:nvSpPr>
        <p:spPr>
          <a:xfrm>
            <a:off x="3589108" y="3383625"/>
            <a:ext cx="19860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Mars is actually a very cold place</a:t>
            </a:r>
            <a:endParaRPr>
              <a:solidFill>
                <a:schemeClr val="dk1"/>
              </a:solidFill>
              <a:latin typeface="Albert Sans"/>
              <a:ea typeface="Albert Sans"/>
              <a:cs typeface="Albert Sans"/>
              <a:sym typeface="Albert Sans"/>
            </a:endParaRPr>
          </a:p>
        </p:txBody>
      </p:sp>
      <p:sp>
        <p:nvSpPr>
          <p:cNvPr id="1045" name="Google Shape;1045;p56"/>
          <p:cNvSpPr txBox="1"/>
          <p:nvPr/>
        </p:nvSpPr>
        <p:spPr>
          <a:xfrm>
            <a:off x="3593008" y="3176238"/>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accent2"/>
                </a:solidFill>
                <a:latin typeface="Albert Sans"/>
                <a:ea typeface="Albert Sans"/>
                <a:cs typeface="Albert Sans"/>
                <a:sym typeface="Albert Sans"/>
              </a:rPr>
              <a:t>Mars</a:t>
            </a:r>
            <a:endParaRPr b="1" sz="2400">
              <a:solidFill>
                <a:schemeClr val="accent2"/>
              </a:solidFill>
              <a:latin typeface="Albert Sans"/>
              <a:ea typeface="Albert Sans"/>
              <a:cs typeface="Albert Sans"/>
              <a:sym typeface="Albert Sans"/>
            </a:endParaRPr>
          </a:p>
        </p:txBody>
      </p:sp>
      <p:sp>
        <p:nvSpPr>
          <p:cNvPr id="1046" name="Google Shape;1046;p56"/>
          <p:cNvSpPr txBox="1"/>
          <p:nvPr/>
        </p:nvSpPr>
        <p:spPr>
          <a:xfrm>
            <a:off x="6450883" y="3176238"/>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lt2"/>
                </a:solidFill>
                <a:latin typeface="Albert Sans"/>
                <a:ea typeface="Albert Sans"/>
                <a:cs typeface="Albert Sans"/>
                <a:sym typeface="Albert Sans"/>
              </a:rPr>
              <a:t>Venus</a:t>
            </a:r>
            <a:endParaRPr b="1" sz="2400">
              <a:solidFill>
                <a:schemeClr val="lt2"/>
              </a:solidFill>
              <a:latin typeface="Albert Sans"/>
              <a:ea typeface="Albert Sans"/>
              <a:cs typeface="Albert Sans"/>
              <a:sym typeface="Albert Sans"/>
            </a:endParaRPr>
          </a:p>
        </p:txBody>
      </p:sp>
      <p:grpSp>
        <p:nvGrpSpPr>
          <p:cNvPr id="1047" name="Google Shape;1047;p56"/>
          <p:cNvGrpSpPr/>
          <p:nvPr/>
        </p:nvGrpSpPr>
        <p:grpSpPr>
          <a:xfrm>
            <a:off x="3974008" y="1517300"/>
            <a:ext cx="1216200" cy="1216201"/>
            <a:chOff x="4207425" y="1517300"/>
            <a:chExt cx="1216200" cy="1216201"/>
          </a:xfrm>
        </p:grpSpPr>
        <p:sp>
          <p:nvSpPr>
            <p:cNvPr id="1048" name="Google Shape;1048;p56"/>
            <p:cNvSpPr/>
            <p:nvPr/>
          </p:nvSpPr>
          <p:spPr>
            <a:xfrm flipH="1">
              <a:off x="4207425" y="1517300"/>
              <a:ext cx="1216200" cy="1216200"/>
            </a:xfrm>
            <a:prstGeom prst="pie">
              <a:avLst>
                <a:gd fmla="val 4843049" name="adj1"/>
                <a:gd fmla="val 16200000" name="adj2"/>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56"/>
            <p:cNvSpPr/>
            <p:nvPr/>
          </p:nvSpPr>
          <p:spPr>
            <a:xfrm flipH="1" rot="-5400000">
              <a:off x="4207422" y="1519401"/>
              <a:ext cx="1216200" cy="1212000"/>
            </a:xfrm>
            <a:prstGeom prst="ellipse">
              <a:avLst/>
            </a:prstGeom>
            <a:noFill/>
            <a:ln cap="flat" cmpd="sng" w="1905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0" name="Google Shape;1050;p56"/>
          <p:cNvGrpSpPr/>
          <p:nvPr/>
        </p:nvGrpSpPr>
        <p:grpSpPr>
          <a:xfrm flipH="1">
            <a:off x="6831883" y="1517300"/>
            <a:ext cx="1216200" cy="1216201"/>
            <a:chOff x="4359825" y="1745900"/>
            <a:chExt cx="1216200" cy="1216201"/>
          </a:xfrm>
        </p:grpSpPr>
        <p:sp>
          <p:nvSpPr>
            <p:cNvPr id="1051" name="Google Shape;1051;p56"/>
            <p:cNvSpPr/>
            <p:nvPr/>
          </p:nvSpPr>
          <p:spPr>
            <a:xfrm rot="5400000">
              <a:off x="4359828" y="1748001"/>
              <a:ext cx="1216200" cy="1212000"/>
            </a:xfrm>
            <a:prstGeom prst="ellipse">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56"/>
            <p:cNvSpPr/>
            <p:nvPr/>
          </p:nvSpPr>
          <p:spPr>
            <a:xfrm>
              <a:off x="4359825" y="1745900"/>
              <a:ext cx="1216200" cy="1216200"/>
            </a:xfrm>
            <a:prstGeom prst="pie">
              <a:avLst>
                <a:gd fmla="val 7072458" name="adj1"/>
                <a:gd fmla="val 16200000" name="adj2"/>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3" name="Google Shape;1053;p56"/>
          <p:cNvSpPr txBox="1"/>
          <p:nvPr/>
        </p:nvSpPr>
        <p:spPr>
          <a:xfrm>
            <a:off x="3594508" y="2846500"/>
            <a:ext cx="1975200" cy="32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accent2"/>
                </a:solidFill>
                <a:latin typeface="Albert Sans"/>
                <a:ea typeface="Albert Sans"/>
                <a:cs typeface="Albert Sans"/>
                <a:sym typeface="Albert Sans"/>
              </a:rPr>
              <a:t>54%</a:t>
            </a:r>
            <a:endParaRPr b="1" sz="2200">
              <a:solidFill>
                <a:schemeClr val="accent2"/>
              </a:solidFill>
              <a:latin typeface="Albert Sans"/>
              <a:ea typeface="Albert Sans"/>
              <a:cs typeface="Albert Sans"/>
              <a:sym typeface="Albert Sans"/>
            </a:endParaRPr>
          </a:p>
        </p:txBody>
      </p:sp>
      <p:sp>
        <p:nvSpPr>
          <p:cNvPr id="1054" name="Google Shape;1054;p56"/>
          <p:cNvSpPr txBox="1"/>
          <p:nvPr/>
        </p:nvSpPr>
        <p:spPr>
          <a:xfrm>
            <a:off x="6452383" y="2846500"/>
            <a:ext cx="1975200" cy="32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lt2"/>
                </a:solidFill>
                <a:latin typeface="Albert Sans"/>
                <a:ea typeface="Albert Sans"/>
                <a:cs typeface="Albert Sans"/>
                <a:sym typeface="Albert Sans"/>
              </a:rPr>
              <a:t>46</a:t>
            </a:r>
            <a:r>
              <a:rPr b="1" lang="en" sz="2200">
                <a:solidFill>
                  <a:schemeClr val="lt2"/>
                </a:solidFill>
                <a:latin typeface="Albert Sans"/>
                <a:ea typeface="Albert Sans"/>
                <a:cs typeface="Albert Sans"/>
                <a:sym typeface="Albert Sans"/>
              </a:rPr>
              <a:t>%</a:t>
            </a:r>
            <a:endParaRPr b="1" sz="2200">
              <a:solidFill>
                <a:schemeClr val="lt2"/>
              </a:solidFill>
              <a:latin typeface="Albert Sans"/>
              <a:ea typeface="Albert Sans"/>
              <a:cs typeface="Albert Sans"/>
              <a:sym typeface="Albert Sans"/>
            </a:endParaRPr>
          </a:p>
        </p:txBody>
      </p:sp>
      <p:grpSp>
        <p:nvGrpSpPr>
          <p:cNvPr id="1055" name="Google Shape;1055;p56"/>
          <p:cNvGrpSpPr/>
          <p:nvPr/>
        </p:nvGrpSpPr>
        <p:grpSpPr>
          <a:xfrm flipH="1" rot="-2700000">
            <a:off x="5487758" y="1591737"/>
            <a:ext cx="1045765" cy="1045615"/>
            <a:chOff x="3741950" y="353925"/>
            <a:chExt cx="1045775" cy="1045625"/>
          </a:xfrm>
        </p:grpSpPr>
        <p:sp>
          <p:nvSpPr>
            <p:cNvPr id="1056" name="Google Shape;1056;p56"/>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6"/>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56"/>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9" name="Google Shape;1059;p56"/>
          <p:cNvSpPr/>
          <p:nvPr/>
        </p:nvSpPr>
        <p:spPr>
          <a:xfrm flipH="1">
            <a:off x="2175800" y="3466250"/>
            <a:ext cx="216900" cy="2169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56"/>
          <p:cNvSpPr/>
          <p:nvPr/>
        </p:nvSpPr>
        <p:spPr>
          <a:xfrm flipH="1">
            <a:off x="1312250" y="2125675"/>
            <a:ext cx="216900" cy="2169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56"/>
          <p:cNvSpPr txBox="1"/>
          <p:nvPr/>
        </p:nvSpPr>
        <p:spPr>
          <a:xfrm>
            <a:off x="3786940" y="4079720"/>
            <a:ext cx="4458900" cy="572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600">
                <a:solidFill>
                  <a:schemeClr val="accent1"/>
                </a:solidFill>
                <a:latin typeface="Albert Sans"/>
                <a:ea typeface="Albert Sans"/>
                <a:cs typeface="Albert Sans"/>
                <a:sym typeface="Albert Sans"/>
              </a:rPr>
              <a:t>Earth is the third planet from the Sun and the only one that harbors life in the Solar System</a:t>
            </a:r>
            <a:endParaRPr sz="1600">
              <a:solidFill>
                <a:schemeClr val="accent1"/>
              </a:solidFill>
              <a:latin typeface="Albert Sans"/>
              <a:ea typeface="Albert Sans"/>
              <a:cs typeface="Albert Sans"/>
              <a:sym typeface="Albert Sans"/>
            </a:endParaRPr>
          </a:p>
        </p:txBody>
      </p:sp>
      <p:grpSp>
        <p:nvGrpSpPr>
          <p:cNvPr id="1062" name="Google Shape;1062;p56"/>
          <p:cNvGrpSpPr/>
          <p:nvPr/>
        </p:nvGrpSpPr>
        <p:grpSpPr>
          <a:xfrm>
            <a:off x="7728315" y="150024"/>
            <a:ext cx="1590595" cy="875375"/>
            <a:chOff x="6456464" y="3575600"/>
            <a:chExt cx="1004100" cy="552601"/>
          </a:xfrm>
        </p:grpSpPr>
        <p:sp>
          <p:nvSpPr>
            <p:cNvPr id="1063" name="Google Shape;1063;p56"/>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56"/>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5" name="Google Shape;1065;p56"/>
          <p:cNvGrpSpPr/>
          <p:nvPr/>
        </p:nvGrpSpPr>
        <p:grpSpPr>
          <a:xfrm>
            <a:off x="8182866" y="1025388"/>
            <a:ext cx="1249832" cy="707506"/>
            <a:chOff x="6456475" y="3575600"/>
            <a:chExt cx="976202" cy="552609"/>
          </a:xfrm>
        </p:grpSpPr>
        <p:sp>
          <p:nvSpPr>
            <p:cNvPr id="1066" name="Google Shape;1066;p56"/>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56"/>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p57"/>
          <p:cNvSpPr/>
          <p:nvPr/>
        </p:nvSpPr>
        <p:spPr>
          <a:xfrm>
            <a:off x="-538397" y="1707226"/>
            <a:ext cx="4032300" cy="707400"/>
          </a:xfrm>
          <a:prstGeom prst="roundRect">
            <a:avLst>
              <a:gd fmla="val 50000" name="adj"/>
            </a:avLst>
          </a:pr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7"/>
          <p:cNvSpPr/>
          <p:nvPr/>
        </p:nvSpPr>
        <p:spPr>
          <a:xfrm rot="5400000">
            <a:off x="786969" y="170352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57"/>
          <p:cNvSpPr/>
          <p:nvPr/>
        </p:nvSpPr>
        <p:spPr>
          <a:xfrm rot="5400000">
            <a:off x="1771692" y="170352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57"/>
          <p:cNvSpPr/>
          <p:nvPr/>
        </p:nvSpPr>
        <p:spPr>
          <a:xfrm rot="5400000">
            <a:off x="2771554" y="170352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5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Target</a:t>
            </a:r>
            <a:endParaRPr/>
          </a:p>
        </p:txBody>
      </p:sp>
      <p:sp>
        <p:nvSpPr>
          <p:cNvPr id="1077" name="Google Shape;1077;p57"/>
          <p:cNvSpPr txBox="1"/>
          <p:nvPr/>
        </p:nvSpPr>
        <p:spPr>
          <a:xfrm>
            <a:off x="713230" y="1248789"/>
            <a:ext cx="1978200" cy="3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400">
                <a:solidFill>
                  <a:schemeClr val="dk2"/>
                </a:solidFill>
                <a:latin typeface="Albert Sans"/>
                <a:ea typeface="Albert Sans"/>
                <a:cs typeface="Albert Sans"/>
                <a:sym typeface="Albert Sans"/>
              </a:rPr>
              <a:t>Gender</a:t>
            </a:r>
            <a:endParaRPr b="1" sz="2400">
              <a:solidFill>
                <a:schemeClr val="dk2"/>
              </a:solidFill>
              <a:latin typeface="Albert Sans"/>
              <a:ea typeface="Albert Sans"/>
              <a:cs typeface="Albert Sans"/>
              <a:sym typeface="Albert Sans"/>
            </a:endParaRPr>
          </a:p>
        </p:txBody>
      </p:sp>
      <p:grpSp>
        <p:nvGrpSpPr>
          <p:cNvPr id="1078" name="Google Shape;1078;p57"/>
          <p:cNvGrpSpPr/>
          <p:nvPr/>
        </p:nvGrpSpPr>
        <p:grpSpPr>
          <a:xfrm>
            <a:off x="2995113" y="1884266"/>
            <a:ext cx="260283" cy="345914"/>
            <a:chOff x="8055961" y="2881842"/>
            <a:chExt cx="260283" cy="345914"/>
          </a:xfrm>
        </p:grpSpPr>
        <p:sp>
          <p:nvSpPr>
            <p:cNvPr id="1079" name="Google Shape;1079;p57"/>
            <p:cNvSpPr/>
            <p:nvPr/>
          </p:nvSpPr>
          <p:spPr>
            <a:xfrm>
              <a:off x="8055961" y="2881842"/>
              <a:ext cx="260283" cy="345914"/>
            </a:xfrm>
            <a:custGeom>
              <a:rect b="b" l="l" r="r" t="t"/>
              <a:pathLst>
                <a:path extrusionOk="0" h="10919" w="8216">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57"/>
            <p:cNvSpPr/>
            <p:nvPr/>
          </p:nvSpPr>
          <p:spPr>
            <a:xfrm>
              <a:off x="8164591" y="3033589"/>
              <a:ext cx="43402" cy="15396"/>
            </a:xfrm>
            <a:custGeom>
              <a:rect b="b" l="l" r="r" t="t"/>
              <a:pathLst>
                <a:path extrusionOk="0" h="486" w="137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57"/>
            <p:cNvSpPr/>
            <p:nvPr/>
          </p:nvSpPr>
          <p:spPr>
            <a:xfrm>
              <a:off x="8213632" y="2995383"/>
              <a:ext cx="10581" cy="15492"/>
            </a:xfrm>
            <a:custGeom>
              <a:rect b="b" l="l" r="r" t="t"/>
              <a:pathLst>
                <a:path extrusionOk="0" h="489" w="334">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57"/>
            <p:cNvSpPr/>
            <p:nvPr/>
          </p:nvSpPr>
          <p:spPr>
            <a:xfrm>
              <a:off x="8088401" y="3165758"/>
              <a:ext cx="21511" cy="61998"/>
            </a:xfrm>
            <a:custGeom>
              <a:rect b="b" l="l" r="r" t="t"/>
              <a:pathLst>
                <a:path extrusionOk="0" h="1957" w="679">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 name="Google Shape;1083;p57"/>
          <p:cNvGrpSpPr/>
          <p:nvPr/>
        </p:nvGrpSpPr>
        <p:grpSpPr>
          <a:xfrm>
            <a:off x="999582" y="1879356"/>
            <a:ext cx="282174" cy="355735"/>
            <a:chOff x="7144274" y="1500214"/>
            <a:chExt cx="282174" cy="355735"/>
          </a:xfrm>
        </p:grpSpPr>
        <p:sp>
          <p:nvSpPr>
            <p:cNvPr id="1084" name="Google Shape;1084;p57"/>
            <p:cNvSpPr/>
            <p:nvPr/>
          </p:nvSpPr>
          <p:spPr>
            <a:xfrm>
              <a:off x="7245745" y="1613375"/>
              <a:ext cx="10613" cy="16252"/>
            </a:xfrm>
            <a:custGeom>
              <a:rect b="b" l="l" r="r" t="t"/>
              <a:pathLst>
                <a:path extrusionOk="0" h="513" w="335">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57"/>
            <p:cNvSpPr/>
            <p:nvPr/>
          </p:nvSpPr>
          <p:spPr>
            <a:xfrm>
              <a:off x="7313635" y="1613375"/>
              <a:ext cx="10613" cy="16252"/>
            </a:xfrm>
            <a:custGeom>
              <a:rect b="b" l="l" r="r" t="t"/>
              <a:pathLst>
                <a:path extrusionOk="0" h="513" w="335">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57"/>
            <p:cNvSpPr/>
            <p:nvPr/>
          </p:nvSpPr>
          <p:spPr>
            <a:xfrm>
              <a:off x="7262345" y="1653070"/>
              <a:ext cx="45302" cy="16157"/>
            </a:xfrm>
            <a:custGeom>
              <a:rect b="b" l="l" r="r" t="t"/>
              <a:pathLst>
                <a:path extrusionOk="0" h="510" w="143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7144274" y="1500214"/>
              <a:ext cx="282174" cy="355735"/>
            </a:xfrm>
            <a:custGeom>
              <a:rect b="b" l="l" r="r" t="t"/>
              <a:pathLst>
                <a:path extrusionOk="0" h="11229" w="8907">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7239726" y="1594081"/>
              <a:ext cx="22651" cy="12165"/>
            </a:xfrm>
            <a:custGeom>
              <a:rect b="b" l="l" r="r" t="t"/>
              <a:pathLst>
                <a:path extrusionOk="0" h="384" w="715">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57"/>
            <p:cNvSpPr/>
            <p:nvPr/>
          </p:nvSpPr>
          <p:spPr>
            <a:xfrm>
              <a:off x="7307616" y="1594462"/>
              <a:ext cx="22651" cy="12514"/>
            </a:xfrm>
            <a:custGeom>
              <a:rect b="b" l="l" r="r" t="t"/>
              <a:pathLst>
                <a:path extrusionOk="0" h="395" w="715">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0" name="Google Shape;1090;p57"/>
          <p:cNvGrpSpPr/>
          <p:nvPr/>
        </p:nvGrpSpPr>
        <p:grpSpPr>
          <a:xfrm>
            <a:off x="1993176" y="1880686"/>
            <a:ext cx="264433" cy="353074"/>
            <a:chOff x="7613518" y="1501354"/>
            <a:chExt cx="264433" cy="353074"/>
          </a:xfrm>
        </p:grpSpPr>
        <p:sp>
          <p:nvSpPr>
            <p:cNvPr id="1091" name="Google Shape;1091;p57"/>
            <p:cNvSpPr/>
            <p:nvPr/>
          </p:nvSpPr>
          <p:spPr>
            <a:xfrm>
              <a:off x="7707069" y="1628454"/>
              <a:ext cx="10201" cy="16252"/>
            </a:xfrm>
            <a:custGeom>
              <a:rect b="b" l="l" r="r" t="t"/>
              <a:pathLst>
                <a:path extrusionOk="0" h="513" w="322">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7773439" y="1628454"/>
              <a:ext cx="10201" cy="16252"/>
            </a:xfrm>
            <a:custGeom>
              <a:rect b="b" l="l" r="r" t="t"/>
              <a:pathLst>
                <a:path extrusionOk="0" h="513" w="322">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7613518" y="1501354"/>
              <a:ext cx="264433" cy="353074"/>
            </a:xfrm>
            <a:custGeom>
              <a:rect b="b" l="l" r="r" t="t"/>
              <a:pathLst>
                <a:path extrusionOk="0" h="11145" w="8347">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57"/>
            <p:cNvSpPr/>
            <p:nvPr/>
          </p:nvSpPr>
          <p:spPr>
            <a:xfrm>
              <a:off x="7701778" y="1611474"/>
              <a:ext cx="21162" cy="10613"/>
            </a:xfrm>
            <a:custGeom>
              <a:rect b="b" l="l" r="r" t="t"/>
              <a:pathLst>
                <a:path extrusionOk="0" h="335" w="668">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57"/>
            <p:cNvSpPr/>
            <p:nvPr/>
          </p:nvSpPr>
          <p:spPr>
            <a:xfrm>
              <a:off x="7768148" y="1611474"/>
              <a:ext cx="21162" cy="10613"/>
            </a:xfrm>
            <a:custGeom>
              <a:rect b="b" l="l" r="r" t="t"/>
              <a:pathLst>
                <a:path extrusionOk="0" h="335" w="668">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57"/>
            <p:cNvSpPr/>
            <p:nvPr/>
          </p:nvSpPr>
          <p:spPr>
            <a:xfrm>
              <a:off x="7715337" y="1659025"/>
              <a:ext cx="60382" cy="32820"/>
            </a:xfrm>
            <a:custGeom>
              <a:rect b="b" l="l" r="r" t="t"/>
              <a:pathLst>
                <a:path extrusionOk="0" h="1036" w="1906">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7" name="Google Shape;1097;p57"/>
          <p:cNvSpPr txBox="1"/>
          <p:nvPr/>
        </p:nvSpPr>
        <p:spPr>
          <a:xfrm>
            <a:off x="716619" y="2481002"/>
            <a:ext cx="848100" cy="377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32%</a:t>
            </a:r>
            <a:endParaRPr b="1" sz="2000">
              <a:solidFill>
                <a:schemeClr val="dk2"/>
              </a:solidFill>
              <a:latin typeface="Albert Sans"/>
              <a:ea typeface="Albert Sans"/>
              <a:cs typeface="Albert Sans"/>
              <a:sym typeface="Albert Sans"/>
            </a:endParaRPr>
          </a:p>
        </p:txBody>
      </p:sp>
      <p:sp>
        <p:nvSpPr>
          <p:cNvPr id="1098" name="Google Shape;1098;p57"/>
          <p:cNvSpPr txBox="1"/>
          <p:nvPr/>
        </p:nvSpPr>
        <p:spPr>
          <a:xfrm>
            <a:off x="1701342" y="2481002"/>
            <a:ext cx="848100" cy="377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41</a:t>
            </a:r>
            <a:r>
              <a:rPr b="1" lang="en" sz="2000">
                <a:solidFill>
                  <a:schemeClr val="dk2"/>
                </a:solidFill>
                <a:latin typeface="Albert Sans"/>
                <a:ea typeface="Albert Sans"/>
                <a:cs typeface="Albert Sans"/>
                <a:sym typeface="Albert Sans"/>
              </a:rPr>
              <a:t>%</a:t>
            </a:r>
            <a:endParaRPr b="1" sz="2000">
              <a:solidFill>
                <a:schemeClr val="dk2"/>
              </a:solidFill>
              <a:latin typeface="Albert Sans"/>
              <a:ea typeface="Albert Sans"/>
              <a:cs typeface="Albert Sans"/>
              <a:sym typeface="Albert Sans"/>
            </a:endParaRPr>
          </a:p>
        </p:txBody>
      </p:sp>
      <p:sp>
        <p:nvSpPr>
          <p:cNvPr id="1099" name="Google Shape;1099;p57"/>
          <p:cNvSpPr txBox="1"/>
          <p:nvPr/>
        </p:nvSpPr>
        <p:spPr>
          <a:xfrm>
            <a:off x="2701204" y="2481002"/>
            <a:ext cx="848100" cy="377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27</a:t>
            </a:r>
            <a:r>
              <a:rPr b="1" lang="en" sz="2000">
                <a:solidFill>
                  <a:schemeClr val="dk2"/>
                </a:solidFill>
                <a:latin typeface="Albert Sans"/>
                <a:ea typeface="Albert Sans"/>
                <a:cs typeface="Albert Sans"/>
                <a:sym typeface="Albert Sans"/>
              </a:rPr>
              <a:t>%</a:t>
            </a:r>
            <a:endParaRPr b="1" sz="2000">
              <a:solidFill>
                <a:schemeClr val="dk2"/>
              </a:solidFill>
              <a:latin typeface="Albert Sans"/>
              <a:ea typeface="Albert Sans"/>
              <a:cs typeface="Albert Sans"/>
              <a:sym typeface="Albert Sans"/>
            </a:endParaRPr>
          </a:p>
        </p:txBody>
      </p:sp>
      <p:sp>
        <p:nvSpPr>
          <p:cNvPr id="1100" name="Google Shape;1100;p57"/>
          <p:cNvSpPr txBox="1"/>
          <p:nvPr/>
        </p:nvSpPr>
        <p:spPr>
          <a:xfrm>
            <a:off x="718719"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Men</a:t>
            </a:r>
            <a:endParaRPr>
              <a:solidFill>
                <a:schemeClr val="dk1"/>
              </a:solidFill>
              <a:latin typeface="Albert Sans"/>
              <a:ea typeface="Albert Sans"/>
              <a:cs typeface="Albert Sans"/>
              <a:sym typeface="Albert Sans"/>
            </a:endParaRPr>
          </a:p>
        </p:txBody>
      </p:sp>
      <p:sp>
        <p:nvSpPr>
          <p:cNvPr id="1101" name="Google Shape;1101;p57"/>
          <p:cNvSpPr txBox="1"/>
          <p:nvPr/>
        </p:nvSpPr>
        <p:spPr>
          <a:xfrm>
            <a:off x="1703442"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Women</a:t>
            </a:r>
            <a:endParaRPr>
              <a:solidFill>
                <a:schemeClr val="dk1"/>
              </a:solidFill>
              <a:latin typeface="Albert Sans"/>
              <a:ea typeface="Albert Sans"/>
              <a:cs typeface="Albert Sans"/>
              <a:sym typeface="Albert Sans"/>
            </a:endParaRPr>
          </a:p>
        </p:txBody>
      </p:sp>
      <p:sp>
        <p:nvSpPr>
          <p:cNvPr id="1102" name="Google Shape;1102;p57"/>
          <p:cNvSpPr txBox="1"/>
          <p:nvPr/>
        </p:nvSpPr>
        <p:spPr>
          <a:xfrm>
            <a:off x="2703304"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Other</a:t>
            </a:r>
            <a:endParaRPr>
              <a:solidFill>
                <a:schemeClr val="dk1"/>
              </a:solidFill>
              <a:latin typeface="Albert Sans"/>
              <a:ea typeface="Albert Sans"/>
              <a:cs typeface="Albert Sans"/>
              <a:sym typeface="Albert Sans"/>
            </a:endParaRPr>
          </a:p>
        </p:txBody>
      </p:sp>
      <p:sp>
        <p:nvSpPr>
          <p:cNvPr id="1103" name="Google Shape;1103;p57"/>
          <p:cNvSpPr txBox="1"/>
          <p:nvPr/>
        </p:nvSpPr>
        <p:spPr>
          <a:xfrm>
            <a:off x="3652080" y="3186138"/>
            <a:ext cx="1978200" cy="3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400">
                <a:solidFill>
                  <a:schemeClr val="dk2"/>
                </a:solidFill>
                <a:latin typeface="Albert Sans"/>
                <a:ea typeface="Albert Sans"/>
                <a:cs typeface="Albert Sans"/>
                <a:sym typeface="Albert Sans"/>
              </a:rPr>
              <a:t>Hobbies</a:t>
            </a:r>
            <a:endParaRPr b="1" sz="2400">
              <a:solidFill>
                <a:schemeClr val="dk2"/>
              </a:solidFill>
              <a:latin typeface="Albert Sans"/>
              <a:ea typeface="Albert Sans"/>
              <a:cs typeface="Albert Sans"/>
              <a:sym typeface="Albert Sans"/>
            </a:endParaRPr>
          </a:p>
        </p:txBody>
      </p:sp>
      <p:sp>
        <p:nvSpPr>
          <p:cNvPr id="1104" name="Google Shape;1104;p57"/>
          <p:cNvSpPr/>
          <p:nvPr/>
        </p:nvSpPr>
        <p:spPr>
          <a:xfrm>
            <a:off x="3652079" y="3651125"/>
            <a:ext cx="5895781" cy="707494"/>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7"/>
          <p:cNvSpPr/>
          <p:nvPr/>
        </p:nvSpPr>
        <p:spPr>
          <a:xfrm>
            <a:off x="7737390" y="365117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57"/>
          <p:cNvSpPr txBox="1"/>
          <p:nvPr/>
        </p:nvSpPr>
        <p:spPr>
          <a:xfrm>
            <a:off x="7732290" y="4442400"/>
            <a:ext cx="717600" cy="1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Earth</a:t>
            </a:r>
            <a:endParaRPr>
              <a:solidFill>
                <a:schemeClr val="dk1"/>
              </a:solidFill>
              <a:latin typeface="Albert Sans"/>
              <a:ea typeface="Albert Sans"/>
              <a:cs typeface="Albert Sans"/>
              <a:sym typeface="Albert Sans"/>
            </a:endParaRPr>
          </a:p>
        </p:txBody>
      </p:sp>
      <p:grpSp>
        <p:nvGrpSpPr>
          <p:cNvPr id="1107" name="Google Shape;1107;p57"/>
          <p:cNvGrpSpPr/>
          <p:nvPr/>
        </p:nvGrpSpPr>
        <p:grpSpPr>
          <a:xfrm>
            <a:off x="7903703" y="3829781"/>
            <a:ext cx="374774" cy="346073"/>
            <a:chOff x="1989449" y="4282269"/>
            <a:chExt cx="374774" cy="346073"/>
          </a:xfrm>
        </p:grpSpPr>
        <p:sp>
          <p:nvSpPr>
            <p:cNvPr id="1108" name="Google Shape;1108;p57"/>
            <p:cNvSpPr/>
            <p:nvPr/>
          </p:nvSpPr>
          <p:spPr>
            <a:xfrm>
              <a:off x="2067590" y="4506432"/>
              <a:ext cx="78172" cy="70941"/>
            </a:xfrm>
            <a:custGeom>
              <a:rect b="b" l="l" r="r" t="t"/>
              <a:pathLst>
                <a:path extrusionOk="0" h="2227" w="2454">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7"/>
            <p:cNvSpPr/>
            <p:nvPr/>
          </p:nvSpPr>
          <p:spPr>
            <a:xfrm>
              <a:off x="2036117" y="4422972"/>
              <a:ext cx="77790" cy="70973"/>
            </a:xfrm>
            <a:custGeom>
              <a:rect b="b" l="l" r="r" t="t"/>
              <a:pathLst>
                <a:path extrusionOk="0" h="2228" w="2442">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7"/>
            <p:cNvSpPr/>
            <p:nvPr/>
          </p:nvSpPr>
          <p:spPr>
            <a:xfrm>
              <a:off x="2073292" y="4336327"/>
              <a:ext cx="77758" cy="71419"/>
            </a:xfrm>
            <a:custGeom>
              <a:rect b="b" l="l" r="r" t="t"/>
              <a:pathLst>
                <a:path extrusionOk="0" h="2242" w="2441">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57"/>
            <p:cNvSpPr/>
            <p:nvPr/>
          </p:nvSpPr>
          <p:spPr>
            <a:xfrm>
              <a:off x="2181376" y="4334606"/>
              <a:ext cx="126719" cy="117449"/>
            </a:xfrm>
            <a:custGeom>
              <a:rect b="b" l="l" r="r" t="t"/>
              <a:pathLst>
                <a:path extrusionOk="0" h="3687" w="3978">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57"/>
            <p:cNvSpPr/>
            <p:nvPr/>
          </p:nvSpPr>
          <p:spPr>
            <a:xfrm>
              <a:off x="1989449" y="4282269"/>
              <a:ext cx="374774" cy="346073"/>
            </a:xfrm>
            <a:custGeom>
              <a:rect b="b" l="l" r="r" t="t"/>
              <a:pathLst>
                <a:path extrusionOk="0" h="10864" w="11765">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3" name="Google Shape;1113;p57"/>
          <p:cNvSpPr/>
          <p:nvPr/>
        </p:nvSpPr>
        <p:spPr>
          <a:xfrm>
            <a:off x="3657126" y="365112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57"/>
          <p:cNvSpPr txBox="1"/>
          <p:nvPr/>
        </p:nvSpPr>
        <p:spPr>
          <a:xfrm>
            <a:off x="3652073" y="4442400"/>
            <a:ext cx="717600" cy="1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Mars</a:t>
            </a:r>
            <a:endParaRPr>
              <a:solidFill>
                <a:schemeClr val="dk1"/>
              </a:solidFill>
              <a:latin typeface="Albert Sans"/>
              <a:ea typeface="Albert Sans"/>
              <a:cs typeface="Albert Sans"/>
              <a:sym typeface="Albert Sans"/>
            </a:endParaRPr>
          </a:p>
        </p:txBody>
      </p:sp>
      <p:grpSp>
        <p:nvGrpSpPr>
          <p:cNvPr id="1115" name="Google Shape;1115;p57"/>
          <p:cNvGrpSpPr/>
          <p:nvPr/>
        </p:nvGrpSpPr>
        <p:grpSpPr>
          <a:xfrm>
            <a:off x="3825970" y="3827982"/>
            <a:ext cx="369805" cy="353782"/>
            <a:chOff x="3950316" y="3820307"/>
            <a:chExt cx="369805" cy="353782"/>
          </a:xfrm>
        </p:grpSpPr>
        <p:sp>
          <p:nvSpPr>
            <p:cNvPr id="1116" name="Google Shape;1116;p57"/>
            <p:cNvSpPr/>
            <p:nvPr/>
          </p:nvSpPr>
          <p:spPr>
            <a:xfrm>
              <a:off x="4040561" y="3880991"/>
              <a:ext cx="99802" cy="28383"/>
            </a:xfrm>
            <a:custGeom>
              <a:rect b="b" l="l" r="r" t="t"/>
              <a:pathLst>
                <a:path extrusionOk="0" h="891" w="3133">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57"/>
            <p:cNvSpPr/>
            <p:nvPr/>
          </p:nvSpPr>
          <p:spPr>
            <a:xfrm>
              <a:off x="3950316" y="3820307"/>
              <a:ext cx="369805" cy="353782"/>
            </a:xfrm>
            <a:custGeom>
              <a:rect b="b" l="l" r="r" t="t"/>
              <a:pathLst>
                <a:path extrusionOk="0" h="11106" w="11609">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57"/>
            <p:cNvSpPr/>
            <p:nvPr/>
          </p:nvSpPr>
          <p:spPr>
            <a:xfrm>
              <a:off x="4098219" y="3850602"/>
              <a:ext cx="101299" cy="195781"/>
            </a:xfrm>
            <a:custGeom>
              <a:rect b="b" l="l" r="r" t="t"/>
              <a:pathLst>
                <a:path extrusionOk="0" h="6146" w="318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57"/>
            <p:cNvSpPr/>
            <p:nvPr/>
          </p:nvSpPr>
          <p:spPr>
            <a:xfrm>
              <a:off x="3981789" y="3849136"/>
              <a:ext cx="103178" cy="198011"/>
            </a:xfrm>
            <a:custGeom>
              <a:rect b="b" l="l" r="r" t="t"/>
              <a:pathLst>
                <a:path extrusionOk="0" h="6216" w="3239">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0" name="Google Shape;1120;p57"/>
          <p:cNvSpPr/>
          <p:nvPr/>
        </p:nvSpPr>
        <p:spPr>
          <a:xfrm>
            <a:off x="6377317" y="365117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7"/>
          <p:cNvSpPr txBox="1"/>
          <p:nvPr/>
        </p:nvSpPr>
        <p:spPr>
          <a:xfrm>
            <a:off x="6372217" y="4442400"/>
            <a:ext cx="717600" cy="1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Saturn</a:t>
            </a:r>
            <a:endParaRPr>
              <a:solidFill>
                <a:schemeClr val="dk1"/>
              </a:solidFill>
              <a:latin typeface="Albert Sans"/>
              <a:ea typeface="Albert Sans"/>
              <a:cs typeface="Albert Sans"/>
              <a:sym typeface="Albert Sans"/>
            </a:endParaRPr>
          </a:p>
        </p:txBody>
      </p:sp>
      <p:grpSp>
        <p:nvGrpSpPr>
          <p:cNvPr id="1122" name="Google Shape;1122;p57"/>
          <p:cNvGrpSpPr/>
          <p:nvPr/>
        </p:nvGrpSpPr>
        <p:grpSpPr>
          <a:xfrm>
            <a:off x="6548950" y="3822854"/>
            <a:ext cx="364135" cy="359930"/>
            <a:chOff x="2174559" y="3356116"/>
            <a:chExt cx="364135" cy="359930"/>
          </a:xfrm>
        </p:grpSpPr>
        <p:sp>
          <p:nvSpPr>
            <p:cNvPr id="1123" name="Google Shape;1123;p57"/>
            <p:cNvSpPr/>
            <p:nvPr/>
          </p:nvSpPr>
          <p:spPr>
            <a:xfrm>
              <a:off x="2273915" y="3452414"/>
              <a:ext cx="166920" cy="166920"/>
            </a:xfrm>
            <a:custGeom>
              <a:rect b="b" l="l" r="r" t="t"/>
              <a:pathLst>
                <a:path extrusionOk="0" h="5240" w="524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57"/>
            <p:cNvSpPr/>
            <p:nvPr/>
          </p:nvSpPr>
          <p:spPr>
            <a:xfrm>
              <a:off x="2174559" y="3356116"/>
              <a:ext cx="364135" cy="359930"/>
            </a:xfrm>
            <a:custGeom>
              <a:rect b="b" l="l" r="r" t="t"/>
              <a:pathLst>
                <a:path extrusionOk="0" h="11299" w="11431">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5" name="Google Shape;1125;p57"/>
          <p:cNvSpPr/>
          <p:nvPr/>
        </p:nvSpPr>
        <p:spPr>
          <a:xfrm>
            <a:off x="5017245" y="3651172"/>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57"/>
          <p:cNvSpPr txBox="1"/>
          <p:nvPr/>
        </p:nvSpPr>
        <p:spPr>
          <a:xfrm>
            <a:off x="5012145" y="4442400"/>
            <a:ext cx="717600" cy="1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Venus</a:t>
            </a:r>
            <a:endParaRPr>
              <a:solidFill>
                <a:schemeClr val="dk1"/>
              </a:solidFill>
              <a:latin typeface="Albert Sans"/>
              <a:ea typeface="Albert Sans"/>
              <a:cs typeface="Albert Sans"/>
              <a:sym typeface="Albert Sans"/>
            </a:endParaRPr>
          </a:p>
        </p:txBody>
      </p:sp>
      <p:grpSp>
        <p:nvGrpSpPr>
          <p:cNvPr id="1127" name="Google Shape;1127;p57"/>
          <p:cNvGrpSpPr/>
          <p:nvPr/>
        </p:nvGrpSpPr>
        <p:grpSpPr>
          <a:xfrm>
            <a:off x="5179129" y="3866642"/>
            <a:ext cx="383632" cy="276449"/>
            <a:chOff x="3933342" y="4315767"/>
            <a:chExt cx="383632" cy="276449"/>
          </a:xfrm>
        </p:grpSpPr>
        <p:sp>
          <p:nvSpPr>
            <p:cNvPr id="1128" name="Google Shape;1128;p57"/>
            <p:cNvSpPr/>
            <p:nvPr/>
          </p:nvSpPr>
          <p:spPr>
            <a:xfrm>
              <a:off x="3933342" y="4315767"/>
              <a:ext cx="383632" cy="276449"/>
            </a:xfrm>
            <a:custGeom>
              <a:rect b="b" l="l" r="r" t="t"/>
              <a:pathLst>
                <a:path extrusionOk="0" h="8692" w="12062">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57"/>
            <p:cNvSpPr/>
            <p:nvPr/>
          </p:nvSpPr>
          <p:spPr>
            <a:xfrm>
              <a:off x="4035214" y="4410037"/>
              <a:ext cx="11386" cy="140896"/>
            </a:xfrm>
            <a:custGeom>
              <a:rect b="b" l="l" r="r" t="t"/>
              <a:pathLst>
                <a:path extrusionOk="0" h="4430" w="358">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57"/>
            <p:cNvSpPr/>
            <p:nvPr/>
          </p:nvSpPr>
          <p:spPr>
            <a:xfrm>
              <a:off x="4221146" y="4390827"/>
              <a:ext cx="42460" cy="32886"/>
            </a:xfrm>
            <a:custGeom>
              <a:rect b="b" l="l" r="r" t="t"/>
              <a:pathLst>
                <a:path extrusionOk="0" h="1034" w="1335">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57"/>
            <p:cNvSpPr/>
            <p:nvPr/>
          </p:nvSpPr>
          <p:spPr>
            <a:xfrm>
              <a:off x="4054519" y="4384561"/>
              <a:ext cx="192961" cy="192516"/>
            </a:xfrm>
            <a:custGeom>
              <a:rect b="b" l="l" r="r" t="t"/>
              <a:pathLst>
                <a:path extrusionOk="0" h="6053" w="6067">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7"/>
            <p:cNvSpPr/>
            <p:nvPr/>
          </p:nvSpPr>
          <p:spPr>
            <a:xfrm>
              <a:off x="4085593" y="4420278"/>
              <a:ext cx="145826" cy="120923"/>
            </a:xfrm>
            <a:custGeom>
              <a:rect b="b" l="l" r="r" t="t"/>
              <a:pathLst>
                <a:path extrusionOk="0" h="3802" w="4585">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57"/>
            <p:cNvSpPr/>
            <p:nvPr/>
          </p:nvSpPr>
          <p:spPr>
            <a:xfrm>
              <a:off x="4131392" y="4449507"/>
              <a:ext cx="54577" cy="45767"/>
            </a:xfrm>
            <a:custGeom>
              <a:rect b="b" l="l" r="r" t="t"/>
              <a:pathLst>
                <a:path extrusionOk="0" h="1439" w="1716">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34" name="Google Shape;1134;p57"/>
          <p:cNvSpPr txBox="1"/>
          <p:nvPr/>
        </p:nvSpPr>
        <p:spPr>
          <a:xfrm>
            <a:off x="4572005" y="1248789"/>
            <a:ext cx="1978200" cy="3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400">
                <a:solidFill>
                  <a:schemeClr val="dk2"/>
                </a:solidFill>
                <a:latin typeface="Albert Sans"/>
                <a:ea typeface="Albert Sans"/>
                <a:cs typeface="Albert Sans"/>
                <a:sym typeface="Albert Sans"/>
              </a:rPr>
              <a:t>Age</a:t>
            </a:r>
            <a:endParaRPr b="1" sz="2400">
              <a:solidFill>
                <a:schemeClr val="dk2"/>
              </a:solidFill>
              <a:latin typeface="Albert Sans"/>
              <a:ea typeface="Albert Sans"/>
              <a:cs typeface="Albert Sans"/>
              <a:sym typeface="Albert Sans"/>
            </a:endParaRPr>
          </a:p>
        </p:txBody>
      </p:sp>
      <p:grpSp>
        <p:nvGrpSpPr>
          <p:cNvPr id="1135" name="Google Shape;1135;p57"/>
          <p:cNvGrpSpPr/>
          <p:nvPr/>
        </p:nvGrpSpPr>
        <p:grpSpPr>
          <a:xfrm flipH="1">
            <a:off x="4700608" y="1700192"/>
            <a:ext cx="707464" cy="707342"/>
            <a:chOff x="4359825" y="1745900"/>
            <a:chExt cx="1216200" cy="1216201"/>
          </a:xfrm>
        </p:grpSpPr>
        <p:sp>
          <p:nvSpPr>
            <p:cNvPr id="1136" name="Google Shape;1136;p57"/>
            <p:cNvSpPr/>
            <p:nvPr/>
          </p:nvSpPr>
          <p:spPr>
            <a:xfrm rot="5400000">
              <a:off x="4359828" y="1748001"/>
              <a:ext cx="1216200" cy="1212000"/>
            </a:xfrm>
            <a:prstGeom prst="ellipse">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57"/>
            <p:cNvSpPr/>
            <p:nvPr/>
          </p:nvSpPr>
          <p:spPr>
            <a:xfrm>
              <a:off x="4359825" y="1745900"/>
              <a:ext cx="1216200" cy="1216200"/>
            </a:xfrm>
            <a:prstGeom prst="pie">
              <a:avLst>
                <a:gd fmla="val 2203958" name="adj1"/>
                <a:gd fmla="val 16200000" name="adj2"/>
              </a:avLst>
            </a:prstGeom>
            <a:solidFill>
              <a:schemeClr val="dk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38" name="Google Shape;1138;p57"/>
          <p:cNvSpPr txBox="1"/>
          <p:nvPr/>
        </p:nvSpPr>
        <p:spPr>
          <a:xfrm>
            <a:off x="4632390"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19-32</a:t>
            </a:r>
            <a:endParaRPr>
              <a:solidFill>
                <a:schemeClr val="dk1"/>
              </a:solidFill>
              <a:latin typeface="Albert Sans"/>
              <a:ea typeface="Albert Sans"/>
              <a:cs typeface="Albert Sans"/>
              <a:sym typeface="Albert Sans"/>
            </a:endParaRPr>
          </a:p>
        </p:txBody>
      </p:sp>
      <p:sp>
        <p:nvSpPr>
          <p:cNvPr id="1139" name="Google Shape;1139;p57"/>
          <p:cNvSpPr txBox="1"/>
          <p:nvPr/>
        </p:nvSpPr>
        <p:spPr>
          <a:xfrm>
            <a:off x="4632390" y="2482052"/>
            <a:ext cx="850500" cy="37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65%</a:t>
            </a:r>
            <a:endParaRPr b="1" sz="2000">
              <a:solidFill>
                <a:schemeClr val="dk2"/>
              </a:solidFill>
              <a:latin typeface="Albert Sans"/>
              <a:ea typeface="Albert Sans"/>
              <a:cs typeface="Albert Sans"/>
              <a:sym typeface="Albert Sans"/>
            </a:endParaRPr>
          </a:p>
        </p:txBody>
      </p:sp>
      <p:grpSp>
        <p:nvGrpSpPr>
          <p:cNvPr id="1140" name="Google Shape;1140;p57"/>
          <p:cNvGrpSpPr/>
          <p:nvPr/>
        </p:nvGrpSpPr>
        <p:grpSpPr>
          <a:xfrm flipH="1">
            <a:off x="5942762" y="1700192"/>
            <a:ext cx="707464" cy="707342"/>
            <a:chOff x="4359825" y="1745900"/>
            <a:chExt cx="1216200" cy="1216201"/>
          </a:xfrm>
        </p:grpSpPr>
        <p:sp>
          <p:nvSpPr>
            <p:cNvPr id="1141" name="Google Shape;1141;p57"/>
            <p:cNvSpPr/>
            <p:nvPr/>
          </p:nvSpPr>
          <p:spPr>
            <a:xfrm rot="5400000">
              <a:off x="4359828" y="1748001"/>
              <a:ext cx="1216200" cy="1212000"/>
            </a:xfrm>
            <a:prstGeom prst="ellipse">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57"/>
            <p:cNvSpPr/>
            <p:nvPr/>
          </p:nvSpPr>
          <p:spPr>
            <a:xfrm>
              <a:off x="4359825" y="1745900"/>
              <a:ext cx="1216200" cy="1216200"/>
            </a:xfrm>
            <a:prstGeom prst="pie">
              <a:avLst>
                <a:gd fmla="val 11420156" name="adj1"/>
                <a:gd fmla="val 16200000" name="adj2"/>
              </a:avLst>
            </a:prstGeom>
            <a:solidFill>
              <a:schemeClr val="dk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43" name="Google Shape;1143;p57"/>
          <p:cNvSpPr txBox="1"/>
          <p:nvPr/>
        </p:nvSpPr>
        <p:spPr>
          <a:xfrm>
            <a:off x="5874544"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33</a:t>
            </a:r>
            <a:r>
              <a:rPr lang="en">
                <a:solidFill>
                  <a:schemeClr val="dk1"/>
                </a:solidFill>
                <a:latin typeface="Albert Sans"/>
                <a:ea typeface="Albert Sans"/>
                <a:cs typeface="Albert Sans"/>
                <a:sym typeface="Albert Sans"/>
              </a:rPr>
              <a:t>-47</a:t>
            </a:r>
            <a:endParaRPr>
              <a:solidFill>
                <a:schemeClr val="dk1"/>
              </a:solidFill>
              <a:latin typeface="Albert Sans"/>
              <a:ea typeface="Albert Sans"/>
              <a:cs typeface="Albert Sans"/>
              <a:sym typeface="Albert Sans"/>
            </a:endParaRPr>
          </a:p>
        </p:txBody>
      </p:sp>
      <p:sp>
        <p:nvSpPr>
          <p:cNvPr id="1144" name="Google Shape;1144;p57"/>
          <p:cNvSpPr txBox="1"/>
          <p:nvPr/>
        </p:nvSpPr>
        <p:spPr>
          <a:xfrm>
            <a:off x="5874544" y="2482052"/>
            <a:ext cx="850500" cy="37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23</a:t>
            </a:r>
            <a:r>
              <a:rPr b="1" lang="en" sz="2000">
                <a:solidFill>
                  <a:schemeClr val="dk2"/>
                </a:solidFill>
                <a:latin typeface="Albert Sans"/>
                <a:ea typeface="Albert Sans"/>
                <a:cs typeface="Albert Sans"/>
                <a:sym typeface="Albert Sans"/>
              </a:rPr>
              <a:t>%</a:t>
            </a:r>
            <a:endParaRPr b="1" sz="2000">
              <a:solidFill>
                <a:schemeClr val="dk2"/>
              </a:solidFill>
              <a:latin typeface="Albert Sans"/>
              <a:ea typeface="Albert Sans"/>
              <a:cs typeface="Albert Sans"/>
              <a:sym typeface="Albert Sans"/>
            </a:endParaRPr>
          </a:p>
        </p:txBody>
      </p:sp>
      <p:grpSp>
        <p:nvGrpSpPr>
          <p:cNvPr id="1145" name="Google Shape;1145;p57"/>
          <p:cNvGrpSpPr/>
          <p:nvPr/>
        </p:nvGrpSpPr>
        <p:grpSpPr>
          <a:xfrm flipH="1">
            <a:off x="7184917" y="1700192"/>
            <a:ext cx="707464" cy="707342"/>
            <a:chOff x="4359825" y="1745900"/>
            <a:chExt cx="1216200" cy="1216201"/>
          </a:xfrm>
        </p:grpSpPr>
        <p:sp>
          <p:nvSpPr>
            <p:cNvPr id="1146" name="Google Shape;1146;p57"/>
            <p:cNvSpPr/>
            <p:nvPr/>
          </p:nvSpPr>
          <p:spPr>
            <a:xfrm rot="5400000">
              <a:off x="4359828" y="1748001"/>
              <a:ext cx="1216200" cy="1212000"/>
            </a:xfrm>
            <a:prstGeom prst="ellipse">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57"/>
            <p:cNvSpPr/>
            <p:nvPr/>
          </p:nvSpPr>
          <p:spPr>
            <a:xfrm>
              <a:off x="4359825" y="1745900"/>
              <a:ext cx="1216200" cy="1216200"/>
            </a:xfrm>
            <a:prstGeom prst="pie">
              <a:avLst>
                <a:gd fmla="val 13355141" name="adj1"/>
                <a:gd fmla="val 16200000" name="adj2"/>
              </a:avLst>
            </a:prstGeom>
            <a:solidFill>
              <a:schemeClr val="dk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48" name="Google Shape;1148;p57"/>
          <p:cNvSpPr txBox="1"/>
          <p:nvPr/>
        </p:nvSpPr>
        <p:spPr>
          <a:xfrm>
            <a:off x="7116698" y="2885052"/>
            <a:ext cx="843900" cy="318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48</a:t>
            </a:r>
            <a:r>
              <a:rPr lang="en">
                <a:solidFill>
                  <a:schemeClr val="dk1"/>
                </a:solidFill>
                <a:latin typeface="Albert Sans"/>
                <a:ea typeface="Albert Sans"/>
                <a:cs typeface="Albert Sans"/>
                <a:sym typeface="Albert Sans"/>
              </a:rPr>
              <a:t>-57</a:t>
            </a:r>
            <a:endParaRPr>
              <a:solidFill>
                <a:schemeClr val="dk1"/>
              </a:solidFill>
              <a:latin typeface="Albert Sans"/>
              <a:ea typeface="Albert Sans"/>
              <a:cs typeface="Albert Sans"/>
              <a:sym typeface="Albert Sans"/>
            </a:endParaRPr>
          </a:p>
        </p:txBody>
      </p:sp>
      <p:sp>
        <p:nvSpPr>
          <p:cNvPr id="1149" name="Google Shape;1149;p57"/>
          <p:cNvSpPr txBox="1"/>
          <p:nvPr/>
        </p:nvSpPr>
        <p:spPr>
          <a:xfrm>
            <a:off x="7116698" y="2482052"/>
            <a:ext cx="850500" cy="37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000">
                <a:solidFill>
                  <a:schemeClr val="dk2"/>
                </a:solidFill>
                <a:latin typeface="Albert Sans"/>
                <a:ea typeface="Albert Sans"/>
                <a:cs typeface="Albert Sans"/>
                <a:sym typeface="Albert Sans"/>
              </a:rPr>
              <a:t>1</a:t>
            </a:r>
            <a:r>
              <a:rPr b="1" lang="en" sz="2000">
                <a:solidFill>
                  <a:schemeClr val="dk2"/>
                </a:solidFill>
                <a:latin typeface="Albert Sans"/>
                <a:ea typeface="Albert Sans"/>
                <a:cs typeface="Albert Sans"/>
                <a:sym typeface="Albert Sans"/>
              </a:rPr>
              <a:t>2%</a:t>
            </a:r>
            <a:endParaRPr b="1" sz="2000">
              <a:solidFill>
                <a:schemeClr val="dk2"/>
              </a:solidFill>
              <a:latin typeface="Albert Sans"/>
              <a:ea typeface="Albert Sans"/>
              <a:cs typeface="Albert Sans"/>
              <a:sym typeface="Albert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58"/>
          <p:cNvSpPr/>
          <p:nvPr/>
        </p:nvSpPr>
        <p:spPr>
          <a:xfrm rot="10800000">
            <a:off x="713725" y="3453000"/>
            <a:ext cx="7705800" cy="5268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58"/>
          <p:cNvSpPr/>
          <p:nvPr/>
        </p:nvSpPr>
        <p:spPr>
          <a:xfrm>
            <a:off x="713850" y="1607275"/>
            <a:ext cx="7704000" cy="526800"/>
          </a:xfrm>
          <a:prstGeom prst="roundRect">
            <a:avLst>
              <a:gd fmla="val 50000" name="adj"/>
            </a:avLst>
          </a:pr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5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Competitor analysis</a:t>
            </a:r>
            <a:endParaRPr/>
          </a:p>
        </p:txBody>
      </p:sp>
      <p:graphicFrame>
        <p:nvGraphicFramePr>
          <p:cNvPr id="1157" name="Google Shape;1157;p58"/>
          <p:cNvGraphicFramePr/>
          <p:nvPr/>
        </p:nvGraphicFramePr>
        <p:xfrm>
          <a:off x="720000" y="1613299"/>
          <a:ext cx="3000000" cy="3000000"/>
        </p:xfrm>
        <a:graphic>
          <a:graphicData uri="http://schemas.openxmlformats.org/drawingml/2006/table">
            <a:tbl>
              <a:tblPr>
                <a:noFill/>
                <a:tableStyleId>{FE733ACE-D28B-45FE-A9BC-BD882C99EDB6}</a:tableStyleId>
              </a:tblPr>
              <a:tblGrid>
                <a:gridCol w="1926000"/>
                <a:gridCol w="1926000"/>
                <a:gridCol w="1926000"/>
                <a:gridCol w="1926000"/>
              </a:tblGrid>
              <a:tr h="527075">
                <a:tc>
                  <a:txBody>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Company 1</a:t>
                      </a:r>
                      <a:endParaRPr b="1" sz="2200">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Company 2</a:t>
                      </a:r>
                      <a:endParaRPr b="1" sz="2200">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Company 3</a:t>
                      </a:r>
                      <a:endParaRPr b="1" sz="2200">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Company 4</a:t>
                      </a:r>
                      <a:endParaRPr b="1" sz="2200">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1319000">
                <a:tc>
                  <a:txBody>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Venus</a:t>
                      </a:r>
                      <a:r>
                        <a:rPr b="1" lang="en">
                          <a:solidFill>
                            <a:schemeClr val="dk1"/>
                          </a:solidFill>
                          <a:latin typeface="Albert Sans"/>
                          <a:ea typeface="Albert Sans"/>
                          <a:cs typeface="Albert Sans"/>
                          <a:sym typeface="Albert Sans"/>
                        </a:rPr>
                        <a:t> </a:t>
                      </a:r>
                      <a:r>
                        <a:rPr lang="en">
                          <a:solidFill>
                            <a:schemeClr val="dk1"/>
                          </a:solidFill>
                          <a:latin typeface="Albert Sans"/>
                          <a:ea typeface="Albert Sans"/>
                          <a:cs typeface="Albert Sans"/>
                          <a:sym typeface="Albert Sans"/>
                        </a:rPr>
                        <a:t>has a beautiful name and is the second planet from the Sun</a:t>
                      </a:r>
                      <a:endParaRPr>
                        <a:solidFill>
                          <a:schemeClr val="dk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Mercury is the closest planet to the Sun and the smallest of them all</a:t>
                      </a:r>
                      <a:endParaRPr>
                        <a:solidFill>
                          <a:schemeClr val="dk1"/>
                        </a:solidFill>
                        <a:latin typeface="Albert Sans"/>
                        <a:ea typeface="Albert Sans"/>
                        <a:cs typeface="Albert Sans"/>
                        <a:sym typeface="Albert San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Earth is the third planet from the Sun and the only one that harbors life</a:t>
                      </a:r>
                      <a:endParaRPr>
                        <a:solidFill>
                          <a:schemeClr val="dk1"/>
                        </a:solidFill>
                        <a:latin typeface="Albert Sans"/>
                        <a:ea typeface="Albert Sans"/>
                        <a:cs typeface="Albert Sans"/>
                        <a:sym typeface="Albert San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Despite being red, Mars is actually a cold place. It's full of iron oxide dust</a:t>
                      </a:r>
                      <a:endParaRPr>
                        <a:solidFill>
                          <a:schemeClr val="dk1"/>
                        </a:solidFill>
                        <a:latin typeface="Albert Sans"/>
                        <a:ea typeface="Albert Sans"/>
                        <a:cs typeface="Albert Sans"/>
                        <a:sym typeface="Albert Sans"/>
                      </a:endParaRPr>
                    </a:p>
                  </a:txBody>
                  <a:tcPr marT="91425" marB="91425" marR="91425" marL="91425" anchor="ctr">
                    <a:lnL cap="flat" cmpd="sng" w="9525">
                      <a:solidFill>
                        <a:schemeClr val="dk2"/>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r h="527075">
                <a:tc>
                  <a:txBody>
                    <a:bodyPr/>
                    <a:lstStyle/>
                    <a:p>
                      <a:pPr indent="0" lvl="0" marL="0" rtl="0" algn="ctr">
                        <a:spcBef>
                          <a:spcPts val="0"/>
                        </a:spcBef>
                        <a:spcAft>
                          <a:spcPts val="0"/>
                        </a:spcAft>
                        <a:buNone/>
                      </a:pPr>
                      <a:r>
                        <a:rPr lang="en">
                          <a:solidFill>
                            <a:schemeClr val="lt1"/>
                          </a:solidFill>
                          <a:latin typeface="Albert Sans"/>
                          <a:ea typeface="Albert Sans"/>
                          <a:cs typeface="Albert Sans"/>
                          <a:sym typeface="Albert Sans"/>
                        </a:rPr>
                        <a:t>Venus</a:t>
                      </a:r>
                      <a:endParaRPr>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Albert Sans"/>
                          <a:ea typeface="Albert Sans"/>
                          <a:cs typeface="Albert Sans"/>
                          <a:sym typeface="Albert Sans"/>
                        </a:rPr>
                        <a:t>Mercury</a:t>
                      </a:r>
                      <a:endParaRPr>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Albert Sans"/>
                          <a:ea typeface="Albert Sans"/>
                          <a:cs typeface="Albert Sans"/>
                          <a:sym typeface="Albert Sans"/>
                        </a:rPr>
                        <a:t>Earth</a:t>
                      </a:r>
                      <a:endParaRPr>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c>
                  <a:txBody>
                    <a:bodyPr/>
                    <a:lstStyle/>
                    <a:p>
                      <a:pPr indent="0" lvl="0" marL="0" rtl="0" algn="ctr">
                        <a:spcBef>
                          <a:spcPts val="0"/>
                        </a:spcBef>
                        <a:spcAft>
                          <a:spcPts val="0"/>
                        </a:spcAft>
                        <a:buNone/>
                      </a:pPr>
                      <a:r>
                        <a:rPr lang="en">
                          <a:solidFill>
                            <a:schemeClr val="lt1"/>
                          </a:solidFill>
                          <a:latin typeface="Albert Sans"/>
                          <a:ea typeface="Albert Sans"/>
                          <a:cs typeface="Albert Sans"/>
                          <a:sym typeface="Albert Sans"/>
                        </a:rPr>
                        <a:t>Mars</a:t>
                      </a:r>
                      <a:endParaRPr>
                        <a:solidFill>
                          <a:schemeClr val="lt1"/>
                        </a:solidFill>
                        <a:latin typeface="Albert Sans"/>
                        <a:ea typeface="Albert Sans"/>
                        <a:cs typeface="Albert Sans"/>
                        <a:sym typeface="Albert Sans"/>
                      </a:endParaRPr>
                    </a:p>
                  </a:txBody>
                  <a:tcPr marT="91425" marB="91425" marR="91425" marL="91425"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9E9E9E">
                          <a:alpha val="0"/>
                        </a:srgbClr>
                      </a:solidFill>
                      <a:prstDash val="solid"/>
                      <a:round/>
                      <a:headEnd len="sm" w="sm" type="none"/>
                      <a:tailEnd len="sm" w="sm" type="none"/>
                    </a:lnT>
                    <a:lnB cap="flat" cmpd="sng" w="9525">
                      <a:solidFill>
                        <a:srgbClr val="9E9E9E">
                          <a:alpha val="0"/>
                        </a:srgbClr>
                      </a:solidFill>
                      <a:prstDash val="solid"/>
                      <a:round/>
                      <a:headEnd len="sm" w="sm" type="none"/>
                      <a:tailEnd len="sm" w="sm" type="none"/>
                    </a:lnB>
                  </a:tcPr>
                </a:tc>
              </a:tr>
            </a:tbl>
          </a:graphicData>
        </a:graphic>
      </p:graphicFrame>
      <p:grpSp>
        <p:nvGrpSpPr>
          <p:cNvPr id="1158" name="Google Shape;1158;p58"/>
          <p:cNvGrpSpPr/>
          <p:nvPr/>
        </p:nvGrpSpPr>
        <p:grpSpPr>
          <a:xfrm flipH="1">
            <a:off x="-311297" y="150024"/>
            <a:ext cx="1590595" cy="875375"/>
            <a:chOff x="6456464" y="3575600"/>
            <a:chExt cx="1004100" cy="552601"/>
          </a:xfrm>
        </p:grpSpPr>
        <p:sp>
          <p:nvSpPr>
            <p:cNvPr id="1159" name="Google Shape;1159;p58"/>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58"/>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1" name="Google Shape;1161;p58"/>
          <p:cNvGrpSpPr/>
          <p:nvPr/>
        </p:nvGrpSpPr>
        <p:grpSpPr>
          <a:xfrm flipH="1">
            <a:off x="-425085" y="1025388"/>
            <a:ext cx="1249832" cy="707506"/>
            <a:chOff x="6456475" y="3575600"/>
            <a:chExt cx="976202" cy="552609"/>
          </a:xfrm>
        </p:grpSpPr>
        <p:sp>
          <p:nvSpPr>
            <p:cNvPr id="1162" name="Google Shape;1162;p58"/>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58"/>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grpSp>
        <p:nvGrpSpPr>
          <p:cNvPr id="1168" name="Google Shape;1168;p59"/>
          <p:cNvGrpSpPr/>
          <p:nvPr/>
        </p:nvGrpSpPr>
        <p:grpSpPr>
          <a:xfrm>
            <a:off x="7382638" y="287775"/>
            <a:ext cx="2358638" cy="2358638"/>
            <a:chOff x="7330063" y="1376500"/>
            <a:chExt cx="2358638" cy="2358638"/>
          </a:xfrm>
        </p:grpSpPr>
        <p:grpSp>
          <p:nvGrpSpPr>
            <p:cNvPr id="1169" name="Google Shape;1169;p59"/>
            <p:cNvGrpSpPr/>
            <p:nvPr/>
          </p:nvGrpSpPr>
          <p:grpSpPr>
            <a:xfrm flipH="1" rot="-2700000">
              <a:off x="7604535" y="1766438"/>
              <a:ext cx="1045765" cy="1045615"/>
              <a:chOff x="3741950" y="353925"/>
              <a:chExt cx="1045775" cy="1045625"/>
            </a:xfrm>
          </p:grpSpPr>
          <p:sp>
            <p:nvSpPr>
              <p:cNvPr id="1170" name="Google Shape;1170;p59"/>
              <p:cNvSpPr/>
              <p:nvPr/>
            </p:nvSpPr>
            <p:spPr>
              <a:xfrm>
                <a:off x="3741950" y="1372675"/>
                <a:ext cx="26325" cy="26875"/>
              </a:xfrm>
              <a:custGeom>
                <a:rect b="b" l="l" r="r" t="t"/>
                <a:pathLst>
                  <a:path extrusionOk="0" h="1075" w="1053">
                    <a:moveTo>
                      <a:pt x="526" y="1"/>
                    </a:moveTo>
                    <a:cubicBezTo>
                      <a:pt x="491" y="1"/>
                      <a:pt x="455" y="8"/>
                      <a:pt x="427" y="22"/>
                    </a:cubicBezTo>
                    <a:cubicBezTo>
                      <a:pt x="398" y="22"/>
                      <a:pt x="370" y="22"/>
                      <a:pt x="313" y="50"/>
                    </a:cubicBezTo>
                    <a:cubicBezTo>
                      <a:pt x="284" y="50"/>
                      <a:pt x="256" y="79"/>
                      <a:pt x="228" y="107"/>
                    </a:cubicBezTo>
                    <a:cubicBezTo>
                      <a:pt x="199" y="107"/>
                      <a:pt x="171" y="136"/>
                      <a:pt x="142" y="164"/>
                    </a:cubicBezTo>
                    <a:cubicBezTo>
                      <a:pt x="57" y="249"/>
                      <a:pt x="0" y="392"/>
                      <a:pt x="0" y="534"/>
                    </a:cubicBezTo>
                    <a:cubicBezTo>
                      <a:pt x="0" y="676"/>
                      <a:pt x="57" y="818"/>
                      <a:pt x="142" y="903"/>
                    </a:cubicBezTo>
                    <a:cubicBezTo>
                      <a:pt x="171" y="932"/>
                      <a:pt x="199" y="960"/>
                      <a:pt x="228" y="989"/>
                    </a:cubicBezTo>
                    <a:cubicBezTo>
                      <a:pt x="256" y="989"/>
                      <a:pt x="284" y="1017"/>
                      <a:pt x="313" y="1046"/>
                    </a:cubicBezTo>
                    <a:cubicBezTo>
                      <a:pt x="370" y="1046"/>
                      <a:pt x="398" y="1046"/>
                      <a:pt x="427" y="1074"/>
                    </a:cubicBezTo>
                    <a:lnTo>
                      <a:pt x="626" y="1074"/>
                    </a:lnTo>
                    <a:cubicBezTo>
                      <a:pt x="654" y="1046"/>
                      <a:pt x="711" y="1046"/>
                      <a:pt x="739" y="1046"/>
                    </a:cubicBezTo>
                    <a:cubicBezTo>
                      <a:pt x="768" y="1017"/>
                      <a:pt x="796" y="989"/>
                      <a:pt x="825" y="989"/>
                    </a:cubicBezTo>
                    <a:cubicBezTo>
                      <a:pt x="853" y="960"/>
                      <a:pt x="882" y="932"/>
                      <a:pt x="910" y="903"/>
                    </a:cubicBezTo>
                    <a:cubicBezTo>
                      <a:pt x="938" y="903"/>
                      <a:pt x="938" y="875"/>
                      <a:pt x="967" y="847"/>
                    </a:cubicBezTo>
                    <a:cubicBezTo>
                      <a:pt x="995" y="818"/>
                      <a:pt x="995" y="790"/>
                      <a:pt x="1024" y="733"/>
                    </a:cubicBezTo>
                    <a:cubicBezTo>
                      <a:pt x="1024" y="704"/>
                      <a:pt x="1052" y="676"/>
                      <a:pt x="1052" y="648"/>
                    </a:cubicBezTo>
                    <a:cubicBezTo>
                      <a:pt x="1052" y="619"/>
                      <a:pt x="1052" y="562"/>
                      <a:pt x="1052" y="534"/>
                    </a:cubicBezTo>
                    <a:cubicBezTo>
                      <a:pt x="1052" y="392"/>
                      <a:pt x="995" y="249"/>
                      <a:pt x="910" y="164"/>
                    </a:cubicBezTo>
                    <a:cubicBezTo>
                      <a:pt x="882" y="136"/>
                      <a:pt x="853" y="107"/>
                      <a:pt x="825" y="107"/>
                    </a:cubicBezTo>
                    <a:cubicBezTo>
                      <a:pt x="796" y="79"/>
                      <a:pt x="768" y="50"/>
                      <a:pt x="739" y="50"/>
                    </a:cubicBezTo>
                    <a:cubicBezTo>
                      <a:pt x="711" y="22"/>
                      <a:pt x="654" y="22"/>
                      <a:pt x="626" y="22"/>
                    </a:cubicBezTo>
                    <a:cubicBezTo>
                      <a:pt x="597" y="8"/>
                      <a:pt x="562" y="1"/>
                      <a:pt x="52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59"/>
              <p:cNvSpPr/>
              <p:nvPr/>
            </p:nvSpPr>
            <p:spPr>
              <a:xfrm>
                <a:off x="3804500" y="417550"/>
                <a:ext cx="920650" cy="918000"/>
              </a:xfrm>
              <a:custGeom>
                <a:rect b="b" l="l" r="r" t="t"/>
                <a:pathLst>
                  <a:path extrusionOk="0" h="36720" w="36826">
                    <a:moveTo>
                      <a:pt x="36232" y="1"/>
                    </a:moveTo>
                    <a:cubicBezTo>
                      <a:pt x="36094" y="1"/>
                      <a:pt x="35959" y="51"/>
                      <a:pt x="35859" y="150"/>
                    </a:cubicBezTo>
                    <a:cubicBezTo>
                      <a:pt x="35660" y="378"/>
                      <a:pt x="35660" y="690"/>
                      <a:pt x="35859" y="918"/>
                    </a:cubicBezTo>
                    <a:cubicBezTo>
                      <a:pt x="35973" y="1003"/>
                      <a:pt x="36115" y="1060"/>
                      <a:pt x="36229" y="1060"/>
                    </a:cubicBezTo>
                    <a:cubicBezTo>
                      <a:pt x="36371" y="1060"/>
                      <a:pt x="36513" y="1003"/>
                      <a:pt x="36627" y="918"/>
                    </a:cubicBezTo>
                    <a:cubicBezTo>
                      <a:pt x="36826" y="690"/>
                      <a:pt x="36826" y="378"/>
                      <a:pt x="36627" y="150"/>
                    </a:cubicBezTo>
                    <a:cubicBezTo>
                      <a:pt x="36513" y="51"/>
                      <a:pt x="36371" y="1"/>
                      <a:pt x="36232" y="1"/>
                    </a:cubicBezTo>
                    <a:close/>
                    <a:moveTo>
                      <a:pt x="33694" y="2560"/>
                    </a:moveTo>
                    <a:cubicBezTo>
                      <a:pt x="33556" y="2560"/>
                      <a:pt x="33414" y="2610"/>
                      <a:pt x="33300" y="2709"/>
                    </a:cubicBezTo>
                    <a:cubicBezTo>
                      <a:pt x="33101" y="2909"/>
                      <a:pt x="33101" y="3250"/>
                      <a:pt x="33300" y="3449"/>
                    </a:cubicBezTo>
                    <a:cubicBezTo>
                      <a:pt x="33414" y="3563"/>
                      <a:pt x="33556" y="3619"/>
                      <a:pt x="33698" y="3619"/>
                    </a:cubicBezTo>
                    <a:cubicBezTo>
                      <a:pt x="33840" y="3619"/>
                      <a:pt x="33954" y="3563"/>
                      <a:pt x="34068" y="3449"/>
                    </a:cubicBezTo>
                    <a:cubicBezTo>
                      <a:pt x="34267" y="3250"/>
                      <a:pt x="34267" y="2909"/>
                      <a:pt x="34068" y="2709"/>
                    </a:cubicBezTo>
                    <a:cubicBezTo>
                      <a:pt x="33968" y="2610"/>
                      <a:pt x="33833" y="2560"/>
                      <a:pt x="33694" y="2560"/>
                    </a:cubicBezTo>
                    <a:close/>
                    <a:moveTo>
                      <a:pt x="31139" y="5091"/>
                    </a:moveTo>
                    <a:cubicBezTo>
                      <a:pt x="31004" y="5091"/>
                      <a:pt x="30869" y="5141"/>
                      <a:pt x="30769" y="5240"/>
                    </a:cubicBezTo>
                    <a:cubicBezTo>
                      <a:pt x="30570" y="5468"/>
                      <a:pt x="30570" y="5809"/>
                      <a:pt x="30769" y="6008"/>
                    </a:cubicBezTo>
                    <a:cubicBezTo>
                      <a:pt x="30883" y="6122"/>
                      <a:pt x="30996" y="6150"/>
                      <a:pt x="31139" y="6150"/>
                    </a:cubicBezTo>
                    <a:cubicBezTo>
                      <a:pt x="31281" y="6150"/>
                      <a:pt x="31423" y="6122"/>
                      <a:pt x="31508" y="6008"/>
                    </a:cubicBezTo>
                    <a:cubicBezTo>
                      <a:pt x="31736" y="5809"/>
                      <a:pt x="31736" y="5468"/>
                      <a:pt x="31508" y="5240"/>
                    </a:cubicBezTo>
                    <a:cubicBezTo>
                      <a:pt x="31409" y="5141"/>
                      <a:pt x="31274" y="5091"/>
                      <a:pt x="31139" y="5091"/>
                    </a:cubicBezTo>
                    <a:close/>
                    <a:moveTo>
                      <a:pt x="28594" y="7650"/>
                    </a:moveTo>
                    <a:cubicBezTo>
                      <a:pt x="28458" y="7650"/>
                      <a:pt x="28323" y="7700"/>
                      <a:pt x="28210" y="7800"/>
                    </a:cubicBezTo>
                    <a:cubicBezTo>
                      <a:pt x="28011" y="7999"/>
                      <a:pt x="28011" y="8340"/>
                      <a:pt x="28210" y="8567"/>
                    </a:cubicBezTo>
                    <a:cubicBezTo>
                      <a:pt x="28323" y="8653"/>
                      <a:pt x="28466" y="8710"/>
                      <a:pt x="28608" y="8710"/>
                    </a:cubicBezTo>
                    <a:cubicBezTo>
                      <a:pt x="28722" y="8710"/>
                      <a:pt x="28864" y="8653"/>
                      <a:pt x="28977" y="8567"/>
                    </a:cubicBezTo>
                    <a:cubicBezTo>
                      <a:pt x="29177" y="8340"/>
                      <a:pt x="29177" y="7999"/>
                      <a:pt x="28977" y="7800"/>
                    </a:cubicBezTo>
                    <a:cubicBezTo>
                      <a:pt x="28864" y="7700"/>
                      <a:pt x="28729" y="7650"/>
                      <a:pt x="28594" y="7650"/>
                    </a:cubicBezTo>
                    <a:close/>
                    <a:moveTo>
                      <a:pt x="26048" y="10188"/>
                    </a:moveTo>
                    <a:cubicBezTo>
                      <a:pt x="25913" y="10188"/>
                      <a:pt x="25778" y="10245"/>
                      <a:pt x="25679" y="10359"/>
                    </a:cubicBezTo>
                    <a:cubicBezTo>
                      <a:pt x="25451" y="10558"/>
                      <a:pt x="25451" y="10899"/>
                      <a:pt x="25679" y="11098"/>
                    </a:cubicBezTo>
                    <a:cubicBezTo>
                      <a:pt x="25764" y="11212"/>
                      <a:pt x="25906" y="11269"/>
                      <a:pt x="26048" y="11269"/>
                    </a:cubicBezTo>
                    <a:cubicBezTo>
                      <a:pt x="26191" y="11269"/>
                      <a:pt x="26333" y="11212"/>
                      <a:pt x="26418" y="11098"/>
                    </a:cubicBezTo>
                    <a:cubicBezTo>
                      <a:pt x="26646" y="10899"/>
                      <a:pt x="26646" y="10558"/>
                      <a:pt x="26418" y="10359"/>
                    </a:cubicBezTo>
                    <a:cubicBezTo>
                      <a:pt x="26319" y="10245"/>
                      <a:pt x="26184" y="10188"/>
                      <a:pt x="26048" y="10188"/>
                    </a:cubicBezTo>
                    <a:close/>
                    <a:moveTo>
                      <a:pt x="23493" y="12741"/>
                    </a:moveTo>
                    <a:cubicBezTo>
                      <a:pt x="23354" y="12741"/>
                      <a:pt x="23219" y="12790"/>
                      <a:pt x="23120" y="12890"/>
                    </a:cubicBezTo>
                    <a:cubicBezTo>
                      <a:pt x="22920" y="13089"/>
                      <a:pt x="22920" y="13430"/>
                      <a:pt x="23120" y="13658"/>
                    </a:cubicBezTo>
                    <a:cubicBezTo>
                      <a:pt x="23233" y="13743"/>
                      <a:pt x="23375" y="13800"/>
                      <a:pt x="23489" y="13800"/>
                    </a:cubicBezTo>
                    <a:cubicBezTo>
                      <a:pt x="23631" y="13800"/>
                      <a:pt x="23774" y="13743"/>
                      <a:pt x="23887" y="13658"/>
                    </a:cubicBezTo>
                    <a:cubicBezTo>
                      <a:pt x="24086" y="13430"/>
                      <a:pt x="24086" y="13089"/>
                      <a:pt x="23887" y="12890"/>
                    </a:cubicBezTo>
                    <a:cubicBezTo>
                      <a:pt x="23774" y="12790"/>
                      <a:pt x="23631" y="12741"/>
                      <a:pt x="23493" y="12741"/>
                    </a:cubicBezTo>
                    <a:close/>
                    <a:moveTo>
                      <a:pt x="20958" y="15278"/>
                    </a:moveTo>
                    <a:cubicBezTo>
                      <a:pt x="20823" y="15278"/>
                      <a:pt x="20688" y="15335"/>
                      <a:pt x="20589" y="15449"/>
                    </a:cubicBezTo>
                    <a:cubicBezTo>
                      <a:pt x="20361" y="15648"/>
                      <a:pt x="20361" y="15989"/>
                      <a:pt x="20589" y="16188"/>
                    </a:cubicBezTo>
                    <a:cubicBezTo>
                      <a:pt x="20674" y="16302"/>
                      <a:pt x="20816" y="16359"/>
                      <a:pt x="20958" y="16359"/>
                    </a:cubicBezTo>
                    <a:cubicBezTo>
                      <a:pt x="21101" y="16359"/>
                      <a:pt x="21214" y="16302"/>
                      <a:pt x="21328" y="16188"/>
                    </a:cubicBezTo>
                    <a:cubicBezTo>
                      <a:pt x="21527" y="15989"/>
                      <a:pt x="21527" y="15648"/>
                      <a:pt x="21328" y="15449"/>
                    </a:cubicBezTo>
                    <a:cubicBezTo>
                      <a:pt x="21228" y="15335"/>
                      <a:pt x="21093" y="15278"/>
                      <a:pt x="20958" y="15278"/>
                    </a:cubicBezTo>
                    <a:close/>
                    <a:moveTo>
                      <a:pt x="18399" y="17831"/>
                    </a:moveTo>
                    <a:cubicBezTo>
                      <a:pt x="18264" y="17831"/>
                      <a:pt x="18129" y="17880"/>
                      <a:pt x="18029" y="17980"/>
                    </a:cubicBezTo>
                    <a:cubicBezTo>
                      <a:pt x="17830" y="18207"/>
                      <a:pt x="17830" y="18549"/>
                      <a:pt x="18029" y="18748"/>
                    </a:cubicBezTo>
                    <a:cubicBezTo>
                      <a:pt x="18143" y="18833"/>
                      <a:pt x="18257" y="18890"/>
                      <a:pt x="18399" y="18890"/>
                    </a:cubicBezTo>
                    <a:cubicBezTo>
                      <a:pt x="18541" y="18890"/>
                      <a:pt x="18683" y="18833"/>
                      <a:pt x="18769" y="18748"/>
                    </a:cubicBezTo>
                    <a:cubicBezTo>
                      <a:pt x="18996" y="18549"/>
                      <a:pt x="18996" y="18207"/>
                      <a:pt x="18769" y="17980"/>
                    </a:cubicBezTo>
                    <a:cubicBezTo>
                      <a:pt x="18669" y="17880"/>
                      <a:pt x="18534" y="17831"/>
                      <a:pt x="18399" y="17831"/>
                    </a:cubicBezTo>
                    <a:close/>
                    <a:moveTo>
                      <a:pt x="15865" y="20390"/>
                    </a:moveTo>
                    <a:cubicBezTo>
                      <a:pt x="15726" y="20390"/>
                      <a:pt x="15584" y="20440"/>
                      <a:pt x="15470" y="20539"/>
                    </a:cubicBezTo>
                    <a:cubicBezTo>
                      <a:pt x="15271" y="20738"/>
                      <a:pt x="15271" y="21080"/>
                      <a:pt x="15470" y="21279"/>
                    </a:cubicBezTo>
                    <a:cubicBezTo>
                      <a:pt x="15584" y="21392"/>
                      <a:pt x="15726" y="21449"/>
                      <a:pt x="15868" y="21449"/>
                    </a:cubicBezTo>
                    <a:cubicBezTo>
                      <a:pt x="15982" y="21449"/>
                      <a:pt x="16124" y="21392"/>
                      <a:pt x="16238" y="21279"/>
                    </a:cubicBezTo>
                    <a:cubicBezTo>
                      <a:pt x="16437" y="21080"/>
                      <a:pt x="16437" y="20738"/>
                      <a:pt x="16238" y="20539"/>
                    </a:cubicBezTo>
                    <a:cubicBezTo>
                      <a:pt x="16138" y="20440"/>
                      <a:pt x="16003" y="20390"/>
                      <a:pt x="15865" y="20390"/>
                    </a:cubicBezTo>
                    <a:close/>
                    <a:moveTo>
                      <a:pt x="13309" y="22921"/>
                    </a:moveTo>
                    <a:cubicBezTo>
                      <a:pt x="13174" y="22921"/>
                      <a:pt x="13039" y="22971"/>
                      <a:pt x="12939" y="23070"/>
                    </a:cubicBezTo>
                    <a:cubicBezTo>
                      <a:pt x="12712" y="23298"/>
                      <a:pt x="12712" y="23639"/>
                      <a:pt x="12939" y="23838"/>
                    </a:cubicBezTo>
                    <a:cubicBezTo>
                      <a:pt x="13025" y="23952"/>
                      <a:pt x="13167" y="23980"/>
                      <a:pt x="13309" y="23980"/>
                    </a:cubicBezTo>
                    <a:cubicBezTo>
                      <a:pt x="13451" y="23980"/>
                      <a:pt x="13593" y="23952"/>
                      <a:pt x="13679" y="23838"/>
                    </a:cubicBezTo>
                    <a:cubicBezTo>
                      <a:pt x="13906" y="23639"/>
                      <a:pt x="13906" y="23298"/>
                      <a:pt x="13679" y="23070"/>
                    </a:cubicBezTo>
                    <a:cubicBezTo>
                      <a:pt x="13579" y="22971"/>
                      <a:pt x="13444" y="22921"/>
                      <a:pt x="13309" y="22921"/>
                    </a:cubicBezTo>
                    <a:close/>
                    <a:moveTo>
                      <a:pt x="10764" y="25480"/>
                    </a:moveTo>
                    <a:cubicBezTo>
                      <a:pt x="10629" y="25480"/>
                      <a:pt x="10494" y="25530"/>
                      <a:pt x="10380" y="25629"/>
                    </a:cubicBezTo>
                    <a:cubicBezTo>
                      <a:pt x="10181" y="25829"/>
                      <a:pt x="10181" y="26170"/>
                      <a:pt x="10380" y="26397"/>
                    </a:cubicBezTo>
                    <a:cubicBezTo>
                      <a:pt x="10494" y="26483"/>
                      <a:pt x="10636" y="26539"/>
                      <a:pt x="10778" y="26539"/>
                    </a:cubicBezTo>
                    <a:cubicBezTo>
                      <a:pt x="10892" y="26539"/>
                      <a:pt x="11034" y="26483"/>
                      <a:pt x="11148" y="26397"/>
                    </a:cubicBezTo>
                    <a:cubicBezTo>
                      <a:pt x="11347" y="26170"/>
                      <a:pt x="11347" y="25829"/>
                      <a:pt x="11148" y="25629"/>
                    </a:cubicBezTo>
                    <a:cubicBezTo>
                      <a:pt x="11034" y="25530"/>
                      <a:pt x="10899" y="25480"/>
                      <a:pt x="10764" y="25480"/>
                    </a:cubicBezTo>
                    <a:close/>
                    <a:moveTo>
                      <a:pt x="8219" y="28018"/>
                    </a:moveTo>
                    <a:cubicBezTo>
                      <a:pt x="8084" y="28018"/>
                      <a:pt x="7949" y="28075"/>
                      <a:pt x="7849" y="28189"/>
                    </a:cubicBezTo>
                    <a:cubicBezTo>
                      <a:pt x="7622" y="28388"/>
                      <a:pt x="7622" y="28729"/>
                      <a:pt x="7849" y="28928"/>
                    </a:cubicBezTo>
                    <a:cubicBezTo>
                      <a:pt x="7934" y="29042"/>
                      <a:pt x="8077" y="29099"/>
                      <a:pt x="8219" y="29099"/>
                    </a:cubicBezTo>
                    <a:cubicBezTo>
                      <a:pt x="8361" y="29099"/>
                      <a:pt x="8475" y="29042"/>
                      <a:pt x="8588" y="28928"/>
                    </a:cubicBezTo>
                    <a:cubicBezTo>
                      <a:pt x="8787" y="28729"/>
                      <a:pt x="8787" y="28388"/>
                      <a:pt x="8588" y="28189"/>
                    </a:cubicBezTo>
                    <a:cubicBezTo>
                      <a:pt x="8489" y="28075"/>
                      <a:pt x="8354" y="28018"/>
                      <a:pt x="8219" y="28018"/>
                    </a:cubicBezTo>
                    <a:close/>
                    <a:moveTo>
                      <a:pt x="5663" y="30570"/>
                    </a:moveTo>
                    <a:cubicBezTo>
                      <a:pt x="5524" y="30570"/>
                      <a:pt x="5389" y="30620"/>
                      <a:pt x="5290" y="30720"/>
                    </a:cubicBezTo>
                    <a:cubicBezTo>
                      <a:pt x="5091" y="30947"/>
                      <a:pt x="5091" y="31260"/>
                      <a:pt x="5290" y="31487"/>
                    </a:cubicBezTo>
                    <a:cubicBezTo>
                      <a:pt x="5403" y="31573"/>
                      <a:pt x="5546" y="31630"/>
                      <a:pt x="5659" y="31630"/>
                    </a:cubicBezTo>
                    <a:cubicBezTo>
                      <a:pt x="5802" y="31630"/>
                      <a:pt x="5944" y="31573"/>
                      <a:pt x="6058" y="31487"/>
                    </a:cubicBezTo>
                    <a:cubicBezTo>
                      <a:pt x="6257" y="31260"/>
                      <a:pt x="6257" y="30947"/>
                      <a:pt x="6058" y="30720"/>
                    </a:cubicBezTo>
                    <a:cubicBezTo>
                      <a:pt x="5944" y="30620"/>
                      <a:pt x="5802" y="30570"/>
                      <a:pt x="5663" y="30570"/>
                    </a:cubicBezTo>
                    <a:close/>
                    <a:moveTo>
                      <a:pt x="3125" y="33108"/>
                    </a:moveTo>
                    <a:cubicBezTo>
                      <a:pt x="2986" y="33108"/>
                      <a:pt x="2844" y="33165"/>
                      <a:pt x="2730" y="33279"/>
                    </a:cubicBezTo>
                    <a:cubicBezTo>
                      <a:pt x="2531" y="33478"/>
                      <a:pt x="2531" y="33819"/>
                      <a:pt x="2730" y="34018"/>
                    </a:cubicBezTo>
                    <a:cubicBezTo>
                      <a:pt x="2844" y="34132"/>
                      <a:pt x="2986" y="34189"/>
                      <a:pt x="3129" y="34189"/>
                    </a:cubicBezTo>
                    <a:cubicBezTo>
                      <a:pt x="3242" y="34189"/>
                      <a:pt x="3384" y="34132"/>
                      <a:pt x="3498" y="34018"/>
                    </a:cubicBezTo>
                    <a:cubicBezTo>
                      <a:pt x="3697" y="33819"/>
                      <a:pt x="3697" y="33478"/>
                      <a:pt x="3498" y="33279"/>
                    </a:cubicBezTo>
                    <a:cubicBezTo>
                      <a:pt x="3399" y="33165"/>
                      <a:pt x="3264" y="33108"/>
                      <a:pt x="3125" y="33108"/>
                    </a:cubicBezTo>
                    <a:close/>
                    <a:moveTo>
                      <a:pt x="569" y="35660"/>
                    </a:moveTo>
                    <a:cubicBezTo>
                      <a:pt x="434" y="35660"/>
                      <a:pt x="299" y="35710"/>
                      <a:pt x="200" y="35810"/>
                    </a:cubicBezTo>
                    <a:cubicBezTo>
                      <a:pt x="1" y="36037"/>
                      <a:pt x="1" y="36379"/>
                      <a:pt x="200" y="36578"/>
                    </a:cubicBezTo>
                    <a:cubicBezTo>
                      <a:pt x="313" y="36691"/>
                      <a:pt x="427" y="36720"/>
                      <a:pt x="569" y="36720"/>
                    </a:cubicBezTo>
                    <a:cubicBezTo>
                      <a:pt x="711" y="36720"/>
                      <a:pt x="854" y="36691"/>
                      <a:pt x="939" y="36578"/>
                    </a:cubicBezTo>
                    <a:cubicBezTo>
                      <a:pt x="1166" y="36379"/>
                      <a:pt x="1166" y="36037"/>
                      <a:pt x="939" y="35810"/>
                    </a:cubicBezTo>
                    <a:cubicBezTo>
                      <a:pt x="839" y="35710"/>
                      <a:pt x="704" y="35660"/>
                      <a:pt x="569" y="3566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59"/>
              <p:cNvSpPr/>
              <p:nvPr/>
            </p:nvSpPr>
            <p:spPr>
              <a:xfrm>
                <a:off x="4760675" y="353925"/>
                <a:ext cx="27050" cy="26875"/>
              </a:xfrm>
              <a:custGeom>
                <a:rect b="b" l="l" r="r" t="t"/>
                <a:pathLst>
                  <a:path extrusionOk="0" h="1075" w="1082">
                    <a:moveTo>
                      <a:pt x="563" y="0"/>
                    </a:moveTo>
                    <a:cubicBezTo>
                      <a:pt x="517" y="0"/>
                      <a:pt x="471" y="7"/>
                      <a:pt x="427" y="22"/>
                    </a:cubicBezTo>
                    <a:cubicBezTo>
                      <a:pt x="399" y="22"/>
                      <a:pt x="370" y="22"/>
                      <a:pt x="342" y="51"/>
                    </a:cubicBezTo>
                    <a:cubicBezTo>
                      <a:pt x="314" y="51"/>
                      <a:pt x="285" y="79"/>
                      <a:pt x="228" y="79"/>
                    </a:cubicBezTo>
                    <a:cubicBezTo>
                      <a:pt x="200" y="107"/>
                      <a:pt x="200" y="136"/>
                      <a:pt x="171" y="164"/>
                    </a:cubicBezTo>
                    <a:cubicBezTo>
                      <a:pt x="143" y="193"/>
                      <a:pt x="115" y="193"/>
                      <a:pt x="86" y="250"/>
                    </a:cubicBezTo>
                    <a:cubicBezTo>
                      <a:pt x="86" y="278"/>
                      <a:pt x="58" y="306"/>
                      <a:pt x="58" y="335"/>
                    </a:cubicBezTo>
                    <a:cubicBezTo>
                      <a:pt x="29" y="363"/>
                      <a:pt x="29" y="392"/>
                      <a:pt x="29" y="420"/>
                    </a:cubicBezTo>
                    <a:cubicBezTo>
                      <a:pt x="1" y="449"/>
                      <a:pt x="1" y="506"/>
                      <a:pt x="1" y="534"/>
                    </a:cubicBezTo>
                    <a:cubicBezTo>
                      <a:pt x="1" y="562"/>
                      <a:pt x="1" y="591"/>
                      <a:pt x="29" y="648"/>
                    </a:cubicBezTo>
                    <a:cubicBezTo>
                      <a:pt x="29" y="676"/>
                      <a:pt x="29" y="705"/>
                      <a:pt x="58" y="733"/>
                    </a:cubicBezTo>
                    <a:cubicBezTo>
                      <a:pt x="58" y="761"/>
                      <a:pt x="86" y="790"/>
                      <a:pt x="86" y="818"/>
                    </a:cubicBezTo>
                    <a:cubicBezTo>
                      <a:pt x="115" y="847"/>
                      <a:pt x="143" y="875"/>
                      <a:pt x="171" y="904"/>
                    </a:cubicBezTo>
                    <a:cubicBezTo>
                      <a:pt x="200" y="932"/>
                      <a:pt x="200" y="961"/>
                      <a:pt x="228" y="989"/>
                    </a:cubicBezTo>
                    <a:cubicBezTo>
                      <a:pt x="285" y="989"/>
                      <a:pt x="314" y="1017"/>
                      <a:pt x="342" y="1017"/>
                    </a:cubicBezTo>
                    <a:cubicBezTo>
                      <a:pt x="370" y="1046"/>
                      <a:pt x="399" y="1046"/>
                      <a:pt x="427" y="1046"/>
                    </a:cubicBezTo>
                    <a:cubicBezTo>
                      <a:pt x="456" y="1074"/>
                      <a:pt x="513" y="1074"/>
                      <a:pt x="541" y="1074"/>
                    </a:cubicBezTo>
                    <a:cubicBezTo>
                      <a:pt x="683" y="1074"/>
                      <a:pt x="825" y="1017"/>
                      <a:pt x="911" y="904"/>
                    </a:cubicBezTo>
                    <a:cubicBezTo>
                      <a:pt x="939" y="875"/>
                      <a:pt x="968" y="847"/>
                      <a:pt x="996" y="818"/>
                    </a:cubicBezTo>
                    <a:cubicBezTo>
                      <a:pt x="996" y="790"/>
                      <a:pt x="1025" y="761"/>
                      <a:pt x="1025" y="733"/>
                    </a:cubicBezTo>
                    <a:cubicBezTo>
                      <a:pt x="1053" y="705"/>
                      <a:pt x="1053" y="676"/>
                      <a:pt x="1053" y="648"/>
                    </a:cubicBezTo>
                    <a:cubicBezTo>
                      <a:pt x="1081" y="591"/>
                      <a:pt x="1081" y="562"/>
                      <a:pt x="1081" y="534"/>
                    </a:cubicBezTo>
                    <a:cubicBezTo>
                      <a:pt x="1081" y="506"/>
                      <a:pt x="1053" y="449"/>
                      <a:pt x="1053" y="420"/>
                    </a:cubicBezTo>
                    <a:cubicBezTo>
                      <a:pt x="1053" y="392"/>
                      <a:pt x="1053" y="363"/>
                      <a:pt x="1025" y="335"/>
                    </a:cubicBezTo>
                    <a:cubicBezTo>
                      <a:pt x="1025" y="306"/>
                      <a:pt x="996" y="278"/>
                      <a:pt x="996" y="250"/>
                    </a:cubicBezTo>
                    <a:cubicBezTo>
                      <a:pt x="968" y="193"/>
                      <a:pt x="939" y="193"/>
                      <a:pt x="911" y="164"/>
                    </a:cubicBezTo>
                    <a:cubicBezTo>
                      <a:pt x="826" y="59"/>
                      <a:pt x="695" y="0"/>
                      <a:pt x="56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3" name="Google Shape;1173;p59"/>
            <p:cNvSpPr/>
            <p:nvPr/>
          </p:nvSpPr>
          <p:spPr>
            <a:xfrm flipH="1" rot="-2700000">
              <a:off x="7680452" y="1716940"/>
              <a:ext cx="1657859" cy="1677759"/>
            </a:xfrm>
            <a:custGeom>
              <a:rect b="b" l="l" r="r" t="t"/>
              <a:pathLst>
                <a:path extrusionOk="0" h="67111" w="66315">
                  <a:moveTo>
                    <a:pt x="8446" y="67111"/>
                  </a:moveTo>
                  <a:cubicBezTo>
                    <a:pt x="6171" y="67111"/>
                    <a:pt x="4067" y="66258"/>
                    <a:pt x="2474" y="64665"/>
                  </a:cubicBezTo>
                  <a:cubicBezTo>
                    <a:pt x="882" y="63073"/>
                    <a:pt x="0" y="60940"/>
                    <a:pt x="0" y="58694"/>
                  </a:cubicBezTo>
                  <a:cubicBezTo>
                    <a:pt x="0" y="56447"/>
                    <a:pt x="882" y="54343"/>
                    <a:pt x="2474" y="52750"/>
                  </a:cubicBezTo>
                  <a:lnTo>
                    <a:pt x="51954" y="3271"/>
                  </a:lnTo>
                  <a:cubicBezTo>
                    <a:pt x="55224" y="0"/>
                    <a:pt x="60570" y="0"/>
                    <a:pt x="63841" y="3271"/>
                  </a:cubicBezTo>
                  <a:lnTo>
                    <a:pt x="63841" y="3271"/>
                  </a:lnTo>
                  <a:cubicBezTo>
                    <a:pt x="65433" y="4863"/>
                    <a:pt x="66315" y="6996"/>
                    <a:pt x="66315" y="9242"/>
                  </a:cubicBezTo>
                  <a:cubicBezTo>
                    <a:pt x="66315" y="11489"/>
                    <a:pt x="65433" y="13593"/>
                    <a:pt x="63841" y="15186"/>
                  </a:cubicBezTo>
                  <a:lnTo>
                    <a:pt x="14389" y="64665"/>
                  </a:lnTo>
                  <a:cubicBezTo>
                    <a:pt x="12797" y="66258"/>
                    <a:pt x="10692" y="67111"/>
                    <a:pt x="8446" y="67111"/>
                  </a:cubicBezTo>
                  <a:close/>
                  <a:moveTo>
                    <a:pt x="57897" y="2588"/>
                  </a:moveTo>
                  <a:cubicBezTo>
                    <a:pt x="56191" y="2588"/>
                    <a:pt x="54485" y="3242"/>
                    <a:pt x="53205" y="4522"/>
                  </a:cubicBezTo>
                  <a:lnTo>
                    <a:pt x="3725" y="54002"/>
                  </a:lnTo>
                  <a:cubicBezTo>
                    <a:pt x="2474" y="55253"/>
                    <a:pt x="1792" y="56931"/>
                    <a:pt x="1792" y="58694"/>
                  </a:cubicBezTo>
                  <a:cubicBezTo>
                    <a:pt x="1792" y="60457"/>
                    <a:pt x="2474" y="62135"/>
                    <a:pt x="3725" y="63386"/>
                  </a:cubicBezTo>
                  <a:cubicBezTo>
                    <a:pt x="4977" y="64637"/>
                    <a:pt x="6654" y="65348"/>
                    <a:pt x="8418" y="65348"/>
                  </a:cubicBezTo>
                  <a:cubicBezTo>
                    <a:pt x="10209" y="65348"/>
                    <a:pt x="11858" y="64637"/>
                    <a:pt x="13138" y="63386"/>
                  </a:cubicBezTo>
                  <a:lnTo>
                    <a:pt x="62589" y="13934"/>
                  </a:lnTo>
                  <a:cubicBezTo>
                    <a:pt x="63841" y="12683"/>
                    <a:pt x="64523" y="11005"/>
                    <a:pt x="64523" y="9242"/>
                  </a:cubicBezTo>
                  <a:cubicBezTo>
                    <a:pt x="64523" y="7451"/>
                    <a:pt x="63841" y="5801"/>
                    <a:pt x="62589" y="4550"/>
                  </a:cubicBezTo>
                  <a:lnTo>
                    <a:pt x="62589" y="4550"/>
                  </a:lnTo>
                  <a:cubicBezTo>
                    <a:pt x="61310" y="3242"/>
                    <a:pt x="59604" y="2588"/>
                    <a:pt x="57897" y="2588"/>
                  </a:cubicBezTo>
                  <a:close/>
                </a:path>
              </a:pathLst>
            </a:cu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4" name="Google Shape;1174;p5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Business model</a:t>
            </a:r>
            <a:endParaRPr/>
          </a:p>
        </p:txBody>
      </p:sp>
      <p:sp>
        <p:nvSpPr>
          <p:cNvPr id="1175" name="Google Shape;1175;p59"/>
          <p:cNvSpPr/>
          <p:nvPr/>
        </p:nvSpPr>
        <p:spPr>
          <a:xfrm flipH="1">
            <a:off x="4218300" y="1354807"/>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76" name="Google Shape;1176;p59"/>
          <p:cNvCxnSpPr>
            <a:stCxn id="1177" idx="2"/>
            <a:endCxn id="1178" idx="0"/>
          </p:cNvCxnSpPr>
          <p:nvPr/>
        </p:nvCxnSpPr>
        <p:spPr>
          <a:xfrm rot="5400000">
            <a:off x="2727900" y="1240158"/>
            <a:ext cx="579000" cy="3109200"/>
          </a:xfrm>
          <a:prstGeom prst="bentConnector3">
            <a:avLst>
              <a:gd fmla="val 49997" name="adj1"/>
            </a:avLst>
          </a:prstGeom>
          <a:noFill/>
          <a:ln cap="flat" cmpd="sng" w="19050">
            <a:solidFill>
              <a:schemeClr val="accent3"/>
            </a:solidFill>
            <a:prstDash val="dot"/>
            <a:round/>
            <a:headEnd len="med" w="med" type="none"/>
            <a:tailEnd len="med" w="med" type="none"/>
          </a:ln>
        </p:spPr>
      </p:cxnSp>
      <p:cxnSp>
        <p:nvCxnSpPr>
          <p:cNvPr id="1179" name="Google Shape;1179;p59"/>
          <p:cNvCxnSpPr>
            <a:stCxn id="1177" idx="2"/>
            <a:endCxn id="1180" idx="0"/>
          </p:cNvCxnSpPr>
          <p:nvPr/>
        </p:nvCxnSpPr>
        <p:spPr>
          <a:xfrm rot="5400000">
            <a:off x="3743550" y="2256708"/>
            <a:ext cx="579900" cy="1077000"/>
          </a:xfrm>
          <a:prstGeom prst="bentConnector3">
            <a:avLst>
              <a:gd fmla="val 49999" name="adj1"/>
            </a:avLst>
          </a:prstGeom>
          <a:noFill/>
          <a:ln cap="flat" cmpd="sng" w="19050">
            <a:solidFill>
              <a:schemeClr val="accent3"/>
            </a:solidFill>
            <a:prstDash val="dot"/>
            <a:round/>
            <a:headEnd len="med" w="med" type="none"/>
            <a:tailEnd len="med" w="med" type="none"/>
          </a:ln>
        </p:spPr>
      </p:cxnSp>
      <p:cxnSp>
        <p:nvCxnSpPr>
          <p:cNvPr id="1181" name="Google Shape;1181;p59"/>
          <p:cNvCxnSpPr>
            <a:stCxn id="1177" idx="2"/>
            <a:endCxn id="1182" idx="0"/>
          </p:cNvCxnSpPr>
          <p:nvPr/>
        </p:nvCxnSpPr>
        <p:spPr>
          <a:xfrm flipH="1" rot="-5400000">
            <a:off x="4758750" y="2318508"/>
            <a:ext cx="581700" cy="955200"/>
          </a:xfrm>
          <a:prstGeom prst="bentConnector3">
            <a:avLst>
              <a:gd fmla="val 50002" name="adj1"/>
            </a:avLst>
          </a:prstGeom>
          <a:noFill/>
          <a:ln cap="flat" cmpd="sng" w="19050">
            <a:solidFill>
              <a:schemeClr val="accent3"/>
            </a:solidFill>
            <a:prstDash val="dot"/>
            <a:round/>
            <a:headEnd len="med" w="med" type="none"/>
            <a:tailEnd len="med" w="med" type="none"/>
          </a:ln>
        </p:spPr>
      </p:cxnSp>
      <p:cxnSp>
        <p:nvCxnSpPr>
          <p:cNvPr id="1183" name="Google Shape;1183;p59"/>
          <p:cNvCxnSpPr>
            <a:stCxn id="1177" idx="2"/>
            <a:endCxn id="1184" idx="0"/>
          </p:cNvCxnSpPr>
          <p:nvPr/>
        </p:nvCxnSpPr>
        <p:spPr>
          <a:xfrm flipH="1" rot="-5400000">
            <a:off x="5774850" y="1302408"/>
            <a:ext cx="581700" cy="2987400"/>
          </a:xfrm>
          <a:prstGeom prst="bentConnector3">
            <a:avLst>
              <a:gd fmla="val 49996" name="adj1"/>
            </a:avLst>
          </a:prstGeom>
          <a:noFill/>
          <a:ln cap="flat" cmpd="sng" w="19050">
            <a:solidFill>
              <a:schemeClr val="accent3"/>
            </a:solidFill>
            <a:prstDash val="dot"/>
            <a:round/>
            <a:headEnd len="med" w="med" type="none"/>
            <a:tailEnd len="med" w="med" type="none"/>
          </a:ln>
        </p:spPr>
      </p:cxnSp>
      <p:sp>
        <p:nvSpPr>
          <p:cNvPr id="1185" name="Google Shape;1185;p59"/>
          <p:cNvSpPr txBox="1"/>
          <p:nvPr/>
        </p:nvSpPr>
        <p:spPr>
          <a:xfrm>
            <a:off x="2508205" y="4104557"/>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Venus has extremely high temperatures</a:t>
            </a:r>
            <a:endParaRPr sz="1200">
              <a:solidFill>
                <a:schemeClr val="dk1"/>
              </a:solidFill>
              <a:latin typeface="Albert Sans"/>
              <a:ea typeface="Albert Sans"/>
              <a:cs typeface="Albert Sans"/>
              <a:sym typeface="Albert Sans"/>
            </a:endParaRPr>
          </a:p>
        </p:txBody>
      </p:sp>
      <p:sp>
        <p:nvSpPr>
          <p:cNvPr id="1186" name="Google Shape;1186;p59"/>
          <p:cNvSpPr txBox="1"/>
          <p:nvPr/>
        </p:nvSpPr>
        <p:spPr>
          <a:xfrm>
            <a:off x="2505955" y="3862730"/>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Training</a:t>
            </a:r>
            <a:endParaRPr b="1" sz="2400">
              <a:solidFill>
                <a:schemeClr val="dk2"/>
              </a:solidFill>
              <a:latin typeface="Albert Sans"/>
              <a:ea typeface="Albert Sans"/>
              <a:cs typeface="Albert Sans"/>
              <a:sym typeface="Albert Sans"/>
            </a:endParaRPr>
          </a:p>
        </p:txBody>
      </p:sp>
      <p:grpSp>
        <p:nvGrpSpPr>
          <p:cNvPr id="1187" name="Google Shape;1187;p59"/>
          <p:cNvGrpSpPr/>
          <p:nvPr/>
        </p:nvGrpSpPr>
        <p:grpSpPr>
          <a:xfrm>
            <a:off x="3141355" y="3085148"/>
            <a:ext cx="707400" cy="707400"/>
            <a:chOff x="3154762" y="3029575"/>
            <a:chExt cx="707400" cy="707400"/>
          </a:xfrm>
        </p:grpSpPr>
        <p:sp>
          <p:nvSpPr>
            <p:cNvPr id="1180" name="Google Shape;1180;p59"/>
            <p:cNvSpPr/>
            <p:nvPr/>
          </p:nvSpPr>
          <p:spPr>
            <a:xfrm flipH="1">
              <a:off x="3154762" y="30295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59"/>
            <p:cNvSpPr/>
            <p:nvPr/>
          </p:nvSpPr>
          <p:spPr>
            <a:xfrm>
              <a:off x="3306088" y="3182263"/>
              <a:ext cx="404725" cy="402050"/>
            </a:xfrm>
            <a:custGeom>
              <a:rect b="b" l="l" r="r" t="t"/>
              <a:pathLst>
                <a:path extrusionOk="0" h="16082" w="16189">
                  <a:moveTo>
                    <a:pt x="3285" y="1846"/>
                  </a:moveTo>
                  <a:cubicBezTo>
                    <a:pt x="3861" y="1846"/>
                    <a:pt x="4264" y="2249"/>
                    <a:pt x="4264" y="2825"/>
                  </a:cubicBezTo>
                  <a:cubicBezTo>
                    <a:pt x="4264" y="3401"/>
                    <a:pt x="3861" y="3805"/>
                    <a:pt x="3285" y="3805"/>
                  </a:cubicBezTo>
                  <a:cubicBezTo>
                    <a:pt x="2708" y="3805"/>
                    <a:pt x="2305" y="3401"/>
                    <a:pt x="2305" y="2825"/>
                  </a:cubicBezTo>
                  <a:cubicBezTo>
                    <a:pt x="2305" y="2249"/>
                    <a:pt x="2708" y="1846"/>
                    <a:pt x="3285" y="1846"/>
                  </a:cubicBezTo>
                  <a:close/>
                  <a:moveTo>
                    <a:pt x="12963" y="1846"/>
                  </a:moveTo>
                  <a:cubicBezTo>
                    <a:pt x="13482" y="1846"/>
                    <a:pt x="13943" y="2249"/>
                    <a:pt x="13943" y="2825"/>
                  </a:cubicBezTo>
                  <a:cubicBezTo>
                    <a:pt x="13943" y="3401"/>
                    <a:pt x="13482" y="3805"/>
                    <a:pt x="12963" y="3805"/>
                  </a:cubicBezTo>
                  <a:cubicBezTo>
                    <a:pt x="12387" y="3805"/>
                    <a:pt x="11926" y="3401"/>
                    <a:pt x="11926" y="2825"/>
                  </a:cubicBezTo>
                  <a:cubicBezTo>
                    <a:pt x="11926" y="2249"/>
                    <a:pt x="12387" y="1846"/>
                    <a:pt x="12963" y="1846"/>
                  </a:cubicBezTo>
                  <a:close/>
                  <a:moveTo>
                    <a:pt x="12963" y="463"/>
                  </a:moveTo>
                  <a:cubicBezTo>
                    <a:pt x="14461" y="463"/>
                    <a:pt x="15671" y="1731"/>
                    <a:pt x="15671" y="3229"/>
                  </a:cubicBezTo>
                  <a:cubicBezTo>
                    <a:pt x="15671" y="3862"/>
                    <a:pt x="15440" y="4496"/>
                    <a:pt x="15095" y="4957"/>
                  </a:cubicBezTo>
                  <a:cubicBezTo>
                    <a:pt x="14980" y="4438"/>
                    <a:pt x="14634" y="3920"/>
                    <a:pt x="14173" y="3632"/>
                  </a:cubicBezTo>
                  <a:cubicBezTo>
                    <a:pt x="14346" y="3401"/>
                    <a:pt x="14403" y="3113"/>
                    <a:pt x="14403" y="2825"/>
                  </a:cubicBezTo>
                  <a:cubicBezTo>
                    <a:pt x="14403" y="2019"/>
                    <a:pt x="13770" y="1385"/>
                    <a:pt x="12963" y="1385"/>
                  </a:cubicBezTo>
                  <a:cubicBezTo>
                    <a:pt x="12157" y="1385"/>
                    <a:pt x="11465" y="2019"/>
                    <a:pt x="11465" y="2825"/>
                  </a:cubicBezTo>
                  <a:cubicBezTo>
                    <a:pt x="11465" y="3113"/>
                    <a:pt x="11581" y="3401"/>
                    <a:pt x="11696" y="3632"/>
                  </a:cubicBezTo>
                  <a:cubicBezTo>
                    <a:pt x="11235" y="3920"/>
                    <a:pt x="10947" y="4438"/>
                    <a:pt x="10832" y="4957"/>
                  </a:cubicBezTo>
                  <a:cubicBezTo>
                    <a:pt x="10428" y="4496"/>
                    <a:pt x="10198" y="3862"/>
                    <a:pt x="10198" y="3229"/>
                  </a:cubicBezTo>
                  <a:cubicBezTo>
                    <a:pt x="10198" y="1731"/>
                    <a:pt x="11408" y="463"/>
                    <a:pt x="12963" y="463"/>
                  </a:cubicBezTo>
                  <a:close/>
                  <a:moveTo>
                    <a:pt x="3285" y="4611"/>
                  </a:moveTo>
                  <a:lnTo>
                    <a:pt x="3573" y="5418"/>
                  </a:lnTo>
                  <a:lnTo>
                    <a:pt x="3285" y="5821"/>
                  </a:lnTo>
                  <a:lnTo>
                    <a:pt x="2996" y="5418"/>
                  </a:lnTo>
                  <a:lnTo>
                    <a:pt x="3285" y="4611"/>
                  </a:lnTo>
                  <a:close/>
                  <a:moveTo>
                    <a:pt x="12963" y="4611"/>
                  </a:moveTo>
                  <a:lnTo>
                    <a:pt x="13251" y="5418"/>
                  </a:lnTo>
                  <a:lnTo>
                    <a:pt x="12963" y="5821"/>
                  </a:lnTo>
                  <a:lnTo>
                    <a:pt x="12618" y="5418"/>
                  </a:lnTo>
                  <a:lnTo>
                    <a:pt x="12963" y="4611"/>
                  </a:lnTo>
                  <a:close/>
                  <a:moveTo>
                    <a:pt x="2363" y="3978"/>
                  </a:moveTo>
                  <a:cubicBezTo>
                    <a:pt x="2536" y="4093"/>
                    <a:pt x="2708" y="4208"/>
                    <a:pt x="2939" y="4266"/>
                  </a:cubicBezTo>
                  <a:lnTo>
                    <a:pt x="2478" y="5360"/>
                  </a:lnTo>
                  <a:cubicBezTo>
                    <a:pt x="2478" y="5475"/>
                    <a:pt x="2478" y="5533"/>
                    <a:pt x="2536" y="5591"/>
                  </a:cubicBezTo>
                  <a:lnTo>
                    <a:pt x="2766" y="5936"/>
                  </a:lnTo>
                  <a:cubicBezTo>
                    <a:pt x="2305" y="5821"/>
                    <a:pt x="1902" y="5648"/>
                    <a:pt x="1556" y="5360"/>
                  </a:cubicBezTo>
                  <a:cubicBezTo>
                    <a:pt x="1614" y="4784"/>
                    <a:pt x="1902" y="4266"/>
                    <a:pt x="2363" y="3978"/>
                  </a:cubicBezTo>
                  <a:close/>
                  <a:moveTo>
                    <a:pt x="4206" y="3978"/>
                  </a:moveTo>
                  <a:cubicBezTo>
                    <a:pt x="4667" y="4266"/>
                    <a:pt x="4955" y="4784"/>
                    <a:pt x="5013" y="5360"/>
                  </a:cubicBezTo>
                  <a:cubicBezTo>
                    <a:pt x="4667" y="5648"/>
                    <a:pt x="4264" y="5821"/>
                    <a:pt x="3803" y="5936"/>
                  </a:cubicBezTo>
                  <a:lnTo>
                    <a:pt x="4033" y="5591"/>
                  </a:lnTo>
                  <a:cubicBezTo>
                    <a:pt x="4091" y="5533"/>
                    <a:pt x="4091" y="5475"/>
                    <a:pt x="4091" y="5360"/>
                  </a:cubicBezTo>
                  <a:lnTo>
                    <a:pt x="3688" y="4266"/>
                  </a:lnTo>
                  <a:cubicBezTo>
                    <a:pt x="3861" y="4208"/>
                    <a:pt x="4033" y="4093"/>
                    <a:pt x="4206" y="3978"/>
                  </a:cubicBezTo>
                  <a:close/>
                  <a:moveTo>
                    <a:pt x="12041" y="3978"/>
                  </a:moveTo>
                  <a:cubicBezTo>
                    <a:pt x="12157" y="4093"/>
                    <a:pt x="12387" y="4208"/>
                    <a:pt x="12560" y="4266"/>
                  </a:cubicBezTo>
                  <a:lnTo>
                    <a:pt x="12157" y="5360"/>
                  </a:lnTo>
                  <a:cubicBezTo>
                    <a:pt x="12099" y="5475"/>
                    <a:pt x="12157" y="5533"/>
                    <a:pt x="12157" y="5591"/>
                  </a:cubicBezTo>
                  <a:lnTo>
                    <a:pt x="12445" y="5936"/>
                  </a:lnTo>
                  <a:cubicBezTo>
                    <a:pt x="11984" y="5821"/>
                    <a:pt x="11581" y="5648"/>
                    <a:pt x="11177" y="5360"/>
                  </a:cubicBezTo>
                  <a:cubicBezTo>
                    <a:pt x="11235" y="4784"/>
                    <a:pt x="11523" y="4266"/>
                    <a:pt x="12041" y="3978"/>
                  </a:cubicBezTo>
                  <a:close/>
                  <a:moveTo>
                    <a:pt x="13827" y="3978"/>
                  </a:moveTo>
                  <a:cubicBezTo>
                    <a:pt x="14346" y="4266"/>
                    <a:pt x="14634" y="4784"/>
                    <a:pt x="14692" y="5360"/>
                  </a:cubicBezTo>
                  <a:cubicBezTo>
                    <a:pt x="14346" y="5648"/>
                    <a:pt x="13943" y="5821"/>
                    <a:pt x="13482" y="5936"/>
                  </a:cubicBezTo>
                  <a:lnTo>
                    <a:pt x="13712" y="5591"/>
                  </a:lnTo>
                  <a:cubicBezTo>
                    <a:pt x="13770" y="5533"/>
                    <a:pt x="13770" y="5475"/>
                    <a:pt x="13712" y="5360"/>
                  </a:cubicBezTo>
                  <a:lnTo>
                    <a:pt x="13309" y="4266"/>
                  </a:lnTo>
                  <a:cubicBezTo>
                    <a:pt x="13539" y="4208"/>
                    <a:pt x="13712" y="4093"/>
                    <a:pt x="13827" y="3978"/>
                  </a:cubicBezTo>
                  <a:close/>
                  <a:moveTo>
                    <a:pt x="8124" y="7088"/>
                  </a:moveTo>
                  <a:cubicBezTo>
                    <a:pt x="8642" y="7088"/>
                    <a:pt x="9103" y="7492"/>
                    <a:pt x="9103" y="8068"/>
                  </a:cubicBezTo>
                  <a:cubicBezTo>
                    <a:pt x="9103" y="8586"/>
                    <a:pt x="8642" y="9047"/>
                    <a:pt x="8124" y="9047"/>
                  </a:cubicBezTo>
                  <a:cubicBezTo>
                    <a:pt x="7548" y="9047"/>
                    <a:pt x="7144" y="8586"/>
                    <a:pt x="7144" y="8068"/>
                  </a:cubicBezTo>
                  <a:cubicBezTo>
                    <a:pt x="7144" y="7492"/>
                    <a:pt x="7605" y="7088"/>
                    <a:pt x="8124" y="7088"/>
                  </a:cubicBezTo>
                  <a:close/>
                  <a:moveTo>
                    <a:pt x="3285" y="11467"/>
                  </a:moveTo>
                  <a:cubicBezTo>
                    <a:pt x="3861" y="11467"/>
                    <a:pt x="4322" y="11928"/>
                    <a:pt x="4322" y="12504"/>
                  </a:cubicBezTo>
                  <a:cubicBezTo>
                    <a:pt x="4322" y="13022"/>
                    <a:pt x="3861" y="13483"/>
                    <a:pt x="3285" y="13483"/>
                  </a:cubicBezTo>
                  <a:cubicBezTo>
                    <a:pt x="2766" y="13483"/>
                    <a:pt x="2305" y="13022"/>
                    <a:pt x="2305" y="12504"/>
                  </a:cubicBezTo>
                  <a:cubicBezTo>
                    <a:pt x="2305" y="11928"/>
                    <a:pt x="2766" y="11467"/>
                    <a:pt x="3285" y="11467"/>
                  </a:cubicBezTo>
                  <a:close/>
                  <a:moveTo>
                    <a:pt x="12963" y="11467"/>
                  </a:moveTo>
                  <a:cubicBezTo>
                    <a:pt x="13482" y="11467"/>
                    <a:pt x="13943" y="11928"/>
                    <a:pt x="13943" y="12446"/>
                  </a:cubicBezTo>
                  <a:cubicBezTo>
                    <a:pt x="13943" y="13022"/>
                    <a:pt x="13482" y="13483"/>
                    <a:pt x="12963" y="13483"/>
                  </a:cubicBezTo>
                  <a:cubicBezTo>
                    <a:pt x="12387" y="13483"/>
                    <a:pt x="11926" y="13022"/>
                    <a:pt x="11926" y="12446"/>
                  </a:cubicBezTo>
                  <a:cubicBezTo>
                    <a:pt x="11926" y="11928"/>
                    <a:pt x="12387" y="11467"/>
                    <a:pt x="12963" y="11467"/>
                  </a:cubicBezTo>
                  <a:close/>
                  <a:moveTo>
                    <a:pt x="3285" y="10142"/>
                  </a:moveTo>
                  <a:cubicBezTo>
                    <a:pt x="4840" y="10142"/>
                    <a:pt x="6050" y="11352"/>
                    <a:pt x="6050" y="12850"/>
                  </a:cubicBezTo>
                  <a:cubicBezTo>
                    <a:pt x="6050" y="13541"/>
                    <a:pt x="5819" y="14117"/>
                    <a:pt x="5416" y="14578"/>
                  </a:cubicBezTo>
                  <a:cubicBezTo>
                    <a:pt x="5301" y="14059"/>
                    <a:pt x="4955" y="13598"/>
                    <a:pt x="4552" y="13310"/>
                  </a:cubicBezTo>
                  <a:cubicBezTo>
                    <a:pt x="4667" y="13080"/>
                    <a:pt x="4782" y="12792"/>
                    <a:pt x="4782" y="12504"/>
                  </a:cubicBezTo>
                  <a:cubicBezTo>
                    <a:pt x="4782" y="11640"/>
                    <a:pt x="4091" y="11006"/>
                    <a:pt x="3285" y="11006"/>
                  </a:cubicBezTo>
                  <a:cubicBezTo>
                    <a:pt x="2478" y="11006"/>
                    <a:pt x="1844" y="11697"/>
                    <a:pt x="1844" y="12504"/>
                  </a:cubicBezTo>
                  <a:cubicBezTo>
                    <a:pt x="1844" y="12792"/>
                    <a:pt x="1902" y="13080"/>
                    <a:pt x="2075" y="13310"/>
                  </a:cubicBezTo>
                  <a:cubicBezTo>
                    <a:pt x="1614" y="13598"/>
                    <a:pt x="1268" y="14059"/>
                    <a:pt x="1153" y="14578"/>
                  </a:cubicBezTo>
                  <a:cubicBezTo>
                    <a:pt x="750" y="14117"/>
                    <a:pt x="577" y="13541"/>
                    <a:pt x="577" y="12850"/>
                  </a:cubicBezTo>
                  <a:cubicBezTo>
                    <a:pt x="577" y="11352"/>
                    <a:pt x="1787" y="10142"/>
                    <a:pt x="3285" y="10142"/>
                  </a:cubicBezTo>
                  <a:close/>
                  <a:moveTo>
                    <a:pt x="12963" y="14232"/>
                  </a:moveTo>
                  <a:lnTo>
                    <a:pt x="13251" y="15096"/>
                  </a:lnTo>
                  <a:lnTo>
                    <a:pt x="12963" y="15442"/>
                  </a:lnTo>
                  <a:lnTo>
                    <a:pt x="12618" y="15096"/>
                  </a:lnTo>
                  <a:lnTo>
                    <a:pt x="12963" y="14232"/>
                  </a:lnTo>
                  <a:close/>
                  <a:moveTo>
                    <a:pt x="3285" y="14232"/>
                  </a:moveTo>
                  <a:lnTo>
                    <a:pt x="3630" y="15096"/>
                  </a:lnTo>
                  <a:lnTo>
                    <a:pt x="3285" y="15500"/>
                  </a:lnTo>
                  <a:lnTo>
                    <a:pt x="2996" y="15096"/>
                  </a:lnTo>
                  <a:lnTo>
                    <a:pt x="3285" y="14232"/>
                  </a:lnTo>
                  <a:close/>
                  <a:moveTo>
                    <a:pt x="2363" y="13656"/>
                  </a:moveTo>
                  <a:cubicBezTo>
                    <a:pt x="2536" y="13771"/>
                    <a:pt x="2708" y="13829"/>
                    <a:pt x="2939" y="13887"/>
                  </a:cubicBezTo>
                  <a:lnTo>
                    <a:pt x="2478" y="15039"/>
                  </a:lnTo>
                  <a:cubicBezTo>
                    <a:pt x="2478" y="15096"/>
                    <a:pt x="2478" y="15212"/>
                    <a:pt x="2536" y="15269"/>
                  </a:cubicBezTo>
                  <a:lnTo>
                    <a:pt x="2766" y="15557"/>
                  </a:lnTo>
                  <a:cubicBezTo>
                    <a:pt x="2305" y="15500"/>
                    <a:pt x="1902" y="15269"/>
                    <a:pt x="1556" y="15039"/>
                  </a:cubicBezTo>
                  <a:cubicBezTo>
                    <a:pt x="1614" y="14463"/>
                    <a:pt x="1902" y="13944"/>
                    <a:pt x="2363" y="13656"/>
                  </a:cubicBezTo>
                  <a:close/>
                  <a:moveTo>
                    <a:pt x="4206" y="13656"/>
                  </a:moveTo>
                  <a:cubicBezTo>
                    <a:pt x="4667" y="13944"/>
                    <a:pt x="5013" y="14463"/>
                    <a:pt x="5013" y="15039"/>
                  </a:cubicBezTo>
                  <a:cubicBezTo>
                    <a:pt x="4667" y="15269"/>
                    <a:pt x="4264" y="15500"/>
                    <a:pt x="3803" y="15557"/>
                  </a:cubicBezTo>
                  <a:lnTo>
                    <a:pt x="4033" y="15269"/>
                  </a:lnTo>
                  <a:cubicBezTo>
                    <a:pt x="4091" y="15212"/>
                    <a:pt x="4149" y="15096"/>
                    <a:pt x="4091" y="15039"/>
                  </a:cubicBezTo>
                  <a:lnTo>
                    <a:pt x="3688" y="13887"/>
                  </a:lnTo>
                  <a:cubicBezTo>
                    <a:pt x="3861" y="13829"/>
                    <a:pt x="4033" y="13771"/>
                    <a:pt x="4206" y="13656"/>
                  </a:cubicBezTo>
                  <a:close/>
                  <a:moveTo>
                    <a:pt x="12041" y="13656"/>
                  </a:moveTo>
                  <a:cubicBezTo>
                    <a:pt x="12214" y="13771"/>
                    <a:pt x="12387" y="13829"/>
                    <a:pt x="12560" y="13887"/>
                  </a:cubicBezTo>
                  <a:lnTo>
                    <a:pt x="12157" y="15039"/>
                  </a:lnTo>
                  <a:cubicBezTo>
                    <a:pt x="12157" y="15096"/>
                    <a:pt x="12157" y="15212"/>
                    <a:pt x="12214" y="15269"/>
                  </a:cubicBezTo>
                  <a:lnTo>
                    <a:pt x="12445" y="15557"/>
                  </a:lnTo>
                  <a:cubicBezTo>
                    <a:pt x="11984" y="15500"/>
                    <a:pt x="11581" y="15269"/>
                    <a:pt x="11235" y="14981"/>
                  </a:cubicBezTo>
                  <a:cubicBezTo>
                    <a:pt x="11235" y="14463"/>
                    <a:pt x="11581" y="13944"/>
                    <a:pt x="12041" y="13656"/>
                  </a:cubicBezTo>
                  <a:close/>
                  <a:moveTo>
                    <a:pt x="13885" y="13656"/>
                  </a:moveTo>
                  <a:cubicBezTo>
                    <a:pt x="14346" y="13944"/>
                    <a:pt x="14634" y="14463"/>
                    <a:pt x="14692" y="14981"/>
                  </a:cubicBezTo>
                  <a:cubicBezTo>
                    <a:pt x="14346" y="15269"/>
                    <a:pt x="13943" y="15500"/>
                    <a:pt x="13482" y="15557"/>
                  </a:cubicBezTo>
                  <a:lnTo>
                    <a:pt x="13712" y="15269"/>
                  </a:lnTo>
                  <a:cubicBezTo>
                    <a:pt x="13770" y="15212"/>
                    <a:pt x="13770" y="15096"/>
                    <a:pt x="13770" y="15039"/>
                  </a:cubicBezTo>
                  <a:lnTo>
                    <a:pt x="13309" y="13887"/>
                  </a:lnTo>
                  <a:cubicBezTo>
                    <a:pt x="13539" y="13829"/>
                    <a:pt x="13712" y="13771"/>
                    <a:pt x="13885" y="13656"/>
                  </a:cubicBezTo>
                  <a:close/>
                  <a:moveTo>
                    <a:pt x="12947" y="1"/>
                  </a:moveTo>
                  <a:cubicBezTo>
                    <a:pt x="12914" y="1"/>
                    <a:pt x="12881" y="1"/>
                    <a:pt x="12848" y="2"/>
                  </a:cubicBezTo>
                  <a:cubicBezTo>
                    <a:pt x="11120" y="60"/>
                    <a:pt x="9795" y="1443"/>
                    <a:pt x="9737" y="3113"/>
                  </a:cubicBezTo>
                  <a:cubicBezTo>
                    <a:pt x="9679" y="3920"/>
                    <a:pt x="9967" y="4726"/>
                    <a:pt x="10486" y="5303"/>
                  </a:cubicBezTo>
                  <a:lnTo>
                    <a:pt x="8930" y="6858"/>
                  </a:lnTo>
                  <a:cubicBezTo>
                    <a:pt x="8700" y="6685"/>
                    <a:pt x="8412" y="6570"/>
                    <a:pt x="8124" y="6570"/>
                  </a:cubicBezTo>
                  <a:cubicBezTo>
                    <a:pt x="7778" y="6570"/>
                    <a:pt x="7490" y="6685"/>
                    <a:pt x="7260" y="6858"/>
                  </a:cubicBezTo>
                  <a:lnTo>
                    <a:pt x="5704" y="5360"/>
                  </a:lnTo>
                  <a:cubicBezTo>
                    <a:pt x="6223" y="4784"/>
                    <a:pt x="6511" y="4035"/>
                    <a:pt x="6511" y="3229"/>
                  </a:cubicBezTo>
                  <a:cubicBezTo>
                    <a:pt x="6511" y="1443"/>
                    <a:pt x="5070" y="2"/>
                    <a:pt x="3285" y="2"/>
                  </a:cubicBezTo>
                  <a:cubicBezTo>
                    <a:pt x="2766" y="2"/>
                    <a:pt x="2305" y="118"/>
                    <a:pt x="1844" y="348"/>
                  </a:cubicBezTo>
                  <a:cubicBezTo>
                    <a:pt x="1729" y="406"/>
                    <a:pt x="1671" y="521"/>
                    <a:pt x="1729" y="636"/>
                  </a:cubicBezTo>
                  <a:cubicBezTo>
                    <a:pt x="1729" y="720"/>
                    <a:pt x="1822" y="774"/>
                    <a:pt x="1917" y="774"/>
                  </a:cubicBezTo>
                  <a:cubicBezTo>
                    <a:pt x="1951" y="774"/>
                    <a:pt x="1986" y="767"/>
                    <a:pt x="2017" y="751"/>
                  </a:cubicBezTo>
                  <a:cubicBezTo>
                    <a:pt x="2420" y="579"/>
                    <a:pt x="2824" y="463"/>
                    <a:pt x="3285" y="463"/>
                  </a:cubicBezTo>
                  <a:cubicBezTo>
                    <a:pt x="4782" y="463"/>
                    <a:pt x="6050" y="1731"/>
                    <a:pt x="6050" y="3229"/>
                  </a:cubicBezTo>
                  <a:cubicBezTo>
                    <a:pt x="6050" y="3862"/>
                    <a:pt x="5819" y="4496"/>
                    <a:pt x="5416" y="4957"/>
                  </a:cubicBezTo>
                  <a:cubicBezTo>
                    <a:pt x="5301" y="4438"/>
                    <a:pt x="4955" y="3920"/>
                    <a:pt x="4494" y="3632"/>
                  </a:cubicBezTo>
                  <a:cubicBezTo>
                    <a:pt x="4667" y="3344"/>
                    <a:pt x="4782" y="3056"/>
                    <a:pt x="4782" y="2710"/>
                  </a:cubicBezTo>
                  <a:cubicBezTo>
                    <a:pt x="4725" y="2019"/>
                    <a:pt x="4091" y="1385"/>
                    <a:pt x="3400" y="1385"/>
                  </a:cubicBezTo>
                  <a:cubicBezTo>
                    <a:pt x="3363" y="1383"/>
                    <a:pt x="3327" y="1381"/>
                    <a:pt x="3291" y="1381"/>
                  </a:cubicBezTo>
                  <a:cubicBezTo>
                    <a:pt x="2478" y="1381"/>
                    <a:pt x="1844" y="1998"/>
                    <a:pt x="1844" y="2825"/>
                  </a:cubicBezTo>
                  <a:cubicBezTo>
                    <a:pt x="1844" y="3113"/>
                    <a:pt x="1902" y="3401"/>
                    <a:pt x="2075" y="3632"/>
                  </a:cubicBezTo>
                  <a:cubicBezTo>
                    <a:pt x="1614" y="3978"/>
                    <a:pt x="1268" y="4438"/>
                    <a:pt x="1153" y="4957"/>
                  </a:cubicBezTo>
                  <a:cubicBezTo>
                    <a:pt x="750" y="4496"/>
                    <a:pt x="519" y="3862"/>
                    <a:pt x="519" y="3229"/>
                  </a:cubicBezTo>
                  <a:cubicBezTo>
                    <a:pt x="519" y="2595"/>
                    <a:pt x="750" y="1961"/>
                    <a:pt x="1153" y="1500"/>
                  </a:cubicBezTo>
                  <a:cubicBezTo>
                    <a:pt x="1268" y="1385"/>
                    <a:pt x="1211" y="1212"/>
                    <a:pt x="1095" y="1155"/>
                  </a:cubicBezTo>
                  <a:cubicBezTo>
                    <a:pt x="1048" y="1131"/>
                    <a:pt x="1000" y="1117"/>
                    <a:pt x="956" y="1117"/>
                  </a:cubicBezTo>
                  <a:cubicBezTo>
                    <a:pt x="895" y="1117"/>
                    <a:pt x="841" y="1145"/>
                    <a:pt x="807" y="1212"/>
                  </a:cubicBezTo>
                  <a:cubicBezTo>
                    <a:pt x="346" y="1788"/>
                    <a:pt x="58" y="2480"/>
                    <a:pt x="58" y="3229"/>
                  </a:cubicBezTo>
                  <a:cubicBezTo>
                    <a:pt x="58" y="5015"/>
                    <a:pt x="1499" y="6455"/>
                    <a:pt x="3285" y="6455"/>
                  </a:cubicBezTo>
                  <a:cubicBezTo>
                    <a:pt x="4091" y="6455"/>
                    <a:pt x="4782" y="6167"/>
                    <a:pt x="5359" y="5706"/>
                  </a:cubicBezTo>
                  <a:lnTo>
                    <a:pt x="6914" y="7204"/>
                  </a:lnTo>
                  <a:cubicBezTo>
                    <a:pt x="6741" y="7434"/>
                    <a:pt x="6626" y="7722"/>
                    <a:pt x="6626" y="8068"/>
                  </a:cubicBezTo>
                  <a:cubicBezTo>
                    <a:pt x="6626" y="8356"/>
                    <a:pt x="6741" y="8702"/>
                    <a:pt x="6914" y="8932"/>
                  </a:cubicBezTo>
                  <a:lnTo>
                    <a:pt x="5416" y="10488"/>
                  </a:lnTo>
                  <a:cubicBezTo>
                    <a:pt x="4840" y="9969"/>
                    <a:pt x="4091" y="9681"/>
                    <a:pt x="3285" y="9681"/>
                  </a:cubicBezTo>
                  <a:cubicBezTo>
                    <a:pt x="1499" y="9681"/>
                    <a:pt x="1" y="11179"/>
                    <a:pt x="58" y="13022"/>
                  </a:cubicBezTo>
                  <a:cubicBezTo>
                    <a:pt x="116" y="14693"/>
                    <a:pt x="1499" y="16018"/>
                    <a:pt x="3169" y="16076"/>
                  </a:cubicBezTo>
                  <a:cubicBezTo>
                    <a:pt x="3236" y="16080"/>
                    <a:pt x="3303" y="16082"/>
                    <a:pt x="3368" y="16082"/>
                  </a:cubicBezTo>
                  <a:cubicBezTo>
                    <a:pt x="5120" y="16082"/>
                    <a:pt x="6511" y="14628"/>
                    <a:pt x="6511" y="12907"/>
                  </a:cubicBezTo>
                  <a:cubicBezTo>
                    <a:pt x="6511" y="12101"/>
                    <a:pt x="6223" y="11352"/>
                    <a:pt x="5762" y="10776"/>
                  </a:cubicBezTo>
                  <a:lnTo>
                    <a:pt x="7260" y="9220"/>
                  </a:lnTo>
                  <a:cubicBezTo>
                    <a:pt x="7490" y="9393"/>
                    <a:pt x="7778" y="9508"/>
                    <a:pt x="8124" y="9508"/>
                  </a:cubicBezTo>
                  <a:cubicBezTo>
                    <a:pt x="8412" y="9508"/>
                    <a:pt x="8758" y="9393"/>
                    <a:pt x="8988" y="9220"/>
                  </a:cubicBezTo>
                  <a:lnTo>
                    <a:pt x="10544" y="10776"/>
                  </a:lnTo>
                  <a:cubicBezTo>
                    <a:pt x="10025" y="11352"/>
                    <a:pt x="9737" y="12101"/>
                    <a:pt x="9737" y="12907"/>
                  </a:cubicBezTo>
                  <a:cubicBezTo>
                    <a:pt x="9737" y="14635"/>
                    <a:pt x="11177" y="16076"/>
                    <a:pt x="12963" y="16076"/>
                  </a:cubicBezTo>
                  <a:cubicBezTo>
                    <a:pt x="14692" y="16076"/>
                    <a:pt x="16132" y="14635"/>
                    <a:pt x="16132" y="12907"/>
                  </a:cubicBezTo>
                  <a:cubicBezTo>
                    <a:pt x="16132" y="12389"/>
                    <a:pt x="16017" y="11870"/>
                    <a:pt x="15786" y="11409"/>
                  </a:cubicBezTo>
                  <a:cubicBezTo>
                    <a:pt x="15744" y="11325"/>
                    <a:pt x="15671" y="11271"/>
                    <a:pt x="15590" y="11271"/>
                  </a:cubicBezTo>
                  <a:cubicBezTo>
                    <a:pt x="15560" y="11271"/>
                    <a:pt x="15529" y="11279"/>
                    <a:pt x="15498" y="11294"/>
                  </a:cubicBezTo>
                  <a:cubicBezTo>
                    <a:pt x="15383" y="11352"/>
                    <a:pt x="15325" y="11525"/>
                    <a:pt x="15383" y="11640"/>
                  </a:cubicBezTo>
                  <a:cubicBezTo>
                    <a:pt x="15556" y="11985"/>
                    <a:pt x="15671" y="12446"/>
                    <a:pt x="15671" y="12850"/>
                  </a:cubicBezTo>
                  <a:cubicBezTo>
                    <a:pt x="15671" y="13541"/>
                    <a:pt x="15440" y="14117"/>
                    <a:pt x="15095" y="14578"/>
                  </a:cubicBezTo>
                  <a:cubicBezTo>
                    <a:pt x="14922" y="14059"/>
                    <a:pt x="14634" y="13598"/>
                    <a:pt x="14173" y="13253"/>
                  </a:cubicBezTo>
                  <a:cubicBezTo>
                    <a:pt x="14346" y="13022"/>
                    <a:pt x="14461" y="12677"/>
                    <a:pt x="14403" y="12331"/>
                  </a:cubicBezTo>
                  <a:cubicBezTo>
                    <a:pt x="14346" y="11640"/>
                    <a:pt x="13770" y="11064"/>
                    <a:pt x="13078" y="11006"/>
                  </a:cubicBezTo>
                  <a:cubicBezTo>
                    <a:pt x="13042" y="11004"/>
                    <a:pt x="13007" y="11003"/>
                    <a:pt x="12972" y="11003"/>
                  </a:cubicBezTo>
                  <a:cubicBezTo>
                    <a:pt x="12104" y="11003"/>
                    <a:pt x="11465" y="11673"/>
                    <a:pt x="11465" y="12504"/>
                  </a:cubicBezTo>
                  <a:cubicBezTo>
                    <a:pt x="11465" y="12792"/>
                    <a:pt x="11581" y="13080"/>
                    <a:pt x="11696" y="13310"/>
                  </a:cubicBezTo>
                  <a:cubicBezTo>
                    <a:pt x="11235" y="13598"/>
                    <a:pt x="10889" y="14059"/>
                    <a:pt x="10774" y="14578"/>
                  </a:cubicBezTo>
                  <a:cubicBezTo>
                    <a:pt x="10428" y="14117"/>
                    <a:pt x="10198" y="13541"/>
                    <a:pt x="10198" y="12850"/>
                  </a:cubicBezTo>
                  <a:cubicBezTo>
                    <a:pt x="10198" y="11352"/>
                    <a:pt x="11408" y="10142"/>
                    <a:pt x="12963" y="10142"/>
                  </a:cubicBezTo>
                  <a:cubicBezTo>
                    <a:pt x="13597" y="10142"/>
                    <a:pt x="14173" y="10315"/>
                    <a:pt x="14634" y="10718"/>
                  </a:cubicBezTo>
                  <a:cubicBezTo>
                    <a:pt x="14683" y="10767"/>
                    <a:pt x="14742" y="10784"/>
                    <a:pt x="14798" y="10784"/>
                  </a:cubicBezTo>
                  <a:cubicBezTo>
                    <a:pt x="14875" y="10784"/>
                    <a:pt x="14946" y="10751"/>
                    <a:pt x="14980" y="10718"/>
                  </a:cubicBezTo>
                  <a:cubicBezTo>
                    <a:pt x="15095" y="10603"/>
                    <a:pt x="15037" y="10430"/>
                    <a:pt x="14980" y="10372"/>
                  </a:cubicBezTo>
                  <a:cubicBezTo>
                    <a:pt x="14403" y="9911"/>
                    <a:pt x="13655" y="9681"/>
                    <a:pt x="12906" y="9681"/>
                  </a:cubicBezTo>
                  <a:cubicBezTo>
                    <a:pt x="12157" y="9681"/>
                    <a:pt x="11408" y="9969"/>
                    <a:pt x="10832" y="10430"/>
                  </a:cubicBezTo>
                  <a:lnTo>
                    <a:pt x="9276" y="8874"/>
                  </a:lnTo>
                  <a:cubicBezTo>
                    <a:pt x="9449" y="8644"/>
                    <a:pt x="9564" y="8356"/>
                    <a:pt x="9564" y="8068"/>
                  </a:cubicBezTo>
                  <a:cubicBezTo>
                    <a:pt x="9564" y="7722"/>
                    <a:pt x="9449" y="7434"/>
                    <a:pt x="9276" y="7204"/>
                  </a:cubicBezTo>
                  <a:lnTo>
                    <a:pt x="10832" y="5648"/>
                  </a:lnTo>
                  <a:cubicBezTo>
                    <a:pt x="11408" y="6167"/>
                    <a:pt x="12157" y="6455"/>
                    <a:pt x="13021" y="6455"/>
                  </a:cubicBezTo>
                  <a:cubicBezTo>
                    <a:pt x="14692" y="6397"/>
                    <a:pt x="16074" y="5015"/>
                    <a:pt x="16132" y="3344"/>
                  </a:cubicBezTo>
                  <a:cubicBezTo>
                    <a:pt x="16188" y="1533"/>
                    <a:pt x="14745" y="1"/>
                    <a:pt x="129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9" name="Google Shape;1189;p59"/>
          <p:cNvSpPr txBox="1"/>
          <p:nvPr/>
        </p:nvSpPr>
        <p:spPr>
          <a:xfrm>
            <a:off x="4540327" y="4103019"/>
            <a:ext cx="1975200" cy="484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Neptune is really far away from us</a:t>
            </a:r>
            <a:endParaRPr sz="1200">
              <a:solidFill>
                <a:schemeClr val="dk1"/>
              </a:solidFill>
              <a:latin typeface="Albert Sans"/>
              <a:ea typeface="Albert Sans"/>
              <a:cs typeface="Albert Sans"/>
              <a:sym typeface="Albert Sans"/>
            </a:endParaRPr>
          </a:p>
        </p:txBody>
      </p:sp>
      <p:sp>
        <p:nvSpPr>
          <p:cNvPr id="1190" name="Google Shape;1190;p59"/>
          <p:cNvSpPr txBox="1"/>
          <p:nvPr/>
        </p:nvSpPr>
        <p:spPr>
          <a:xfrm>
            <a:off x="4538077" y="3857328"/>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Assessment</a:t>
            </a:r>
            <a:endParaRPr b="1" sz="2400">
              <a:solidFill>
                <a:schemeClr val="dk2"/>
              </a:solidFill>
              <a:latin typeface="Albert Sans"/>
              <a:ea typeface="Albert Sans"/>
              <a:cs typeface="Albert Sans"/>
              <a:sym typeface="Albert Sans"/>
            </a:endParaRPr>
          </a:p>
        </p:txBody>
      </p:sp>
      <p:grpSp>
        <p:nvGrpSpPr>
          <p:cNvPr id="1191" name="Google Shape;1191;p59"/>
          <p:cNvGrpSpPr/>
          <p:nvPr/>
        </p:nvGrpSpPr>
        <p:grpSpPr>
          <a:xfrm>
            <a:off x="5173477" y="3086986"/>
            <a:ext cx="707400" cy="707400"/>
            <a:chOff x="5166743" y="3029575"/>
            <a:chExt cx="707400" cy="707400"/>
          </a:xfrm>
        </p:grpSpPr>
        <p:sp>
          <p:nvSpPr>
            <p:cNvPr id="1182" name="Google Shape;1182;p59"/>
            <p:cNvSpPr/>
            <p:nvPr/>
          </p:nvSpPr>
          <p:spPr>
            <a:xfrm flipH="1">
              <a:off x="5166743" y="30295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2" name="Google Shape;1192;p59"/>
            <p:cNvGrpSpPr/>
            <p:nvPr/>
          </p:nvGrpSpPr>
          <p:grpSpPr>
            <a:xfrm>
              <a:off x="5319525" y="3182150"/>
              <a:ext cx="401850" cy="402250"/>
              <a:chOff x="3713500" y="2723150"/>
              <a:chExt cx="401850" cy="402250"/>
            </a:xfrm>
          </p:grpSpPr>
          <p:sp>
            <p:nvSpPr>
              <p:cNvPr id="1193" name="Google Shape;1193;p59"/>
              <p:cNvSpPr/>
              <p:nvPr/>
            </p:nvSpPr>
            <p:spPr>
              <a:xfrm>
                <a:off x="3946825" y="3008700"/>
                <a:ext cx="90750" cy="90775"/>
              </a:xfrm>
              <a:custGeom>
                <a:rect b="b" l="l" r="r" t="t"/>
                <a:pathLst>
                  <a:path extrusionOk="0" h="3631" w="3630">
                    <a:moveTo>
                      <a:pt x="1844" y="519"/>
                    </a:moveTo>
                    <a:cubicBezTo>
                      <a:pt x="2593" y="519"/>
                      <a:pt x="3169" y="1153"/>
                      <a:pt x="3169" y="1844"/>
                    </a:cubicBezTo>
                    <a:cubicBezTo>
                      <a:pt x="3169" y="2593"/>
                      <a:pt x="2593" y="3227"/>
                      <a:pt x="1844" y="3227"/>
                    </a:cubicBezTo>
                    <a:cubicBezTo>
                      <a:pt x="1095" y="3227"/>
                      <a:pt x="461" y="2593"/>
                      <a:pt x="461" y="1844"/>
                    </a:cubicBezTo>
                    <a:cubicBezTo>
                      <a:pt x="461" y="1095"/>
                      <a:pt x="1095" y="519"/>
                      <a:pt x="1844" y="519"/>
                    </a:cubicBezTo>
                    <a:close/>
                    <a:moveTo>
                      <a:pt x="1844" y="1"/>
                    </a:moveTo>
                    <a:cubicBezTo>
                      <a:pt x="807" y="1"/>
                      <a:pt x="0" y="865"/>
                      <a:pt x="0" y="1844"/>
                    </a:cubicBezTo>
                    <a:cubicBezTo>
                      <a:pt x="0" y="2824"/>
                      <a:pt x="864" y="3630"/>
                      <a:pt x="1844" y="3630"/>
                    </a:cubicBezTo>
                    <a:cubicBezTo>
                      <a:pt x="2823" y="3630"/>
                      <a:pt x="3630" y="2824"/>
                      <a:pt x="3630" y="1844"/>
                    </a:cubicBezTo>
                    <a:cubicBezTo>
                      <a:pt x="3630" y="865"/>
                      <a:pt x="2823" y="1"/>
                      <a:pt x="184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59"/>
              <p:cNvSpPr/>
              <p:nvPr/>
            </p:nvSpPr>
            <p:spPr>
              <a:xfrm>
                <a:off x="3713500" y="2723150"/>
                <a:ext cx="401850" cy="402250"/>
              </a:xfrm>
              <a:custGeom>
                <a:rect b="b" l="l" r="r" t="t"/>
                <a:pathLst>
                  <a:path extrusionOk="0" h="16090" w="16074">
                    <a:moveTo>
                      <a:pt x="14057" y="707"/>
                    </a:moveTo>
                    <a:lnTo>
                      <a:pt x="14057" y="1283"/>
                    </a:lnTo>
                    <a:cubicBezTo>
                      <a:pt x="14057" y="1398"/>
                      <a:pt x="14115" y="1456"/>
                      <a:pt x="14230" y="1514"/>
                    </a:cubicBezTo>
                    <a:lnTo>
                      <a:pt x="14748" y="1686"/>
                    </a:lnTo>
                    <a:lnTo>
                      <a:pt x="13481" y="2551"/>
                    </a:lnTo>
                    <a:lnTo>
                      <a:pt x="12790" y="2320"/>
                    </a:lnTo>
                    <a:lnTo>
                      <a:pt x="12790" y="1571"/>
                    </a:lnTo>
                    <a:lnTo>
                      <a:pt x="14057" y="707"/>
                    </a:lnTo>
                    <a:close/>
                    <a:moveTo>
                      <a:pt x="6625" y="5489"/>
                    </a:moveTo>
                    <a:cubicBezTo>
                      <a:pt x="6913" y="5489"/>
                      <a:pt x="7201" y="5604"/>
                      <a:pt x="7374" y="5834"/>
                    </a:cubicBezTo>
                    <a:lnTo>
                      <a:pt x="6452" y="6468"/>
                    </a:lnTo>
                    <a:cubicBezTo>
                      <a:pt x="6337" y="6526"/>
                      <a:pt x="6337" y="6699"/>
                      <a:pt x="6395" y="6814"/>
                    </a:cubicBezTo>
                    <a:cubicBezTo>
                      <a:pt x="6462" y="6881"/>
                      <a:pt x="6530" y="6909"/>
                      <a:pt x="6597" y="6909"/>
                    </a:cubicBezTo>
                    <a:cubicBezTo>
                      <a:pt x="6645" y="6909"/>
                      <a:pt x="6693" y="6895"/>
                      <a:pt x="6741" y="6871"/>
                    </a:cubicBezTo>
                    <a:lnTo>
                      <a:pt x="7662" y="6180"/>
                    </a:lnTo>
                    <a:cubicBezTo>
                      <a:pt x="7720" y="6353"/>
                      <a:pt x="7778" y="6526"/>
                      <a:pt x="7778" y="6699"/>
                    </a:cubicBezTo>
                    <a:cubicBezTo>
                      <a:pt x="7778" y="7332"/>
                      <a:pt x="7259" y="7851"/>
                      <a:pt x="6625" y="7851"/>
                    </a:cubicBezTo>
                    <a:cubicBezTo>
                      <a:pt x="5992" y="7851"/>
                      <a:pt x="5473" y="7332"/>
                      <a:pt x="5473" y="6699"/>
                    </a:cubicBezTo>
                    <a:cubicBezTo>
                      <a:pt x="5473" y="6007"/>
                      <a:pt x="5992" y="5489"/>
                      <a:pt x="6625" y="5489"/>
                    </a:cubicBezTo>
                    <a:close/>
                    <a:moveTo>
                      <a:pt x="6625" y="3818"/>
                    </a:moveTo>
                    <a:cubicBezTo>
                      <a:pt x="7489" y="3818"/>
                      <a:pt x="8238" y="4221"/>
                      <a:pt x="8757" y="4855"/>
                    </a:cubicBezTo>
                    <a:lnTo>
                      <a:pt x="7778" y="5546"/>
                    </a:lnTo>
                    <a:cubicBezTo>
                      <a:pt x="7489" y="5258"/>
                      <a:pt x="7086" y="5028"/>
                      <a:pt x="6625" y="5028"/>
                    </a:cubicBezTo>
                    <a:cubicBezTo>
                      <a:pt x="5704" y="5028"/>
                      <a:pt x="4955" y="5777"/>
                      <a:pt x="4955" y="6699"/>
                    </a:cubicBezTo>
                    <a:cubicBezTo>
                      <a:pt x="4955" y="7563"/>
                      <a:pt x="5704" y="8312"/>
                      <a:pt x="6625" y="8312"/>
                    </a:cubicBezTo>
                    <a:cubicBezTo>
                      <a:pt x="7489" y="8312"/>
                      <a:pt x="8238" y="7563"/>
                      <a:pt x="8238" y="6699"/>
                    </a:cubicBezTo>
                    <a:cubicBezTo>
                      <a:pt x="8238" y="6410"/>
                      <a:pt x="8181" y="6180"/>
                      <a:pt x="8066" y="5950"/>
                    </a:cubicBezTo>
                    <a:lnTo>
                      <a:pt x="9045" y="5258"/>
                    </a:lnTo>
                    <a:cubicBezTo>
                      <a:pt x="9275" y="5662"/>
                      <a:pt x="9448" y="6122"/>
                      <a:pt x="9448" y="6699"/>
                    </a:cubicBezTo>
                    <a:cubicBezTo>
                      <a:pt x="9448" y="8254"/>
                      <a:pt x="8181" y="9521"/>
                      <a:pt x="6625" y="9521"/>
                    </a:cubicBezTo>
                    <a:cubicBezTo>
                      <a:pt x="5070" y="9521"/>
                      <a:pt x="3802" y="8254"/>
                      <a:pt x="3802" y="6699"/>
                    </a:cubicBezTo>
                    <a:cubicBezTo>
                      <a:pt x="3802" y="5085"/>
                      <a:pt x="5070" y="3818"/>
                      <a:pt x="6625" y="3818"/>
                    </a:cubicBezTo>
                    <a:close/>
                    <a:moveTo>
                      <a:pt x="11810" y="3357"/>
                    </a:moveTo>
                    <a:cubicBezTo>
                      <a:pt x="12386" y="4279"/>
                      <a:pt x="12790" y="5431"/>
                      <a:pt x="12790" y="6699"/>
                    </a:cubicBezTo>
                    <a:cubicBezTo>
                      <a:pt x="12790" y="8081"/>
                      <a:pt x="12329" y="9349"/>
                      <a:pt x="11465" y="10443"/>
                    </a:cubicBezTo>
                    <a:lnTo>
                      <a:pt x="9852" y="10443"/>
                    </a:lnTo>
                    <a:cubicBezTo>
                      <a:pt x="10543" y="9867"/>
                      <a:pt x="11061" y="9061"/>
                      <a:pt x="11349" y="8139"/>
                    </a:cubicBezTo>
                    <a:cubicBezTo>
                      <a:pt x="11637" y="7217"/>
                      <a:pt x="11637" y="6122"/>
                      <a:pt x="11349" y="5201"/>
                    </a:cubicBezTo>
                    <a:cubicBezTo>
                      <a:pt x="11234" y="4740"/>
                      <a:pt x="11061" y="4394"/>
                      <a:pt x="10831" y="3991"/>
                    </a:cubicBezTo>
                    <a:lnTo>
                      <a:pt x="11810" y="3357"/>
                    </a:lnTo>
                    <a:close/>
                    <a:moveTo>
                      <a:pt x="7489" y="10904"/>
                    </a:moveTo>
                    <a:cubicBezTo>
                      <a:pt x="7374" y="11307"/>
                      <a:pt x="7086" y="11595"/>
                      <a:pt x="6741" y="11653"/>
                    </a:cubicBezTo>
                    <a:lnTo>
                      <a:pt x="6741" y="10904"/>
                    </a:lnTo>
                    <a:close/>
                    <a:moveTo>
                      <a:pt x="15613" y="10904"/>
                    </a:moveTo>
                    <a:lnTo>
                      <a:pt x="15613" y="11653"/>
                    </a:lnTo>
                    <a:cubicBezTo>
                      <a:pt x="15382" y="11653"/>
                      <a:pt x="15267" y="11538"/>
                      <a:pt x="15094" y="11423"/>
                    </a:cubicBezTo>
                    <a:cubicBezTo>
                      <a:pt x="14979" y="11250"/>
                      <a:pt x="14864" y="11077"/>
                      <a:pt x="14864" y="10904"/>
                    </a:cubicBezTo>
                    <a:close/>
                    <a:moveTo>
                      <a:pt x="6625" y="534"/>
                    </a:moveTo>
                    <a:cubicBezTo>
                      <a:pt x="8642" y="534"/>
                      <a:pt x="10428" y="1514"/>
                      <a:pt x="11522" y="2954"/>
                    </a:cubicBezTo>
                    <a:lnTo>
                      <a:pt x="10543" y="3645"/>
                    </a:lnTo>
                    <a:cubicBezTo>
                      <a:pt x="10370" y="3415"/>
                      <a:pt x="10140" y="3127"/>
                      <a:pt x="9852" y="2954"/>
                    </a:cubicBezTo>
                    <a:cubicBezTo>
                      <a:pt x="9160" y="2320"/>
                      <a:pt x="8296" y="1917"/>
                      <a:pt x="7317" y="1802"/>
                    </a:cubicBezTo>
                    <a:cubicBezTo>
                      <a:pt x="7076" y="1756"/>
                      <a:pt x="6831" y="1735"/>
                      <a:pt x="6585" y="1735"/>
                    </a:cubicBezTo>
                    <a:cubicBezTo>
                      <a:pt x="5891" y="1735"/>
                      <a:pt x="5190" y="1907"/>
                      <a:pt x="4551" y="2205"/>
                    </a:cubicBezTo>
                    <a:cubicBezTo>
                      <a:pt x="4299" y="2306"/>
                      <a:pt x="4401" y="2629"/>
                      <a:pt x="4624" y="2629"/>
                    </a:cubicBezTo>
                    <a:cubicBezTo>
                      <a:pt x="4655" y="2629"/>
                      <a:pt x="4689" y="2622"/>
                      <a:pt x="4724" y="2608"/>
                    </a:cubicBezTo>
                    <a:cubicBezTo>
                      <a:pt x="5329" y="2349"/>
                      <a:pt x="5966" y="2219"/>
                      <a:pt x="6612" y="2219"/>
                    </a:cubicBezTo>
                    <a:cubicBezTo>
                      <a:pt x="6827" y="2219"/>
                      <a:pt x="7043" y="2234"/>
                      <a:pt x="7259" y="2263"/>
                    </a:cubicBezTo>
                    <a:cubicBezTo>
                      <a:pt x="8123" y="2378"/>
                      <a:pt x="8872" y="2723"/>
                      <a:pt x="9563" y="3300"/>
                    </a:cubicBezTo>
                    <a:cubicBezTo>
                      <a:pt x="9794" y="3472"/>
                      <a:pt x="9967" y="3703"/>
                      <a:pt x="10140" y="3933"/>
                    </a:cubicBezTo>
                    <a:lnTo>
                      <a:pt x="9160" y="4625"/>
                    </a:lnTo>
                    <a:cubicBezTo>
                      <a:pt x="8584" y="3876"/>
                      <a:pt x="7662" y="3415"/>
                      <a:pt x="6625" y="3415"/>
                    </a:cubicBezTo>
                    <a:cubicBezTo>
                      <a:pt x="4782" y="3415"/>
                      <a:pt x="3284" y="4855"/>
                      <a:pt x="3284" y="6699"/>
                    </a:cubicBezTo>
                    <a:cubicBezTo>
                      <a:pt x="3284" y="8484"/>
                      <a:pt x="4782" y="9982"/>
                      <a:pt x="6625" y="9982"/>
                    </a:cubicBezTo>
                    <a:cubicBezTo>
                      <a:pt x="8411" y="9982"/>
                      <a:pt x="9909" y="8484"/>
                      <a:pt x="9909" y="6699"/>
                    </a:cubicBezTo>
                    <a:cubicBezTo>
                      <a:pt x="9909" y="6065"/>
                      <a:pt x="9736" y="5489"/>
                      <a:pt x="9448" y="4970"/>
                    </a:cubicBezTo>
                    <a:lnTo>
                      <a:pt x="10428" y="4337"/>
                    </a:lnTo>
                    <a:cubicBezTo>
                      <a:pt x="10658" y="4625"/>
                      <a:pt x="10773" y="4970"/>
                      <a:pt x="10889" y="5316"/>
                    </a:cubicBezTo>
                    <a:cubicBezTo>
                      <a:pt x="11177" y="6180"/>
                      <a:pt x="11177" y="7159"/>
                      <a:pt x="10889" y="8024"/>
                    </a:cubicBezTo>
                    <a:cubicBezTo>
                      <a:pt x="10658" y="8888"/>
                      <a:pt x="10082" y="9694"/>
                      <a:pt x="9333" y="10270"/>
                    </a:cubicBezTo>
                    <a:cubicBezTo>
                      <a:pt x="9218" y="10328"/>
                      <a:pt x="9160" y="10386"/>
                      <a:pt x="9045" y="10443"/>
                    </a:cubicBezTo>
                    <a:lnTo>
                      <a:pt x="6452" y="10443"/>
                    </a:lnTo>
                    <a:cubicBezTo>
                      <a:pt x="6452" y="10443"/>
                      <a:pt x="6222" y="10501"/>
                      <a:pt x="6222" y="10674"/>
                    </a:cubicBezTo>
                    <a:lnTo>
                      <a:pt x="6222" y="11135"/>
                    </a:lnTo>
                    <a:cubicBezTo>
                      <a:pt x="5588" y="11135"/>
                      <a:pt x="5012" y="10904"/>
                      <a:pt x="4436" y="10616"/>
                    </a:cubicBezTo>
                    <a:cubicBezTo>
                      <a:pt x="3226" y="9982"/>
                      <a:pt x="2420" y="8773"/>
                      <a:pt x="2132" y="7447"/>
                    </a:cubicBezTo>
                    <a:cubicBezTo>
                      <a:pt x="1901" y="6007"/>
                      <a:pt x="2420" y="4509"/>
                      <a:pt x="3457" y="3472"/>
                    </a:cubicBezTo>
                    <a:cubicBezTo>
                      <a:pt x="3634" y="3295"/>
                      <a:pt x="3471" y="3051"/>
                      <a:pt x="3282" y="3051"/>
                    </a:cubicBezTo>
                    <a:cubicBezTo>
                      <a:pt x="3224" y="3051"/>
                      <a:pt x="3165" y="3073"/>
                      <a:pt x="3111" y="3127"/>
                    </a:cubicBezTo>
                    <a:cubicBezTo>
                      <a:pt x="1959" y="4221"/>
                      <a:pt x="1440" y="5950"/>
                      <a:pt x="1671" y="7505"/>
                    </a:cubicBezTo>
                    <a:cubicBezTo>
                      <a:pt x="1959" y="9003"/>
                      <a:pt x="2881" y="10328"/>
                      <a:pt x="4206" y="11077"/>
                    </a:cubicBezTo>
                    <a:cubicBezTo>
                      <a:pt x="4839" y="11365"/>
                      <a:pt x="6222" y="11653"/>
                      <a:pt x="6222" y="11653"/>
                    </a:cubicBezTo>
                    <a:lnTo>
                      <a:pt x="6222" y="12114"/>
                    </a:lnTo>
                    <a:lnTo>
                      <a:pt x="5243" y="12114"/>
                    </a:lnTo>
                    <a:cubicBezTo>
                      <a:pt x="5127" y="12114"/>
                      <a:pt x="5012" y="12229"/>
                      <a:pt x="5012" y="12344"/>
                    </a:cubicBezTo>
                    <a:lnTo>
                      <a:pt x="5012" y="12632"/>
                    </a:lnTo>
                    <a:cubicBezTo>
                      <a:pt x="3745" y="12287"/>
                      <a:pt x="2593" y="11595"/>
                      <a:pt x="1786" y="10558"/>
                    </a:cubicBezTo>
                    <a:cubicBezTo>
                      <a:pt x="922" y="9464"/>
                      <a:pt x="403" y="8081"/>
                      <a:pt x="403" y="6699"/>
                    </a:cubicBezTo>
                    <a:cubicBezTo>
                      <a:pt x="403" y="3300"/>
                      <a:pt x="3226" y="534"/>
                      <a:pt x="6625" y="534"/>
                    </a:cubicBezTo>
                    <a:close/>
                    <a:moveTo>
                      <a:pt x="7662" y="12575"/>
                    </a:moveTo>
                    <a:lnTo>
                      <a:pt x="7662" y="12978"/>
                    </a:lnTo>
                    <a:lnTo>
                      <a:pt x="5531" y="12978"/>
                    </a:lnTo>
                    <a:lnTo>
                      <a:pt x="5531" y="12575"/>
                    </a:lnTo>
                    <a:close/>
                    <a:moveTo>
                      <a:pt x="7662" y="13439"/>
                    </a:moveTo>
                    <a:lnTo>
                      <a:pt x="7662" y="13842"/>
                    </a:lnTo>
                    <a:lnTo>
                      <a:pt x="5531" y="13842"/>
                    </a:lnTo>
                    <a:lnTo>
                      <a:pt x="5531" y="13439"/>
                    </a:lnTo>
                    <a:close/>
                    <a:moveTo>
                      <a:pt x="5012" y="14361"/>
                    </a:moveTo>
                    <a:lnTo>
                      <a:pt x="5012" y="14764"/>
                    </a:lnTo>
                    <a:lnTo>
                      <a:pt x="2881" y="14764"/>
                    </a:lnTo>
                    <a:lnTo>
                      <a:pt x="2881" y="14361"/>
                    </a:lnTo>
                    <a:close/>
                    <a:moveTo>
                      <a:pt x="7662" y="14361"/>
                    </a:moveTo>
                    <a:lnTo>
                      <a:pt x="7662" y="14764"/>
                    </a:lnTo>
                    <a:lnTo>
                      <a:pt x="5531" y="14764"/>
                    </a:lnTo>
                    <a:lnTo>
                      <a:pt x="5531" y="14361"/>
                    </a:lnTo>
                    <a:close/>
                    <a:moveTo>
                      <a:pt x="5012" y="15225"/>
                    </a:moveTo>
                    <a:lnTo>
                      <a:pt x="5012" y="15628"/>
                    </a:lnTo>
                    <a:lnTo>
                      <a:pt x="2881" y="15628"/>
                    </a:lnTo>
                    <a:lnTo>
                      <a:pt x="2881" y="15225"/>
                    </a:lnTo>
                    <a:close/>
                    <a:moveTo>
                      <a:pt x="7662" y="15225"/>
                    </a:moveTo>
                    <a:lnTo>
                      <a:pt x="7662" y="15628"/>
                    </a:lnTo>
                    <a:lnTo>
                      <a:pt x="5531" y="15628"/>
                    </a:lnTo>
                    <a:lnTo>
                      <a:pt x="5531" y="15225"/>
                    </a:lnTo>
                    <a:close/>
                    <a:moveTo>
                      <a:pt x="15613" y="14879"/>
                    </a:moveTo>
                    <a:lnTo>
                      <a:pt x="15613" y="15628"/>
                    </a:lnTo>
                    <a:lnTo>
                      <a:pt x="14864" y="15628"/>
                    </a:lnTo>
                    <a:cubicBezTo>
                      <a:pt x="14921" y="15283"/>
                      <a:pt x="15209" y="14994"/>
                      <a:pt x="15613" y="14879"/>
                    </a:cubicBezTo>
                    <a:close/>
                    <a:moveTo>
                      <a:pt x="14300" y="1"/>
                    </a:moveTo>
                    <a:cubicBezTo>
                      <a:pt x="14274" y="1"/>
                      <a:pt x="14250" y="6"/>
                      <a:pt x="14230" y="16"/>
                    </a:cubicBezTo>
                    <a:lnTo>
                      <a:pt x="12444" y="1283"/>
                    </a:lnTo>
                    <a:cubicBezTo>
                      <a:pt x="12386" y="1283"/>
                      <a:pt x="12386" y="1341"/>
                      <a:pt x="12386" y="1456"/>
                    </a:cubicBezTo>
                    <a:lnTo>
                      <a:pt x="12386" y="2320"/>
                    </a:lnTo>
                    <a:lnTo>
                      <a:pt x="11926" y="2666"/>
                    </a:lnTo>
                    <a:cubicBezTo>
                      <a:pt x="10716" y="1053"/>
                      <a:pt x="8757" y="16"/>
                      <a:pt x="6625" y="16"/>
                    </a:cubicBezTo>
                    <a:cubicBezTo>
                      <a:pt x="2938" y="16"/>
                      <a:pt x="0" y="3011"/>
                      <a:pt x="0" y="6641"/>
                    </a:cubicBezTo>
                    <a:cubicBezTo>
                      <a:pt x="0" y="8196"/>
                      <a:pt x="519" y="9694"/>
                      <a:pt x="1498" y="10847"/>
                    </a:cubicBezTo>
                    <a:cubicBezTo>
                      <a:pt x="2362" y="11999"/>
                      <a:pt x="3630" y="12748"/>
                      <a:pt x="5070" y="13093"/>
                    </a:cubicBezTo>
                    <a:lnTo>
                      <a:pt x="5070" y="13842"/>
                    </a:lnTo>
                    <a:lnTo>
                      <a:pt x="2650" y="13842"/>
                    </a:lnTo>
                    <a:cubicBezTo>
                      <a:pt x="2535" y="13842"/>
                      <a:pt x="2420" y="13957"/>
                      <a:pt x="2420" y="14073"/>
                    </a:cubicBezTo>
                    <a:lnTo>
                      <a:pt x="2420" y="15859"/>
                    </a:lnTo>
                    <a:cubicBezTo>
                      <a:pt x="2420" y="15974"/>
                      <a:pt x="2535" y="16089"/>
                      <a:pt x="2650" y="16089"/>
                    </a:cubicBezTo>
                    <a:lnTo>
                      <a:pt x="12156" y="16089"/>
                    </a:lnTo>
                    <a:cubicBezTo>
                      <a:pt x="12444" y="16089"/>
                      <a:pt x="12444" y="15628"/>
                      <a:pt x="12156" y="15628"/>
                    </a:cubicBezTo>
                    <a:lnTo>
                      <a:pt x="8181" y="15628"/>
                    </a:lnTo>
                    <a:lnTo>
                      <a:pt x="8181" y="12287"/>
                    </a:lnTo>
                    <a:cubicBezTo>
                      <a:pt x="8181" y="12172"/>
                      <a:pt x="8066" y="12056"/>
                      <a:pt x="7950" y="12056"/>
                    </a:cubicBezTo>
                    <a:lnTo>
                      <a:pt x="7029" y="12056"/>
                    </a:lnTo>
                    <a:cubicBezTo>
                      <a:pt x="7547" y="11883"/>
                      <a:pt x="7893" y="11423"/>
                      <a:pt x="8008" y="10904"/>
                    </a:cubicBezTo>
                    <a:lnTo>
                      <a:pt x="14403" y="10904"/>
                    </a:lnTo>
                    <a:cubicBezTo>
                      <a:pt x="14460" y="11192"/>
                      <a:pt x="14576" y="11480"/>
                      <a:pt x="14806" y="11711"/>
                    </a:cubicBezTo>
                    <a:cubicBezTo>
                      <a:pt x="15037" y="11941"/>
                      <a:pt x="15325" y="12114"/>
                      <a:pt x="15613" y="12114"/>
                    </a:cubicBezTo>
                    <a:lnTo>
                      <a:pt x="15613" y="14361"/>
                    </a:lnTo>
                    <a:cubicBezTo>
                      <a:pt x="14979" y="14476"/>
                      <a:pt x="14460" y="14994"/>
                      <a:pt x="14403" y="15628"/>
                    </a:cubicBezTo>
                    <a:lnTo>
                      <a:pt x="13654" y="15628"/>
                    </a:lnTo>
                    <a:cubicBezTo>
                      <a:pt x="13366" y="15628"/>
                      <a:pt x="13366" y="16089"/>
                      <a:pt x="13654" y="16089"/>
                    </a:cubicBezTo>
                    <a:lnTo>
                      <a:pt x="15843" y="16089"/>
                    </a:lnTo>
                    <a:cubicBezTo>
                      <a:pt x="15958" y="16089"/>
                      <a:pt x="16074" y="15974"/>
                      <a:pt x="16074" y="15859"/>
                    </a:cubicBezTo>
                    <a:lnTo>
                      <a:pt x="16074" y="10674"/>
                    </a:lnTo>
                    <a:cubicBezTo>
                      <a:pt x="16074" y="10558"/>
                      <a:pt x="15958" y="10443"/>
                      <a:pt x="15843" y="10443"/>
                    </a:cubicBezTo>
                    <a:lnTo>
                      <a:pt x="12098" y="10443"/>
                    </a:lnTo>
                    <a:cubicBezTo>
                      <a:pt x="12847" y="9349"/>
                      <a:pt x="13251" y="8024"/>
                      <a:pt x="13251" y="6641"/>
                    </a:cubicBezTo>
                    <a:cubicBezTo>
                      <a:pt x="13251" y="5316"/>
                      <a:pt x="12847" y="4106"/>
                      <a:pt x="12156" y="3069"/>
                    </a:cubicBezTo>
                    <a:lnTo>
                      <a:pt x="12617" y="2723"/>
                    </a:lnTo>
                    <a:lnTo>
                      <a:pt x="13481" y="3069"/>
                    </a:lnTo>
                    <a:cubicBezTo>
                      <a:pt x="13539" y="3069"/>
                      <a:pt x="13596" y="3069"/>
                      <a:pt x="13654" y="3011"/>
                    </a:cubicBezTo>
                    <a:lnTo>
                      <a:pt x="15440" y="1802"/>
                    </a:lnTo>
                    <a:cubicBezTo>
                      <a:pt x="15613" y="1686"/>
                      <a:pt x="15555" y="1456"/>
                      <a:pt x="15382" y="1398"/>
                    </a:cubicBezTo>
                    <a:lnTo>
                      <a:pt x="14864" y="1168"/>
                    </a:lnTo>
                    <a:lnTo>
                      <a:pt x="15209" y="937"/>
                    </a:lnTo>
                    <a:cubicBezTo>
                      <a:pt x="15448" y="794"/>
                      <a:pt x="15291" y="492"/>
                      <a:pt x="15099" y="492"/>
                    </a:cubicBezTo>
                    <a:cubicBezTo>
                      <a:pt x="15059" y="492"/>
                      <a:pt x="15018" y="505"/>
                      <a:pt x="14979" y="534"/>
                    </a:cubicBezTo>
                    <a:lnTo>
                      <a:pt x="14576" y="822"/>
                    </a:lnTo>
                    <a:lnTo>
                      <a:pt x="14576" y="246"/>
                    </a:lnTo>
                    <a:cubicBezTo>
                      <a:pt x="14576" y="104"/>
                      <a:pt x="14420" y="1"/>
                      <a:pt x="1430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195" name="Google Shape;1195;p59"/>
          <p:cNvSpPr txBox="1"/>
          <p:nvPr/>
        </p:nvSpPr>
        <p:spPr>
          <a:xfrm>
            <a:off x="475333" y="4105485"/>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Mars is actually a very cold place</a:t>
            </a:r>
            <a:endParaRPr sz="1200">
              <a:solidFill>
                <a:schemeClr val="dk1"/>
              </a:solidFill>
              <a:latin typeface="Albert Sans"/>
              <a:ea typeface="Albert Sans"/>
              <a:cs typeface="Albert Sans"/>
              <a:sym typeface="Albert Sans"/>
            </a:endParaRPr>
          </a:p>
        </p:txBody>
      </p:sp>
      <p:sp>
        <p:nvSpPr>
          <p:cNvPr id="1196" name="Google Shape;1196;p59"/>
          <p:cNvSpPr txBox="1"/>
          <p:nvPr/>
        </p:nvSpPr>
        <p:spPr>
          <a:xfrm>
            <a:off x="473833" y="3863658"/>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Marketing</a:t>
            </a:r>
            <a:endParaRPr b="1" sz="2400">
              <a:solidFill>
                <a:schemeClr val="dk2"/>
              </a:solidFill>
              <a:latin typeface="Albert Sans"/>
              <a:ea typeface="Albert Sans"/>
              <a:cs typeface="Albert Sans"/>
              <a:sym typeface="Albert Sans"/>
            </a:endParaRPr>
          </a:p>
        </p:txBody>
      </p:sp>
      <p:grpSp>
        <p:nvGrpSpPr>
          <p:cNvPr id="1197" name="Google Shape;1197;p59"/>
          <p:cNvGrpSpPr/>
          <p:nvPr/>
        </p:nvGrpSpPr>
        <p:grpSpPr>
          <a:xfrm>
            <a:off x="1109233" y="3084220"/>
            <a:ext cx="707400" cy="707400"/>
            <a:chOff x="1122912" y="3029575"/>
            <a:chExt cx="707400" cy="707400"/>
          </a:xfrm>
        </p:grpSpPr>
        <p:sp>
          <p:nvSpPr>
            <p:cNvPr id="1178" name="Google Shape;1178;p59"/>
            <p:cNvSpPr/>
            <p:nvPr/>
          </p:nvSpPr>
          <p:spPr>
            <a:xfrm flipH="1">
              <a:off x="1122912" y="30295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8" name="Google Shape;1198;p59"/>
            <p:cNvGrpSpPr/>
            <p:nvPr/>
          </p:nvGrpSpPr>
          <p:grpSpPr>
            <a:xfrm>
              <a:off x="1274950" y="3181638"/>
              <a:ext cx="403300" cy="403275"/>
              <a:chOff x="3063925" y="2740825"/>
              <a:chExt cx="403300" cy="403275"/>
            </a:xfrm>
          </p:grpSpPr>
          <p:sp>
            <p:nvSpPr>
              <p:cNvPr id="1199" name="Google Shape;1199;p59"/>
              <p:cNvSpPr/>
              <p:nvPr/>
            </p:nvSpPr>
            <p:spPr>
              <a:xfrm>
                <a:off x="3094175" y="2771050"/>
                <a:ext cx="15875" cy="11550"/>
              </a:xfrm>
              <a:custGeom>
                <a:rect b="b" l="l" r="r" t="t"/>
                <a:pathLst>
                  <a:path extrusionOk="0" h="462" w="635">
                    <a:moveTo>
                      <a:pt x="288" y="1"/>
                    </a:moveTo>
                    <a:cubicBezTo>
                      <a:pt x="0" y="1"/>
                      <a:pt x="0" y="462"/>
                      <a:pt x="288" y="462"/>
                    </a:cubicBezTo>
                    <a:cubicBezTo>
                      <a:pt x="634" y="462"/>
                      <a:pt x="634"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59"/>
              <p:cNvSpPr/>
              <p:nvPr/>
            </p:nvSpPr>
            <p:spPr>
              <a:xfrm>
                <a:off x="3118650" y="27710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59"/>
              <p:cNvSpPr/>
              <p:nvPr/>
            </p:nvSpPr>
            <p:spPr>
              <a:xfrm>
                <a:off x="3144575" y="2771050"/>
                <a:ext cx="14425" cy="11550"/>
              </a:xfrm>
              <a:custGeom>
                <a:rect b="b" l="l" r="r" t="t"/>
                <a:pathLst>
                  <a:path extrusionOk="0" h="462" w="577">
                    <a:moveTo>
                      <a:pt x="289" y="1"/>
                    </a:moveTo>
                    <a:cubicBezTo>
                      <a:pt x="1" y="1"/>
                      <a:pt x="1"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59"/>
              <p:cNvSpPr/>
              <p:nvPr/>
            </p:nvSpPr>
            <p:spPr>
              <a:xfrm>
                <a:off x="3098500" y="2834425"/>
                <a:ext cx="126750" cy="165650"/>
              </a:xfrm>
              <a:custGeom>
                <a:rect b="b" l="l" r="r" t="t"/>
                <a:pathLst>
                  <a:path extrusionOk="0" h="6626" w="5070">
                    <a:moveTo>
                      <a:pt x="3111" y="5474"/>
                    </a:moveTo>
                    <a:lnTo>
                      <a:pt x="3111" y="5877"/>
                    </a:lnTo>
                    <a:cubicBezTo>
                      <a:pt x="3111" y="6050"/>
                      <a:pt x="2996" y="6165"/>
                      <a:pt x="2823" y="6165"/>
                    </a:cubicBezTo>
                    <a:lnTo>
                      <a:pt x="2247" y="6165"/>
                    </a:lnTo>
                    <a:cubicBezTo>
                      <a:pt x="2132" y="6165"/>
                      <a:pt x="1959" y="6050"/>
                      <a:pt x="1959" y="5877"/>
                    </a:cubicBezTo>
                    <a:lnTo>
                      <a:pt x="1959" y="5474"/>
                    </a:lnTo>
                    <a:close/>
                    <a:moveTo>
                      <a:pt x="2477" y="1"/>
                    </a:moveTo>
                    <a:cubicBezTo>
                      <a:pt x="2132" y="1"/>
                      <a:pt x="1786" y="116"/>
                      <a:pt x="1498" y="231"/>
                    </a:cubicBezTo>
                    <a:cubicBezTo>
                      <a:pt x="1245" y="383"/>
                      <a:pt x="1348" y="712"/>
                      <a:pt x="1571" y="712"/>
                    </a:cubicBezTo>
                    <a:cubicBezTo>
                      <a:pt x="1602" y="712"/>
                      <a:pt x="1636" y="706"/>
                      <a:pt x="1671" y="692"/>
                    </a:cubicBezTo>
                    <a:cubicBezTo>
                      <a:pt x="1959" y="577"/>
                      <a:pt x="2189" y="519"/>
                      <a:pt x="2477" y="462"/>
                    </a:cubicBezTo>
                    <a:cubicBezTo>
                      <a:pt x="3054" y="462"/>
                      <a:pt x="3572" y="692"/>
                      <a:pt x="3975" y="1095"/>
                    </a:cubicBezTo>
                    <a:cubicBezTo>
                      <a:pt x="4379" y="1441"/>
                      <a:pt x="4609" y="1959"/>
                      <a:pt x="4609" y="2536"/>
                    </a:cubicBezTo>
                    <a:cubicBezTo>
                      <a:pt x="4609" y="3285"/>
                      <a:pt x="4206" y="4033"/>
                      <a:pt x="3514" y="4379"/>
                    </a:cubicBezTo>
                    <a:cubicBezTo>
                      <a:pt x="3457" y="4437"/>
                      <a:pt x="3399" y="4494"/>
                      <a:pt x="3399" y="4552"/>
                    </a:cubicBezTo>
                    <a:lnTo>
                      <a:pt x="3399" y="4955"/>
                    </a:lnTo>
                    <a:cubicBezTo>
                      <a:pt x="3399" y="4955"/>
                      <a:pt x="3342" y="5013"/>
                      <a:pt x="3342" y="5013"/>
                    </a:cubicBezTo>
                    <a:lnTo>
                      <a:pt x="1729" y="5013"/>
                    </a:lnTo>
                    <a:cubicBezTo>
                      <a:pt x="1729" y="5013"/>
                      <a:pt x="1671" y="5013"/>
                      <a:pt x="1671" y="4955"/>
                    </a:cubicBezTo>
                    <a:lnTo>
                      <a:pt x="1671" y="4610"/>
                    </a:lnTo>
                    <a:cubicBezTo>
                      <a:pt x="1671" y="4494"/>
                      <a:pt x="1671" y="4437"/>
                      <a:pt x="1556" y="4379"/>
                    </a:cubicBezTo>
                    <a:cubicBezTo>
                      <a:pt x="864" y="4033"/>
                      <a:pt x="461" y="3285"/>
                      <a:pt x="461" y="2536"/>
                    </a:cubicBezTo>
                    <a:cubicBezTo>
                      <a:pt x="461" y="2132"/>
                      <a:pt x="634" y="1729"/>
                      <a:pt x="864" y="1383"/>
                    </a:cubicBezTo>
                    <a:cubicBezTo>
                      <a:pt x="988" y="1178"/>
                      <a:pt x="817" y="1001"/>
                      <a:pt x="647" y="1001"/>
                    </a:cubicBezTo>
                    <a:cubicBezTo>
                      <a:pt x="579" y="1001"/>
                      <a:pt x="510" y="1029"/>
                      <a:pt x="461" y="1095"/>
                    </a:cubicBezTo>
                    <a:cubicBezTo>
                      <a:pt x="173" y="1499"/>
                      <a:pt x="0" y="2017"/>
                      <a:pt x="0" y="2536"/>
                    </a:cubicBezTo>
                    <a:cubicBezTo>
                      <a:pt x="0" y="3400"/>
                      <a:pt x="461" y="4264"/>
                      <a:pt x="1210" y="4725"/>
                    </a:cubicBezTo>
                    <a:lnTo>
                      <a:pt x="1210" y="4955"/>
                    </a:lnTo>
                    <a:cubicBezTo>
                      <a:pt x="1210" y="5128"/>
                      <a:pt x="1325" y="5301"/>
                      <a:pt x="1498" y="5416"/>
                    </a:cubicBezTo>
                    <a:lnTo>
                      <a:pt x="1498" y="5877"/>
                    </a:lnTo>
                    <a:cubicBezTo>
                      <a:pt x="1498" y="6280"/>
                      <a:pt x="1844" y="6626"/>
                      <a:pt x="2247" y="6626"/>
                    </a:cubicBezTo>
                    <a:lnTo>
                      <a:pt x="2823" y="6626"/>
                    </a:lnTo>
                    <a:cubicBezTo>
                      <a:pt x="3226" y="6626"/>
                      <a:pt x="3572" y="6280"/>
                      <a:pt x="3572" y="5877"/>
                    </a:cubicBezTo>
                    <a:lnTo>
                      <a:pt x="3572" y="5416"/>
                    </a:lnTo>
                    <a:cubicBezTo>
                      <a:pt x="3745" y="5301"/>
                      <a:pt x="3860" y="5128"/>
                      <a:pt x="3860" y="4955"/>
                    </a:cubicBezTo>
                    <a:lnTo>
                      <a:pt x="3860" y="4725"/>
                    </a:lnTo>
                    <a:cubicBezTo>
                      <a:pt x="4609" y="4264"/>
                      <a:pt x="5070" y="3457"/>
                      <a:pt x="5070" y="2536"/>
                    </a:cubicBezTo>
                    <a:cubicBezTo>
                      <a:pt x="5070" y="1844"/>
                      <a:pt x="4782" y="1211"/>
                      <a:pt x="4321" y="750"/>
                    </a:cubicBezTo>
                    <a:cubicBezTo>
                      <a:pt x="3803" y="231"/>
                      <a:pt x="3169" y="1"/>
                      <a:pt x="24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59"/>
              <p:cNvSpPr/>
              <p:nvPr/>
            </p:nvSpPr>
            <p:spPr>
              <a:xfrm>
                <a:off x="3128750" y="2868625"/>
                <a:ext cx="66275" cy="58950"/>
              </a:xfrm>
              <a:custGeom>
                <a:rect b="b" l="l" r="r" t="t"/>
                <a:pathLst>
                  <a:path extrusionOk="0" h="2358" w="2651">
                    <a:moveTo>
                      <a:pt x="1325" y="764"/>
                    </a:moveTo>
                    <a:lnTo>
                      <a:pt x="1440" y="937"/>
                    </a:lnTo>
                    <a:cubicBezTo>
                      <a:pt x="1498" y="1052"/>
                      <a:pt x="1556" y="1052"/>
                      <a:pt x="1613" y="1110"/>
                    </a:cubicBezTo>
                    <a:lnTo>
                      <a:pt x="1844" y="1110"/>
                    </a:lnTo>
                    <a:lnTo>
                      <a:pt x="1671" y="1283"/>
                    </a:lnTo>
                    <a:cubicBezTo>
                      <a:pt x="1613" y="1340"/>
                      <a:pt x="1613" y="1398"/>
                      <a:pt x="1613" y="1456"/>
                    </a:cubicBezTo>
                    <a:lnTo>
                      <a:pt x="1671" y="1686"/>
                    </a:lnTo>
                    <a:lnTo>
                      <a:pt x="1440" y="1628"/>
                    </a:lnTo>
                    <a:cubicBezTo>
                      <a:pt x="1412" y="1600"/>
                      <a:pt x="1383" y="1585"/>
                      <a:pt x="1347" y="1585"/>
                    </a:cubicBezTo>
                    <a:cubicBezTo>
                      <a:pt x="1311" y="1585"/>
                      <a:pt x="1267" y="1600"/>
                      <a:pt x="1210" y="1628"/>
                    </a:cubicBezTo>
                    <a:lnTo>
                      <a:pt x="1037" y="1686"/>
                    </a:lnTo>
                    <a:lnTo>
                      <a:pt x="1095" y="1456"/>
                    </a:lnTo>
                    <a:cubicBezTo>
                      <a:pt x="1095" y="1398"/>
                      <a:pt x="1037" y="1340"/>
                      <a:pt x="979" y="1283"/>
                    </a:cubicBezTo>
                    <a:lnTo>
                      <a:pt x="864" y="1110"/>
                    </a:lnTo>
                    <a:lnTo>
                      <a:pt x="1037" y="1110"/>
                    </a:lnTo>
                    <a:cubicBezTo>
                      <a:pt x="1152" y="1052"/>
                      <a:pt x="1210" y="1052"/>
                      <a:pt x="1267" y="937"/>
                    </a:cubicBezTo>
                    <a:lnTo>
                      <a:pt x="1325" y="764"/>
                    </a:lnTo>
                    <a:close/>
                    <a:moveTo>
                      <a:pt x="1325" y="1"/>
                    </a:moveTo>
                    <a:cubicBezTo>
                      <a:pt x="1239" y="1"/>
                      <a:pt x="1152" y="44"/>
                      <a:pt x="1095" y="131"/>
                    </a:cubicBezTo>
                    <a:lnTo>
                      <a:pt x="864" y="649"/>
                    </a:lnTo>
                    <a:lnTo>
                      <a:pt x="288" y="707"/>
                    </a:lnTo>
                    <a:cubicBezTo>
                      <a:pt x="115" y="764"/>
                      <a:pt x="0" y="995"/>
                      <a:pt x="173" y="1110"/>
                    </a:cubicBezTo>
                    <a:lnTo>
                      <a:pt x="576" y="1513"/>
                    </a:lnTo>
                    <a:lnTo>
                      <a:pt x="461" y="2089"/>
                    </a:lnTo>
                    <a:cubicBezTo>
                      <a:pt x="461" y="2223"/>
                      <a:pt x="565" y="2357"/>
                      <a:pt x="692" y="2357"/>
                    </a:cubicBezTo>
                    <a:cubicBezTo>
                      <a:pt x="729" y="2357"/>
                      <a:pt x="768" y="2346"/>
                      <a:pt x="807" y="2320"/>
                    </a:cubicBezTo>
                    <a:lnTo>
                      <a:pt x="1325" y="2089"/>
                    </a:lnTo>
                    <a:lnTo>
                      <a:pt x="1844" y="2320"/>
                    </a:lnTo>
                    <a:cubicBezTo>
                      <a:pt x="1883" y="2346"/>
                      <a:pt x="1922" y="2357"/>
                      <a:pt x="1958" y="2357"/>
                    </a:cubicBezTo>
                    <a:cubicBezTo>
                      <a:pt x="2086" y="2357"/>
                      <a:pt x="2189" y="2223"/>
                      <a:pt x="2189" y="2089"/>
                    </a:cubicBezTo>
                    <a:lnTo>
                      <a:pt x="2074" y="1513"/>
                    </a:lnTo>
                    <a:lnTo>
                      <a:pt x="2477" y="1110"/>
                    </a:lnTo>
                    <a:cubicBezTo>
                      <a:pt x="2650" y="995"/>
                      <a:pt x="2535" y="764"/>
                      <a:pt x="2362" y="707"/>
                    </a:cubicBezTo>
                    <a:lnTo>
                      <a:pt x="1786" y="649"/>
                    </a:lnTo>
                    <a:lnTo>
                      <a:pt x="1556" y="131"/>
                    </a:lnTo>
                    <a:cubicBezTo>
                      <a:pt x="1498" y="44"/>
                      <a:pt x="1412" y="1"/>
                      <a:pt x="13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59"/>
              <p:cNvSpPr/>
              <p:nvPr/>
            </p:nvSpPr>
            <p:spPr>
              <a:xfrm>
                <a:off x="3246850" y="2860350"/>
                <a:ext cx="93625" cy="13000"/>
              </a:xfrm>
              <a:custGeom>
                <a:rect b="b" l="l" r="r" t="t"/>
                <a:pathLst>
                  <a:path extrusionOk="0" h="520" w="3745">
                    <a:moveTo>
                      <a:pt x="231" y="1"/>
                    </a:moveTo>
                    <a:cubicBezTo>
                      <a:pt x="115" y="1"/>
                      <a:pt x="0" y="116"/>
                      <a:pt x="0" y="231"/>
                    </a:cubicBezTo>
                    <a:cubicBezTo>
                      <a:pt x="0" y="346"/>
                      <a:pt x="115" y="519"/>
                      <a:pt x="231" y="519"/>
                    </a:cubicBezTo>
                    <a:lnTo>
                      <a:pt x="3514" y="519"/>
                    </a:lnTo>
                    <a:cubicBezTo>
                      <a:pt x="3630" y="519"/>
                      <a:pt x="3745" y="404"/>
                      <a:pt x="3745" y="289"/>
                    </a:cubicBezTo>
                    <a:cubicBezTo>
                      <a:pt x="3745" y="116"/>
                      <a:pt x="3630" y="1"/>
                      <a:pt x="35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59"/>
              <p:cNvSpPr/>
              <p:nvPr/>
            </p:nvSpPr>
            <p:spPr>
              <a:xfrm>
                <a:off x="3246850" y="2894925"/>
                <a:ext cx="93625" cy="11550"/>
              </a:xfrm>
              <a:custGeom>
                <a:rect b="b" l="l" r="r" t="t"/>
                <a:pathLst>
                  <a:path extrusionOk="0" h="462" w="3745">
                    <a:moveTo>
                      <a:pt x="231" y="0"/>
                    </a:moveTo>
                    <a:cubicBezTo>
                      <a:pt x="115" y="0"/>
                      <a:pt x="0" y="58"/>
                      <a:pt x="0" y="173"/>
                    </a:cubicBezTo>
                    <a:cubicBezTo>
                      <a:pt x="0" y="346"/>
                      <a:pt x="115" y="461"/>
                      <a:pt x="231" y="461"/>
                    </a:cubicBezTo>
                    <a:lnTo>
                      <a:pt x="3514" y="461"/>
                    </a:lnTo>
                    <a:cubicBezTo>
                      <a:pt x="3630" y="461"/>
                      <a:pt x="3745" y="346"/>
                      <a:pt x="3745" y="231"/>
                    </a:cubicBezTo>
                    <a:cubicBezTo>
                      <a:pt x="3745" y="116"/>
                      <a:pt x="3630" y="0"/>
                      <a:pt x="35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59"/>
              <p:cNvSpPr/>
              <p:nvPr/>
            </p:nvSpPr>
            <p:spPr>
              <a:xfrm>
                <a:off x="3246850" y="2928050"/>
                <a:ext cx="93625" cy="11550"/>
              </a:xfrm>
              <a:custGeom>
                <a:rect b="b" l="l" r="r" t="t"/>
                <a:pathLst>
                  <a:path extrusionOk="0" h="462" w="3745">
                    <a:moveTo>
                      <a:pt x="231" y="0"/>
                    </a:moveTo>
                    <a:cubicBezTo>
                      <a:pt x="115" y="0"/>
                      <a:pt x="0" y="116"/>
                      <a:pt x="0" y="231"/>
                    </a:cubicBezTo>
                    <a:cubicBezTo>
                      <a:pt x="0" y="346"/>
                      <a:pt x="115" y="461"/>
                      <a:pt x="231" y="461"/>
                    </a:cubicBezTo>
                    <a:lnTo>
                      <a:pt x="3514" y="461"/>
                    </a:lnTo>
                    <a:cubicBezTo>
                      <a:pt x="3630" y="461"/>
                      <a:pt x="3745" y="404"/>
                      <a:pt x="3745" y="288"/>
                    </a:cubicBezTo>
                    <a:cubicBezTo>
                      <a:pt x="3745" y="116"/>
                      <a:pt x="3630" y="0"/>
                      <a:pt x="35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59"/>
              <p:cNvSpPr/>
              <p:nvPr/>
            </p:nvSpPr>
            <p:spPr>
              <a:xfrm>
                <a:off x="3393750" y="2815250"/>
                <a:ext cx="57625" cy="126875"/>
              </a:xfrm>
              <a:custGeom>
                <a:rect b="b" l="l" r="r" t="t"/>
                <a:pathLst>
                  <a:path extrusionOk="0" h="5075" w="2305">
                    <a:moveTo>
                      <a:pt x="805" y="0"/>
                    </a:moveTo>
                    <a:cubicBezTo>
                      <a:pt x="748" y="0"/>
                      <a:pt x="688" y="23"/>
                      <a:pt x="634" y="76"/>
                    </a:cubicBezTo>
                    <a:lnTo>
                      <a:pt x="116" y="595"/>
                    </a:lnTo>
                    <a:cubicBezTo>
                      <a:pt x="0" y="710"/>
                      <a:pt x="0" y="825"/>
                      <a:pt x="116" y="941"/>
                    </a:cubicBezTo>
                    <a:lnTo>
                      <a:pt x="634" y="1459"/>
                    </a:lnTo>
                    <a:cubicBezTo>
                      <a:pt x="688" y="1513"/>
                      <a:pt x="748" y="1535"/>
                      <a:pt x="805" y="1535"/>
                    </a:cubicBezTo>
                    <a:cubicBezTo>
                      <a:pt x="994" y="1535"/>
                      <a:pt x="1157" y="1290"/>
                      <a:pt x="980" y="1113"/>
                    </a:cubicBezTo>
                    <a:lnTo>
                      <a:pt x="865" y="998"/>
                    </a:lnTo>
                    <a:lnTo>
                      <a:pt x="1729" y="998"/>
                    </a:lnTo>
                    <a:cubicBezTo>
                      <a:pt x="1786" y="998"/>
                      <a:pt x="1844" y="1056"/>
                      <a:pt x="1844" y="1113"/>
                    </a:cubicBezTo>
                    <a:lnTo>
                      <a:pt x="1844" y="4858"/>
                    </a:lnTo>
                    <a:cubicBezTo>
                      <a:pt x="1844" y="5002"/>
                      <a:pt x="1959" y="5074"/>
                      <a:pt x="2074" y="5074"/>
                    </a:cubicBezTo>
                    <a:cubicBezTo>
                      <a:pt x="2190" y="5074"/>
                      <a:pt x="2305" y="5002"/>
                      <a:pt x="2305" y="4858"/>
                    </a:cubicBezTo>
                    <a:lnTo>
                      <a:pt x="2305" y="710"/>
                    </a:lnTo>
                    <a:cubicBezTo>
                      <a:pt x="2305" y="595"/>
                      <a:pt x="2247" y="537"/>
                      <a:pt x="2132" y="537"/>
                    </a:cubicBezTo>
                    <a:lnTo>
                      <a:pt x="865" y="537"/>
                    </a:lnTo>
                    <a:lnTo>
                      <a:pt x="980" y="422"/>
                    </a:lnTo>
                    <a:cubicBezTo>
                      <a:pt x="1157" y="245"/>
                      <a:pt x="994" y="0"/>
                      <a:pt x="8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59"/>
              <p:cNvSpPr/>
              <p:nvPr/>
            </p:nvSpPr>
            <p:spPr>
              <a:xfrm>
                <a:off x="3063925" y="3058025"/>
                <a:ext cx="118125" cy="56300"/>
              </a:xfrm>
              <a:custGeom>
                <a:rect b="b" l="l" r="r" t="t"/>
                <a:pathLst>
                  <a:path extrusionOk="0" h="2252" w="4725">
                    <a:moveTo>
                      <a:pt x="260" y="1"/>
                    </a:moveTo>
                    <a:cubicBezTo>
                      <a:pt x="130" y="1"/>
                      <a:pt x="1" y="73"/>
                      <a:pt x="1" y="217"/>
                    </a:cubicBezTo>
                    <a:lnTo>
                      <a:pt x="1" y="1599"/>
                    </a:lnTo>
                    <a:cubicBezTo>
                      <a:pt x="1" y="1657"/>
                      <a:pt x="116" y="1715"/>
                      <a:pt x="173" y="1715"/>
                    </a:cubicBezTo>
                    <a:lnTo>
                      <a:pt x="3918" y="1715"/>
                    </a:lnTo>
                    <a:lnTo>
                      <a:pt x="3803" y="1830"/>
                    </a:lnTo>
                    <a:cubicBezTo>
                      <a:pt x="3626" y="2007"/>
                      <a:pt x="3789" y="2252"/>
                      <a:pt x="3978" y="2252"/>
                    </a:cubicBezTo>
                    <a:cubicBezTo>
                      <a:pt x="4035" y="2252"/>
                      <a:pt x="4095" y="2229"/>
                      <a:pt x="4149" y="2176"/>
                    </a:cubicBezTo>
                    <a:lnTo>
                      <a:pt x="4667" y="1657"/>
                    </a:lnTo>
                    <a:cubicBezTo>
                      <a:pt x="4725" y="1542"/>
                      <a:pt x="4725" y="1427"/>
                      <a:pt x="4667" y="1311"/>
                    </a:cubicBezTo>
                    <a:lnTo>
                      <a:pt x="4149" y="793"/>
                    </a:lnTo>
                    <a:cubicBezTo>
                      <a:pt x="4095" y="739"/>
                      <a:pt x="4035" y="717"/>
                      <a:pt x="3978" y="717"/>
                    </a:cubicBezTo>
                    <a:cubicBezTo>
                      <a:pt x="3789" y="717"/>
                      <a:pt x="3626" y="962"/>
                      <a:pt x="3803" y="1139"/>
                    </a:cubicBezTo>
                    <a:lnTo>
                      <a:pt x="3918" y="1254"/>
                    </a:lnTo>
                    <a:lnTo>
                      <a:pt x="577" y="1254"/>
                    </a:lnTo>
                    <a:cubicBezTo>
                      <a:pt x="519" y="1254"/>
                      <a:pt x="519" y="1254"/>
                      <a:pt x="519" y="1196"/>
                    </a:cubicBezTo>
                    <a:lnTo>
                      <a:pt x="519" y="217"/>
                    </a:lnTo>
                    <a:cubicBezTo>
                      <a:pt x="519" y="73"/>
                      <a:pt x="389" y="1"/>
                      <a:pt x="26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59"/>
              <p:cNvSpPr/>
              <p:nvPr/>
            </p:nvSpPr>
            <p:spPr>
              <a:xfrm>
                <a:off x="3063925" y="2740825"/>
                <a:ext cx="403300" cy="403275"/>
              </a:xfrm>
              <a:custGeom>
                <a:rect b="b" l="l" r="r" t="t"/>
                <a:pathLst>
                  <a:path extrusionOk="0" h="16131" w="16132">
                    <a:moveTo>
                      <a:pt x="11465" y="519"/>
                    </a:moveTo>
                    <a:cubicBezTo>
                      <a:pt x="11868" y="519"/>
                      <a:pt x="12214" y="807"/>
                      <a:pt x="12214" y="1210"/>
                    </a:cubicBezTo>
                    <a:lnTo>
                      <a:pt x="12214" y="2420"/>
                    </a:lnTo>
                    <a:lnTo>
                      <a:pt x="519" y="2420"/>
                    </a:lnTo>
                    <a:lnTo>
                      <a:pt x="519" y="1210"/>
                    </a:lnTo>
                    <a:cubicBezTo>
                      <a:pt x="519" y="807"/>
                      <a:pt x="807" y="519"/>
                      <a:pt x="1210" y="519"/>
                    </a:cubicBezTo>
                    <a:close/>
                    <a:moveTo>
                      <a:pt x="14979" y="9621"/>
                    </a:moveTo>
                    <a:cubicBezTo>
                      <a:pt x="15325" y="9621"/>
                      <a:pt x="15671" y="9909"/>
                      <a:pt x="15671" y="10255"/>
                    </a:cubicBezTo>
                    <a:lnTo>
                      <a:pt x="15671" y="10485"/>
                    </a:lnTo>
                    <a:lnTo>
                      <a:pt x="6626" y="10485"/>
                    </a:lnTo>
                    <a:lnTo>
                      <a:pt x="6626" y="10255"/>
                    </a:lnTo>
                    <a:cubicBezTo>
                      <a:pt x="6626" y="9909"/>
                      <a:pt x="6914" y="9621"/>
                      <a:pt x="7317" y="9621"/>
                    </a:cubicBezTo>
                    <a:close/>
                    <a:moveTo>
                      <a:pt x="12156" y="2881"/>
                    </a:moveTo>
                    <a:lnTo>
                      <a:pt x="12156" y="9160"/>
                    </a:lnTo>
                    <a:lnTo>
                      <a:pt x="7317" y="9160"/>
                    </a:lnTo>
                    <a:cubicBezTo>
                      <a:pt x="6683" y="9160"/>
                      <a:pt x="6165" y="9679"/>
                      <a:pt x="6165" y="10312"/>
                    </a:cubicBezTo>
                    <a:lnTo>
                      <a:pt x="6165" y="11292"/>
                    </a:lnTo>
                    <a:lnTo>
                      <a:pt x="1210" y="11292"/>
                    </a:lnTo>
                    <a:cubicBezTo>
                      <a:pt x="807" y="11292"/>
                      <a:pt x="519" y="10946"/>
                      <a:pt x="519" y="10543"/>
                    </a:cubicBezTo>
                    <a:lnTo>
                      <a:pt x="519" y="2881"/>
                    </a:lnTo>
                    <a:close/>
                    <a:moveTo>
                      <a:pt x="15671" y="10946"/>
                    </a:moveTo>
                    <a:lnTo>
                      <a:pt x="15671" y="11810"/>
                    </a:lnTo>
                    <a:lnTo>
                      <a:pt x="6626" y="11810"/>
                    </a:lnTo>
                    <a:lnTo>
                      <a:pt x="6626" y="10946"/>
                    </a:lnTo>
                    <a:close/>
                    <a:moveTo>
                      <a:pt x="1210" y="0"/>
                    </a:moveTo>
                    <a:cubicBezTo>
                      <a:pt x="577" y="0"/>
                      <a:pt x="1" y="519"/>
                      <a:pt x="1" y="1210"/>
                    </a:cubicBezTo>
                    <a:lnTo>
                      <a:pt x="1" y="10543"/>
                    </a:lnTo>
                    <a:cubicBezTo>
                      <a:pt x="1" y="11176"/>
                      <a:pt x="577" y="11695"/>
                      <a:pt x="1210" y="11695"/>
                    </a:cubicBezTo>
                    <a:lnTo>
                      <a:pt x="6165" y="11695"/>
                    </a:lnTo>
                    <a:lnTo>
                      <a:pt x="6165" y="14979"/>
                    </a:lnTo>
                    <a:cubicBezTo>
                      <a:pt x="6165" y="15612"/>
                      <a:pt x="6683" y="16131"/>
                      <a:pt x="7317" y="16131"/>
                    </a:cubicBezTo>
                    <a:lnTo>
                      <a:pt x="14979" y="16131"/>
                    </a:lnTo>
                    <a:cubicBezTo>
                      <a:pt x="15613" y="16131"/>
                      <a:pt x="16132" y="15612"/>
                      <a:pt x="16132" y="14979"/>
                    </a:cubicBezTo>
                    <a:lnTo>
                      <a:pt x="16132" y="14345"/>
                    </a:lnTo>
                    <a:cubicBezTo>
                      <a:pt x="16132" y="14201"/>
                      <a:pt x="16016" y="14129"/>
                      <a:pt x="15901" y="14129"/>
                    </a:cubicBezTo>
                    <a:cubicBezTo>
                      <a:pt x="15786" y="14129"/>
                      <a:pt x="15671" y="14201"/>
                      <a:pt x="15671" y="14345"/>
                    </a:cubicBezTo>
                    <a:lnTo>
                      <a:pt x="15671" y="14979"/>
                    </a:lnTo>
                    <a:cubicBezTo>
                      <a:pt x="15671" y="15324"/>
                      <a:pt x="15325" y="15612"/>
                      <a:pt x="14979" y="15612"/>
                    </a:cubicBezTo>
                    <a:lnTo>
                      <a:pt x="7317" y="15612"/>
                    </a:lnTo>
                    <a:cubicBezTo>
                      <a:pt x="6914" y="15612"/>
                      <a:pt x="6626" y="15324"/>
                      <a:pt x="6626" y="14979"/>
                    </a:cubicBezTo>
                    <a:lnTo>
                      <a:pt x="6626" y="12271"/>
                    </a:lnTo>
                    <a:lnTo>
                      <a:pt x="15671" y="12271"/>
                    </a:lnTo>
                    <a:lnTo>
                      <a:pt x="15671" y="13078"/>
                    </a:lnTo>
                    <a:cubicBezTo>
                      <a:pt x="15671" y="13222"/>
                      <a:pt x="15786" y="13294"/>
                      <a:pt x="15901" y="13294"/>
                    </a:cubicBezTo>
                    <a:cubicBezTo>
                      <a:pt x="16016" y="13294"/>
                      <a:pt x="16132" y="13222"/>
                      <a:pt x="16132" y="13078"/>
                    </a:cubicBezTo>
                    <a:lnTo>
                      <a:pt x="16132" y="10255"/>
                    </a:lnTo>
                    <a:cubicBezTo>
                      <a:pt x="16132" y="9621"/>
                      <a:pt x="15613" y="9103"/>
                      <a:pt x="14979" y="9103"/>
                    </a:cubicBezTo>
                    <a:lnTo>
                      <a:pt x="14979" y="9160"/>
                    </a:lnTo>
                    <a:lnTo>
                      <a:pt x="12675" y="9160"/>
                    </a:lnTo>
                    <a:lnTo>
                      <a:pt x="12675" y="1210"/>
                    </a:lnTo>
                    <a:cubicBezTo>
                      <a:pt x="12675" y="576"/>
                      <a:pt x="12156" y="0"/>
                      <a:pt x="114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59"/>
              <p:cNvSpPr/>
              <p:nvPr/>
            </p:nvSpPr>
            <p:spPr>
              <a:xfrm>
                <a:off x="3252600" y="3064875"/>
                <a:ext cx="109500" cy="38900"/>
              </a:xfrm>
              <a:custGeom>
                <a:rect b="b" l="l" r="r" t="t"/>
                <a:pathLst>
                  <a:path extrusionOk="0" h="1556" w="4380">
                    <a:moveTo>
                      <a:pt x="3861" y="461"/>
                    </a:moveTo>
                    <a:lnTo>
                      <a:pt x="3861" y="1095"/>
                    </a:lnTo>
                    <a:lnTo>
                      <a:pt x="461" y="1095"/>
                    </a:lnTo>
                    <a:lnTo>
                      <a:pt x="461" y="461"/>
                    </a:lnTo>
                    <a:close/>
                    <a:moveTo>
                      <a:pt x="231" y="0"/>
                    </a:moveTo>
                    <a:cubicBezTo>
                      <a:pt x="116" y="0"/>
                      <a:pt x="1" y="173"/>
                      <a:pt x="1" y="288"/>
                    </a:cubicBezTo>
                    <a:lnTo>
                      <a:pt x="1" y="1325"/>
                    </a:lnTo>
                    <a:cubicBezTo>
                      <a:pt x="58" y="1441"/>
                      <a:pt x="116" y="1556"/>
                      <a:pt x="231" y="1556"/>
                    </a:cubicBezTo>
                    <a:lnTo>
                      <a:pt x="4091" y="1556"/>
                    </a:lnTo>
                    <a:cubicBezTo>
                      <a:pt x="4264" y="1556"/>
                      <a:pt x="4379" y="1441"/>
                      <a:pt x="4379" y="1325"/>
                    </a:cubicBezTo>
                    <a:lnTo>
                      <a:pt x="4379" y="231"/>
                    </a:lnTo>
                    <a:cubicBezTo>
                      <a:pt x="4321" y="116"/>
                      <a:pt x="4264" y="0"/>
                      <a:pt x="409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11" name="Google Shape;1211;p59"/>
          <p:cNvSpPr txBox="1"/>
          <p:nvPr/>
        </p:nvSpPr>
        <p:spPr>
          <a:xfrm>
            <a:off x="6571699" y="4102789"/>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Saturn is a gas giant with several rings</a:t>
            </a:r>
            <a:endParaRPr sz="1200">
              <a:solidFill>
                <a:schemeClr val="dk1"/>
              </a:solidFill>
              <a:latin typeface="Albert Sans"/>
              <a:ea typeface="Albert Sans"/>
              <a:cs typeface="Albert Sans"/>
              <a:sym typeface="Albert Sans"/>
            </a:endParaRPr>
          </a:p>
        </p:txBody>
      </p:sp>
      <p:sp>
        <p:nvSpPr>
          <p:cNvPr id="1212" name="Google Shape;1212;p59"/>
          <p:cNvSpPr txBox="1"/>
          <p:nvPr/>
        </p:nvSpPr>
        <p:spPr>
          <a:xfrm>
            <a:off x="6570199" y="3856808"/>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Technology</a:t>
            </a:r>
            <a:endParaRPr b="1" sz="2400">
              <a:solidFill>
                <a:schemeClr val="dk2"/>
              </a:solidFill>
              <a:latin typeface="Albert Sans"/>
              <a:ea typeface="Albert Sans"/>
              <a:cs typeface="Albert Sans"/>
              <a:sym typeface="Albert Sans"/>
            </a:endParaRPr>
          </a:p>
        </p:txBody>
      </p:sp>
      <p:grpSp>
        <p:nvGrpSpPr>
          <p:cNvPr id="1213" name="Google Shape;1213;p59"/>
          <p:cNvGrpSpPr/>
          <p:nvPr/>
        </p:nvGrpSpPr>
        <p:grpSpPr>
          <a:xfrm>
            <a:off x="7205599" y="3086916"/>
            <a:ext cx="707400" cy="707400"/>
            <a:chOff x="7207549" y="3029575"/>
            <a:chExt cx="707400" cy="707400"/>
          </a:xfrm>
        </p:grpSpPr>
        <p:sp>
          <p:nvSpPr>
            <p:cNvPr id="1184" name="Google Shape;1184;p59"/>
            <p:cNvSpPr/>
            <p:nvPr/>
          </p:nvSpPr>
          <p:spPr>
            <a:xfrm flipH="1">
              <a:off x="7207549" y="30295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4" name="Google Shape;1214;p59"/>
            <p:cNvGrpSpPr/>
            <p:nvPr/>
          </p:nvGrpSpPr>
          <p:grpSpPr>
            <a:xfrm>
              <a:off x="7382650" y="3181650"/>
              <a:ext cx="357200" cy="403300"/>
              <a:chOff x="5404375" y="2723525"/>
              <a:chExt cx="357200" cy="403300"/>
            </a:xfrm>
          </p:grpSpPr>
          <p:sp>
            <p:nvSpPr>
              <p:cNvPr id="1215" name="Google Shape;1215;p59"/>
              <p:cNvSpPr/>
              <p:nvPr/>
            </p:nvSpPr>
            <p:spPr>
              <a:xfrm>
                <a:off x="5404375" y="2723525"/>
                <a:ext cx="357200" cy="403300"/>
              </a:xfrm>
              <a:custGeom>
                <a:rect b="b" l="l" r="r" t="t"/>
                <a:pathLst>
                  <a:path extrusionOk="0" h="16132" w="14288">
                    <a:moveTo>
                      <a:pt x="7835" y="807"/>
                    </a:moveTo>
                    <a:lnTo>
                      <a:pt x="8988" y="1959"/>
                    </a:lnTo>
                    <a:lnTo>
                      <a:pt x="7835" y="1959"/>
                    </a:lnTo>
                    <a:lnTo>
                      <a:pt x="7835" y="807"/>
                    </a:lnTo>
                    <a:close/>
                    <a:moveTo>
                      <a:pt x="12271" y="8124"/>
                    </a:moveTo>
                    <a:lnTo>
                      <a:pt x="11119" y="9276"/>
                    </a:lnTo>
                    <a:lnTo>
                      <a:pt x="5416" y="9276"/>
                    </a:lnTo>
                    <a:lnTo>
                      <a:pt x="6510" y="8124"/>
                    </a:lnTo>
                    <a:close/>
                    <a:moveTo>
                      <a:pt x="2881" y="8527"/>
                    </a:moveTo>
                    <a:cubicBezTo>
                      <a:pt x="2996" y="8527"/>
                      <a:pt x="3111" y="8585"/>
                      <a:pt x="3111" y="8700"/>
                    </a:cubicBezTo>
                    <a:lnTo>
                      <a:pt x="3111" y="9334"/>
                    </a:lnTo>
                    <a:lnTo>
                      <a:pt x="2708" y="9334"/>
                    </a:lnTo>
                    <a:lnTo>
                      <a:pt x="2708" y="8700"/>
                    </a:lnTo>
                    <a:cubicBezTo>
                      <a:pt x="2708" y="8585"/>
                      <a:pt x="2766" y="8527"/>
                      <a:pt x="2881" y="8527"/>
                    </a:cubicBezTo>
                    <a:close/>
                    <a:moveTo>
                      <a:pt x="13769" y="2017"/>
                    </a:moveTo>
                    <a:cubicBezTo>
                      <a:pt x="13827" y="2017"/>
                      <a:pt x="13827" y="2017"/>
                      <a:pt x="13827" y="2075"/>
                    </a:cubicBezTo>
                    <a:lnTo>
                      <a:pt x="13827" y="11580"/>
                    </a:lnTo>
                    <a:cubicBezTo>
                      <a:pt x="13827" y="11638"/>
                      <a:pt x="13769" y="11696"/>
                      <a:pt x="13712" y="11696"/>
                    </a:cubicBezTo>
                    <a:lnTo>
                      <a:pt x="13020" y="11696"/>
                    </a:lnTo>
                    <a:lnTo>
                      <a:pt x="13020" y="7893"/>
                    </a:lnTo>
                    <a:cubicBezTo>
                      <a:pt x="13020" y="7721"/>
                      <a:pt x="12905" y="7605"/>
                      <a:pt x="12790" y="7605"/>
                    </a:cubicBezTo>
                    <a:lnTo>
                      <a:pt x="11753" y="7605"/>
                    </a:lnTo>
                    <a:lnTo>
                      <a:pt x="11753" y="7087"/>
                    </a:lnTo>
                    <a:lnTo>
                      <a:pt x="12214" y="7087"/>
                    </a:lnTo>
                    <a:cubicBezTo>
                      <a:pt x="12329" y="7087"/>
                      <a:pt x="12444" y="7029"/>
                      <a:pt x="12444" y="6914"/>
                    </a:cubicBezTo>
                    <a:cubicBezTo>
                      <a:pt x="12444" y="6741"/>
                      <a:pt x="12329" y="6626"/>
                      <a:pt x="12214" y="6626"/>
                    </a:cubicBezTo>
                    <a:lnTo>
                      <a:pt x="11753" y="6626"/>
                    </a:lnTo>
                    <a:lnTo>
                      <a:pt x="11753" y="6107"/>
                    </a:lnTo>
                    <a:lnTo>
                      <a:pt x="12214" y="6107"/>
                    </a:lnTo>
                    <a:cubicBezTo>
                      <a:pt x="12329" y="6107"/>
                      <a:pt x="12444" y="5992"/>
                      <a:pt x="12444" y="5877"/>
                    </a:cubicBezTo>
                    <a:cubicBezTo>
                      <a:pt x="12444" y="5762"/>
                      <a:pt x="12387" y="5647"/>
                      <a:pt x="12214" y="5647"/>
                    </a:cubicBezTo>
                    <a:lnTo>
                      <a:pt x="11753" y="5647"/>
                    </a:lnTo>
                    <a:lnTo>
                      <a:pt x="11753" y="5128"/>
                    </a:lnTo>
                    <a:lnTo>
                      <a:pt x="12214" y="5128"/>
                    </a:lnTo>
                    <a:cubicBezTo>
                      <a:pt x="12329" y="5128"/>
                      <a:pt x="12444" y="5013"/>
                      <a:pt x="12444" y="4898"/>
                    </a:cubicBezTo>
                    <a:cubicBezTo>
                      <a:pt x="12444" y="4782"/>
                      <a:pt x="12387" y="4667"/>
                      <a:pt x="12214" y="4667"/>
                    </a:cubicBezTo>
                    <a:lnTo>
                      <a:pt x="11753" y="4667"/>
                    </a:lnTo>
                    <a:lnTo>
                      <a:pt x="11753" y="4091"/>
                    </a:lnTo>
                    <a:lnTo>
                      <a:pt x="12214" y="4091"/>
                    </a:lnTo>
                    <a:cubicBezTo>
                      <a:pt x="12329" y="4091"/>
                      <a:pt x="12444" y="4033"/>
                      <a:pt x="12444" y="3918"/>
                    </a:cubicBezTo>
                    <a:cubicBezTo>
                      <a:pt x="12502" y="3745"/>
                      <a:pt x="12387" y="3630"/>
                      <a:pt x="12214" y="3630"/>
                    </a:cubicBezTo>
                    <a:lnTo>
                      <a:pt x="11753" y="3630"/>
                    </a:lnTo>
                    <a:lnTo>
                      <a:pt x="11753" y="3112"/>
                    </a:lnTo>
                    <a:lnTo>
                      <a:pt x="12214" y="3112"/>
                    </a:lnTo>
                    <a:cubicBezTo>
                      <a:pt x="12329" y="3112"/>
                      <a:pt x="12444" y="3054"/>
                      <a:pt x="12444" y="2939"/>
                    </a:cubicBezTo>
                    <a:cubicBezTo>
                      <a:pt x="12502" y="2766"/>
                      <a:pt x="12387" y="2651"/>
                      <a:pt x="12214" y="2651"/>
                    </a:cubicBezTo>
                    <a:lnTo>
                      <a:pt x="11810" y="2651"/>
                    </a:lnTo>
                    <a:lnTo>
                      <a:pt x="11810" y="2075"/>
                    </a:lnTo>
                    <a:cubicBezTo>
                      <a:pt x="11810" y="2017"/>
                      <a:pt x="11810" y="2017"/>
                      <a:pt x="11868" y="2017"/>
                    </a:cubicBezTo>
                    <a:close/>
                    <a:moveTo>
                      <a:pt x="3342" y="9795"/>
                    </a:moveTo>
                    <a:lnTo>
                      <a:pt x="3342" y="14403"/>
                    </a:lnTo>
                    <a:cubicBezTo>
                      <a:pt x="3342" y="14634"/>
                      <a:pt x="3169" y="14807"/>
                      <a:pt x="2938" y="14807"/>
                    </a:cubicBezTo>
                    <a:cubicBezTo>
                      <a:pt x="2650" y="14807"/>
                      <a:pt x="2478" y="14634"/>
                      <a:pt x="2478" y="14403"/>
                    </a:cubicBezTo>
                    <a:lnTo>
                      <a:pt x="2478" y="9795"/>
                    </a:lnTo>
                    <a:close/>
                    <a:moveTo>
                      <a:pt x="12559" y="8469"/>
                    </a:moveTo>
                    <a:lnTo>
                      <a:pt x="12559" y="14115"/>
                    </a:lnTo>
                    <a:lnTo>
                      <a:pt x="11465" y="15325"/>
                    </a:lnTo>
                    <a:lnTo>
                      <a:pt x="11465" y="13942"/>
                    </a:lnTo>
                    <a:cubicBezTo>
                      <a:pt x="11465" y="13827"/>
                      <a:pt x="11407" y="13712"/>
                      <a:pt x="11234" y="13712"/>
                    </a:cubicBezTo>
                    <a:cubicBezTo>
                      <a:pt x="11214" y="13702"/>
                      <a:pt x="11194" y="13697"/>
                      <a:pt x="11174" y="13697"/>
                    </a:cubicBezTo>
                    <a:cubicBezTo>
                      <a:pt x="11082" y="13697"/>
                      <a:pt x="11004" y="13800"/>
                      <a:pt x="11004" y="13942"/>
                    </a:cubicBezTo>
                    <a:lnTo>
                      <a:pt x="11004" y="15613"/>
                    </a:lnTo>
                    <a:lnTo>
                      <a:pt x="5128" y="15613"/>
                    </a:lnTo>
                    <a:lnTo>
                      <a:pt x="5128" y="9737"/>
                    </a:lnTo>
                    <a:lnTo>
                      <a:pt x="11004" y="9737"/>
                    </a:lnTo>
                    <a:lnTo>
                      <a:pt x="11004" y="12675"/>
                    </a:lnTo>
                    <a:cubicBezTo>
                      <a:pt x="11004" y="12790"/>
                      <a:pt x="11062" y="12905"/>
                      <a:pt x="11177" y="12905"/>
                    </a:cubicBezTo>
                    <a:cubicBezTo>
                      <a:pt x="11350" y="12905"/>
                      <a:pt x="11465" y="12790"/>
                      <a:pt x="11465" y="12675"/>
                    </a:cubicBezTo>
                    <a:lnTo>
                      <a:pt x="11465" y="9622"/>
                    </a:lnTo>
                    <a:lnTo>
                      <a:pt x="12559" y="8469"/>
                    </a:lnTo>
                    <a:close/>
                    <a:moveTo>
                      <a:pt x="231" y="1"/>
                    </a:moveTo>
                    <a:cubicBezTo>
                      <a:pt x="115" y="1"/>
                      <a:pt x="0" y="116"/>
                      <a:pt x="0" y="231"/>
                    </a:cubicBezTo>
                    <a:lnTo>
                      <a:pt x="0" y="3227"/>
                    </a:lnTo>
                    <a:cubicBezTo>
                      <a:pt x="0" y="3400"/>
                      <a:pt x="115" y="3486"/>
                      <a:pt x="231" y="3486"/>
                    </a:cubicBezTo>
                    <a:cubicBezTo>
                      <a:pt x="346" y="3486"/>
                      <a:pt x="461" y="3400"/>
                      <a:pt x="461" y="3227"/>
                    </a:cubicBezTo>
                    <a:lnTo>
                      <a:pt x="461" y="462"/>
                    </a:lnTo>
                    <a:lnTo>
                      <a:pt x="7317" y="462"/>
                    </a:lnTo>
                    <a:lnTo>
                      <a:pt x="7317" y="2190"/>
                    </a:lnTo>
                    <a:cubicBezTo>
                      <a:pt x="7317" y="2305"/>
                      <a:pt x="7432" y="2420"/>
                      <a:pt x="7547" y="2420"/>
                    </a:cubicBezTo>
                    <a:lnTo>
                      <a:pt x="9333" y="2420"/>
                    </a:lnTo>
                    <a:lnTo>
                      <a:pt x="9333" y="7663"/>
                    </a:lnTo>
                    <a:lnTo>
                      <a:pt x="6453" y="7663"/>
                    </a:lnTo>
                    <a:cubicBezTo>
                      <a:pt x="6337" y="7663"/>
                      <a:pt x="6280" y="7663"/>
                      <a:pt x="6280" y="7721"/>
                    </a:cubicBezTo>
                    <a:lnTo>
                      <a:pt x="4667" y="9391"/>
                    </a:lnTo>
                    <a:cubicBezTo>
                      <a:pt x="4667" y="9449"/>
                      <a:pt x="4609" y="9506"/>
                      <a:pt x="4609" y="9564"/>
                    </a:cubicBezTo>
                    <a:lnTo>
                      <a:pt x="4609" y="12502"/>
                    </a:lnTo>
                    <a:lnTo>
                      <a:pt x="3803" y="12502"/>
                    </a:lnTo>
                    <a:lnTo>
                      <a:pt x="3803" y="9795"/>
                    </a:lnTo>
                    <a:cubicBezTo>
                      <a:pt x="4091" y="9795"/>
                      <a:pt x="4148" y="9334"/>
                      <a:pt x="3860" y="9334"/>
                    </a:cubicBezTo>
                    <a:lnTo>
                      <a:pt x="3572" y="9334"/>
                    </a:lnTo>
                    <a:lnTo>
                      <a:pt x="3572" y="8700"/>
                    </a:lnTo>
                    <a:cubicBezTo>
                      <a:pt x="3572" y="8354"/>
                      <a:pt x="3284" y="8009"/>
                      <a:pt x="2881" y="8009"/>
                    </a:cubicBezTo>
                    <a:cubicBezTo>
                      <a:pt x="2535" y="8009"/>
                      <a:pt x="2189" y="8354"/>
                      <a:pt x="2189" y="8700"/>
                    </a:cubicBezTo>
                    <a:lnTo>
                      <a:pt x="2189" y="9334"/>
                    </a:lnTo>
                    <a:lnTo>
                      <a:pt x="2017" y="9334"/>
                    </a:lnTo>
                    <a:cubicBezTo>
                      <a:pt x="1498" y="9334"/>
                      <a:pt x="1095" y="9737"/>
                      <a:pt x="1095" y="10255"/>
                    </a:cubicBezTo>
                    <a:lnTo>
                      <a:pt x="1095" y="11696"/>
                    </a:lnTo>
                    <a:cubicBezTo>
                      <a:pt x="1095" y="11811"/>
                      <a:pt x="1152" y="11926"/>
                      <a:pt x="1268" y="11984"/>
                    </a:cubicBezTo>
                    <a:cubicBezTo>
                      <a:pt x="1441" y="11984"/>
                      <a:pt x="1556" y="11868"/>
                      <a:pt x="1556" y="11753"/>
                    </a:cubicBezTo>
                    <a:lnTo>
                      <a:pt x="1556" y="10255"/>
                    </a:lnTo>
                    <a:cubicBezTo>
                      <a:pt x="1556" y="10025"/>
                      <a:pt x="1729" y="9795"/>
                      <a:pt x="2017" y="9795"/>
                    </a:cubicBezTo>
                    <a:lnTo>
                      <a:pt x="2017" y="12445"/>
                    </a:lnTo>
                    <a:lnTo>
                      <a:pt x="519" y="12445"/>
                    </a:lnTo>
                    <a:lnTo>
                      <a:pt x="519" y="4552"/>
                    </a:lnTo>
                    <a:cubicBezTo>
                      <a:pt x="519" y="4408"/>
                      <a:pt x="389" y="4336"/>
                      <a:pt x="260" y="4336"/>
                    </a:cubicBezTo>
                    <a:cubicBezTo>
                      <a:pt x="130" y="4336"/>
                      <a:pt x="0" y="4408"/>
                      <a:pt x="0" y="4552"/>
                    </a:cubicBezTo>
                    <a:lnTo>
                      <a:pt x="0" y="12675"/>
                    </a:lnTo>
                    <a:cubicBezTo>
                      <a:pt x="0" y="12848"/>
                      <a:pt x="115" y="12905"/>
                      <a:pt x="288" y="12905"/>
                    </a:cubicBezTo>
                    <a:lnTo>
                      <a:pt x="2017" y="12905"/>
                    </a:lnTo>
                    <a:lnTo>
                      <a:pt x="2017" y="14346"/>
                    </a:lnTo>
                    <a:cubicBezTo>
                      <a:pt x="2017" y="14807"/>
                      <a:pt x="2305" y="15152"/>
                      <a:pt x="2650" y="15268"/>
                    </a:cubicBezTo>
                    <a:lnTo>
                      <a:pt x="2650" y="15844"/>
                    </a:lnTo>
                    <a:cubicBezTo>
                      <a:pt x="2650" y="16016"/>
                      <a:pt x="2780" y="16103"/>
                      <a:pt x="2910" y="16103"/>
                    </a:cubicBezTo>
                    <a:cubicBezTo>
                      <a:pt x="3039" y="16103"/>
                      <a:pt x="3169" y="16016"/>
                      <a:pt x="3169" y="15844"/>
                    </a:cubicBezTo>
                    <a:lnTo>
                      <a:pt x="3169" y="15268"/>
                    </a:lnTo>
                    <a:cubicBezTo>
                      <a:pt x="3572" y="15152"/>
                      <a:pt x="3860" y="14807"/>
                      <a:pt x="3860" y="14346"/>
                    </a:cubicBezTo>
                    <a:lnTo>
                      <a:pt x="3860" y="12905"/>
                    </a:lnTo>
                    <a:lnTo>
                      <a:pt x="4667" y="12905"/>
                    </a:lnTo>
                    <a:lnTo>
                      <a:pt x="4667" y="15844"/>
                    </a:lnTo>
                    <a:cubicBezTo>
                      <a:pt x="4667" y="16016"/>
                      <a:pt x="4782" y="16132"/>
                      <a:pt x="4897" y="16132"/>
                    </a:cubicBezTo>
                    <a:lnTo>
                      <a:pt x="11234" y="16132"/>
                    </a:lnTo>
                    <a:cubicBezTo>
                      <a:pt x="11292" y="16132"/>
                      <a:pt x="11350" y="16074"/>
                      <a:pt x="11407" y="16016"/>
                    </a:cubicBezTo>
                    <a:lnTo>
                      <a:pt x="12963" y="14346"/>
                    </a:lnTo>
                    <a:cubicBezTo>
                      <a:pt x="13020" y="14346"/>
                      <a:pt x="13020" y="14288"/>
                      <a:pt x="13020" y="14231"/>
                    </a:cubicBezTo>
                    <a:lnTo>
                      <a:pt x="13020" y="12157"/>
                    </a:lnTo>
                    <a:lnTo>
                      <a:pt x="13712" y="12157"/>
                    </a:lnTo>
                    <a:cubicBezTo>
                      <a:pt x="14000" y="12157"/>
                      <a:pt x="14288" y="11926"/>
                      <a:pt x="14288" y="11580"/>
                    </a:cubicBezTo>
                    <a:lnTo>
                      <a:pt x="14288" y="2132"/>
                    </a:lnTo>
                    <a:cubicBezTo>
                      <a:pt x="14288" y="1844"/>
                      <a:pt x="14000" y="1556"/>
                      <a:pt x="13712" y="1556"/>
                    </a:cubicBezTo>
                    <a:lnTo>
                      <a:pt x="11868" y="1556"/>
                    </a:lnTo>
                    <a:cubicBezTo>
                      <a:pt x="11522" y="1556"/>
                      <a:pt x="11292" y="1787"/>
                      <a:pt x="11292" y="2132"/>
                    </a:cubicBezTo>
                    <a:lnTo>
                      <a:pt x="11292" y="7663"/>
                    </a:lnTo>
                    <a:lnTo>
                      <a:pt x="9794" y="7663"/>
                    </a:lnTo>
                    <a:lnTo>
                      <a:pt x="9794" y="2190"/>
                    </a:lnTo>
                    <a:cubicBezTo>
                      <a:pt x="9794" y="2132"/>
                      <a:pt x="9794" y="2075"/>
                      <a:pt x="9736" y="2017"/>
                    </a:cubicBezTo>
                    <a:lnTo>
                      <a:pt x="7778" y="58"/>
                    </a:lnTo>
                    <a:cubicBezTo>
                      <a:pt x="7720" y="58"/>
                      <a:pt x="7663" y="1"/>
                      <a:pt x="76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59"/>
              <p:cNvSpPr/>
              <p:nvPr/>
            </p:nvSpPr>
            <p:spPr>
              <a:xfrm>
                <a:off x="5554150" y="2808500"/>
                <a:ext cx="59075" cy="11550"/>
              </a:xfrm>
              <a:custGeom>
                <a:rect b="b" l="l" r="r" t="t"/>
                <a:pathLst>
                  <a:path extrusionOk="0" h="462" w="2363">
                    <a:moveTo>
                      <a:pt x="289" y="1"/>
                    </a:moveTo>
                    <a:cubicBezTo>
                      <a:pt x="174" y="1"/>
                      <a:pt x="58" y="58"/>
                      <a:pt x="58" y="174"/>
                    </a:cubicBezTo>
                    <a:cubicBezTo>
                      <a:pt x="1" y="346"/>
                      <a:pt x="116" y="462"/>
                      <a:pt x="289" y="462"/>
                    </a:cubicBezTo>
                    <a:lnTo>
                      <a:pt x="2132" y="462"/>
                    </a:lnTo>
                    <a:cubicBezTo>
                      <a:pt x="2248" y="462"/>
                      <a:pt x="2363" y="404"/>
                      <a:pt x="2363" y="231"/>
                    </a:cubicBezTo>
                    <a:cubicBezTo>
                      <a:pt x="2363" y="116"/>
                      <a:pt x="2248" y="1"/>
                      <a:pt x="2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59"/>
              <p:cNvSpPr/>
              <p:nvPr/>
            </p:nvSpPr>
            <p:spPr>
              <a:xfrm>
                <a:off x="5554150" y="2843075"/>
                <a:ext cx="59075" cy="12975"/>
              </a:xfrm>
              <a:custGeom>
                <a:rect b="b" l="l" r="r" t="t"/>
                <a:pathLst>
                  <a:path extrusionOk="0" h="519" w="2363">
                    <a:moveTo>
                      <a:pt x="289" y="0"/>
                    </a:moveTo>
                    <a:cubicBezTo>
                      <a:pt x="174" y="0"/>
                      <a:pt x="58" y="116"/>
                      <a:pt x="58" y="231"/>
                    </a:cubicBezTo>
                    <a:cubicBezTo>
                      <a:pt x="1" y="346"/>
                      <a:pt x="116" y="519"/>
                      <a:pt x="289" y="519"/>
                    </a:cubicBezTo>
                    <a:lnTo>
                      <a:pt x="2132" y="519"/>
                    </a:lnTo>
                    <a:cubicBezTo>
                      <a:pt x="2248" y="519"/>
                      <a:pt x="2363" y="404"/>
                      <a:pt x="2363" y="288"/>
                    </a:cubicBezTo>
                    <a:cubicBezTo>
                      <a:pt x="2363" y="116"/>
                      <a:pt x="2248" y="0"/>
                      <a:pt x="21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59"/>
              <p:cNvSpPr/>
              <p:nvPr/>
            </p:nvSpPr>
            <p:spPr>
              <a:xfrm>
                <a:off x="5440375" y="2879075"/>
                <a:ext cx="172850" cy="11550"/>
              </a:xfrm>
              <a:custGeom>
                <a:rect b="b" l="l" r="r" t="t"/>
                <a:pathLst>
                  <a:path extrusionOk="0" h="462" w="6914">
                    <a:moveTo>
                      <a:pt x="289" y="1"/>
                    </a:moveTo>
                    <a:cubicBezTo>
                      <a:pt x="116" y="1"/>
                      <a:pt x="58" y="58"/>
                      <a:pt x="1" y="173"/>
                    </a:cubicBezTo>
                    <a:cubicBezTo>
                      <a:pt x="1" y="346"/>
                      <a:pt x="116" y="462"/>
                      <a:pt x="231" y="462"/>
                    </a:cubicBezTo>
                    <a:lnTo>
                      <a:pt x="6683" y="462"/>
                    </a:lnTo>
                    <a:cubicBezTo>
                      <a:pt x="6799" y="462"/>
                      <a:pt x="6914" y="404"/>
                      <a:pt x="6914" y="231"/>
                    </a:cubicBezTo>
                    <a:cubicBezTo>
                      <a:pt x="6914" y="116"/>
                      <a:pt x="6856" y="1"/>
                      <a:pt x="66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59"/>
              <p:cNvSpPr/>
              <p:nvPr/>
            </p:nvSpPr>
            <p:spPr>
              <a:xfrm>
                <a:off x="5441825" y="2765300"/>
                <a:ext cx="89325" cy="90750"/>
              </a:xfrm>
              <a:custGeom>
                <a:rect b="b" l="l" r="r" t="t"/>
                <a:pathLst>
                  <a:path extrusionOk="0" h="3630" w="3573">
                    <a:moveTo>
                      <a:pt x="2765" y="461"/>
                    </a:moveTo>
                    <a:lnTo>
                      <a:pt x="2362" y="865"/>
                    </a:lnTo>
                    <a:lnTo>
                      <a:pt x="749" y="865"/>
                    </a:lnTo>
                    <a:lnTo>
                      <a:pt x="1152" y="461"/>
                    </a:lnTo>
                    <a:close/>
                    <a:moveTo>
                      <a:pt x="3111" y="807"/>
                    </a:moveTo>
                    <a:lnTo>
                      <a:pt x="3111" y="2362"/>
                    </a:lnTo>
                    <a:lnTo>
                      <a:pt x="2708" y="2766"/>
                    </a:lnTo>
                    <a:lnTo>
                      <a:pt x="2708" y="1210"/>
                    </a:lnTo>
                    <a:lnTo>
                      <a:pt x="3111" y="807"/>
                    </a:lnTo>
                    <a:close/>
                    <a:moveTo>
                      <a:pt x="2247" y="1325"/>
                    </a:moveTo>
                    <a:lnTo>
                      <a:pt x="2247" y="3111"/>
                    </a:lnTo>
                    <a:lnTo>
                      <a:pt x="461" y="3111"/>
                    </a:lnTo>
                    <a:lnTo>
                      <a:pt x="461" y="1325"/>
                    </a:lnTo>
                    <a:close/>
                    <a:moveTo>
                      <a:pt x="1037" y="0"/>
                    </a:moveTo>
                    <a:cubicBezTo>
                      <a:pt x="980" y="0"/>
                      <a:pt x="922" y="0"/>
                      <a:pt x="864" y="58"/>
                    </a:cubicBezTo>
                    <a:lnTo>
                      <a:pt x="58" y="922"/>
                    </a:lnTo>
                    <a:cubicBezTo>
                      <a:pt x="0" y="980"/>
                      <a:pt x="0" y="1037"/>
                      <a:pt x="0" y="1095"/>
                    </a:cubicBezTo>
                    <a:lnTo>
                      <a:pt x="0" y="3342"/>
                    </a:lnTo>
                    <a:cubicBezTo>
                      <a:pt x="0" y="3515"/>
                      <a:pt x="115" y="3630"/>
                      <a:pt x="231" y="3630"/>
                    </a:cubicBezTo>
                    <a:lnTo>
                      <a:pt x="2477" y="3630"/>
                    </a:lnTo>
                    <a:cubicBezTo>
                      <a:pt x="2535" y="3630"/>
                      <a:pt x="2593" y="3572"/>
                      <a:pt x="2650" y="3515"/>
                    </a:cubicBezTo>
                    <a:lnTo>
                      <a:pt x="3514" y="2651"/>
                    </a:lnTo>
                    <a:cubicBezTo>
                      <a:pt x="3514" y="2593"/>
                      <a:pt x="3572" y="2535"/>
                      <a:pt x="3572" y="2478"/>
                    </a:cubicBezTo>
                    <a:lnTo>
                      <a:pt x="3572" y="231"/>
                    </a:lnTo>
                    <a:cubicBezTo>
                      <a:pt x="3572" y="116"/>
                      <a:pt x="3457" y="0"/>
                      <a:pt x="334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20" name="Google Shape;1220;p59"/>
          <p:cNvGrpSpPr/>
          <p:nvPr/>
        </p:nvGrpSpPr>
        <p:grpSpPr>
          <a:xfrm>
            <a:off x="4355063" y="1507457"/>
            <a:ext cx="433875" cy="402100"/>
            <a:chOff x="4831150" y="2740825"/>
            <a:chExt cx="433875" cy="402100"/>
          </a:xfrm>
        </p:grpSpPr>
        <p:sp>
          <p:nvSpPr>
            <p:cNvPr id="1221" name="Google Shape;1221;p59"/>
            <p:cNvSpPr/>
            <p:nvPr/>
          </p:nvSpPr>
          <p:spPr>
            <a:xfrm>
              <a:off x="4871475" y="2778250"/>
              <a:ext cx="269350" cy="246325"/>
            </a:xfrm>
            <a:custGeom>
              <a:rect b="b" l="l" r="r" t="t"/>
              <a:pathLst>
                <a:path extrusionOk="0" h="9853" w="10774">
                  <a:moveTo>
                    <a:pt x="5358" y="462"/>
                  </a:moveTo>
                  <a:cubicBezTo>
                    <a:pt x="6568" y="462"/>
                    <a:pt x="7720" y="923"/>
                    <a:pt x="8527" y="1729"/>
                  </a:cubicBezTo>
                  <a:cubicBezTo>
                    <a:pt x="10255" y="3515"/>
                    <a:pt x="10255" y="6338"/>
                    <a:pt x="8527" y="8066"/>
                  </a:cubicBezTo>
                  <a:cubicBezTo>
                    <a:pt x="7720" y="8931"/>
                    <a:pt x="6568" y="9391"/>
                    <a:pt x="5358" y="9391"/>
                  </a:cubicBezTo>
                  <a:cubicBezTo>
                    <a:pt x="4206" y="9391"/>
                    <a:pt x="3054" y="8931"/>
                    <a:pt x="2247" y="8066"/>
                  </a:cubicBezTo>
                  <a:cubicBezTo>
                    <a:pt x="519" y="6338"/>
                    <a:pt x="519" y="3515"/>
                    <a:pt x="2247" y="1729"/>
                  </a:cubicBezTo>
                  <a:cubicBezTo>
                    <a:pt x="3054" y="923"/>
                    <a:pt x="4206" y="462"/>
                    <a:pt x="5358" y="462"/>
                  </a:cubicBezTo>
                  <a:close/>
                  <a:moveTo>
                    <a:pt x="5358" y="1"/>
                  </a:moveTo>
                  <a:cubicBezTo>
                    <a:pt x="4091" y="1"/>
                    <a:pt x="2823" y="462"/>
                    <a:pt x="1901" y="1441"/>
                  </a:cubicBezTo>
                  <a:cubicBezTo>
                    <a:pt x="0" y="3342"/>
                    <a:pt x="0" y="6453"/>
                    <a:pt x="1901" y="8412"/>
                  </a:cubicBezTo>
                  <a:cubicBezTo>
                    <a:pt x="2823" y="9334"/>
                    <a:pt x="4091" y="9852"/>
                    <a:pt x="5358" y="9852"/>
                  </a:cubicBezTo>
                  <a:cubicBezTo>
                    <a:pt x="6683" y="9852"/>
                    <a:pt x="7951" y="9334"/>
                    <a:pt x="8872" y="8412"/>
                  </a:cubicBezTo>
                  <a:cubicBezTo>
                    <a:pt x="10773" y="6453"/>
                    <a:pt x="10773" y="3342"/>
                    <a:pt x="8872" y="1441"/>
                  </a:cubicBezTo>
                  <a:cubicBezTo>
                    <a:pt x="7951" y="462"/>
                    <a:pt x="6683" y="1"/>
                    <a:pt x="535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59"/>
            <p:cNvSpPr/>
            <p:nvPr/>
          </p:nvSpPr>
          <p:spPr>
            <a:xfrm>
              <a:off x="4831150" y="2740825"/>
              <a:ext cx="433875" cy="402100"/>
            </a:xfrm>
            <a:custGeom>
              <a:rect b="b" l="l" r="r" t="t"/>
              <a:pathLst>
                <a:path extrusionOk="0" h="16084" w="17355">
                  <a:moveTo>
                    <a:pt x="11810" y="10600"/>
                  </a:moveTo>
                  <a:lnTo>
                    <a:pt x="12502" y="11292"/>
                  </a:lnTo>
                  <a:lnTo>
                    <a:pt x="11868" y="11868"/>
                  </a:lnTo>
                  <a:lnTo>
                    <a:pt x="11234" y="11176"/>
                  </a:lnTo>
                  <a:lnTo>
                    <a:pt x="11177" y="11176"/>
                  </a:lnTo>
                  <a:cubicBezTo>
                    <a:pt x="11407" y="11004"/>
                    <a:pt x="11638" y="10773"/>
                    <a:pt x="11810" y="10600"/>
                  </a:cubicBezTo>
                  <a:close/>
                  <a:moveTo>
                    <a:pt x="6971" y="519"/>
                  </a:moveTo>
                  <a:cubicBezTo>
                    <a:pt x="8584" y="519"/>
                    <a:pt x="10024" y="1095"/>
                    <a:pt x="11177" y="2247"/>
                  </a:cubicBezTo>
                  <a:cubicBezTo>
                    <a:pt x="13423" y="4551"/>
                    <a:pt x="13423" y="8296"/>
                    <a:pt x="11177" y="10543"/>
                  </a:cubicBezTo>
                  <a:cubicBezTo>
                    <a:pt x="10024" y="11695"/>
                    <a:pt x="8584" y="12271"/>
                    <a:pt x="6971" y="12271"/>
                  </a:cubicBezTo>
                  <a:cubicBezTo>
                    <a:pt x="5416" y="12271"/>
                    <a:pt x="3918" y="11695"/>
                    <a:pt x="2823" y="10543"/>
                  </a:cubicBezTo>
                  <a:cubicBezTo>
                    <a:pt x="519" y="8296"/>
                    <a:pt x="519" y="4551"/>
                    <a:pt x="2823" y="2247"/>
                  </a:cubicBezTo>
                  <a:cubicBezTo>
                    <a:pt x="3918" y="1095"/>
                    <a:pt x="5416" y="519"/>
                    <a:pt x="6971" y="519"/>
                  </a:cubicBezTo>
                  <a:close/>
                  <a:moveTo>
                    <a:pt x="6971" y="0"/>
                  </a:moveTo>
                  <a:cubicBezTo>
                    <a:pt x="5300" y="0"/>
                    <a:pt x="3687" y="691"/>
                    <a:pt x="2477" y="1901"/>
                  </a:cubicBezTo>
                  <a:cubicBezTo>
                    <a:pt x="0" y="4378"/>
                    <a:pt x="0" y="8411"/>
                    <a:pt x="2477" y="10888"/>
                  </a:cubicBezTo>
                  <a:cubicBezTo>
                    <a:pt x="3687" y="12098"/>
                    <a:pt x="5300" y="12790"/>
                    <a:pt x="6971" y="12790"/>
                  </a:cubicBezTo>
                  <a:cubicBezTo>
                    <a:pt x="8411" y="12790"/>
                    <a:pt x="9736" y="12329"/>
                    <a:pt x="10831" y="11465"/>
                  </a:cubicBezTo>
                  <a:lnTo>
                    <a:pt x="11580" y="12213"/>
                  </a:lnTo>
                  <a:cubicBezTo>
                    <a:pt x="11292" y="12386"/>
                    <a:pt x="11234" y="12790"/>
                    <a:pt x="11465" y="13078"/>
                  </a:cubicBezTo>
                  <a:lnTo>
                    <a:pt x="12905" y="14460"/>
                  </a:lnTo>
                  <a:cubicBezTo>
                    <a:pt x="12959" y="14515"/>
                    <a:pt x="13020" y="14537"/>
                    <a:pt x="13079" y="14537"/>
                  </a:cubicBezTo>
                  <a:cubicBezTo>
                    <a:pt x="13267" y="14537"/>
                    <a:pt x="13427" y="14304"/>
                    <a:pt x="13251" y="14172"/>
                  </a:cubicBezTo>
                  <a:lnTo>
                    <a:pt x="11810" y="12732"/>
                  </a:lnTo>
                  <a:cubicBezTo>
                    <a:pt x="11810" y="12732"/>
                    <a:pt x="11753" y="12617"/>
                    <a:pt x="11810" y="12617"/>
                  </a:cubicBezTo>
                  <a:lnTo>
                    <a:pt x="13193" y="11176"/>
                  </a:lnTo>
                  <a:lnTo>
                    <a:pt x="13366" y="11176"/>
                  </a:lnTo>
                  <a:lnTo>
                    <a:pt x="15901" y="13769"/>
                  </a:lnTo>
                  <a:cubicBezTo>
                    <a:pt x="16705" y="14529"/>
                    <a:pt x="15949" y="15636"/>
                    <a:pt x="15112" y="15636"/>
                  </a:cubicBezTo>
                  <a:cubicBezTo>
                    <a:pt x="14870" y="15636"/>
                    <a:pt x="14622" y="15544"/>
                    <a:pt x="14403" y="15324"/>
                  </a:cubicBezTo>
                  <a:lnTo>
                    <a:pt x="14115" y="15036"/>
                  </a:lnTo>
                  <a:cubicBezTo>
                    <a:pt x="14061" y="14983"/>
                    <a:pt x="14005" y="14960"/>
                    <a:pt x="13951" y="14960"/>
                  </a:cubicBezTo>
                  <a:cubicBezTo>
                    <a:pt x="13775" y="14960"/>
                    <a:pt x="13636" y="15205"/>
                    <a:pt x="13769" y="15382"/>
                  </a:cubicBezTo>
                  <a:lnTo>
                    <a:pt x="14057" y="15612"/>
                  </a:lnTo>
                  <a:cubicBezTo>
                    <a:pt x="14389" y="15944"/>
                    <a:pt x="14761" y="16084"/>
                    <a:pt x="15119" y="16084"/>
                  </a:cubicBezTo>
                  <a:cubicBezTo>
                    <a:pt x="16314" y="16084"/>
                    <a:pt x="17355" y="14532"/>
                    <a:pt x="16246" y="13423"/>
                  </a:cubicBezTo>
                  <a:lnTo>
                    <a:pt x="13712" y="10831"/>
                  </a:lnTo>
                  <a:cubicBezTo>
                    <a:pt x="13591" y="10735"/>
                    <a:pt x="13451" y="10689"/>
                    <a:pt x="13316" y="10689"/>
                  </a:cubicBezTo>
                  <a:cubicBezTo>
                    <a:pt x="13127" y="10689"/>
                    <a:pt x="12948" y="10778"/>
                    <a:pt x="12847" y="10946"/>
                  </a:cubicBezTo>
                  <a:lnTo>
                    <a:pt x="12098" y="10197"/>
                  </a:lnTo>
                  <a:cubicBezTo>
                    <a:pt x="13942" y="7720"/>
                    <a:pt x="13769" y="4148"/>
                    <a:pt x="11465" y="1901"/>
                  </a:cubicBezTo>
                  <a:cubicBezTo>
                    <a:pt x="10312" y="691"/>
                    <a:pt x="8699" y="0"/>
                    <a:pt x="697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59"/>
            <p:cNvSpPr/>
            <p:nvPr/>
          </p:nvSpPr>
          <p:spPr>
            <a:xfrm>
              <a:off x="4924750" y="2820025"/>
              <a:ext cx="162775" cy="161325"/>
            </a:xfrm>
            <a:custGeom>
              <a:rect b="b" l="l" r="r" t="t"/>
              <a:pathLst>
                <a:path extrusionOk="0" h="6453" w="6511">
                  <a:moveTo>
                    <a:pt x="3227" y="1"/>
                  </a:moveTo>
                  <a:cubicBezTo>
                    <a:pt x="2593" y="1"/>
                    <a:pt x="2017" y="173"/>
                    <a:pt x="1499" y="519"/>
                  </a:cubicBezTo>
                  <a:cubicBezTo>
                    <a:pt x="1260" y="663"/>
                    <a:pt x="1417" y="965"/>
                    <a:pt x="1610" y="965"/>
                  </a:cubicBezTo>
                  <a:cubicBezTo>
                    <a:pt x="1649" y="965"/>
                    <a:pt x="1690" y="952"/>
                    <a:pt x="1729" y="922"/>
                  </a:cubicBezTo>
                  <a:cubicBezTo>
                    <a:pt x="2190" y="634"/>
                    <a:pt x="2709" y="462"/>
                    <a:pt x="3227" y="462"/>
                  </a:cubicBezTo>
                  <a:cubicBezTo>
                    <a:pt x="4783" y="462"/>
                    <a:pt x="5992" y="1729"/>
                    <a:pt x="5992" y="3227"/>
                  </a:cubicBezTo>
                  <a:cubicBezTo>
                    <a:pt x="5992" y="4725"/>
                    <a:pt x="4783" y="5992"/>
                    <a:pt x="3227" y="5992"/>
                  </a:cubicBezTo>
                  <a:cubicBezTo>
                    <a:pt x="1729" y="5992"/>
                    <a:pt x="519" y="4725"/>
                    <a:pt x="519" y="3227"/>
                  </a:cubicBezTo>
                  <a:cubicBezTo>
                    <a:pt x="519" y="2708"/>
                    <a:pt x="635" y="2190"/>
                    <a:pt x="923" y="1729"/>
                  </a:cubicBezTo>
                  <a:cubicBezTo>
                    <a:pt x="1046" y="1523"/>
                    <a:pt x="876" y="1347"/>
                    <a:pt x="705" y="1347"/>
                  </a:cubicBezTo>
                  <a:cubicBezTo>
                    <a:pt x="637" y="1347"/>
                    <a:pt x="569" y="1375"/>
                    <a:pt x="519" y="1441"/>
                  </a:cubicBezTo>
                  <a:cubicBezTo>
                    <a:pt x="174" y="2017"/>
                    <a:pt x="1" y="2593"/>
                    <a:pt x="1" y="3227"/>
                  </a:cubicBezTo>
                  <a:cubicBezTo>
                    <a:pt x="1" y="5013"/>
                    <a:pt x="1441" y="6453"/>
                    <a:pt x="3227" y="6453"/>
                  </a:cubicBezTo>
                  <a:cubicBezTo>
                    <a:pt x="5013" y="6453"/>
                    <a:pt x="6511" y="5013"/>
                    <a:pt x="6511" y="3227"/>
                  </a:cubicBezTo>
                  <a:cubicBezTo>
                    <a:pt x="6511" y="1441"/>
                    <a:pt x="5013" y="1"/>
                    <a:pt x="322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7" name="Google Shape;1177;p59"/>
          <p:cNvSpPr txBox="1"/>
          <p:nvPr/>
        </p:nvSpPr>
        <p:spPr>
          <a:xfrm>
            <a:off x="3582900" y="2130258"/>
            <a:ext cx="1978200" cy="3750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Mercury</a:t>
            </a:r>
            <a:endParaRPr b="1" sz="2400">
              <a:solidFill>
                <a:schemeClr val="dk2"/>
              </a:solidFill>
              <a:latin typeface="Albert Sans"/>
              <a:ea typeface="Albert Sans"/>
              <a:cs typeface="Albert Sans"/>
              <a:sym typeface="Albert Sans"/>
            </a:endParaRPr>
          </a:p>
        </p:txBody>
      </p:sp>
      <p:grpSp>
        <p:nvGrpSpPr>
          <p:cNvPr id="1224" name="Google Shape;1224;p59"/>
          <p:cNvGrpSpPr/>
          <p:nvPr/>
        </p:nvGrpSpPr>
        <p:grpSpPr>
          <a:xfrm flipH="1">
            <a:off x="-311297" y="150024"/>
            <a:ext cx="1590595" cy="875375"/>
            <a:chOff x="6456464" y="3575600"/>
            <a:chExt cx="1004100" cy="552601"/>
          </a:xfrm>
        </p:grpSpPr>
        <p:sp>
          <p:nvSpPr>
            <p:cNvPr id="1225" name="Google Shape;1225;p59"/>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59"/>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7" name="Google Shape;1227;p59"/>
          <p:cNvGrpSpPr/>
          <p:nvPr/>
        </p:nvGrpSpPr>
        <p:grpSpPr>
          <a:xfrm flipH="1">
            <a:off x="-425085" y="1025388"/>
            <a:ext cx="1249832" cy="707506"/>
            <a:chOff x="6456475" y="3575600"/>
            <a:chExt cx="976202" cy="552609"/>
          </a:xfrm>
        </p:grpSpPr>
        <p:sp>
          <p:nvSpPr>
            <p:cNvPr id="1228" name="Google Shape;1228;p59"/>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59"/>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3" name="Shape 1233"/>
        <p:cNvGrpSpPr/>
        <p:nvPr/>
      </p:nvGrpSpPr>
      <p:grpSpPr>
        <a:xfrm>
          <a:off x="0" y="0"/>
          <a:ext cx="0" cy="0"/>
          <a:chOff x="0" y="0"/>
          <a:chExt cx="0" cy="0"/>
        </a:xfrm>
      </p:grpSpPr>
      <p:sp>
        <p:nvSpPr>
          <p:cNvPr id="1234" name="Google Shape;1234;p60"/>
          <p:cNvSpPr/>
          <p:nvPr/>
        </p:nvSpPr>
        <p:spPr>
          <a:xfrm flipH="1">
            <a:off x="-458921" y="2570825"/>
            <a:ext cx="8373546" cy="707494"/>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6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Project timing</a:t>
            </a:r>
            <a:endParaRPr/>
          </a:p>
        </p:txBody>
      </p:sp>
      <p:sp>
        <p:nvSpPr>
          <p:cNvPr id="1236" name="Google Shape;1236;p60"/>
          <p:cNvSpPr txBox="1"/>
          <p:nvPr/>
        </p:nvSpPr>
        <p:spPr>
          <a:xfrm flipH="1">
            <a:off x="6488513" y="3451200"/>
            <a:ext cx="2148900" cy="384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Day 4</a:t>
            </a:r>
            <a:endParaRPr b="1" sz="2400">
              <a:solidFill>
                <a:schemeClr val="dk2"/>
              </a:solidFill>
              <a:latin typeface="Albert Sans"/>
              <a:ea typeface="Albert Sans"/>
              <a:cs typeface="Albert Sans"/>
              <a:sym typeface="Albert Sans"/>
            </a:endParaRPr>
          </a:p>
        </p:txBody>
      </p:sp>
      <p:sp>
        <p:nvSpPr>
          <p:cNvPr id="1237" name="Google Shape;1237;p60"/>
          <p:cNvSpPr txBox="1"/>
          <p:nvPr/>
        </p:nvSpPr>
        <p:spPr>
          <a:xfrm flipH="1">
            <a:off x="6488513" y="3771115"/>
            <a:ext cx="2148900" cy="57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Jupiter is the biggest planet of them all</a:t>
            </a:r>
            <a:endParaRPr>
              <a:solidFill>
                <a:schemeClr val="dk1"/>
              </a:solidFill>
              <a:latin typeface="Albert Sans"/>
              <a:ea typeface="Albert Sans"/>
              <a:cs typeface="Albert Sans"/>
              <a:sym typeface="Albert Sans"/>
            </a:endParaRPr>
          </a:p>
        </p:txBody>
      </p:sp>
      <p:grpSp>
        <p:nvGrpSpPr>
          <p:cNvPr id="1238" name="Google Shape;1238;p60"/>
          <p:cNvGrpSpPr/>
          <p:nvPr/>
        </p:nvGrpSpPr>
        <p:grpSpPr>
          <a:xfrm>
            <a:off x="7207234" y="2570825"/>
            <a:ext cx="707400" cy="707400"/>
            <a:chOff x="7207234" y="2570825"/>
            <a:chExt cx="707400" cy="707400"/>
          </a:xfrm>
        </p:grpSpPr>
        <p:sp>
          <p:nvSpPr>
            <p:cNvPr id="1239" name="Google Shape;1239;p60"/>
            <p:cNvSpPr/>
            <p:nvPr/>
          </p:nvSpPr>
          <p:spPr>
            <a:xfrm flipH="1">
              <a:off x="7207234" y="25708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60"/>
            <p:cNvSpPr/>
            <p:nvPr/>
          </p:nvSpPr>
          <p:spPr>
            <a:xfrm>
              <a:off x="7361325" y="2723663"/>
              <a:ext cx="403300" cy="401850"/>
            </a:xfrm>
            <a:custGeom>
              <a:rect b="b" l="l" r="r" t="t"/>
              <a:pathLst>
                <a:path extrusionOk="0" h="16074" w="16132">
                  <a:moveTo>
                    <a:pt x="5243" y="5761"/>
                  </a:moveTo>
                  <a:lnTo>
                    <a:pt x="5243" y="10428"/>
                  </a:lnTo>
                  <a:lnTo>
                    <a:pt x="3169" y="10428"/>
                  </a:lnTo>
                  <a:lnTo>
                    <a:pt x="3169" y="5761"/>
                  </a:lnTo>
                  <a:close/>
                  <a:moveTo>
                    <a:pt x="7836" y="461"/>
                  </a:moveTo>
                  <a:lnTo>
                    <a:pt x="7836" y="10428"/>
                  </a:lnTo>
                  <a:lnTo>
                    <a:pt x="5704" y="10428"/>
                  </a:lnTo>
                  <a:lnTo>
                    <a:pt x="5704" y="461"/>
                  </a:lnTo>
                  <a:close/>
                  <a:moveTo>
                    <a:pt x="10428" y="2132"/>
                  </a:moveTo>
                  <a:lnTo>
                    <a:pt x="10428" y="10428"/>
                  </a:lnTo>
                  <a:lnTo>
                    <a:pt x="8354" y="10428"/>
                  </a:lnTo>
                  <a:lnTo>
                    <a:pt x="8354" y="2132"/>
                  </a:lnTo>
                  <a:close/>
                  <a:moveTo>
                    <a:pt x="14922" y="3399"/>
                  </a:moveTo>
                  <a:cubicBezTo>
                    <a:pt x="15325" y="3399"/>
                    <a:pt x="15671" y="3745"/>
                    <a:pt x="15671" y="4148"/>
                  </a:cubicBezTo>
                  <a:lnTo>
                    <a:pt x="15671" y="10428"/>
                  </a:lnTo>
                  <a:lnTo>
                    <a:pt x="13481" y="10428"/>
                  </a:lnTo>
                  <a:lnTo>
                    <a:pt x="13481" y="9563"/>
                  </a:lnTo>
                  <a:cubicBezTo>
                    <a:pt x="13481" y="9419"/>
                    <a:pt x="13366" y="9347"/>
                    <a:pt x="13251" y="9347"/>
                  </a:cubicBezTo>
                  <a:cubicBezTo>
                    <a:pt x="13136" y="9347"/>
                    <a:pt x="13020" y="9419"/>
                    <a:pt x="13020" y="9563"/>
                  </a:cubicBezTo>
                  <a:lnTo>
                    <a:pt x="13020" y="10428"/>
                  </a:lnTo>
                  <a:lnTo>
                    <a:pt x="10889" y="10428"/>
                  </a:lnTo>
                  <a:lnTo>
                    <a:pt x="10889" y="7374"/>
                  </a:lnTo>
                  <a:lnTo>
                    <a:pt x="13020" y="7374"/>
                  </a:lnTo>
                  <a:lnTo>
                    <a:pt x="13020" y="8354"/>
                  </a:lnTo>
                  <a:cubicBezTo>
                    <a:pt x="13020" y="8498"/>
                    <a:pt x="13136" y="8570"/>
                    <a:pt x="13251" y="8570"/>
                  </a:cubicBezTo>
                  <a:cubicBezTo>
                    <a:pt x="13366" y="8570"/>
                    <a:pt x="13481" y="8498"/>
                    <a:pt x="13481" y="8354"/>
                  </a:cubicBezTo>
                  <a:lnTo>
                    <a:pt x="13481" y="7144"/>
                  </a:lnTo>
                  <a:cubicBezTo>
                    <a:pt x="13481" y="7029"/>
                    <a:pt x="13366" y="6913"/>
                    <a:pt x="13251" y="6913"/>
                  </a:cubicBezTo>
                  <a:lnTo>
                    <a:pt x="10889" y="6913"/>
                  </a:lnTo>
                  <a:lnTo>
                    <a:pt x="10889" y="3399"/>
                  </a:lnTo>
                  <a:close/>
                  <a:moveTo>
                    <a:pt x="15671" y="10889"/>
                  </a:moveTo>
                  <a:lnTo>
                    <a:pt x="15671" y="12156"/>
                  </a:lnTo>
                  <a:cubicBezTo>
                    <a:pt x="15671" y="12559"/>
                    <a:pt x="15325" y="12905"/>
                    <a:pt x="14922" y="12905"/>
                  </a:cubicBezTo>
                  <a:lnTo>
                    <a:pt x="1210" y="12905"/>
                  </a:lnTo>
                  <a:cubicBezTo>
                    <a:pt x="807" y="12905"/>
                    <a:pt x="519" y="12559"/>
                    <a:pt x="519" y="12156"/>
                  </a:cubicBezTo>
                  <a:lnTo>
                    <a:pt x="519" y="10889"/>
                  </a:lnTo>
                  <a:close/>
                  <a:moveTo>
                    <a:pt x="9449" y="13366"/>
                  </a:moveTo>
                  <a:lnTo>
                    <a:pt x="10313" y="15152"/>
                  </a:lnTo>
                  <a:cubicBezTo>
                    <a:pt x="10428" y="15382"/>
                    <a:pt x="10255" y="15613"/>
                    <a:pt x="10025" y="15613"/>
                  </a:cubicBezTo>
                  <a:lnTo>
                    <a:pt x="6222" y="15613"/>
                  </a:lnTo>
                  <a:cubicBezTo>
                    <a:pt x="5992" y="15613"/>
                    <a:pt x="5877" y="15382"/>
                    <a:pt x="5934" y="15152"/>
                  </a:cubicBezTo>
                  <a:lnTo>
                    <a:pt x="6799" y="13366"/>
                  </a:lnTo>
                  <a:close/>
                  <a:moveTo>
                    <a:pt x="5473" y="0"/>
                  </a:moveTo>
                  <a:cubicBezTo>
                    <a:pt x="5358" y="0"/>
                    <a:pt x="5243" y="115"/>
                    <a:pt x="5243" y="231"/>
                  </a:cubicBezTo>
                  <a:lnTo>
                    <a:pt x="5243" y="2938"/>
                  </a:lnTo>
                  <a:lnTo>
                    <a:pt x="1210" y="2938"/>
                  </a:lnTo>
                  <a:cubicBezTo>
                    <a:pt x="519" y="2938"/>
                    <a:pt x="0" y="3457"/>
                    <a:pt x="0" y="4148"/>
                  </a:cubicBezTo>
                  <a:lnTo>
                    <a:pt x="0" y="4782"/>
                  </a:lnTo>
                  <a:cubicBezTo>
                    <a:pt x="0" y="4926"/>
                    <a:pt x="116" y="4998"/>
                    <a:pt x="231" y="4998"/>
                  </a:cubicBezTo>
                  <a:cubicBezTo>
                    <a:pt x="346" y="4998"/>
                    <a:pt x="461" y="4926"/>
                    <a:pt x="461" y="4782"/>
                  </a:cubicBezTo>
                  <a:lnTo>
                    <a:pt x="461" y="4148"/>
                  </a:lnTo>
                  <a:cubicBezTo>
                    <a:pt x="461" y="3745"/>
                    <a:pt x="807" y="3399"/>
                    <a:pt x="1210" y="3399"/>
                  </a:cubicBezTo>
                  <a:lnTo>
                    <a:pt x="5243" y="3399"/>
                  </a:lnTo>
                  <a:lnTo>
                    <a:pt x="5243" y="5243"/>
                  </a:lnTo>
                  <a:lnTo>
                    <a:pt x="2881" y="5243"/>
                  </a:lnTo>
                  <a:cubicBezTo>
                    <a:pt x="2766" y="5243"/>
                    <a:pt x="2651" y="5358"/>
                    <a:pt x="2651" y="5473"/>
                  </a:cubicBezTo>
                  <a:lnTo>
                    <a:pt x="2651" y="10428"/>
                  </a:lnTo>
                  <a:lnTo>
                    <a:pt x="461" y="10428"/>
                  </a:lnTo>
                  <a:lnTo>
                    <a:pt x="461" y="6049"/>
                  </a:lnTo>
                  <a:cubicBezTo>
                    <a:pt x="461" y="5876"/>
                    <a:pt x="346" y="5790"/>
                    <a:pt x="231" y="5790"/>
                  </a:cubicBezTo>
                  <a:cubicBezTo>
                    <a:pt x="116" y="5790"/>
                    <a:pt x="0" y="5876"/>
                    <a:pt x="0" y="6049"/>
                  </a:cubicBezTo>
                  <a:lnTo>
                    <a:pt x="0" y="12156"/>
                  </a:lnTo>
                  <a:cubicBezTo>
                    <a:pt x="0" y="12847"/>
                    <a:pt x="519" y="13366"/>
                    <a:pt x="1210" y="13366"/>
                  </a:cubicBezTo>
                  <a:lnTo>
                    <a:pt x="6280" y="13366"/>
                  </a:lnTo>
                  <a:lnTo>
                    <a:pt x="5531" y="14979"/>
                  </a:lnTo>
                  <a:cubicBezTo>
                    <a:pt x="5301" y="15497"/>
                    <a:pt x="5646" y="16073"/>
                    <a:pt x="6222" y="16073"/>
                  </a:cubicBezTo>
                  <a:lnTo>
                    <a:pt x="10025" y="16073"/>
                  </a:lnTo>
                  <a:cubicBezTo>
                    <a:pt x="10543" y="16073"/>
                    <a:pt x="10946" y="15497"/>
                    <a:pt x="10716" y="14979"/>
                  </a:cubicBezTo>
                  <a:lnTo>
                    <a:pt x="9967" y="13366"/>
                  </a:lnTo>
                  <a:lnTo>
                    <a:pt x="14922" y="13366"/>
                  </a:lnTo>
                  <a:cubicBezTo>
                    <a:pt x="15613" y="13366"/>
                    <a:pt x="16131" y="12847"/>
                    <a:pt x="16131" y="12156"/>
                  </a:cubicBezTo>
                  <a:lnTo>
                    <a:pt x="16131" y="4148"/>
                  </a:lnTo>
                  <a:cubicBezTo>
                    <a:pt x="16131" y="3457"/>
                    <a:pt x="15613" y="2938"/>
                    <a:pt x="14922" y="2938"/>
                  </a:cubicBezTo>
                  <a:lnTo>
                    <a:pt x="10889" y="2938"/>
                  </a:lnTo>
                  <a:lnTo>
                    <a:pt x="10889" y="1901"/>
                  </a:lnTo>
                  <a:cubicBezTo>
                    <a:pt x="10889" y="1786"/>
                    <a:pt x="10774" y="1671"/>
                    <a:pt x="10658" y="1671"/>
                  </a:cubicBezTo>
                  <a:lnTo>
                    <a:pt x="8296" y="1671"/>
                  </a:lnTo>
                  <a:lnTo>
                    <a:pt x="8296" y="231"/>
                  </a:lnTo>
                  <a:cubicBezTo>
                    <a:pt x="8296" y="115"/>
                    <a:pt x="8181" y="0"/>
                    <a:pt x="806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41" name="Google Shape;1241;p60"/>
          <p:cNvSpPr txBox="1"/>
          <p:nvPr/>
        </p:nvSpPr>
        <p:spPr>
          <a:xfrm flipH="1">
            <a:off x="4538013" y="2013056"/>
            <a:ext cx="2148900" cy="384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Day 3</a:t>
            </a:r>
            <a:endParaRPr b="1" sz="2400">
              <a:solidFill>
                <a:schemeClr val="dk2"/>
              </a:solidFill>
              <a:latin typeface="Albert Sans"/>
              <a:ea typeface="Albert Sans"/>
              <a:cs typeface="Albert Sans"/>
              <a:sym typeface="Albert Sans"/>
            </a:endParaRPr>
          </a:p>
        </p:txBody>
      </p:sp>
      <p:sp>
        <p:nvSpPr>
          <p:cNvPr id="1242" name="Google Shape;1242;p60"/>
          <p:cNvSpPr txBox="1"/>
          <p:nvPr/>
        </p:nvSpPr>
        <p:spPr>
          <a:xfrm flipH="1">
            <a:off x="4538013" y="1500654"/>
            <a:ext cx="2148900" cy="57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Despite being red, Mars is a very cold place</a:t>
            </a:r>
            <a:endParaRPr>
              <a:solidFill>
                <a:schemeClr val="dk1"/>
              </a:solidFill>
              <a:latin typeface="Albert Sans"/>
              <a:ea typeface="Albert Sans"/>
              <a:cs typeface="Albert Sans"/>
              <a:sym typeface="Albert Sans"/>
            </a:endParaRPr>
          </a:p>
        </p:txBody>
      </p:sp>
      <p:grpSp>
        <p:nvGrpSpPr>
          <p:cNvPr id="1243" name="Google Shape;1243;p60"/>
          <p:cNvGrpSpPr/>
          <p:nvPr/>
        </p:nvGrpSpPr>
        <p:grpSpPr>
          <a:xfrm>
            <a:off x="5258776" y="2570875"/>
            <a:ext cx="707400" cy="707400"/>
            <a:chOff x="5107009" y="2570875"/>
            <a:chExt cx="707400" cy="707400"/>
          </a:xfrm>
        </p:grpSpPr>
        <p:sp>
          <p:nvSpPr>
            <p:cNvPr id="1244" name="Google Shape;1244;p60"/>
            <p:cNvSpPr/>
            <p:nvPr/>
          </p:nvSpPr>
          <p:spPr>
            <a:xfrm flipH="1">
              <a:off x="5107009" y="25708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45" name="Google Shape;1245;p60"/>
            <p:cNvGrpSpPr/>
            <p:nvPr/>
          </p:nvGrpSpPr>
          <p:grpSpPr>
            <a:xfrm>
              <a:off x="5263375" y="2723588"/>
              <a:ext cx="394650" cy="401975"/>
              <a:chOff x="6376550" y="3227625"/>
              <a:chExt cx="394650" cy="401975"/>
            </a:xfrm>
          </p:grpSpPr>
          <p:sp>
            <p:nvSpPr>
              <p:cNvPr id="1246" name="Google Shape;1246;p60"/>
              <p:cNvSpPr/>
              <p:nvPr/>
            </p:nvSpPr>
            <p:spPr>
              <a:xfrm>
                <a:off x="6376550" y="3227625"/>
                <a:ext cx="394650" cy="401975"/>
              </a:xfrm>
              <a:custGeom>
                <a:rect b="b" l="l" r="r" t="t"/>
                <a:pathLst>
                  <a:path extrusionOk="0" h="16079" w="15786">
                    <a:moveTo>
                      <a:pt x="3342" y="3457"/>
                    </a:moveTo>
                    <a:lnTo>
                      <a:pt x="3342" y="4436"/>
                    </a:lnTo>
                    <a:lnTo>
                      <a:pt x="2363" y="4436"/>
                    </a:lnTo>
                    <a:lnTo>
                      <a:pt x="3342" y="3457"/>
                    </a:lnTo>
                    <a:close/>
                    <a:moveTo>
                      <a:pt x="10889" y="5761"/>
                    </a:moveTo>
                    <a:lnTo>
                      <a:pt x="10889" y="6165"/>
                    </a:lnTo>
                    <a:cubicBezTo>
                      <a:pt x="10889" y="6338"/>
                      <a:pt x="10774" y="6453"/>
                      <a:pt x="10601" y="6453"/>
                    </a:cubicBezTo>
                    <a:lnTo>
                      <a:pt x="9967" y="6453"/>
                    </a:lnTo>
                    <a:cubicBezTo>
                      <a:pt x="9794" y="6453"/>
                      <a:pt x="9679" y="6338"/>
                      <a:pt x="9679" y="6165"/>
                    </a:cubicBezTo>
                    <a:lnTo>
                      <a:pt x="9679" y="5761"/>
                    </a:lnTo>
                    <a:close/>
                    <a:moveTo>
                      <a:pt x="12387" y="7893"/>
                    </a:moveTo>
                    <a:lnTo>
                      <a:pt x="12733" y="8239"/>
                    </a:lnTo>
                    <a:cubicBezTo>
                      <a:pt x="12675" y="8296"/>
                      <a:pt x="12560" y="8296"/>
                      <a:pt x="12445" y="8296"/>
                    </a:cubicBezTo>
                    <a:cubicBezTo>
                      <a:pt x="12387" y="8316"/>
                      <a:pt x="12336" y="8322"/>
                      <a:pt x="12291" y="8322"/>
                    </a:cubicBezTo>
                    <a:cubicBezTo>
                      <a:pt x="12201" y="8322"/>
                      <a:pt x="12137" y="8296"/>
                      <a:pt x="12099" y="8296"/>
                    </a:cubicBezTo>
                    <a:lnTo>
                      <a:pt x="12387" y="7893"/>
                    </a:lnTo>
                    <a:close/>
                    <a:moveTo>
                      <a:pt x="1789" y="9087"/>
                    </a:moveTo>
                    <a:cubicBezTo>
                      <a:pt x="1864" y="9087"/>
                      <a:pt x="1902" y="9171"/>
                      <a:pt x="1902" y="9218"/>
                    </a:cubicBezTo>
                    <a:lnTo>
                      <a:pt x="1902" y="9794"/>
                    </a:lnTo>
                    <a:lnTo>
                      <a:pt x="1614" y="9794"/>
                    </a:lnTo>
                    <a:lnTo>
                      <a:pt x="1614" y="9218"/>
                    </a:lnTo>
                    <a:cubicBezTo>
                      <a:pt x="1614" y="9160"/>
                      <a:pt x="1671" y="9103"/>
                      <a:pt x="1729" y="9103"/>
                    </a:cubicBezTo>
                    <a:cubicBezTo>
                      <a:pt x="1751" y="9092"/>
                      <a:pt x="1771" y="9087"/>
                      <a:pt x="1789" y="9087"/>
                    </a:cubicBezTo>
                    <a:close/>
                    <a:moveTo>
                      <a:pt x="14807" y="9909"/>
                    </a:moveTo>
                    <a:lnTo>
                      <a:pt x="15152" y="10255"/>
                    </a:lnTo>
                    <a:lnTo>
                      <a:pt x="14864" y="10601"/>
                    </a:lnTo>
                    <a:cubicBezTo>
                      <a:pt x="14691" y="10428"/>
                      <a:pt x="14691" y="10140"/>
                      <a:pt x="14807" y="9909"/>
                    </a:cubicBezTo>
                    <a:close/>
                    <a:moveTo>
                      <a:pt x="11541" y="10719"/>
                    </a:moveTo>
                    <a:cubicBezTo>
                      <a:pt x="11772" y="10719"/>
                      <a:pt x="12010" y="10793"/>
                      <a:pt x="12214" y="10946"/>
                    </a:cubicBezTo>
                    <a:cubicBezTo>
                      <a:pt x="12617" y="11292"/>
                      <a:pt x="12675" y="11926"/>
                      <a:pt x="12329" y="12387"/>
                    </a:cubicBezTo>
                    <a:cubicBezTo>
                      <a:pt x="12099" y="12617"/>
                      <a:pt x="11753" y="12732"/>
                      <a:pt x="11408" y="12732"/>
                    </a:cubicBezTo>
                    <a:cubicBezTo>
                      <a:pt x="11235" y="12675"/>
                      <a:pt x="11004" y="12617"/>
                      <a:pt x="10889" y="12502"/>
                    </a:cubicBezTo>
                    <a:cubicBezTo>
                      <a:pt x="10486" y="12099"/>
                      <a:pt x="10428" y="11465"/>
                      <a:pt x="10774" y="11062"/>
                    </a:cubicBezTo>
                    <a:cubicBezTo>
                      <a:pt x="10967" y="10837"/>
                      <a:pt x="11249" y="10719"/>
                      <a:pt x="11541" y="10719"/>
                    </a:cubicBezTo>
                    <a:close/>
                    <a:moveTo>
                      <a:pt x="7605" y="3111"/>
                    </a:moveTo>
                    <a:cubicBezTo>
                      <a:pt x="7720" y="3860"/>
                      <a:pt x="8181" y="4552"/>
                      <a:pt x="8930" y="4955"/>
                    </a:cubicBezTo>
                    <a:lnTo>
                      <a:pt x="8873" y="4955"/>
                    </a:lnTo>
                    <a:lnTo>
                      <a:pt x="8873" y="5185"/>
                    </a:lnTo>
                    <a:cubicBezTo>
                      <a:pt x="8873" y="5416"/>
                      <a:pt x="8988" y="5589"/>
                      <a:pt x="9218" y="5704"/>
                    </a:cubicBezTo>
                    <a:lnTo>
                      <a:pt x="9218" y="6165"/>
                    </a:lnTo>
                    <a:cubicBezTo>
                      <a:pt x="9218" y="6592"/>
                      <a:pt x="9565" y="6920"/>
                      <a:pt x="9936" y="6920"/>
                    </a:cubicBezTo>
                    <a:cubicBezTo>
                      <a:pt x="9966" y="6920"/>
                      <a:pt x="9995" y="6918"/>
                      <a:pt x="10025" y="6914"/>
                    </a:cubicBezTo>
                    <a:lnTo>
                      <a:pt x="10025" y="14000"/>
                    </a:lnTo>
                    <a:lnTo>
                      <a:pt x="2593" y="14000"/>
                    </a:lnTo>
                    <a:lnTo>
                      <a:pt x="2593" y="10255"/>
                    </a:lnTo>
                    <a:cubicBezTo>
                      <a:pt x="2708" y="10255"/>
                      <a:pt x="2824" y="10197"/>
                      <a:pt x="2824" y="10082"/>
                    </a:cubicBezTo>
                    <a:cubicBezTo>
                      <a:pt x="2881" y="9967"/>
                      <a:pt x="2766" y="9794"/>
                      <a:pt x="2593" y="9794"/>
                    </a:cubicBezTo>
                    <a:lnTo>
                      <a:pt x="2420" y="9794"/>
                    </a:lnTo>
                    <a:lnTo>
                      <a:pt x="2420" y="9218"/>
                    </a:lnTo>
                    <a:cubicBezTo>
                      <a:pt x="2420" y="8988"/>
                      <a:pt x="2247" y="8757"/>
                      <a:pt x="2017" y="8642"/>
                    </a:cubicBezTo>
                    <a:lnTo>
                      <a:pt x="2017" y="4897"/>
                    </a:lnTo>
                    <a:lnTo>
                      <a:pt x="3630" y="4897"/>
                    </a:lnTo>
                    <a:cubicBezTo>
                      <a:pt x="3745" y="4897"/>
                      <a:pt x="3861" y="4782"/>
                      <a:pt x="3861" y="4667"/>
                    </a:cubicBezTo>
                    <a:lnTo>
                      <a:pt x="3861" y="3111"/>
                    </a:lnTo>
                    <a:close/>
                    <a:moveTo>
                      <a:pt x="13136" y="8527"/>
                    </a:moveTo>
                    <a:lnTo>
                      <a:pt x="14403" y="9621"/>
                    </a:lnTo>
                    <a:cubicBezTo>
                      <a:pt x="14173" y="10025"/>
                      <a:pt x="14231" y="10601"/>
                      <a:pt x="14519" y="10946"/>
                    </a:cubicBezTo>
                    <a:lnTo>
                      <a:pt x="11292" y="14806"/>
                    </a:lnTo>
                    <a:cubicBezTo>
                      <a:pt x="11062" y="14691"/>
                      <a:pt x="10831" y="14633"/>
                      <a:pt x="10601" y="14633"/>
                    </a:cubicBezTo>
                    <a:cubicBezTo>
                      <a:pt x="10371" y="14633"/>
                      <a:pt x="10140" y="14749"/>
                      <a:pt x="9910" y="14922"/>
                    </a:cubicBezTo>
                    <a:lnTo>
                      <a:pt x="9449" y="14461"/>
                    </a:lnTo>
                    <a:lnTo>
                      <a:pt x="10255" y="14461"/>
                    </a:lnTo>
                    <a:cubicBezTo>
                      <a:pt x="10371" y="14461"/>
                      <a:pt x="10486" y="14345"/>
                      <a:pt x="10486" y="14230"/>
                    </a:cubicBezTo>
                    <a:lnTo>
                      <a:pt x="10486" y="12790"/>
                    </a:lnTo>
                    <a:cubicBezTo>
                      <a:pt x="10780" y="13057"/>
                      <a:pt x="11149" y="13188"/>
                      <a:pt x="11517" y="13188"/>
                    </a:cubicBezTo>
                    <a:cubicBezTo>
                      <a:pt x="11942" y="13188"/>
                      <a:pt x="12366" y="13014"/>
                      <a:pt x="12675" y="12675"/>
                    </a:cubicBezTo>
                    <a:cubicBezTo>
                      <a:pt x="13194" y="12041"/>
                      <a:pt x="13078" y="11119"/>
                      <a:pt x="12502" y="10543"/>
                    </a:cubicBezTo>
                    <a:cubicBezTo>
                      <a:pt x="12239" y="10333"/>
                      <a:pt x="11917" y="10231"/>
                      <a:pt x="11589" y="10231"/>
                    </a:cubicBezTo>
                    <a:cubicBezTo>
                      <a:pt x="11198" y="10231"/>
                      <a:pt x="10799" y="10376"/>
                      <a:pt x="10486" y="10658"/>
                    </a:cubicBezTo>
                    <a:lnTo>
                      <a:pt x="10486" y="10140"/>
                    </a:lnTo>
                    <a:lnTo>
                      <a:pt x="11753" y="8642"/>
                    </a:lnTo>
                    <a:cubicBezTo>
                      <a:pt x="11922" y="8738"/>
                      <a:pt x="12120" y="8784"/>
                      <a:pt x="12323" y="8784"/>
                    </a:cubicBezTo>
                    <a:cubicBezTo>
                      <a:pt x="12607" y="8784"/>
                      <a:pt x="12901" y="8695"/>
                      <a:pt x="13136" y="8527"/>
                    </a:cubicBezTo>
                    <a:close/>
                    <a:moveTo>
                      <a:pt x="10659" y="15094"/>
                    </a:moveTo>
                    <a:cubicBezTo>
                      <a:pt x="10774" y="15094"/>
                      <a:pt x="10889" y="15094"/>
                      <a:pt x="11004" y="15152"/>
                    </a:cubicBezTo>
                    <a:lnTo>
                      <a:pt x="10716" y="15498"/>
                    </a:lnTo>
                    <a:lnTo>
                      <a:pt x="10313" y="15210"/>
                    </a:lnTo>
                    <a:cubicBezTo>
                      <a:pt x="10428" y="15152"/>
                      <a:pt x="10543" y="15094"/>
                      <a:pt x="10659" y="15094"/>
                    </a:cubicBezTo>
                    <a:close/>
                    <a:moveTo>
                      <a:pt x="10255" y="0"/>
                    </a:moveTo>
                    <a:cubicBezTo>
                      <a:pt x="9564" y="0"/>
                      <a:pt x="8930" y="288"/>
                      <a:pt x="8412" y="807"/>
                    </a:cubicBezTo>
                    <a:cubicBezTo>
                      <a:pt x="7951" y="1268"/>
                      <a:pt x="7663" y="1902"/>
                      <a:pt x="7663" y="2593"/>
                    </a:cubicBezTo>
                    <a:lnTo>
                      <a:pt x="3572" y="2593"/>
                    </a:lnTo>
                    <a:cubicBezTo>
                      <a:pt x="3515" y="2593"/>
                      <a:pt x="3457" y="2650"/>
                      <a:pt x="3457" y="2708"/>
                    </a:cubicBezTo>
                    <a:lnTo>
                      <a:pt x="1614" y="4494"/>
                    </a:lnTo>
                    <a:cubicBezTo>
                      <a:pt x="1614" y="4494"/>
                      <a:pt x="1556" y="4609"/>
                      <a:pt x="1556" y="4667"/>
                    </a:cubicBezTo>
                    <a:lnTo>
                      <a:pt x="1556" y="8642"/>
                    </a:lnTo>
                    <a:cubicBezTo>
                      <a:pt x="1326" y="8700"/>
                      <a:pt x="1095" y="8988"/>
                      <a:pt x="1095" y="9276"/>
                    </a:cubicBezTo>
                    <a:lnTo>
                      <a:pt x="1095" y="9794"/>
                    </a:lnTo>
                    <a:lnTo>
                      <a:pt x="865" y="9794"/>
                    </a:lnTo>
                    <a:cubicBezTo>
                      <a:pt x="865" y="9794"/>
                      <a:pt x="1" y="10197"/>
                      <a:pt x="1" y="10658"/>
                    </a:cubicBezTo>
                    <a:lnTo>
                      <a:pt x="1" y="11926"/>
                    </a:lnTo>
                    <a:cubicBezTo>
                      <a:pt x="1" y="12070"/>
                      <a:pt x="130" y="12142"/>
                      <a:pt x="253" y="12142"/>
                    </a:cubicBezTo>
                    <a:cubicBezTo>
                      <a:pt x="375" y="12142"/>
                      <a:pt x="490" y="12070"/>
                      <a:pt x="461" y="11926"/>
                    </a:cubicBezTo>
                    <a:lnTo>
                      <a:pt x="461" y="10658"/>
                    </a:lnTo>
                    <a:cubicBezTo>
                      <a:pt x="461" y="10428"/>
                      <a:pt x="865" y="10255"/>
                      <a:pt x="865" y="10255"/>
                    </a:cubicBezTo>
                    <a:lnTo>
                      <a:pt x="922" y="10255"/>
                    </a:lnTo>
                    <a:lnTo>
                      <a:pt x="922" y="12444"/>
                    </a:lnTo>
                    <a:cubicBezTo>
                      <a:pt x="922" y="12617"/>
                      <a:pt x="1038" y="12704"/>
                      <a:pt x="1153" y="12704"/>
                    </a:cubicBezTo>
                    <a:cubicBezTo>
                      <a:pt x="1268" y="12704"/>
                      <a:pt x="1383" y="12617"/>
                      <a:pt x="1383" y="12444"/>
                    </a:cubicBezTo>
                    <a:lnTo>
                      <a:pt x="1383" y="10255"/>
                    </a:lnTo>
                    <a:lnTo>
                      <a:pt x="2132" y="10255"/>
                    </a:lnTo>
                    <a:lnTo>
                      <a:pt x="2132" y="14403"/>
                    </a:lnTo>
                    <a:cubicBezTo>
                      <a:pt x="2132" y="14576"/>
                      <a:pt x="2017" y="14749"/>
                      <a:pt x="1844" y="14806"/>
                    </a:cubicBezTo>
                    <a:cubicBezTo>
                      <a:pt x="1820" y="14812"/>
                      <a:pt x="1795" y="14815"/>
                      <a:pt x="1771" y="14815"/>
                    </a:cubicBezTo>
                    <a:cubicBezTo>
                      <a:pt x="1568" y="14815"/>
                      <a:pt x="1383" y="14609"/>
                      <a:pt x="1383" y="14403"/>
                    </a:cubicBezTo>
                    <a:lnTo>
                      <a:pt x="1383" y="13712"/>
                    </a:lnTo>
                    <a:cubicBezTo>
                      <a:pt x="1383" y="13568"/>
                      <a:pt x="1268" y="13496"/>
                      <a:pt x="1153" y="13496"/>
                    </a:cubicBezTo>
                    <a:cubicBezTo>
                      <a:pt x="1038" y="13496"/>
                      <a:pt x="922" y="13568"/>
                      <a:pt x="922" y="13712"/>
                    </a:cubicBezTo>
                    <a:lnTo>
                      <a:pt x="922" y="14461"/>
                    </a:lnTo>
                    <a:cubicBezTo>
                      <a:pt x="922" y="14806"/>
                      <a:pt x="1153" y="15152"/>
                      <a:pt x="1498" y="15210"/>
                    </a:cubicBezTo>
                    <a:lnTo>
                      <a:pt x="1498" y="15786"/>
                    </a:lnTo>
                    <a:cubicBezTo>
                      <a:pt x="1498" y="15901"/>
                      <a:pt x="1614" y="16016"/>
                      <a:pt x="1729" y="16016"/>
                    </a:cubicBezTo>
                    <a:cubicBezTo>
                      <a:pt x="1844" y="16016"/>
                      <a:pt x="1959" y="15901"/>
                      <a:pt x="1959" y="15786"/>
                    </a:cubicBezTo>
                    <a:lnTo>
                      <a:pt x="1959" y="15210"/>
                    </a:lnTo>
                    <a:cubicBezTo>
                      <a:pt x="2305" y="15152"/>
                      <a:pt x="2593" y="14806"/>
                      <a:pt x="2593" y="14461"/>
                    </a:cubicBezTo>
                    <a:lnTo>
                      <a:pt x="8700" y="14461"/>
                    </a:lnTo>
                    <a:lnTo>
                      <a:pt x="10543" y="16016"/>
                    </a:lnTo>
                    <a:cubicBezTo>
                      <a:pt x="10587" y="16060"/>
                      <a:pt x="10640" y="16079"/>
                      <a:pt x="10691" y="16079"/>
                    </a:cubicBezTo>
                    <a:cubicBezTo>
                      <a:pt x="10774" y="16079"/>
                      <a:pt x="10853" y="16030"/>
                      <a:pt x="10889" y="15959"/>
                    </a:cubicBezTo>
                    <a:lnTo>
                      <a:pt x="15728" y="10370"/>
                    </a:lnTo>
                    <a:cubicBezTo>
                      <a:pt x="15786" y="10255"/>
                      <a:pt x="15786" y="10082"/>
                      <a:pt x="15671" y="10025"/>
                    </a:cubicBezTo>
                    <a:lnTo>
                      <a:pt x="12502" y="7375"/>
                    </a:lnTo>
                    <a:cubicBezTo>
                      <a:pt x="12478" y="7351"/>
                      <a:pt x="12435" y="7337"/>
                      <a:pt x="12384" y="7337"/>
                    </a:cubicBezTo>
                    <a:cubicBezTo>
                      <a:pt x="12311" y="7337"/>
                      <a:pt x="12224" y="7365"/>
                      <a:pt x="12157" y="7432"/>
                    </a:cubicBezTo>
                    <a:lnTo>
                      <a:pt x="10486" y="9391"/>
                    </a:lnTo>
                    <a:lnTo>
                      <a:pt x="10486" y="6914"/>
                    </a:lnTo>
                    <a:cubicBezTo>
                      <a:pt x="10520" y="6918"/>
                      <a:pt x="10553" y="6920"/>
                      <a:pt x="10586" y="6920"/>
                    </a:cubicBezTo>
                    <a:cubicBezTo>
                      <a:pt x="11004" y="6920"/>
                      <a:pt x="11350" y="6592"/>
                      <a:pt x="11350" y="6165"/>
                    </a:cubicBezTo>
                    <a:lnTo>
                      <a:pt x="11350" y="5646"/>
                    </a:lnTo>
                    <a:cubicBezTo>
                      <a:pt x="11523" y="5589"/>
                      <a:pt x="11638" y="5416"/>
                      <a:pt x="11638" y="5185"/>
                    </a:cubicBezTo>
                    <a:lnTo>
                      <a:pt x="11638" y="4897"/>
                    </a:lnTo>
                    <a:cubicBezTo>
                      <a:pt x="12445" y="4436"/>
                      <a:pt x="12905" y="3572"/>
                      <a:pt x="12905" y="2650"/>
                    </a:cubicBezTo>
                    <a:cubicBezTo>
                      <a:pt x="12905" y="2074"/>
                      <a:pt x="12733" y="1498"/>
                      <a:pt x="12387" y="1037"/>
                    </a:cubicBezTo>
                    <a:cubicBezTo>
                      <a:pt x="12342" y="978"/>
                      <a:pt x="12282" y="953"/>
                      <a:pt x="12220" y="953"/>
                    </a:cubicBezTo>
                    <a:cubicBezTo>
                      <a:pt x="12044" y="953"/>
                      <a:pt x="11856" y="1155"/>
                      <a:pt x="11984" y="1325"/>
                    </a:cubicBezTo>
                    <a:cubicBezTo>
                      <a:pt x="12272" y="1729"/>
                      <a:pt x="12445" y="2190"/>
                      <a:pt x="12445" y="2650"/>
                    </a:cubicBezTo>
                    <a:cubicBezTo>
                      <a:pt x="12445" y="3457"/>
                      <a:pt x="11984" y="4206"/>
                      <a:pt x="11292" y="4552"/>
                    </a:cubicBezTo>
                    <a:cubicBezTo>
                      <a:pt x="11235" y="4609"/>
                      <a:pt x="11177" y="4724"/>
                      <a:pt x="11177" y="4782"/>
                    </a:cubicBezTo>
                    <a:lnTo>
                      <a:pt x="11177" y="5185"/>
                    </a:lnTo>
                    <a:cubicBezTo>
                      <a:pt x="11177" y="5185"/>
                      <a:pt x="11120" y="5243"/>
                      <a:pt x="11120" y="5243"/>
                    </a:cubicBezTo>
                    <a:lnTo>
                      <a:pt x="9449" y="5243"/>
                    </a:lnTo>
                    <a:cubicBezTo>
                      <a:pt x="9449" y="5243"/>
                      <a:pt x="9391" y="5243"/>
                      <a:pt x="9391" y="5185"/>
                    </a:cubicBezTo>
                    <a:lnTo>
                      <a:pt x="9391" y="4782"/>
                    </a:lnTo>
                    <a:cubicBezTo>
                      <a:pt x="9391" y="4724"/>
                      <a:pt x="9334" y="4609"/>
                      <a:pt x="9276" y="4609"/>
                    </a:cubicBezTo>
                    <a:cubicBezTo>
                      <a:pt x="8527" y="4206"/>
                      <a:pt x="8124" y="3457"/>
                      <a:pt x="8124" y="2650"/>
                    </a:cubicBezTo>
                    <a:cubicBezTo>
                      <a:pt x="8124" y="1441"/>
                      <a:pt x="9103" y="519"/>
                      <a:pt x="10255" y="461"/>
                    </a:cubicBezTo>
                    <a:cubicBezTo>
                      <a:pt x="10543" y="461"/>
                      <a:pt x="10831" y="519"/>
                      <a:pt x="11120" y="634"/>
                    </a:cubicBezTo>
                    <a:cubicBezTo>
                      <a:pt x="11151" y="647"/>
                      <a:pt x="11181" y="652"/>
                      <a:pt x="11210" y="652"/>
                    </a:cubicBezTo>
                    <a:cubicBezTo>
                      <a:pt x="11440" y="652"/>
                      <a:pt x="11549" y="276"/>
                      <a:pt x="11292" y="173"/>
                    </a:cubicBezTo>
                    <a:cubicBezTo>
                      <a:pt x="10947" y="58"/>
                      <a:pt x="10601" y="0"/>
                      <a:pt x="102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60"/>
              <p:cNvSpPr/>
              <p:nvPr/>
            </p:nvSpPr>
            <p:spPr>
              <a:xfrm>
                <a:off x="6471100" y="3484000"/>
                <a:ext cx="105425" cy="73900"/>
              </a:xfrm>
              <a:custGeom>
                <a:rect b="b" l="l" r="r" t="t"/>
                <a:pathLst>
                  <a:path extrusionOk="0" h="2956" w="4217">
                    <a:moveTo>
                      <a:pt x="1762" y="0"/>
                    </a:moveTo>
                    <a:cubicBezTo>
                      <a:pt x="1679" y="0"/>
                      <a:pt x="1596" y="19"/>
                      <a:pt x="1519" y="58"/>
                    </a:cubicBezTo>
                    <a:cubicBezTo>
                      <a:pt x="1231" y="231"/>
                      <a:pt x="1058" y="576"/>
                      <a:pt x="885" y="864"/>
                    </a:cubicBezTo>
                    <a:cubicBezTo>
                      <a:pt x="597" y="1440"/>
                      <a:pt x="367" y="2016"/>
                      <a:pt x="79" y="2593"/>
                    </a:cubicBezTo>
                    <a:cubicBezTo>
                      <a:pt x="1" y="2787"/>
                      <a:pt x="159" y="2955"/>
                      <a:pt x="306" y="2955"/>
                    </a:cubicBezTo>
                    <a:cubicBezTo>
                      <a:pt x="377" y="2955"/>
                      <a:pt x="444" y="2916"/>
                      <a:pt x="482" y="2823"/>
                    </a:cubicBezTo>
                    <a:cubicBezTo>
                      <a:pt x="827" y="2132"/>
                      <a:pt x="1116" y="1383"/>
                      <a:pt x="1519" y="691"/>
                    </a:cubicBezTo>
                    <a:cubicBezTo>
                      <a:pt x="1576" y="634"/>
                      <a:pt x="1692" y="519"/>
                      <a:pt x="1749" y="461"/>
                    </a:cubicBezTo>
                    <a:cubicBezTo>
                      <a:pt x="1864" y="461"/>
                      <a:pt x="1692" y="864"/>
                      <a:pt x="1692" y="864"/>
                    </a:cubicBezTo>
                    <a:cubicBezTo>
                      <a:pt x="1519" y="1325"/>
                      <a:pt x="1231" y="1844"/>
                      <a:pt x="1231" y="2362"/>
                    </a:cubicBezTo>
                    <a:cubicBezTo>
                      <a:pt x="1231" y="2598"/>
                      <a:pt x="1424" y="2796"/>
                      <a:pt x="1653" y="2796"/>
                    </a:cubicBezTo>
                    <a:cubicBezTo>
                      <a:pt x="1703" y="2796"/>
                      <a:pt x="1755" y="2786"/>
                      <a:pt x="1807" y="2765"/>
                    </a:cubicBezTo>
                    <a:cubicBezTo>
                      <a:pt x="2153" y="2593"/>
                      <a:pt x="2383" y="2189"/>
                      <a:pt x="2671" y="2016"/>
                    </a:cubicBezTo>
                    <a:cubicBezTo>
                      <a:pt x="2671" y="2016"/>
                      <a:pt x="2729" y="2247"/>
                      <a:pt x="2959" y="2304"/>
                    </a:cubicBezTo>
                    <a:cubicBezTo>
                      <a:pt x="3045" y="2333"/>
                      <a:pt x="3118" y="2348"/>
                      <a:pt x="3182" y="2348"/>
                    </a:cubicBezTo>
                    <a:cubicBezTo>
                      <a:pt x="3247" y="2348"/>
                      <a:pt x="3305" y="2333"/>
                      <a:pt x="3362" y="2304"/>
                    </a:cubicBezTo>
                    <a:cubicBezTo>
                      <a:pt x="3478" y="2247"/>
                      <a:pt x="3593" y="2189"/>
                      <a:pt x="3708" y="2132"/>
                    </a:cubicBezTo>
                    <a:cubicBezTo>
                      <a:pt x="3708" y="2253"/>
                      <a:pt x="3820" y="2327"/>
                      <a:pt x="3935" y="2327"/>
                    </a:cubicBezTo>
                    <a:cubicBezTo>
                      <a:pt x="4037" y="2327"/>
                      <a:pt x="4142" y="2268"/>
                      <a:pt x="4169" y="2132"/>
                    </a:cubicBezTo>
                    <a:cubicBezTo>
                      <a:pt x="4216" y="1847"/>
                      <a:pt x="3991" y="1641"/>
                      <a:pt x="3717" y="1641"/>
                    </a:cubicBezTo>
                    <a:cubicBezTo>
                      <a:pt x="3658" y="1641"/>
                      <a:pt x="3596" y="1650"/>
                      <a:pt x="3535" y="1671"/>
                    </a:cubicBezTo>
                    <a:cubicBezTo>
                      <a:pt x="3420" y="1728"/>
                      <a:pt x="3247" y="1844"/>
                      <a:pt x="3132" y="1901"/>
                    </a:cubicBezTo>
                    <a:cubicBezTo>
                      <a:pt x="3132" y="1786"/>
                      <a:pt x="3074" y="1728"/>
                      <a:pt x="2959" y="1613"/>
                    </a:cubicBezTo>
                    <a:cubicBezTo>
                      <a:pt x="2875" y="1546"/>
                      <a:pt x="2790" y="1518"/>
                      <a:pt x="2707" y="1518"/>
                    </a:cubicBezTo>
                    <a:cubicBezTo>
                      <a:pt x="2507" y="1518"/>
                      <a:pt x="2315" y="1681"/>
                      <a:pt x="2153" y="1844"/>
                    </a:cubicBezTo>
                    <a:cubicBezTo>
                      <a:pt x="1980" y="1959"/>
                      <a:pt x="1922" y="2074"/>
                      <a:pt x="1749" y="2189"/>
                    </a:cubicBezTo>
                    <a:cubicBezTo>
                      <a:pt x="1864" y="1844"/>
                      <a:pt x="1980" y="1498"/>
                      <a:pt x="2095" y="1152"/>
                    </a:cubicBezTo>
                    <a:cubicBezTo>
                      <a:pt x="2210" y="864"/>
                      <a:pt x="2325" y="519"/>
                      <a:pt x="2210" y="231"/>
                    </a:cubicBezTo>
                    <a:cubicBezTo>
                      <a:pt x="2095" y="77"/>
                      <a:pt x="1928" y="0"/>
                      <a:pt x="17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0"/>
              <p:cNvSpPr/>
              <p:nvPr/>
            </p:nvSpPr>
            <p:spPr>
              <a:xfrm>
                <a:off x="6494650" y="3357250"/>
                <a:ext cx="64850" cy="12975"/>
              </a:xfrm>
              <a:custGeom>
                <a:rect b="b" l="l" r="r" t="t"/>
                <a:pathLst>
                  <a:path extrusionOk="0" h="519" w="2594">
                    <a:moveTo>
                      <a:pt x="289" y="0"/>
                    </a:moveTo>
                    <a:cubicBezTo>
                      <a:pt x="174" y="0"/>
                      <a:pt x="58" y="116"/>
                      <a:pt x="58" y="231"/>
                    </a:cubicBezTo>
                    <a:cubicBezTo>
                      <a:pt x="1" y="404"/>
                      <a:pt x="116" y="519"/>
                      <a:pt x="289" y="519"/>
                    </a:cubicBezTo>
                    <a:lnTo>
                      <a:pt x="2363" y="519"/>
                    </a:lnTo>
                    <a:cubicBezTo>
                      <a:pt x="2478" y="519"/>
                      <a:pt x="2593" y="404"/>
                      <a:pt x="2593" y="288"/>
                    </a:cubicBezTo>
                    <a:cubicBezTo>
                      <a:pt x="2593" y="116"/>
                      <a:pt x="2478" y="0"/>
                      <a:pt x="23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60"/>
              <p:cNvSpPr/>
              <p:nvPr/>
            </p:nvSpPr>
            <p:spPr>
              <a:xfrm>
                <a:off x="6458650" y="3390375"/>
                <a:ext cx="139725" cy="12975"/>
              </a:xfrm>
              <a:custGeom>
                <a:rect b="b" l="l" r="r" t="t"/>
                <a:pathLst>
                  <a:path extrusionOk="0" h="519" w="5589">
                    <a:moveTo>
                      <a:pt x="231" y="0"/>
                    </a:moveTo>
                    <a:cubicBezTo>
                      <a:pt x="116" y="0"/>
                      <a:pt x="0" y="116"/>
                      <a:pt x="0" y="231"/>
                    </a:cubicBezTo>
                    <a:cubicBezTo>
                      <a:pt x="0" y="404"/>
                      <a:pt x="116" y="519"/>
                      <a:pt x="231" y="519"/>
                    </a:cubicBezTo>
                    <a:lnTo>
                      <a:pt x="5301" y="519"/>
                    </a:lnTo>
                    <a:cubicBezTo>
                      <a:pt x="5589" y="519"/>
                      <a:pt x="5589" y="0"/>
                      <a:pt x="53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60"/>
              <p:cNvSpPr/>
              <p:nvPr/>
            </p:nvSpPr>
            <p:spPr>
              <a:xfrm>
                <a:off x="6457200" y="3423500"/>
                <a:ext cx="141175" cy="11550"/>
              </a:xfrm>
              <a:custGeom>
                <a:rect b="b" l="l" r="r" t="t"/>
                <a:pathLst>
                  <a:path extrusionOk="0" h="462" w="5647">
                    <a:moveTo>
                      <a:pt x="289" y="0"/>
                    </a:moveTo>
                    <a:cubicBezTo>
                      <a:pt x="1" y="0"/>
                      <a:pt x="1" y="461"/>
                      <a:pt x="289" y="461"/>
                    </a:cubicBezTo>
                    <a:lnTo>
                      <a:pt x="5359" y="461"/>
                    </a:lnTo>
                    <a:cubicBezTo>
                      <a:pt x="5647" y="461"/>
                      <a:pt x="5647" y="0"/>
                      <a:pt x="535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60"/>
              <p:cNvSpPr/>
              <p:nvPr/>
            </p:nvSpPr>
            <p:spPr>
              <a:xfrm>
                <a:off x="6457200" y="3453750"/>
                <a:ext cx="141175" cy="12975"/>
              </a:xfrm>
              <a:custGeom>
                <a:rect b="b" l="l" r="r" t="t"/>
                <a:pathLst>
                  <a:path extrusionOk="0" h="519" w="5647">
                    <a:moveTo>
                      <a:pt x="289" y="0"/>
                    </a:moveTo>
                    <a:cubicBezTo>
                      <a:pt x="1" y="0"/>
                      <a:pt x="1" y="519"/>
                      <a:pt x="289" y="519"/>
                    </a:cubicBezTo>
                    <a:lnTo>
                      <a:pt x="5359" y="519"/>
                    </a:lnTo>
                    <a:cubicBezTo>
                      <a:pt x="5647" y="519"/>
                      <a:pt x="5647" y="0"/>
                      <a:pt x="535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60"/>
              <p:cNvSpPr/>
              <p:nvPr/>
            </p:nvSpPr>
            <p:spPr>
              <a:xfrm>
                <a:off x="6599800" y="3263275"/>
                <a:ext cx="67700" cy="61800"/>
              </a:xfrm>
              <a:custGeom>
                <a:rect b="b" l="l" r="r" t="t"/>
                <a:pathLst>
                  <a:path extrusionOk="0" h="2472" w="2708">
                    <a:moveTo>
                      <a:pt x="1383" y="764"/>
                    </a:moveTo>
                    <a:lnTo>
                      <a:pt x="1498" y="994"/>
                    </a:lnTo>
                    <a:cubicBezTo>
                      <a:pt x="1498" y="1052"/>
                      <a:pt x="1556" y="1109"/>
                      <a:pt x="1671" y="1109"/>
                    </a:cubicBezTo>
                    <a:lnTo>
                      <a:pt x="1901" y="1167"/>
                    </a:lnTo>
                    <a:lnTo>
                      <a:pt x="1729" y="1340"/>
                    </a:lnTo>
                    <a:cubicBezTo>
                      <a:pt x="1671" y="1397"/>
                      <a:pt x="1613" y="1455"/>
                      <a:pt x="1671" y="1570"/>
                    </a:cubicBezTo>
                    <a:lnTo>
                      <a:pt x="1671" y="1801"/>
                    </a:lnTo>
                    <a:lnTo>
                      <a:pt x="1441" y="1685"/>
                    </a:lnTo>
                    <a:cubicBezTo>
                      <a:pt x="1412" y="1657"/>
                      <a:pt x="1383" y="1642"/>
                      <a:pt x="1354" y="1642"/>
                    </a:cubicBezTo>
                    <a:cubicBezTo>
                      <a:pt x="1325" y="1642"/>
                      <a:pt x="1297" y="1657"/>
                      <a:pt x="1268" y="1685"/>
                    </a:cubicBezTo>
                    <a:lnTo>
                      <a:pt x="1037" y="1801"/>
                    </a:lnTo>
                    <a:lnTo>
                      <a:pt x="1037" y="1570"/>
                    </a:lnTo>
                    <a:cubicBezTo>
                      <a:pt x="1095" y="1455"/>
                      <a:pt x="1037" y="1397"/>
                      <a:pt x="980" y="1340"/>
                    </a:cubicBezTo>
                    <a:lnTo>
                      <a:pt x="807" y="1167"/>
                    </a:lnTo>
                    <a:lnTo>
                      <a:pt x="1095" y="1109"/>
                    </a:lnTo>
                    <a:cubicBezTo>
                      <a:pt x="1153" y="1109"/>
                      <a:pt x="1210" y="1052"/>
                      <a:pt x="1268" y="994"/>
                    </a:cubicBezTo>
                    <a:lnTo>
                      <a:pt x="1383" y="764"/>
                    </a:lnTo>
                    <a:close/>
                    <a:moveTo>
                      <a:pt x="1354" y="0"/>
                    </a:moveTo>
                    <a:cubicBezTo>
                      <a:pt x="1268" y="0"/>
                      <a:pt x="1181" y="43"/>
                      <a:pt x="1153" y="130"/>
                    </a:cubicBezTo>
                    <a:lnTo>
                      <a:pt x="864" y="648"/>
                    </a:lnTo>
                    <a:lnTo>
                      <a:pt x="288" y="764"/>
                    </a:lnTo>
                    <a:cubicBezTo>
                      <a:pt x="58" y="764"/>
                      <a:pt x="0" y="994"/>
                      <a:pt x="116" y="1167"/>
                    </a:cubicBezTo>
                    <a:lnTo>
                      <a:pt x="576" y="1570"/>
                    </a:lnTo>
                    <a:lnTo>
                      <a:pt x="461" y="2204"/>
                    </a:lnTo>
                    <a:cubicBezTo>
                      <a:pt x="461" y="2338"/>
                      <a:pt x="565" y="2472"/>
                      <a:pt x="692" y="2472"/>
                    </a:cubicBezTo>
                    <a:cubicBezTo>
                      <a:pt x="729" y="2472"/>
                      <a:pt x="768" y="2460"/>
                      <a:pt x="807" y="2434"/>
                    </a:cubicBezTo>
                    <a:lnTo>
                      <a:pt x="1325" y="2146"/>
                    </a:lnTo>
                    <a:lnTo>
                      <a:pt x="1901" y="2434"/>
                    </a:lnTo>
                    <a:cubicBezTo>
                      <a:pt x="1940" y="2460"/>
                      <a:pt x="1979" y="2472"/>
                      <a:pt x="2016" y="2472"/>
                    </a:cubicBezTo>
                    <a:cubicBezTo>
                      <a:pt x="2143" y="2472"/>
                      <a:pt x="2247" y="2338"/>
                      <a:pt x="2247" y="2204"/>
                    </a:cubicBezTo>
                    <a:lnTo>
                      <a:pt x="2132" y="1570"/>
                    </a:lnTo>
                    <a:lnTo>
                      <a:pt x="2593" y="1167"/>
                    </a:lnTo>
                    <a:cubicBezTo>
                      <a:pt x="2708" y="994"/>
                      <a:pt x="2650" y="764"/>
                      <a:pt x="2420" y="764"/>
                    </a:cubicBezTo>
                    <a:lnTo>
                      <a:pt x="1844" y="648"/>
                    </a:lnTo>
                    <a:lnTo>
                      <a:pt x="1556" y="130"/>
                    </a:lnTo>
                    <a:cubicBezTo>
                      <a:pt x="1527" y="43"/>
                      <a:pt x="1441" y="0"/>
                      <a:pt x="135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53" name="Google Shape;1253;p60"/>
          <p:cNvSpPr txBox="1"/>
          <p:nvPr/>
        </p:nvSpPr>
        <p:spPr>
          <a:xfrm flipH="1">
            <a:off x="2587513" y="3451200"/>
            <a:ext cx="2148900" cy="384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Day 2</a:t>
            </a:r>
            <a:endParaRPr b="1" sz="2400">
              <a:solidFill>
                <a:schemeClr val="dk2"/>
              </a:solidFill>
              <a:latin typeface="Albert Sans"/>
              <a:ea typeface="Albert Sans"/>
              <a:cs typeface="Albert Sans"/>
              <a:sym typeface="Albert Sans"/>
            </a:endParaRPr>
          </a:p>
        </p:txBody>
      </p:sp>
      <p:sp>
        <p:nvSpPr>
          <p:cNvPr id="1254" name="Google Shape;1254;p60"/>
          <p:cNvSpPr txBox="1"/>
          <p:nvPr/>
        </p:nvSpPr>
        <p:spPr>
          <a:xfrm flipH="1">
            <a:off x="2587513" y="3771115"/>
            <a:ext cx="2148900" cy="57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Mercury is the closest planet to the Sun</a:t>
            </a:r>
            <a:endParaRPr>
              <a:solidFill>
                <a:schemeClr val="dk1"/>
              </a:solidFill>
              <a:latin typeface="Albert Sans"/>
              <a:ea typeface="Albert Sans"/>
              <a:cs typeface="Albert Sans"/>
              <a:sym typeface="Albert Sans"/>
            </a:endParaRPr>
          </a:p>
        </p:txBody>
      </p:sp>
      <p:grpSp>
        <p:nvGrpSpPr>
          <p:cNvPr id="1255" name="Google Shape;1255;p60"/>
          <p:cNvGrpSpPr/>
          <p:nvPr/>
        </p:nvGrpSpPr>
        <p:grpSpPr>
          <a:xfrm>
            <a:off x="3308263" y="2570875"/>
            <a:ext cx="707400" cy="707400"/>
            <a:chOff x="3145174" y="2570875"/>
            <a:chExt cx="707400" cy="707400"/>
          </a:xfrm>
        </p:grpSpPr>
        <p:sp>
          <p:nvSpPr>
            <p:cNvPr id="1256" name="Google Shape;1256;p60"/>
            <p:cNvSpPr/>
            <p:nvPr/>
          </p:nvSpPr>
          <p:spPr>
            <a:xfrm flipH="1">
              <a:off x="3145174" y="2570875"/>
              <a:ext cx="707400" cy="7074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57" name="Google Shape;1257;p60"/>
            <p:cNvGrpSpPr/>
            <p:nvPr/>
          </p:nvGrpSpPr>
          <p:grpSpPr>
            <a:xfrm>
              <a:off x="3297937" y="2723650"/>
              <a:ext cx="401875" cy="401850"/>
              <a:chOff x="5891175" y="3227625"/>
              <a:chExt cx="401875" cy="401850"/>
            </a:xfrm>
          </p:grpSpPr>
          <p:sp>
            <p:nvSpPr>
              <p:cNvPr id="1258" name="Google Shape;1258;p60"/>
              <p:cNvSpPr/>
              <p:nvPr/>
            </p:nvSpPr>
            <p:spPr>
              <a:xfrm>
                <a:off x="6190750" y="3305400"/>
                <a:ext cx="31725" cy="57625"/>
              </a:xfrm>
              <a:custGeom>
                <a:rect b="b" l="l" r="r" t="t"/>
                <a:pathLst>
                  <a:path extrusionOk="0" h="2305" w="1269">
                    <a:moveTo>
                      <a:pt x="635" y="0"/>
                    </a:moveTo>
                    <a:cubicBezTo>
                      <a:pt x="519" y="0"/>
                      <a:pt x="404" y="116"/>
                      <a:pt x="404" y="231"/>
                    </a:cubicBezTo>
                    <a:lnTo>
                      <a:pt x="404" y="288"/>
                    </a:lnTo>
                    <a:cubicBezTo>
                      <a:pt x="231" y="346"/>
                      <a:pt x="116" y="519"/>
                      <a:pt x="116" y="692"/>
                    </a:cubicBezTo>
                    <a:cubicBezTo>
                      <a:pt x="58" y="865"/>
                      <a:pt x="116" y="1037"/>
                      <a:pt x="231" y="1153"/>
                    </a:cubicBezTo>
                    <a:cubicBezTo>
                      <a:pt x="404" y="1210"/>
                      <a:pt x="519" y="1268"/>
                      <a:pt x="692" y="1325"/>
                    </a:cubicBezTo>
                    <a:cubicBezTo>
                      <a:pt x="807" y="1383"/>
                      <a:pt x="750" y="1556"/>
                      <a:pt x="635" y="1556"/>
                    </a:cubicBezTo>
                    <a:lnTo>
                      <a:pt x="635" y="1613"/>
                    </a:lnTo>
                    <a:cubicBezTo>
                      <a:pt x="519" y="1613"/>
                      <a:pt x="519" y="1556"/>
                      <a:pt x="404" y="1498"/>
                    </a:cubicBezTo>
                    <a:cubicBezTo>
                      <a:pt x="387" y="1481"/>
                      <a:pt x="360" y="1474"/>
                      <a:pt x="330" y="1474"/>
                    </a:cubicBezTo>
                    <a:cubicBezTo>
                      <a:pt x="255" y="1474"/>
                      <a:pt x="157" y="1515"/>
                      <a:pt x="116" y="1556"/>
                    </a:cubicBezTo>
                    <a:cubicBezTo>
                      <a:pt x="1" y="1671"/>
                      <a:pt x="1" y="1844"/>
                      <a:pt x="174" y="1902"/>
                    </a:cubicBezTo>
                    <a:cubicBezTo>
                      <a:pt x="231" y="1959"/>
                      <a:pt x="346" y="2017"/>
                      <a:pt x="404" y="2017"/>
                    </a:cubicBezTo>
                    <a:lnTo>
                      <a:pt x="404" y="2074"/>
                    </a:lnTo>
                    <a:cubicBezTo>
                      <a:pt x="404" y="2190"/>
                      <a:pt x="462" y="2305"/>
                      <a:pt x="577" y="2305"/>
                    </a:cubicBezTo>
                    <a:cubicBezTo>
                      <a:pt x="750" y="2305"/>
                      <a:pt x="865" y="2190"/>
                      <a:pt x="865" y="2074"/>
                    </a:cubicBezTo>
                    <a:lnTo>
                      <a:pt x="865" y="2017"/>
                    </a:lnTo>
                    <a:cubicBezTo>
                      <a:pt x="1038" y="1902"/>
                      <a:pt x="1211" y="1729"/>
                      <a:pt x="1211" y="1556"/>
                    </a:cubicBezTo>
                    <a:cubicBezTo>
                      <a:pt x="1268" y="1268"/>
                      <a:pt x="1153" y="1037"/>
                      <a:pt x="865" y="922"/>
                    </a:cubicBezTo>
                    <a:cubicBezTo>
                      <a:pt x="750" y="865"/>
                      <a:pt x="577" y="865"/>
                      <a:pt x="577" y="807"/>
                    </a:cubicBezTo>
                    <a:cubicBezTo>
                      <a:pt x="577" y="739"/>
                      <a:pt x="616" y="711"/>
                      <a:pt x="661" y="711"/>
                    </a:cubicBezTo>
                    <a:cubicBezTo>
                      <a:pt x="692" y="711"/>
                      <a:pt x="726" y="725"/>
                      <a:pt x="750" y="749"/>
                    </a:cubicBezTo>
                    <a:cubicBezTo>
                      <a:pt x="750" y="749"/>
                      <a:pt x="827" y="801"/>
                      <a:pt x="929" y="801"/>
                    </a:cubicBezTo>
                    <a:cubicBezTo>
                      <a:pt x="980" y="801"/>
                      <a:pt x="1038" y="788"/>
                      <a:pt x="1095" y="749"/>
                    </a:cubicBezTo>
                    <a:cubicBezTo>
                      <a:pt x="1211" y="576"/>
                      <a:pt x="1038" y="404"/>
                      <a:pt x="1038" y="404"/>
                    </a:cubicBezTo>
                    <a:cubicBezTo>
                      <a:pt x="1038" y="404"/>
                      <a:pt x="980" y="346"/>
                      <a:pt x="865" y="288"/>
                    </a:cubicBezTo>
                    <a:lnTo>
                      <a:pt x="865" y="231"/>
                    </a:lnTo>
                    <a:cubicBezTo>
                      <a:pt x="865" y="116"/>
                      <a:pt x="807" y="0"/>
                      <a:pt x="6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60"/>
              <p:cNvSpPr/>
              <p:nvPr/>
            </p:nvSpPr>
            <p:spPr>
              <a:xfrm>
                <a:off x="6075525" y="3360125"/>
                <a:ext cx="31725" cy="58000"/>
              </a:xfrm>
              <a:custGeom>
                <a:rect b="b" l="l" r="r" t="t"/>
                <a:pathLst>
                  <a:path extrusionOk="0" h="2320" w="1269">
                    <a:moveTo>
                      <a:pt x="692" y="1"/>
                    </a:moveTo>
                    <a:cubicBezTo>
                      <a:pt x="519" y="1"/>
                      <a:pt x="404" y="116"/>
                      <a:pt x="404" y="231"/>
                    </a:cubicBezTo>
                    <a:lnTo>
                      <a:pt x="404" y="289"/>
                    </a:lnTo>
                    <a:cubicBezTo>
                      <a:pt x="231" y="404"/>
                      <a:pt x="116" y="519"/>
                      <a:pt x="116" y="692"/>
                    </a:cubicBezTo>
                    <a:cubicBezTo>
                      <a:pt x="59" y="865"/>
                      <a:pt x="116" y="1038"/>
                      <a:pt x="289" y="1153"/>
                    </a:cubicBezTo>
                    <a:cubicBezTo>
                      <a:pt x="404" y="1268"/>
                      <a:pt x="577" y="1326"/>
                      <a:pt x="750" y="1383"/>
                    </a:cubicBezTo>
                    <a:cubicBezTo>
                      <a:pt x="865" y="1441"/>
                      <a:pt x="750" y="1614"/>
                      <a:pt x="635" y="1614"/>
                    </a:cubicBezTo>
                    <a:cubicBezTo>
                      <a:pt x="577" y="1614"/>
                      <a:pt x="519" y="1614"/>
                      <a:pt x="462" y="1556"/>
                    </a:cubicBezTo>
                    <a:cubicBezTo>
                      <a:pt x="404" y="1527"/>
                      <a:pt x="347" y="1513"/>
                      <a:pt x="289" y="1513"/>
                    </a:cubicBezTo>
                    <a:cubicBezTo>
                      <a:pt x="231" y="1513"/>
                      <a:pt x="174" y="1527"/>
                      <a:pt x="116" y="1556"/>
                    </a:cubicBezTo>
                    <a:cubicBezTo>
                      <a:pt x="1" y="1671"/>
                      <a:pt x="59" y="1844"/>
                      <a:pt x="174" y="1959"/>
                    </a:cubicBezTo>
                    <a:cubicBezTo>
                      <a:pt x="289" y="2017"/>
                      <a:pt x="347" y="2017"/>
                      <a:pt x="404" y="2075"/>
                    </a:cubicBezTo>
                    <a:cubicBezTo>
                      <a:pt x="404" y="2190"/>
                      <a:pt x="519" y="2305"/>
                      <a:pt x="635" y="2305"/>
                    </a:cubicBezTo>
                    <a:cubicBezTo>
                      <a:pt x="655" y="2315"/>
                      <a:pt x="675" y="2320"/>
                      <a:pt x="695" y="2320"/>
                    </a:cubicBezTo>
                    <a:cubicBezTo>
                      <a:pt x="787" y="2320"/>
                      <a:pt x="865" y="2217"/>
                      <a:pt x="865" y="2075"/>
                    </a:cubicBezTo>
                    <a:lnTo>
                      <a:pt x="865" y="2017"/>
                    </a:lnTo>
                    <a:cubicBezTo>
                      <a:pt x="1096" y="1959"/>
                      <a:pt x="1211" y="1786"/>
                      <a:pt x="1268" y="1556"/>
                    </a:cubicBezTo>
                    <a:cubicBezTo>
                      <a:pt x="1268" y="1326"/>
                      <a:pt x="1153" y="1038"/>
                      <a:pt x="865" y="922"/>
                    </a:cubicBezTo>
                    <a:cubicBezTo>
                      <a:pt x="750" y="922"/>
                      <a:pt x="577" y="865"/>
                      <a:pt x="577" y="807"/>
                    </a:cubicBezTo>
                    <a:cubicBezTo>
                      <a:pt x="577" y="750"/>
                      <a:pt x="620" y="735"/>
                      <a:pt x="663" y="735"/>
                    </a:cubicBezTo>
                    <a:cubicBezTo>
                      <a:pt x="707" y="735"/>
                      <a:pt x="750" y="750"/>
                      <a:pt x="750" y="750"/>
                    </a:cubicBezTo>
                    <a:cubicBezTo>
                      <a:pt x="750" y="750"/>
                      <a:pt x="852" y="826"/>
                      <a:pt x="955" y="826"/>
                    </a:cubicBezTo>
                    <a:cubicBezTo>
                      <a:pt x="1006" y="826"/>
                      <a:pt x="1057" y="807"/>
                      <a:pt x="1096" y="750"/>
                    </a:cubicBezTo>
                    <a:cubicBezTo>
                      <a:pt x="1268" y="577"/>
                      <a:pt x="1096" y="404"/>
                      <a:pt x="1096" y="404"/>
                    </a:cubicBezTo>
                    <a:cubicBezTo>
                      <a:pt x="1096" y="404"/>
                      <a:pt x="980" y="346"/>
                      <a:pt x="865" y="289"/>
                    </a:cubicBezTo>
                    <a:cubicBezTo>
                      <a:pt x="865" y="173"/>
                      <a:pt x="807" y="58"/>
                      <a:pt x="6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60"/>
              <p:cNvSpPr/>
              <p:nvPr/>
            </p:nvSpPr>
            <p:spPr>
              <a:xfrm>
                <a:off x="5891175" y="3283800"/>
                <a:ext cx="401875" cy="345675"/>
              </a:xfrm>
              <a:custGeom>
                <a:rect b="b" l="l" r="r" t="t"/>
                <a:pathLst>
                  <a:path extrusionOk="0" h="13827" w="16075">
                    <a:moveTo>
                      <a:pt x="12618" y="461"/>
                    </a:moveTo>
                    <a:cubicBezTo>
                      <a:pt x="13482" y="461"/>
                      <a:pt x="14173" y="1152"/>
                      <a:pt x="14173" y="2017"/>
                    </a:cubicBezTo>
                    <a:cubicBezTo>
                      <a:pt x="14173" y="2881"/>
                      <a:pt x="13482" y="3572"/>
                      <a:pt x="12618" y="3572"/>
                    </a:cubicBezTo>
                    <a:cubicBezTo>
                      <a:pt x="11753" y="3572"/>
                      <a:pt x="11062" y="2881"/>
                      <a:pt x="11062" y="2017"/>
                    </a:cubicBezTo>
                    <a:cubicBezTo>
                      <a:pt x="11062" y="1152"/>
                      <a:pt x="11753" y="461"/>
                      <a:pt x="12618" y="461"/>
                    </a:cubicBezTo>
                    <a:close/>
                    <a:moveTo>
                      <a:pt x="6223" y="3226"/>
                    </a:moveTo>
                    <a:cubicBezTo>
                      <a:pt x="5935" y="3860"/>
                      <a:pt x="5877" y="4551"/>
                      <a:pt x="6223" y="5185"/>
                    </a:cubicBezTo>
                    <a:lnTo>
                      <a:pt x="462" y="5185"/>
                    </a:lnTo>
                    <a:lnTo>
                      <a:pt x="462" y="3975"/>
                    </a:lnTo>
                    <a:cubicBezTo>
                      <a:pt x="462" y="3572"/>
                      <a:pt x="807" y="3226"/>
                      <a:pt x="1153" y="3226"/>
                    </a:cubicBezTo>
                    <a:close/>
                    <a:moveTo>
                      <a:pt x="14922" y="3226"/>
                    </a:moveTo>
                    <a:cubicBezTo>
                      <a:pt x="15325" y="3226"/>
                      <a:pt x="15613" y="3572"/>
                      <a:pt x="15613" y="3918"/>
                    </a:cubicBezTo>
                    <a:lnTo>
                      <a:pt x="15613" y="5185"/>
                    </a:lnTo>
                    <a:lnTo>
                      <a:pt x="9852" y="5185"/>
                    </a:lnTo>
                    <a:cubicBezTo>
                      <a:pt x="10198" y="4551"/>
                      <a:pt x="10140" y="3860"/>
                      <a:pt x="9852" y="3226"/>
                    </a:cubicBezTo>
                    <a:lnTo>
                      <a:pt x="11004" y="3226"/>
                    </a:lnTo>
                    <a:cubicBezTo>
                      <a:pt x="11350" y="3745"/>
                      <a:pt x="11984" y="4033"/>
                      <a:pt x="12618" y="4033"/>
                    </a:cubicBezTo>
                    <a:cubicBezTo>
                      <a:pt x="13251" y="4033"/>
                      <a:pt x="13885" y="3745"/>
                      <a:pt x="14231" y="3226"/>
                    </a:cubicBezTo>
                    <a:close/>
                    <a:moveTo>
                      <a:pt x="8066" y="2650"/>
                    </a:moveTo>
                    <a:cubicBezTo>
                      <a:pt x="8930" y="2650"/>
                      <a:pt x="9622" y="3342"/>
                      <a:pt x="9622" y="4206"/>
                    </a:cubicBezTo>
                    <a:cubicBezTo>
                      <a:pt x="9622" y="5070"/>
                      <a:pt x="8930" y="5819"/>
                      <a:pt x="8066" y="5819"/>
                    </a:cubicBezTo>
                    <a:cubicBezTo>
                      <a:pt x="7202" y="5819"/>
                      <a:pt x="6511" y="5070"/>
                      <a:pt x="6511" y="4206"/>
                    </a:cubicBezTo>
                    <a:cubicBezTo>
                      <a:pt x="6511" y="3342"/>
                      <a:pt x="7202" y="2650"/>
                      <a:pt x="8066" y="2650"/>
                    </a:cubicBezTo>
                    <a:close/>
                    <a:moveTo>
                      <a:pt x="12618" y="0"/>
                    </a:moveTo>
                    <a:cubicBezTo>
                      <a:pt x="11465" y="0"/>
                      <a:pt x="10544" y="922"/>
                      <a:pt x="10544" y="2017"/>
                    </a:cubicBezTo>
                    <a:cubicBezTo>
                      <a:pt x="10544" y="2305"/>
                      <a:pt x="10601" y="2535"/>
                      <a:pt x="10716" y="2766"/>
                    </a:cubicBezTo>
                    <a:lnTo>
                      <a:pt x="9449" y="2766"/>
                    </a:lnTo>
                    <a:cubicBezTo>
                      <a:pt x="9103" y="2420"/>
                      <a:pt x="8585" y="2189"/>
                      <a:pt x="8009" y="2189"/>
                    </a:cubicBezTo>
                    <a:cubicBezTo>
                      <a:pt x="7490" y="2189"/>
                      <a:pt x="6972" y="2420"/>
                      <a:pt x="6626" y="2766"/>
                    </a:cubicBezTo>
                    <a:lnTo>
                      <a:pt x="1153" y="2766"/>
                    </a:lnTo>
                    <a:cubicBezTo>
                      <a:pt x="519" y="2766"/>
                      <a:pt x="1" y="3284"/>
                      <a:pt x="1" y="3975"/>
                    </a:cubicBezTo>
                    <a:lnTo>
                      <a:pt x="1" y="13596"/>
                    </a:lnTo>
                    <a:cubicBezTo>
                      <a:pt x="1" y="13712"/>
                      <a:pt x="116" y="13827"/>
                      <a:pt x="231" y="13827"/>
                    </a:cubicBezTo>
                    <a:lnTo>
                      <a:pt x="12041" y="13827"/>
                    </a:lnTo>
                    <a:cubicBezTo>
                      <a:pt x="12272" y="13596"/>
                      <a:pt x="12099" y="13366"/>
                      <a:pt x="11926" y="13366"/>
                    </a:cubicBezTo>
                    <a:lnTo>
                      <a:pt x="1153" y="13366"/>
                    </a:lnTo>
                    <a:cubicBezTo>
                      <a:pt x="750" y="13366"/>
                      <a:pt x="462" y="13020"/>
                      <a:pt x="462" y="12675"/>
                    </a:cubicBezTo>
                    <a:lnTo>
                      <a:pt x="462" y="5646"/>
                    </a:lnTo>
                    <a:lnTo>
                      <a:pt x="6568" y="5646"/>
                    </a:lnTo>
                    <a:cubicBezTo>
                      <a:pt x="6914" y="6049"/>
                      <a:pt x="7433" y="6280"/>
                      <a:pt x="8009" y="6280"/>
                    </a:cubicBezTo>
                    <a:cubicBezTo>
                      <a:pt x="8642" y="6280"/>
                      <a:pt x="9161" y="5992"/>
                      <a:pt x="9507" y="5646"/>
                    </a:cubicBezTo>
                    <a:lnTo>
                      <a:pt x="15613" y="5646"/>
                    </a:lnTo>
                    <a:lnTo>
                      <a:pt x="15613" y="13135"/>
                    </a:lnTo>
                    <a:cubicBezTo>
                      <a:pt x="15613" y="13251"/>
                      <a:pt x="15498" y="13366"/>
                      <a:pt x="15383" y="13366"/>
                    </a:cubicBezTo>
                    <a:lnTo>
                      <a:pt x="13251" y="13366"/>
                    </a:lnTo>
                    <a:cubicBezTo>
                      <a:pt x="13021" y="13596"/>
                      <a:pt x="13194" y="13827"/>
                      <a:pt x="13366" y="13827"/>
                    </a:cubicBezTo>
                    <a:lnTo>
                      <a:pt x="14922" y="13827"/>
                    </a:lnTo>
                    <a:cubicBezTo>
                      <a:pt x="15556" y="13827"/>
                      <a:pt x="16074" y="13308"/>
                      <a:pt x="16074" y="12675"/>
                    </a:cubicBezTo>
                    <a:lnTo>
                      <a:pt x="16074" y="3975"/>
                    </a:lnTo>
                    <a:cubicBezTo>
                      <a:pt x="16074" y="3284"/>
                      <a:pt x="15556" y="2766"/>
                      <a:pt x="14922" y="2766"/>
                    </a:cubicBezTo>
                    <a:lnTo>
                      <a:pt x="14519" y="2766"/>
                    </a:lnTo>
                    <a:cubicBezTo>
                      <a:pt x="14576" y="2535"/>
                      <a:pt x="14634" y="2305"/>
                      <a:pt x="14634" y="2017"/>
                    </a:cubicBezTo>
                    <a:cubicBezTo>
                      <a:pt x="14634" y="922"/>
                      <a:pt x="13712" y="0"/>
                      <a:pt x="1261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60"/>
              <p:cNvSpPr/>
              <p:nvPr/>
            </p:nvSpPr>
            <p:spPr>
              <a:xfrm>
                <a:off x="5921425" y="3383175"/>
                <a:ext cx="14425" cy="11550"/>
              </a:xfrm>
              <a:custGeom>
                <a:rect b="b" l="l" r="r" t="t"/>
                <a:pathLst>
                  <a:path extrusionOk="0" h="462" w="577">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60"/>
              <p:cNvSpPr/>
              <p:nvPr/>
            </p:nvSpPr>
            <p:spPr>
              <a:xfrm>
                <a:off x="5945900" y="3383175"/>
                <a:ext cx="14450" cy="11550"/>
              </a:xfrm>
              <a:custGeom>
                <a:rect b="b" l="l" r="r" t="t"/>
                <a:pathLst>
                  <a:path extrusionOk="0" h="462" w="578">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0"/>
              <p:cNvSpPr/>
              <p:nvPr/>
            </p:nvSpPr>
            <p:spPr>
              <a:xfrm>
                <a:off x="5970400" y="3383175"/>
                <a:ext cx="15875" cy="11550"/>
              </a:xfrm>
              <a:custGeom>
                <a:rect b="b" l="l" r="r" t="t"/>
                <a:pathLst>
                  <a:path extrusionOk="0" h="462" w="635">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0"/>
              <p:cNvSpPr/>
              <p:nvPr/>
            </p:nvSpPr>
            <p:spPr>
              <a:xfrm>
                <a:off x="5930075" y="3453750"/>
                <a:ext cx="95075" cy="80675"/>
              </a:xfrm>
              <a:custGeom>
                <a:rect b="b" l="l" r="r" t="t"/>
                <a:pathLst>
                  <a:path extrusionOk="0" h="3227" w="3803">
                    <a:moveTo>
                      <a:pt x="3342" y="519"/>
                    </a:moveTo>
                    <a:lnTo>
                      <a:pt x="3342" y="2766"/>
                    </a:lnTo>
                    <a:lnTo>
                      <a:pt x="461" y="2766"/>
                    </a:lnTo>
                    <a:lnTo>
                      <a:pt x="461" y="519"/>
                    </a:lnTo>
                    <a:close/>
                    <a:moveTo>
                      <a:pt x="231" y="0"/>
                    </a:moveTo>
                    <a:cubicBezTo>
                      <a:pt x="115" y="0"/>
                      <a:pt x="0" y="115"/>
                      <a:pt x="0" y="288"/>
                    </a:cubicBezTo>
                    <a:lnTo>
                      <a:pt x="0" y="2938"/>
                    </a:lnTo>
                    <a:cubicBezTo>
                      <a:pt x="0" y="3111"/>
                      <a:pt x="115" y="3226"/>
                      <a:pt x="231" y="3226"/>
                    </a:cubicBezTo>
                    <a:lnTo>
                      <a:pt x="3572" y="3226"/>
                    </a:lnTo>
                    <a:cubicBezTo>
                      <a:pt x="3687" y="3226"/>
                      <a:pt x="3803" y="3111"/>
                      <a:pt x="3803" y="2938"/>
                    </a:cubicBezTo>
                    <a:lnTo>
                      <a:pt x="3803" y="231"/>
                    </a:lnTo>
                    <a:cubicBezTo>
                      <a:pt x="3803" y="115"/>
                      <a:pt x="3745" y="0"/>
                      <a:pt x="357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60"/>
              <p:cNvSpPr/>
              <p:nvPr/>
            </p:nvSpPr>
            <p:spPr>
              <a:xfrm>
                <a:off x="6045300" y="3453750"/>
                <a:ext cx="95075" cy="80675"/>
              </a:xfrm>
              <a:custGeom>
                <a:rect b="b" l="l" r="r" t="t"/>
                <a:pathLst>
                  <a:path extrusionOk="0" h="3227" w="3803">
                    <a:moveTo>
                      <a:pt x="3342" y="519"/>
                    </a:moveTo>
                    <a:lnTo>
                      <a:pt x="3342" y="2766"/>
                    </a:lnTo>
                    <a:lnTo>
                      <a:pt x="461" y="2766"/>
                    </a:lnTo>
                    <a:lnTo>
                      <a:pt x="461" y="519"/>
                    </a:lnTo>
                    <a:close/>
                    <a:moveTo>
                      <a:pt x="231" y="0"/>
                    </a:moveTo>
                    <a:cubicBezTo>
                      <a:pt x="115" y="0"/>
                      <a:pt x="0" y="115"/>
                      <a:pt x="0" y="288"/>
                    </a:cubicBezTo>
                    <a:lnTo>
                      <a:pt x="0" y="2938"/>
                    </a:lnTo>
                    <a:cubicBezTo>
                      <a:pt x="0" y="3111"/>
                      <a:pt x="115" y="3226"/>
                      <a:pt x="231" y="3226"/>
                    </a:cubicBezTo>
                    <a:lnTo>
                      <a:pt x="3572" y="3226"/>
                    </a:lnTo>
                    <a:cubicBezTo>
                      <a:pt x="3687" y="3226"/>
                      <a:pt x="3802" y="3111"/>
                      <a:pt x="3802" y="2938"/>
                    </a:cubicBezTo>
                    <a:lnTo>
                      <a:pt x="3802" y="231"/>
                    </a:lnTo>
                    <a:cubicBezTo>
                      <a:pt x="3802" y="115"/>
                      <a:pt x="3687" y="0"/>
                      <a:pt x="357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p60"/>
              <p:cNvSpPr/>
              <p:nvPr/>
            </p:nvSpPr>
            <p:spPr>
              <a:xfrm>
                <a:off x="6159075" y="3455175"/>
                <a:ext cx="95075" cy="79250"/>
              </a:xfrm>
              <a:custGeom>
                <a:rect b="b" l="l" r="r" t="t"/>
                <a:pathLst>
                  <a:path extrusionOk="0" h="3170" w="3803">
                    <a:moveTo>
                      <a:pt x="3342" y="462"/>
                    </a:moveTo>
                    <a:lnTo>
                      <a:pt x="3342" y="2709"/>
                    </a:lnTo>
                    <a:lnTo>
                      <a:pt x="461" y="2709"/>
                    </a:lnTo>
                    <a:lnTo>
                      <a:pt x="461" y="462"/>
                    </a:lnTo>
                    <a:close/>
                    <a:moveTo>
                      <a:pt x="231" y="1"/>
                    </a:moveTo>
                    <a:cubicBezTo>
                      <a:pt x="116" y="1"/>
                      <a:pt x="0" y="58"/>
                      <a:pt x="0" y="231"/>
                    </a:cubicBezTo>
                    <a:lnTo>
                      <a:pt x="0" y="2939"/>
                    </a:lnTo>
                    <a:cubicBezTo>
                      <a:pt x="0" y="3054"/>
                      <a:pt x="116" y="3169"/>
                      <a:pt x="231" y="3169"/>
                    </a:cubicBezTo>
                    <a:lnTo>
                      <a:pt x="3572" y="3169"/>
                    </a:lnTo>
                    <a:cubicBezTo>
                      <a:pt x="3687" y="3169"/>
                      <a:pt x="3803" y="3054"/>
                      <a:pt x="3803" y="2939"/>
                    </a:cubicBezTo>
                    <a:lnTo>
                      <a:pt x="3803" y="231"/>
                    </a:lnTo>
                    <a:cubicBezTo>
                      <a:pt x="3803" y="58"/>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60"/>
              <p:cNvSpPr/>
              <p:nvPr/>
            </p:nvSpPr>
            <p:spPr>
              <a:xfrm>
                <a:off x="5930075" y="3551675"/>
                <a:ext cx="96525" cy="11550"/>
              </a:xfrm>
              <a:custGeom>
                <a:rect b="b" l="l" r="r" t="t"/>
                <a:pathLst>
                  <a:path extrusionOk="0" h="462" w="3861">
                    <a:moveTo>
                      <a:pt x="288" y="1"/>
                    </a:moveTo>
                    <a:cubicBezTo>
                      <a:pt x="115" y="1"/>
                      <a:pt x="58" y="58"/>
                      <a:pt x="0" y="174"/>
                    </a:cubicBezTo>
                    <a:cubicBezTo>
                      <a:pt x="0" y="346"/>
                      <a:pt x="115" y="462"/>
                      <a:pt x="231" y="462"/>
                    </a:cubicBezTo>
                    <a:lnTo>
                      <a:pt x="3572" y="462"/>
                    </a:lnTo>
                    <a:cubicBezTo>
                      <a:pt x="3745" y="462"/>
                      <a:pt x="3860" y="346"/>
                      <a:pt x="3803" y="174"/>
                    </a:cubicBezTo>
                    <a:cubicBezTo>
                      <a:pt x="3803" y="58"/>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60"/>
              <p:cNvSpPr/>
              <p:nvPr/>
            </p:nvSpPr>
            <p:spPr>
              <a:xfrm>
                <a:off x="5945900" y="3576175"/>
                <a:ext cx="64850" cy="11550"/>
              </a:xfrm>
              <a:custGeom>
                <a:rect b="b" l="l" r="r" t="t"/>
                <a:pathLst>
                  <a:path extrusionOk="0" h="462" w="2594">
                    <a:moveTo>
                      <a:pt x="231" y="0"/>
                    </a:moveTo>
                    <a:cubicBezTo>
                      <a:pt x="116" y="0"/>
                      <a:pt x="1" y="115"/>
                      <a:pt x="1" y="288"/>
                    </a:cubicBezTo>
                    <a:cubicBezTo>
                      <a:pt x="59" y="403"/>
                      <a:pt x="174" y="461"/>
                      <a:pt x="289" y="461"/>
                    </a:cubicBezTo>
                    <a:lnTo>
                      <a:pt x="2305" y="461"/>
                    </a:lnTo>
                    <a:cubicBezTo>
                      <a:pt x="2421" y="461"/>
                      <a:pt x="2536" y="403"/>
                      <a:pt x="2536" y="288"/>
                    </a:cubicBezTo>
                    <a:cubicBezTo>
                      <a:pt x="2593" y="115"/>
                      <a:pt x="2478"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0"/>
              <p:cNvSpPr/>
              <p:nvPr/>
            </p:nvSpPr>
            <p:spPr>
              <a:xfrm>
                <a:off x="6043850" y="3551675"/>
                <a:ext cx="96525" cy="11550"/>
              </a:xfrm>
              <a:custGeom>
                <a:rect b="b" l="l" r="r" t="t"/>
                <a:pathLst>
                  <a:path extrusionOk="0" h="462" w="3861">
                    <a:moveTo>
                      <a:pt x="289" y="1"/>
                    </a:moveTo>
                    <a:cubicBezTo>
                      <a:pt x="173" y="1"/>
                      <a:pt x="58" y="58"/>
                      <a:pt x="58" y="174"/>
                    </a:cubicBezTo>
                    <a:cubicBezTo>
                      <a:pt x="0" y="346"/>
                      <a:pt x="116" y="462"/>
                      <a:pt x="289" y="462"/>
                    </a:cubicBezTo>
                    <a:lnTo>
                      <a:pt x="3572" y="462"/>
                    </a:lnTo>
                    <a:cubicBezTo>
                      <a:pt x="3745" y="462"/>
                      <a:pt x="3860" y="346"/>
                      <a:pt x="3803" y="174"/>
                    </a:cubicBezTo>
                    <a:cubicBezTo>
                      <a:pt x="3803" y="58"/>
                      <a:pt x="3688"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0"/>
              <p:cNvSpPr/>
              <p:nvPr/>
            </p:nvSpPr>
            <p:spPr>
              <a:xfrm>
                <a:off x="6059700" y="3576175"/>
                <a:ext cx="64825" cy="11550"/>
              </a:xfrm>
              <a:custGeom>
                <a:rect b="b" l="l" r="r" t="t"/>
                <a:pathLst>
                  <a:path extrusionOk="0" h="462" w="2593">
                    <a:moveTo>
                      <a:pt x="288" y="0"/>
                    </a:moveTo>
                    <a:cubicBezTo>
                      <a:pt x="115" y="0"/>
                      <a:pt x="0" y="115"/>
                      <a:pt x="58" y="288"/>
                    </a:cubicBezTo>
                    <a:cubicBezTo>
                      <a:pt x="58" y="403"/>
                      <a:pt x="173" y="461"/>
                      <a:pt x="288" y="461"/>
                    </a:cubicBezTo>
                    <a:lnTo>
                      <a:pt x="2362" y="461"/>
                    </a:lnTo>
                    <a:cubicBezTo>
                      <a:pt x="2477" y="461"/>
                      <a:pt x="2593" y="403"/>
                      <a:pt x="2593" y="288"/>
                    </a:cubicBezTo>
                    <a:cubicBezTo>
                      <a:pt x="2593" y="115"/>
                      <a:pt x="2477" y="0"/>
                      <a:pt x="23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60"/>
              <p:cNvSpPr/>
              <p:nvPr/>
            </p:nvSpPr>
            <p:spPr>
              <a:xfrm>
                <a:off x="6159075" y="3551675"/>
                <a:ext cx="95075" cy="11550"/>
              </a:xfrm>
              <a:custGeom>
                <a:rect b="b" l="l" r="r" t="t"/>
                <a:pathLst>
                  <a:path extrusionOk="0" h="462" w="3803">
                    <a:moveTo>
                      <a:pt x="231" y="1"/>
                    </a:moveTo>
                    <a:cubicBezTo>
                      <a:pt x="116" y="1"/>
                      <a:pt x="0" y="58"/>
                      <a:pt x="0" y="174"/>
                    </a:cubicBezTo>
                    <a:cubicBezTo>
                      <a:pt x="0" y="346"/>
                      <a:pt x="116" y="462"/>
                      <a:pt x="231" y="462"/>
                    </a:cubicBezTo>
                    <a:lnTo>
                      <a:pt x="3572" y="462"/>
                    </a:lnTo>
                    <a:cubicBezTo>
                      <a:pt x="3687" y="462"/>
                      <a:pt x="3803" y="346"/>
                      <a:pt x="3803" y="231"/>
                    </a:cubicBezTo>
                    <a:cubicBezTo>
                      <a:pt x="3803" y="116"/>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60"/>
              <p:cNvSpPr/>
              <p:nvPr/>
            </p:nvSpPr>
            <p:spPr>
              <a:xfrm>
                <a:off x="6174925" y="3576175"/>
                <a:ext cx="63375" cy="11550"/>
              </a:xfrm>
              <a:custGeom>
                <a:rect b="b" l="l" r="r" t="t"/>
                <a:pathLst>
                  <a:path extrusionOk="0" h="462" w="2535">
                    <a:moveTo>
                      <a:pt x="231" y="0"/>
                    </a:moveTo>
                    <a:cubicBezTo>
                      <a:pt x="115" y="0"/>
                      <a:pt x="0" y="58"/>
                      <a:pt x="0" y="231"/>
                    </a:cubicBezTo>
                    <a:cubicBezTo>
                      <a:pt x="0" y="346"/>
                      <a:pt x="115" y="461"/>
                      <a:pt x="231" y="461"/>
                    </a:cubicBezTo>
                    <a:lnTo>
                      <a:pt x="2305" y="461"/>
                    </a:lnTo>
                    <a:cubicBezTo>
                      <a:pt x="2420" y="461"/>
                      <a:pt x="2535" y="403"/>
                      <a:pt x="2535" y="288"/>
                    </a:cubicBezTo>
                    <a:cubicBezTo>
                      <a:pt x="2535" y="115"/>
                      <a:pt x="2420"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60"/>
              <p:cNvSpPr/>
              <p:nvPr/>
            </p:nvSpPr>
            <p:spPr>
              <a:xfrm>
                <a:off x="6185000" y="3227625"/>
                <a:ext cx="12975" cy="43225"/>
              </a:xfrm>
              <a:custGeom>
                <a:rect b="b" l="l" r="r" t="t"/>
                <a:pathLst>
                  <a:path extrusionOk="0" h="1729" w="519">
                    <a:moveTo>
                      <a:pt x="288" y="0"/>
                    </a:moveTo>
                    <a:cubicBezTo>
                      <a:pt x="173" y="0"/>
                      <a:pt x="0" y="116"/>
                      <a:pt x="0" y="231"/>
                    </a:cubicBezTo>
                    <a:lnTo>
                      <a:pt x="0" y="1498"/>
                    </a:lnTo>
                    <a:cubicBezTo>
                      <a:pt x="0" y="1613"/>
                      <a:pt x="173" y="1729"/>
                      <a:pt x="288" y="1729"/>
                    </a:cubicBezTo>
                    <a:cubicBezTo>
                      <a:pt x="404" y="1671"/>
                      <a:pt x="519" y="1613"/>
                      <a:pt x="519" y="1441"/>
                    </a:cubicBezTo>
                    <a:lnTo>
                      <a:pt x="519" y="231"/>
                    </a:lnTo>
                    <a:cubicBezTo>
                      <a:pt x="519" y="116"/>
                      <a:pt x="40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60"/>
              <p:cNvSpPr/>
              <p:nvPr/>
            </p:nvSpPr>
            <p:spPr>
              <a:xfrm>
                <a:off x="6215250" y="3234825"/>
                <a:ext cx="11550" cy="36025"/>
              </a:xfrm>
              <a:custGeom>
                <a:rect b="b" l="l" r="r" t="t"/>
                <a:pathLst>
                  <a:path extrusionOk="0" h="1441" w="462">
                    <a:moveTo>
                      <a:pt x="288" y="0"/>
                    </a:moveTo>
                    <a:cubicBezTo>
                      <a:pt x="115" y="0"/>
                      <a:pt x="0" y="116"/>
                      <a:pt x="0" y="231"/>
                    </a:cubicBezTo>
                    <a:lnTo>
                      <a:pt x="0" y="1210"/>
                    </a:lnTo>
                    <a:cubicBezTo>
                      <a:pt x="0" y="1325"/>
                      <a:pt x="115" y="1441"/>
                      <a:pt x="288" y="1441"/>
                    </a:cubicBezTo>
                    <a:cubicBezTo>
                      <a:pt x="403" y="1383"/>
                      <a:pt x="461" y="1268"/>
                      <a:pt x="461" y="1153"/>
                    </a:cubicBezTo>
                    <a:lnTo>
                      <a:pt x="461" y="289"/>
                    </a:lnTo>
                    <a:cubicBezTo>
                      <a:pt x="461" y="116"/>
                      <a:pt x="403" y="58"/>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0"/>
              <p:cNvSpPr/>
              <p:nvPr/>
            </p:nvSpPr>
            <p:spPr>
              <a:xfrm>
                <a:off x="5927200" y="3227625"/>
                <a:ext cx="102275" cy="102275"/>
              </a:xfrm>
              <a:custGeom>
                <a:rect b="b" l="l" r="r" t="t"/>
                <a:pathLst>
                  <a:path extrusionOk="0" h="4091" w="4091">
                    <a:moveTo>
                      <a:pt x="2016" y="0"/>
                    </a:moveTo>
                    <a:cubicBezTo>
                      <a:pt x="1728" y="0"/>
                      <a:pt x="1440" y="58"/>
                      <a:pt x="1152" y="173"/>
                    </a:cubicBezTo>
                    <a:cubicBezTo>
                      <a:pt x="1037" y="231"/>
                      <a:pt x="979" y="404"/>
                      <a:pt x="1037" y="519"/>
                    </a:cubicBezTo>
                    <a:cubicBezTo>
                      <a:pt x="1079" y="603"/>
                      <a:pt x="1183" y="657"/>
                      <a:pt x="1281" y="657"/>
                    </a:cubicBezTo>
                    <a:cubicBezTo>
                      <a:pt x="1317" y="657"/>
                      <a:pt x="1352" y="650"/>
                      <a:pt x="1383" y="634"/>
                    </a:cubicBezTo>
                    <a:cubicBezTo>
                      <a:pt x="1613" y="519"/>
                      <a:pt x="1786" y="461"/>
                      <a:pt x="2016" y="461"/>
                    </a:cubicBezTo>
                    <a:cubicBezTo>
                      <a:pt x="2881" y="461"/>
                      <a:pt x="3629" y="1153"/>
                      <a:pt x="3629" y="2017"/>
                    </a:cubicBezTo>
                    <a:cubicBezTo>
                      <a:pt x="3629" y="2881"/>
                      <a:pt x="2881" y="3572"/>
                      <a:pt x="2016" y="3572"/>
                    </a:cubicBezTo>
                    <a:cubicBezTo>
                      <a:pt x="1152" y="3572"/>
                      <a:pt x="461" y="2881"/>
                      <a:pt x="461" y="2017"/>
                    </a:cubicBezTo>
                    <a:cubicBezTo>
                      <a:pt x="461" y="1786"/>
                      <a:pt x="519" y="1556"/>
                      <a:pt x="634" y="1325"/>
                    </a:cubicBezTo>
                    <a:cubicBezTo>
                      <a:pt x="691" y="1210"/>
                      <a:pt x="634" y="1095"/>
                      <a:pt x="519" y="1037"/>
                    </a:cubicBezTo>
                    <a:cubicBezTo>
                      <a:pt x="488" y="1022"/>
                      <a:pt x="457" y="1015"/>
                      <a:pt x="427" y="1015"/>
                    </a:cubicBezTo>
                    <a:cubicBezTo>
                      <a:pt x="346" y="1015"/>
                      <a:pt x="273" y="1068"/>
                      <a:pt x="230" y="1153"/>
                    </a:cubicBezTo>
                    <a:cubicBezTo>
                      <a:pt x="58" y="1441"/>
                      <a:pt x="0" y="1729"/>
                      <a:pt x="0" y="2017"/>
                    </a:cubicBezTo>
                    <a:cubicBezTo>
                      <a:pt x="0" y="3159"/>
                      <a:pt x="906" y="4075"/>
                      <a:pt x="2045" y="4091"/>
                    </a:cubicBezTo>
                    <a:lnTo>
                      <a:pt x="2045" y="4091"/>
                    </a:lnTo>
                    <a:cubicBezTo>
                      <a:pt x="3184" y="4075"/>
                      <a:pt x="4090" y="3159"/>
                      <a:pt x="4090" y="2017"/>
                    </a:cubicBezTo>
                    <a:cubicBezTo>
                      <a:pt x="4090" y="922"/>
                      <a:pt x="3169" y="0"/>
                      <a:pt x="2016" y="0"/>
                    </a:cubicBezTo>
                    <a:close/>
                    <a:moveTo>
                      <a:pt x="2045" y="4091"/>
                    </a:moveTo>
                    <a:cubicBezTo>
                      <a:pt x="2036" y="4091"/>
                      <a:pt x="2026" y="4091"/>
                      <a:pt x="2016" y="4091"/>
                    </a:cubicBezTo>
                    <a:lnTo>
                      <a:pt x="2074" y="4091"/>
                    </a:lnTo>
                    <a:cubicBezTo>
                      <a:pt x="2064" y="4091"/>
                      <a:pt x="2055" y="4091"/>
                      <a:pt x="2045" y="409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0"/>
              <p:cNvSpPr/>
              <p:nvPr/>
            </p:nvSpPr>
            <p:spPr>
              <a:xfrm>
                <a:off x="5961750" y="3249225"/>
                <a:ext cx="31725" cy="58000"/>
              </a:xfrm>
              <a:custGeom>
                <a:rect b="b" l="l" r="r" t="t"/>
                <a:pathLst>
                  <a:path extrusionOk="0" h="2320" w="1269">
                    <a:moveTo>
                      <a:pt x="692" y="1"/>
                    </a:moveTo>
                    <a:cubicBezTo>
                      <a:pt x="519" y="1"/>
                      <a:pt x="404" y="116"/>
                      <a:pt x="404" y="231"/>
                    </a:cubicBezTo>
                    <a:lnTo>
                      <a:pt x="404" y="289"/>
                    </a:lnTo>
                    <a:cubicBezTo>
                      <a:pt x="231" y="404"/>
                      <a:pt x="116" y="519"/>
                      <a:pt x="116" y="692"/>
                    </a:cubicBezTo>
                    <a:cubicBezTo>
                      <a:pt x="58" y="865"/>
                      <a:pt x="116" y="1038"/>
                      <a:pt x="289" y="1153"/>
                    </a:cubicBezTo>
                    <a:cubicBezTo>
                      <a:pt x="404" y="1268"/>
                      <a:pt x="577" y="1326"/>
                      <a:pt x="692" y="1383"/>
                    </a:cubicBezTo>
                    <a:cubicBezTo>
                      <a:pt x="865" y="1441"/>
                      <a:pt x="750" y="1614"/>
                      <a:pt x="634" y="1614"/>
                    </a:cubicBezTo>
                    <a:cubicBezTo>
                      <a:pt x="577" y="1614"/>
                      <a:pt x="519" y="1614"/>
                      <a:pt x="462" y="1556"/>
                    </a:cubicBezTo>
                    <a:cubicBezTo>
                      <a:pt x="404" y="1527"/>
                      <a:pt x="332" y="1513"/>
                      <a:pt x="267" y="1513"/>
                    </a:cubicBezTo>
                    <a:cubicBezTo>
                      <a:pt x="202" y="1513"/>
                      <a:pt x="145" y="1527"/>
                      <a:pt x="116" y="1556"/>
                    </a:cubicBezTo>
                    <a:cubicBezTo>
                      <a:pt x="1" y="1671"/>
                      <a:pt x="58" y="1844"/>
                      <a:pt x="174" y="1959"/>
                    </a:cubicBezTo>
                    <a:cubicBezTo>
                      <a:pt x="231" y="2017"/>
                      <a:pt x="346" y="2017"/>
                      <a:pt x="404" y="2075"/>
                    </a:cubicBezTo>
                    <a:cubicBezTo>
                      <a:pt x="404" y="2190"/>
                      <a:pt x="519" y="2305"/>
                      <a:pt x="634" y="2305"/>
                    </a:cubicBezTo>
                    <a:cubicBezTo>
                      <a:pt x="655" y="2315"/>
                      <a:pt x="675" y="2320"/>
                      <a:pt x="695" y="2320"/>
                    </a:cubicBezTo>
                    <a:cubicBezTo>
                      <a:pt x="787" y="2320"/>
                      <a:pt x="865" y="2217"/>
                      <a:pt x="865" y="2075"/>
                    </a:cubicBezTo>
                    <a:lnTo>
                      <a:pt x="865" y="2017"/>
                    </a:lnTo>
                    <a:cubicBezTo>
                      <a:pt x="1095" y="1959"/>
                      <a:pt x="1211" y="1786"/>
                      <a:pt x="1268" y="1556"/>
                    </a:cubicBezTo>
                    <a:cubicBezTo>
                      <a:pt x="1268" y="1326"/>
                      <a:pt x="1153" y="1038"/>
                      <a:pt x="865" y="980"/>
                    </a:cubicBezTo>
                    <a:cubicBezTo>
                      <a:pt x="750" y="922"/>
                      <a:pt x="577" y="865"/>
                      <a:pt x="577" y="807"/>
                    </a:cubicBezTo>
                    <a:cubicBezTo>
                      <a:pt x="577" y="749"/>
                      <a:pt x="606" y="735"/>
                      <a:pt x="642" y="735"/>
                    </a:cubicBezTo>
                    <a:cubicBezTo>
                      <a:pt x="678" y="735"/>
                      <a:pt x="721" y="749"/>
                      <a:pt x="750" y="749"/>
                    </a:cubicBezTo>
                    <a:cubicBezTo>
                      <a:pt x="750" y="749"/>
                      <a:pt x="826" y="826"/>
                      <a:pt x="929" y="826"/>
                    </a:cubicBezTo>
                    <a:cubicBezTo>
                      <a:pt x="980" y="826"/>
                      <a:pt x="1038" y="807"/>
                      <a:pt x="1095" y="749"/>
                    </a:cubicBezTo>
                    <a:cubicBezTo>
                      <a:pt x="1268" y="577"/>
                      <a:pt x="1095" y="404"/>
                      <a:pt x="1095" y="404"/>
                    </a:cubicBezTo>
                    <a:cubicBezTo>
                      <a:pt x="1038" y="404"/>
                      <a:pt x="980" y="346"/>
                      <a:pt x="865" y="289"/>
                    </a:cubicBezTo>
                    <a:cubicBezTo>
                      <a:pt x="865" y="173"/>
                      <a:pt x="807" y="58"/>
                      <a:pt x="6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60"/>
              <p:cNvSpPr/>
              <p:nvPr/>
            </p:nvSpPr>
            <p:spPr>
              <a:xfrm>
                <a:off x="6071225" y="3291000"/>
                <a:ext cx="11525" cy="36025"/>
              </a:xfrm>
              <a:custGeom>
                <a:rect b="b" l="l" r="r" t="t"/>
                <a:pathLst>
                  <a:path extrusionOk="0" h="1441" w="461">
                    <a:moveTo>
                      <a:pt x="231" y="0"/>
                    </a:moveTo>
                    <a:cubicBezTo>
                      <a:pt x="115" y="0"/>
                      <a:pt x="0" y="115"/>
                      <a:pt x="0" y="231"/>
                    </a:cubicBezTo>
                    <a:lnTo>
                      <a:pt x="0" y="1210"/>
                    </a:lnTo>
                    <a:cubicBezTo>
                      <a:pt x="0" y="1325"/>
                      <a:pt x="115" y="1441"/>
                      <a:pt x="231" y="1441"/>
                    </a:cubicBezTo>
                    <a:cubicBezTo>
                      <a:pt x="403" y="1383"/>
                      <a:pt x="461" y="1268"/>
                      <a:pt x="461" y="1152"/>
                    </a:cubicBezTo>
                    <a:lnTo>
                      <a:pt x="461" y="288"/>
                    </a:lnTo>
                    <a:cubicBezTo>
                      <a:pt x="461" y="173"/>
                      <a:pt x="403" y="58"/>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60"/>
              <p:cNvSpPr/>
              <p:nvPr/>
            </p:nvSpPr>
            <p:spPr>
              <a:xfrm>
                <a:off x="6101450" y="3260375"/>
                <a:ext cx="11550" cy="66650"/>
              </a:xfrm>
              <a:custGeom>
                <a:rect b="b" l="l" r="r" t="t"/>
                <a:pathLst>
                  <a:path extrusionOk="0" h="2666" w="462">
                    <a:moveTo>
                      <a:pt x="203" y="0"/>
                    </a:moveTo>
                    <a:cubicBezTo>
                      <a:pt x="79" y="0"/>
                      <a:pt x="1" y="104"/>
                      <a:pt x="1" y="246"/>
                    </a:cubicBezTo>
                    <a:lnTo>
                      <a:pt x="1" y="2435"/>
                    </a:lnTo>
                    <a:cubicBezTo>
                      <a:pt x="1" y="2550"/>
                      <a:pt x="116" y="2666"/>
                      <a:pt x="289" y="2666"/>
                    </a:cubicBezTo>
                    <a:cubicBezTo>
                      <a:pt x="404" y="2608"/>
                      <a:pt x="462" y="2550"/>
                      <a:pt x="462" y="2377"/>
                    </a:cubicBezTo>
                    <a:lnTo>
                      <a:pt x="462" y="246"/>
                    </a:lnTo>
                    <a:cubicBezTo>
                      <a:pt x="462" y="131"/>
                      <a:pt x="404" y="15"/>
                      <a:pt x="289" y="15"/>
                    </a:cubicBezTo>
                    <a:cubicBezTo>
                      <a:pt x="258" y="5"/>
                      <a:pt x="230" y="0"/>
                      <a:pt x="20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79" name="Google Shape;1279;p60"/>
          <p:cNvSpPr txBox="1"/>
          <p:nvPr/>
        </p:nvSpPr>
        <p:spPr>
          <a:xfrm flipH="1">
            <a:off x="637013" y="2013056"/>
            <a:ext cx="2148900" cy="384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Day 1</a:t>
            </a:r>
            <a:endParaRPr b="1" sz="2400">
              <a:solidFill>
                <a:schemeClr val="dk2"/>
              </a:solidFill>
              <a:latin typeface="Albert Sans"/>
              <a:ea typeface="Albert Sans"/>
              <a:cs typeface="Albert Sans"/>
              <a:sym typeface="Albert Sans"/>
            </a:endParaRPr>
          </a:p>
        </p:txBody>
      </p:sp>
      <p:sp>
        <p:nvSpPr>
          <p:cNvPr id="1280" name="Google Shape;1280;p60"/>
          <p:cNvSpPr txBox="1"/>
          <p:nvPr/>
        </p:nvSpPr>
        <p:spPr>
          <a:xfrm flipH="1">
            <a:off x="637013" y="1500654"/>
            <a:ext cx="2148900" cy="57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Venus is the second planet from the Sun</a:t>
            </a:r>
            <a:endParaRPr>
              <a:solidFill>
                <a:schemeClr val="dk1"/>
              </a:solidFill>
              <a:latin typeface="Albert Sans"/>
              <a:ea typeface="Albert Sans"/>
              <a:cs typeface="Albert Sans"/>
              <a:sym typeface="Albert Sans"/>
            </a:endParaRPr>
          </a:p>
        </p:txBody>
      </p:sp>
      <p:grpSp>
        <p:nvGrpSpPr>
          <p:cNvPr id="1281" name="Google Shape;1281;p60"/>
          <p:cNvGrpSpPr/>
          <p:nvPr/>
        </p:nvGrpSpPr>
        <p:grpSpPr>
          <a:xfrm>
            <a:off x="1357784" y="2570875"/>
            <a:ext cx="707400" cy="707400"/>
            <a:chOff x="1357784" y="2570875"/>
            <a:chExt cx="707400" cy="707400"/>
          </a:xfrm>
        </p:grpSpPr>
        <p:sp>
          <p:nvSpPr>
            <p:cNvPr id="1282" name="Google Shape;1282;p60"/>
            <p:cNvSpPr/>
            <p:nvPr/>
          </p:nvSpPr>
          <p:spPr>
            <a:xfrm flipH="1">
              <a:off x="1357784" y="2570875"/>
              <a:ext cx="707400" cy="7074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83" name="Google Shape;1283;p60"/>
            <p:cNvGrpSpPr/>
            <p:nvPr/>
          </p:nvGrpSpPr>
          <p:grpSpPr>
            <a:xfrm>
              <a:off x="1556638" y="2723650"/>
              <a:ext cx="309675" cy="401850"/>
              <a:chOff x="5434625" y="3227625"/>
              <a:chExt cx="309675" cy="401850"/>
            </a:xfrm>
          </p:grpSpPr>
          <p:sp>
            <p:nvSpPr>
              <p:cNvPr id="1284" name="Google Shape;1284;p60"/>
              <p:cNvSpPr/>
              <p:nvPr/>
            </p:nvSpPr>
            <p:spPr>
              <a:xfrm>
                <a:off x="5643450" y="3263625"/>
                <a:ext cx="57650" cy="57650"/>
              </a:xfrm>
              <a:custGeom>
                <a:rect b="b" l="l" r="r" t="t"/>
                <a:pathLst>
                  <a:path extrusionOk="0" h="2306" w="2306">
                    <a:moveTo>
                      <a:pt x="1153" y="462"/>
                    </a:moveTo>
                    <a:cubicBezTo>
                      <a:pt x="1326" y="462"/>
                      <a:pt x="1499" y="577"/>
                      <a:pt x="1671" y="692"/>
                    </a:cubicBezTo>
                    <a:cubicBezTo>
                      <a:pt x="1787" y="807"/>
                      <a:pt x="1844" y="980"/>
                      <a:pt x="1844" y="1153"/>
                    </a:cubicBezTo>
                    <a:cubicBezTo>
                      <a:pt x="1844" y="1326"/>
                      <a:pt x="1787" y="1499"/>
                      <a:pt x="1671" y="1671"/>
                    </a:cubicBezTo>
                    <a:cubicBezTo>
                      <a:pt x="1556" y="1787"/>
                      <a:pt x="1383" y="1844"/>
                      <a:pt x="1153" y="1844"/>
                    </a:cubicBezTo>
                    <a:cubicBezTo>
                      <a:pt x="980" y="1844"/>
                      <a:pt x="807" y="1787"/>
                      <a:pt x="692" y="1671"/>
                    </a:cubicBezTo>
                    <a:cubicBezTo>
                      <a:pt x="577" y="1499"/>
                      <a:pt x="519" y="1326"/>
                      <a:pt x="519" y="1153"/>
                    </a:cubicBezTo>
                    <a:cubicBezTo>
                      <a:pt x="519" y="980"/>
                      <a:pt x="577" y="807"/>
                      <a:pt x="692" y="692"/>
                    </a:cubicBezTo>
                    <a:cubicBezTo>
                      <a:pt x="807" y="577"/>
                      <a:pt x="980" y="462"/>
                      <a:pt x="1153" y="462"/>
                    </a:cubicBezTo>
                    <a:close/>
                    <a:moveTo>
                      <a:pt x="1182" y="1"/>
                    </a:moveTo>
                    <a:cubicBezTo>
                      <a:pt x="879" y="1"/>
                      <a:pt x="577" y="116"/>
                      <a:pt x="346" y="346"/>
                    </a:cubicBezTo>
                    <a:cubicBezTo>
                      <a:pt x="173" y="577"/>
                      <a:pt x="1" y="865"/>
                      <a:pt x="1" y="1153"/>
                    </a:cubicBezTo>
                    <a:cubicBezTo>
                      <a:pt x="1" y="1499"/>
                      <a:pt x="173" y="1787"/>
                      <a:pt x="346" y="1959"/>
                    </a:cubicBezTo>
                    <a:cubicBezTo>
                      <a:pt x="577" y="2190"/>
                      <a:pt x="865" y="2305"/>
                      <a:pt x="1153" y="2305"/>
                    </a:cubicBezTo>
                    <a:cubicBezTo>
                      <a:pt x="1499" y="2305"/>
                      <a:pt x="1787" y="2190"/>
                      <a:pt x="2017" y="1959"/>
                    </a:cubicBezTo>
                    <a:cubicBezTo>
                      <a:pt x="2190" y="1787"/>
                      <a:pt x="2305" y="1499"/>
                      <a:pt x="2305" y="1153"/>
                    </a:cubicBezTo>
                    <a:cubicBezTo>
                      <a:pt x="2305" y="865"/>
                      <a:pt x="2190" y="577"/>
                      <a:pt x="2017" y="346"/>
                    </a:cubicBezTo>
                    <a:cubicBezTo>
                      <a:pt x="1787" y="116"/>
                      <a:pt x="1484" y="1"/>
                      <a:pt x="118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60"/>
              <p:cNvSpPr/>
              <p:nvPr/>
            </p:nvSpPr>
            <p:spPr>
              <a:xfrm>
                <a:off x="5607450" y="3227625"/>
                <a:ext cx="131075" cy="129650"/>
              </a:xfrm>
              <a:custGeom>
                <a:rect b="b" l="l" r="r" t="t"/>
                <a:pathLst>
                  <a:path extrusionOk="0" h="5186" w="5243">
                    <a:moveTo>
                      <a:pt x="2766" y="461"/>
                    </a:moveTo>
                    <a:lnTo>
                      <a:pt x="2823" y="922"/>
                    </a:lnTo>
                    <a:cubicBezTo>
                      <a:pt x="2823" y="1037"/>
                      <a:pt x="2939" y="1095"/>
                      <a:pt x="2996" y="1095"/>
                    </a:cubicBezTo>
                    <a:cubicBezTo>
                      <a:pt x="3111" y="1153"/>
                      <a:pt x="3284" y="1210"/>
                      <a:pt x="3399" y="1268"/>
                    </a:cubicBezTo>
                    <a:cubicBezTo>
                      <a:pt x="3428" y="1297"/>
                      <a:pt x="3471" y="1311"/>
                      <a:pt x="3515" y="1311"/>
                    </a:cubicBezTo>
                    <a:cubicBezTo>
                      <a:pt x="3558" y="1311"/>
                      <a:pt x="3601" y="1297"/>
                      <a:pt x="3630" y="1268"/>
                    </a:cubicBezTo>
                    <a:lnTo>
                      <a:pt x="4033" y="980"/>
                    </a:lnTo>
                    <a:lnTo>
                      <a:pt x="4206" y="1153"/>
                    </a:lnTo>
                    <a:lnTo>
                      <a:pt x="3976" y="1556"/>
                    </a:lnTo>
                    <a:cubicBezTo>
                      <a:pt x="3918" y="1613"/>
                      <a:pt x="3918" y="1729"/>
                      <a:pt x="3918" y="1844"/>
                    </a:cubicBezTo>
                    <a:cubicBezTo>
                      <a:pt x="4033" y="1959"/>
                      <a:pt x="4091" y="2074"/>
                      <a:pt x="4091" y="2190"/>
                    </a:cubicBezTo>
                    <a:cubicBezTo>
                      <a:pt x="4148" y="2305"/>
                      <a:pt x="4206" y="2362"/>
                      <a:pt x="4264" y="2362"/>
                    </a:cubicBezTo>
                    <a:lnTo>
                      <a:pt x="4724" y="2478"/>
                    </a:lnTo>
                    <a:lnTo>
                      <a:pt x="4724" y="2708"/>
                    </a:lnTo>
                    <a:lnTo>
                      <a:pt x="4264" y="2823"/>
                    </a:lnTo>
                    <a:cubicBezTo>
                      <a:pt x="4206" y="2823"/>
                      <a:pt x="4148" y="2881"/>
                      <a:pt x="4091" y="2996"/>
                    </a:cubicBezTo>
                    <a:cubicBezTo>
                      <a:pt x="4091" y="3111"/>
                      <a:pt x="4033" y="3227"/>
                      <a:pt x="3918" y="3399"/>
                    </a:cubicBezTo>
                    <a:cubicBezTo>
                      <a:pt x="3860" y="3457"/>
                      <a:pt x="3918" y="3572"/>
                      <a:pt x="3918" y="3630"/>
                    </a:cubicBezTo>
                    <a:lnTo>
                      <a:pt x="4206" y="4033"/>
                    </a:lnTo>
                    <a:lnTo>
                      <a:pt x="4033" y="4206"/>
                    </a:lnTo>
                    <a:lnTo>
                      <a:pt x="3630" y="3918"/>
                    </a:lnTo>
                    <a:cubicBezTo>
                      <a:pt x="3601" y="3889"/>
                      <a:pt x="3558" y="3875"/>
                      <a:pt x="3515" y="3875"/>
                    </a:cubicBezTo>
                    <a:cubicBezTo>
                      <a:pt x="3471" y="3875"/>
                      <a:pt x="3428" y="3889"/>
                      <a:pt x="3399" y="3918"/>
                    </a:cubicBezTo>
                    <a:cubicBezTo>
                      <a:pt x="3284" y="3976"/>
                      <a:pt x="3111" y="4033"/>
                      <a:pt x="2996" y="4091"/>
                    </a:cubicBezTo>
                    <a:cubicBezTo>
                      <a:pt x="2881" y="4091"/>
                      <a:pt x="2823" y="4206"/>
                      <a:pt x="2823" y="4264"/>
                    </a:cubicBezTo>
                    <a:lnTo>
                      <a:pt x="2708" y="4724"/>
                    </a:lnTo>
                    <a:lnTo>
                      <a:pt x="2478" y="4724"/>
                    </a:lnTo>
                    <a:lnTo>
                      <a:pt x="2362" y="4264"/>
                    </a:lnTo>
                    <a:cubicBezTo>
                      <a:pt x="2362" y="4206"/>
                      <a:pt x="2305" y="4091"/>
                      <a:pt x="2190" y="4091"/>
                    </a:cubicBezTo>
                    <a:cubicBezTo>
                      <a:pt x="2074" y="4033"/>
                      <a:pt x="1959" y="3976"/>
                      <a:pt x="1844" y="3918"/>
                    </a:cubicBezTo>
                    <a:cubicBezTo>
                      <a:pt x="1786" y="3889"/>
                      <a:pt x="1729" y="3875"/>
                      <a:pt x="1678" y="3875"/>
                    </a:cubicBezTo>
                    <a:cubicBezTo>
                      <a:pt x="1628" y="3875"/>
                      <a:pt x="1585" y="3889"/>
                      <a:pt x="1556" y="3918"/>
                    </a:cubicBezTo>
                    <a:lnTo>
                      <a:pt x="1210" y="4206"/>
                    </a:lnTo>
                    <a:lnTo>
                      <a:pt x="980" y="4033"/>
                    </a:lnTo>
                    <a:lnTo>
                      <a:pt x="1268" y="3630"/>
                    </a:lnTo>
                    <a:cubicBezTo>
                      <a:pt x="1325" y="3572"/>
                      <a:pt x="1325" y="3457"/>
                      <a:pt x="1268" y="3399"/>
                    </a:cubicBezTo>
                    <a:cubicBezTo>
                      <a:pt x="1210" y="3227"/>
                      <a:pt x="1153" y="3111"/>
                      <a:pt x="1095" y="2996"/>
                    </a:cubicBezTo>
                    <a:cubicBezTo>
                      <a:pt x="1095" y="2881"/>
                      <a:pt x="1037" y="2823"/>
                      <a:pt x="922" y="2823"/>
                    </a:cubicBezTo>
                    <a:lnTo>
                      <a:pt x="461" y="2708"/>
                    </a:lnTo>
                    <a:lnTo>
                      <a:pt x="461" y="2478"/>
                    </a:lnTo>
                    <a:lnTo>
                      <a:pt x="922" y="2362"/>
                    </a:lnTo>
                    <a:cubicBezTo>
                      <a:pt x="1037" y="2362"/>
                      <a:pt x="1095" y="2305"/>
                      <a:pt x="1095" y="2190"/>
                    </a:cubicBezTo>
                    <a:cubicBezTo>
                      <a:pt x="1153" y="2074"/>
                      <a:pt x="1210" y="1959"/>
                      <a:pt x="1268" y="1844"/>
                    </a:cubicBezTo>
                    <a:cubicBezTo>
                      <a:pt x="1325" y="1729"/>
                      <a:pt x="1325" y="1613"/>
                      <a:pt x="1268" y="1556"/>
                    </a:cubicBezTo>
                    <a:lnTo>
                      <a:pt x="1037" y="1153"/>
                    </a:lnTo>
                    <a:lnTo>
                      <a:pt x="1210" y="980"/>
                    </a:lnTo>
                    <a:lnTo>
                      <a:pt x="1556" y="1268"/>
                    </a:lnTo>
                    <a:cubicBezTo>
                      <a:pt x="1613" y="1297"/>
                      <a:pt x="1657" y="1311"/>
                      <a:pt x="1700" y="1311"/>
                    </a:cubicBezTo>
                    <a:cubicBezTo>
                      <a:pt x="1743" y="1311"/>
                      <a:pt x="1786" y="1297"/>
                      <a:pt x="1844" y="1268"/>
                    </a:cubicBezTo>
                    <a:cubicBezTo>
                      <a:pt x="1959" y="1210"/>
                      <a:pt x="2074" y="1153"/>
                      <a:pt x="2247" y="1095"/>
                    </a:cubicBezTo>
                    <a:cubicBezTo>
                      <a:pt x="2305" y="1095"/>
                      <a:pt x="2362" y="1037"/>
                      <a:pt x="2420" y="922"/>
                    </a:cubicBezTo>
                    <a:lnTo>
                      <a:pt x="2478" y="461"/>
                    </a:lnTo>
                    <a:close/>
                    <a:moveTo>
                      <a:pt x="2305" y="0"/>
                    </a:moveTo>
                    <a:cubicBezTo>
                      <a:pt x="2190" y="0"/>
                      <a:pt x="2074" y="58"/>
                      <a:pt x="2074" y="173"/>
                    </a:cubicBezTo>
                    <a:lnTo>
                      <a:pt x="1959" y="692"/>
                    </a:lnTo>
                    <a:cubicBezTo>
                      <a:pt x="1902" y="749"/>
                      <a:pt x="1786" y="749"/>
                      <a:pt x="1729" y="807"/>
                    </a:cubicBezTo>
                    <a:lnTo>
                      <a:pt x="1325" y="519"/>
                    </a:lnTo>
                    <a:cubicBezTo>
                      <a:pt x="1277" y="470"/>
                      <a:pt x="1228" y="452"/>
                      <a:pt x="1179" y="452"/>
                    </a:cubicBezTo>
                    <a:cubicBezTo>
                      <a:pt x="1113" y="452"/>
                      <a:pt x="1046" y="486"/>
                      <a:pt x="980" y="519"/>
                    </a:cubicBezTo>
                    <a:lnTo>
                      <a:pt x="519" y="980"/>
                    </a:lnTo>
                    <a:cubicBezTo>
                      <a:pt x="461" y="1095"/>
                      <a:pt x="461" y="1210"/>
                      <a:pt x="519" y="1268"/>
                    </a:cubicBezTo>
                    <a:lnTo>
                      <a:pt x="807" y="1729"/>
                    </a:lnTo>
                    <a:cubicBezTo>
                      <a:pt x="749" y="1786"/>
                      <a:pt x="749" y="1844"/>
                      <a:pt x="692" y="1959"/>
                    </a:cubicBezTo>
                    <a:lnTo>
                      <a:pt x="231" y="2017"/>
                    </a:lnTo>
                    <a:cubicBezTo>
                      <a:pt x="58" y="2074"/>
                      <a:pt x="0" y="2132"/>
                      <a:pt x="0" y="2247"/>
                    </a:cubicBezTo>
                    <a:lnTo>
                      <a:pt x="0" y="2939"/>
                    </a:lnTo>
                    <a:cubicBezTo>
                      <a:pt x="0" y="3054"/>
                      <a:pt x="116" y="3169"/>
                      <a:pt x="231" y="3169"/>
                    </a:cubicBezTo>
                    <a:lnTo>
                      <a:pt x="692" y="3284"/>
                    </a:lnTo>
                    <a:cubicBezTo>
                      <a:pt x="749" y="3342"/>
                      <a:pt x="749" y="3399"/>
                      <a:pt x="807" y="3457"/>
                    </a:cubicBezTo>
                    <a:lnTo>
                      <a:pt x="519" y="3918"/>
                    </a:lnTo>
                    <a:cubicBezTo>
                      <a:pt x="461" y="3976"/>
                      <a:pt x="461" y="4148"/>
                      <a:pt x="519" y="4206"/>
                    </a:cubicBezTo>
                    <a:lnTo>
                      <a:pt x="980" y="4667"/>
                    </a:lnTo>
                    <a:cubicBezTo>
                      <a:pt x="1047" y="4734"/>
                      <a:pt x="1115" y="4762"/>
                      <a:pt x="1182" y="4762"/>
                    </a:cubicBezTo>
                    <a:cubicBezTo>
                      <a:pt x="1230" y="4762"/>
                      <a:pt x="1278" y="4748"/>
                      <a:pt x="1325" y="4724"/>
                    </a:cubicBezTo>
                    <a:lnTo>
                      <a:pt x="1729" y="4436"/>
                    </a:lnTo>
                    <a:cubicBezTo>
                      <a:pt x="1786" y="4436"/>
                      <a:pt x="1902" y="4494"/>
                      <a:pt x="1959" y="4494"/>
                    </a:cubicBezTo>
                    <a:lnTo>
                      <a:pt x="2074" y="5013"/>
                    </a:lnTo>
                    <a:cubicBezTo>
                      <a:pt x="2074" y="5128"/>
                      <a:pt x="2190" y="5185"/>
                      <a:pt x="2305" y="5185"/>
                    </a:cubicBezTo>
                    <a:lnTo>
                      <a:pt x="2939" y="5185"/>
                    </a:lnTo>
                    <a:cubicBezTo>
                      <a:pt x="3054" y="5185"/>
                      <a:pt x="3169" y="5128"/>
                      <a:pt x="3169" y="5013"/>
                    </a:cubicBezTo>
                    <a:lnTo>
                      <a:pt x="3284" y="4494"/>
                    </a:lnTo>
                    <a:cubicBezTo>
                      <a:pt x="3342" y="4494"/>
                      <a:pt x="3399" y="4436"/>
                      <a:pt x="3515" y="4436"/>
                    </a:cubicBezTo>
                    <a:lnTo>
                      <a:pt x="3918" y="4724"/>
                    </a:lnTo>
                    <a:cubicBezTo>
                      <a:pt x="3966" y="4748"/>
                      <a:pt x="4013" y="4762"/>
                      <a:pt x="4057" y="4762"/>
                    </a:cubicBezTo>
                    <a:cubicBezTo>
                      <a:pt x="4119" y="4762"/>
                      <a:pt x="4172" y="4734"/>
                      <a:pt x="4206" y="4667"/>
                    </a:cubicBezTo>
                    <a:lnTo>
                      <a:pt x="4667" y="4206"/>
                    </a:lnTo>
                    <a:cubicBezTo>
                      <a:pt x="4782" y="4148"/>
                      <a:pt x="4782" y="3976"/>
                      <a:pt x="4724" y="3918"/>
                    </a:cubicBezTo>
                    <a:lnTo>
                      <a:pt x="4436" y="3457"/>
                    </a:lnTo>
                    <a:cubicBezTo>
                      <a:pt x="4436" y="3399"/>
                      <a:pt x="4494" y="3342"/>
                      <a:pt x="4494" y="3284"/>
                    </a:cubicBezTo>
                    <a:lnTo>
                      <a:pt x="5013" y="3169"/>
                    </a:lnTo>
                    <a:cubicBezTo>
                      <a:pt x="5128" y="3169"/>
                      <a:pt x="5243" y="3054"/>
                      <a:pt x="5243" y="2939"/>
                    </a:cubicBezTo>
                    <a:lnTo>
                      <a:pt x="5243" y="2247"/>
                    </a:lnTo>
                    <a:cubicBezTo>
                      <a:pt x="5243" y="2132"/>
                      <a:pt x="5128" y="2074"/>
                      <a:pt x="5013" y="2017"/>
                    </a:cubicBezTo>
                    <a:lnTo>
                      <a:pt x="4494" y="1959"/>
                    </a:lnTo>
                    <a:cubicBezTo>
                      <a:pt x="4494" y="1844"/>
                      <a:pt x="4436" y="1786"/>
                      <a:pt x="4436" y="1729"/>
                    </a:cubicBezTo>
                    <a:lnTo>
                      <a:pt x="4724" y="1268"/>
                    </a:lnTo>
                    <a:cubicBezTo>
                      <a:pt x="4782" y="1210"/>
                      <a:pt x="4782" y="1095"/>
                      <a:pt x="4667" y="980"/>
                    </a:cubicBezTo>
                    <a:lnTo>
                      <a:pt x="4206" y="519"/>
                    </a:lnTo>
                    <a:cubicBezTo>
                      <a:pt x="4173" y="486"/>
                      <a:pt x="4120" y="452"/>
                      <a:pt x="4060" y="452"/>
                    </a:cubicBezTo>
                    <a:cubicBezTo>
                      <a:pt x="4015" y="452"/>
                      <a:pt x="3967" y="470"/>
                      <a:pt x="3918" y="519"/>
                    </a:cubicBezTo>
                    <a:lnTo>
                      <a:pt x="3515" y="807"/>
                    </a:lnTo>
                    <a:cubicBezTo>
                      <a:pt x="3399" y="749"/>
                      <a:pt x="3342" y="692"/>
                      <a:pt x="3284" y="692"/>
                    </a:cubicBezTo>
                    <a:lnTo>
                      <a:pt x="3169" y="173"/>
                    </a:lnTo>
                    <a:cubicBezTo>
                      <a:pt x="3169" y="58"/>
                      <a:pt x="3054" y="0"/>
                      <a:pt x="29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60"/>
              <p:cNvSpPr/>
              <p:nvPr/>
            </p:nvSpPr>
            <p:spPr>
              <a:xfrm>
                <a:off x="5571450" y="3540150"/>
                <a:ext cx="36025" cy="63400"/>
              </a:xfrm>
              <a:custGeom>
                <a:rect b="b" l="l" r="r" t="t"/>
                <a:pathLst>
                  <a:path extrusionOk="0" h="2536" w="1441">
                    <a:moveTo>
                      <a:pt x="749" y="1"/>
                    </a:moveTo>
                    <a:cubicBezTo>
                      <a:pt x="576" y="1"/>
                      <a:pt x="461" y="58"/>
                      <a:pt x="461" y="231"/>
                    </a:cubicBezTo>
                    <a:lnTo>
                      <a:pt x="461" y="289"/>
                    </a:lnTo>
                    <a:cubicBezTo>
                      <a:pt x="461" y="289"/>
                      <a:pt x="173" y="519"/>
                      <a:pt x="115" y="750"/>
                    </a:cubicBezTo>
                    <a:cubicBezTo>
                      <a:pt x="58" y="923"/>
                      <a:pt x="173" y="1095"/>
                      <a:pt x="288" y="1211"/>
                    </a:cubicBezTo>
                    <a:cubicBezTo>
                      <a:pt x="403" y="1326"/>
                      <a:pt x="634" y="1441"/>
                      <a:pt x="807" y="1499"/>
                    </a:cubicBezTo>
                    <a:cubicBezTo>
                      <a:pt x="864" y="1499"/>
                      <a:pt x="922" y="1556"/>
                      <a:pt x="864" y="1614"/>
                    </a:cubicBezTo>
                    <a:cubicBezTo>
                      <a:pt x="864" y="1672"/>
                      <a:pt x="807" y="1787"/>
                      <a:pt x="691" y="1787"/>
                    </a:cubicBezTo>
                    <a:cubicBezTo>
                      <a:pt x="576" y="1787"/>
                      <a:pt x="519" y="1787"/>
                      <a:pt x="461" y="1729"/>
                    </a:cubicBezTo>
                    <a:cubicBezTo>
                      <a:pt x="413" y="1705"/>
                      <a:pt x="356" y="1691"/>
                      <a:pt x="300" y="1691"/>
                    </a:cubicBezTo>
                    <a:cubicBezTo>
                      <a:pt x="222" y="1691"/>
                      <a:pt x="149" y="1719"/>
                      <a:pt x="115" y="1787"/>
                    </a:cubicBezTo>
                    <a:cubicBezTo>
                      <a:pt x="0" y="1902"/>
                      <a:pt x="58" y="2017"/>
                      <a:pt x="173" y="2132"/>
                    </a:cubicBezTo>
                    <a:cubicBezTo>
                      <a:pt x="288" y="2190"/>
                      <a:pt x="519" y="2248"/>
                      <a:pt x="519" y="2248"/>
                    </a:cubicBezTo>
                    <a:lnTo>
                      <a:pt x="519" y="2305"/>
                    </a:lnTo>
                    <a:cubicBezTo>
                      <a:pt x="519" y="2421"/>
                      <a:pt x="576" y="2536"/>
                      <a:pt x="691" y="2536"/>
                    </a:cubicBezTo>
                    <a:lnTo>
                      <a:pt x="749" y="2536"/>
                    </a:lnTo>
                    <a:cubicBezTo>
                      <a:pt x="864" y="2536"/>
                      <a:pt x="922" y="2478"/>
                      <a:pt x="922" y="2363"/>
                    </a:cubicBezTo>
                    <a:lnTo>
                      <a:pt x="922" y="2248"/>
                    </a:lnTo>
                    <a:cubicBezTo>
                      <a:pt x="1152" y="2132"/>
                      <a:pt x="1325" y="1960"/>
                      <a:pt x="1383" y="1729"/>
                    </a:cubicBezTo>
                    <a:cubicBezTo>
                      <a:pt x="1440" y="1441"/>
                      <a:pt x="1268" y="1153"/>
                      <a:pt x="980" y="1038"/>
                    </a:cubicBezTo>
                    <a:cubicBezTo>
                      <a:pt x="864" y="1038"/>
                      <a:pt x="749" y="980"/>
                      <a:pt x="634" y="923"/>
                    </a:cubicBezTo>
                    <a:cubicBezTo>
                      <a:pt x="576" y="865"/>
                      <a:pt x="576" y="807"/>
                      <a:pt x="634" y="750"/>
                    </a:cubicBezTo>
                    <a:cubicBezTo>
                      <a:pt x="691" y="731"/>
                      <a:pt x="736" y="724"/>
                      <a:pt x="770" y="724"/>
                    </a:cubicBezTo>
                    <a:cubicBezTo>
                      <a:pt x="839" y="724"/>
                      <a:pt x="864" y="750"/>
                      <a:pt x="864" y="750"/>
                    </a:cubicBezTo>
                    <a:cubicBezTo>
                      <a:pt x="864" y="750"/>
                      <a:pt x="941" y="827"/>
                      <a:pt x="1026" y="827"/>
                    </a:cubicBezTo>
                    <a:cubicBezTo>
                      <a:pt x="1069" y="827"/>
                      <a:pt x="1114" y="807"/>
                      <a:pt x="1152" y="750"/>
                    </a:cubicBezTo>
                    <a:cubicBezTo>
                      <a:pt x="1325" y="577"/>
                      <a:pt x="1152" y="404"/>
                      <a:pt x="1152" y="404"/>
                    </a:cubicBezTo>
                    <a:cubicBezTo>
                      <a:pt x="1152" y="404"/>
                      <a:pt x="1037" y="347"/>
                      <a:pt x="922" y="289"/>
                    </a:cubicBezTo>
                    <a:lnTo>
                      <a:pt x="922" y="231"/>
                    </a:lnTo>
                    <a:cubicBezTo>
                      <a:pt x="922" y="116"/>
                      <a:pt x="864"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60"/>
              <p:cNvSpPr/>
              <p:nvPr/>
            </p:nvSpPr>
            <p:spPr>
              <a:xfrm>
                <a:off x="5434625" y="3255000"/>
                <a:ext cx="309675" cy="374475"/>
              </a:xfrm>
              <a:custGeom>
                <a:rect b="b" l="l" r="r" t="t"/>
                <a:pathLst>
                  <a:path extrusionOk="0" h="14979" w="12387">
                    <a:moveTo>
                      <a:pt x="3727" y="2472"/>
                    </a:moveTo>
                    <a:cubicBezTo>
                      <a:pt x="4263" y="2472"/>
                      <a:pt x="4724" y="2913"/>
                      <a:pt x="4724" y="3457"/>
                    </a:cubicBezTo>
                    <a:cubicBezTo>
                      <a:pt x="4724" y="3975"/>
                      <a:pt x="4321" y="4378"/>
                      <a:pt x="3802" y="4436"/>
                    </a:cubicBezTo>
                    <a:lnTo>
                      <a:pt x="3572" y="4436"/>
                    </a:lnTo>
                    <a:cubicBezTo>
                      <a:pt x="3053" y="4378"/>
                      <a:pt x="2650" y="3918"/>
                      <a:pt x="2708" y="3341"/>
                    </a:cubicBezTo>
                    <a:cubicBezTo>
                      <a:pt x="2765" y="2881"/>
                      <a:pt x="3111" y="2477"/>
                      <a:pt x="3630" y="2477"/>
                    </a:cubicBezTo>
                    <a:cubicBezTo>
                      <a:pt x="3662" y="2474"/>
                      <a:pt x="3695" y="2472"/>
                      <a:pt x="3727" y="2472"/>
                    </a:cubicBezTo>
                    <a:close/>
                    <a:moveTo>
                      <a:pt x="3918" y="518"/>
                    </a:moveTo>
                    <a:lnTo>
                      <a:pt x="4090" y="1152"/>
                    </a:lnTo>
                    <a:cubicBezTo>
                      <a:pt x="4090" y="1267"/>
                      <a:pt x="4148" y="1325"/>
                      <a:pt x="4263" y="1383"/>
                    </a:cubicBezTo>
                    <a:cubicBezTo>
                      <a:pt x="4436" y="1440"/>
                      <a:pt x="4609" y="1498"/>
                      <a:pt x="4782" y="1613"/>
                    </a:cubicBezTo>
                    <a:lnTo>
                      <a:pt x="5070" y="1613"/>
                    </a:lnTo>
                    <a:lnTo>
                      <a:pt x="5588" y="1210"/>
                    </a:lnTo>
                    <a:lnTo>
                      <a:pt x="5992" y="1555"/>
                    </a:lnTo>
                    <a:lnTo>
                      <a:pt x="5588" y="2132"/>
                    </a:lnTo>
                    <a:cubicBezTo>
                      <a:pt x="5531" y="2189"/>
                      <a:pt x="5531" y="2304"/>
                      <a:pt x="5588" y="2362"/>
                    </a:cubicBezTo>
                    <a:cubicBezTo>
                      <a:pt x="5646" y="2535"/>
                      <a:pt x="5761" y="2708"/>
                      <a:pt x="5819" y="2938"/>
                    </a:cubicBezTo>
                    <a:cubicBezTo>
                      <a:pt x="5819" y="2996"/>
                      <a:pt x="5876" y="3053"/>
                      <a:pt x="5992" y="3111"/>
                    </a:cubicBezTo>
                    <a:lnTo>
                      <a:pt x="6683" y="3226"/>
                    </a:lnTo>
                    <a:lnTo>
                      <a:pt x="6683" y="3687"/>
                    </a:lnTo>
                    <a:lnTo>
                      <a:pt x="5992" y="3860"/>
                    </a:lnTo>
                    <a:cubicBezTo>
                      <a:pt x="5876" y="3860"/>
                      <a:pt x="5819" y="3918"/>
                      <a:pt x="5819" y="4033"/>
                    </a:cubicBezTo>
                    <a:cubicBezTo>
                      <a:pt x="5761" y="4148"/>
                      <a:pt x="5704" y="4321"/>
                      <a:pt x="5646" y="4436"/>
                    </a:cubicBezTo>
                    <a:lnTo>
                      <a:pt x="4782" y="4436"/>
                    </a:lnTo>
                    <a:cubicBezTo>
                      <a:pt x="5070" y="4148"/>
                      <a:pt x="5185" y="3802"/>
                      <a:pt x="5185" y="3341"/>
                    </a:cubicBezTo>
                    <a:cubicBezTo>
                      <a:pt x="5127" y="2650"/>
                      <a:pt x="4551" y="2016"/>
                      <a:pt x="3802" y="1959"/>
                    </a:cubicBezTo>
                    <a:cubicBezTo>
                      <a:pt x="3769" y="1957"/>
                      <a:pt x="3735" y="1955"/>
                      <a:pt x="3702" y="1955"/>
                    </a:cubicBezTo>
                    <a:cubicBezTo>
                      <a:pt x="2885" y="1955"/>
                      <a:pt x="2247" y="2626"/>
                      <a:pt x="2247" y="3457"/>
                    </a:cubicBezTo>
                    <a:cubicBezTo>
                      <a:pt x="2247" y="3860"/>
                      <a:pt x="2362" y="4206"/>
                      <a:pt x="2593" y="4436"/>
                    </a:cubicBezTo>
                    <a:lnTo>
                      <a:pt x="1786" y="4436"/>
                    </a:lnTo>
                    <a:cubicBezTo>
                      <a:pt x="1728" y="4321"/>
                      <a:pt x="1671" y="4148"/>
                      <a:pt x="1613" y="3975"/>
                    </a:cubicBezTo>
                    <a:lnTo>
                      <a:pt x="1613" y="4033"/>
                    </a:lnTo>
                    <a:cubicBezTo>
                      <a:pt x="1556" y="3918"/>
                      <a:pt x="1498" y="3860"/>
                      <a:pt x="1383" y="3860"/>
                    </a:cubicBezTo>
                    <a:lnTo>
                      <a:pt x="749" y="3687"/>
                    </a:lnTo>
                    <a:lnTo>
                      <a:pt x="749" y="3226"/>
                    </a:lnTo>
                    <a:lnTo>
                      <a:pt x="1383" y="3111"/>
                    </a:lnTo>
                    <a:cubicBezTo>
                      <a:pt x="1498" y="3053"/>
                      <a:pt x="1556" y="2996"/>
                      <a:pt x="1613" y="2938"/>
                    </a:cubicBezTo>
                    <a:cubicBezTo>
                      <a:pt x="1613" y="2708"/>
                      <a:pt x="1728" y="2535"/>
                      <a:pt x="1844" y="2362"/>
                    </a:cubicBezTo>
                    <a:cubicBezTo>
                      <a:pt x="1844" y="2304"/>
                      <a:pt x="1844" y="2189"/>
                      <a:pt x="1786" y="2132"/>
                    </a:cubicBezTo>
                    <a:lnTo>
                      <a:pt x="1440" y="1555"/>
                    </a:lnTo>
                    <a:lnTo>
                      <a:pt x="1786" y="1210"/>
                    </a:lnTo>
                    <a:lnTo>
                      <a:pt x="2362" y="1613"/>
                    </a:lnTo>
                    <a:cubicBezTo>
                      <a:pt x="2401" y="1613"/>
                      <a:pt x="2465" y="1639"/>
                      <a:pt x="2520" y="1639"/>
                    </a:cubicBezTo>
                    <a:cubicBezTo>
                      <a:pt x="2548" y="1639"/>
                      <a:pt x="2573" y="1632"/>
                      <a:pt x="2593" y="1613"/>
                    </a:cubicBezTo>
                    <a:cubicBezTo>
                      <a:pt x="2765" y="1498"/>
                      <a:pt x="2938" y="1440"/>
                      <a:pt x="3169" y="1383"/>
                    </a:cubicBezTo>
                    <a:cubicBezTo>
                      <a:pt x="3226" y="1325"/>
                      <a:pt x="3284" y="1267"/>
                      <a:pt x="3342" y="1152"/>
                    </a:cubicBezTo>
                    <a:lnTo>
                      <a:pt x="3457" y="518"/>
                    </a:lnTo>
                    <a:close/>
                    <a:moveTo>
                      <a:pt x="11465" y="4955"/>
                    </a:moveTo>
                    <a:cubicBezTo>
                      <a:pt x="11753" y="4955"/>
                      <a:pt x="11753" y="5415"/>
                      <a:pt x="11465" y="5415"/>
                    </a:cubicBezTo>
                    <a:lnTo>
                      <a:pt x="4033" y="5415"/>
                    </a:lnTo>
                    <a:cubicBezTo>
                      <a:pt x="3918" y="5415"/>
                      <a:pt x="3802" y="5473"/>
                      <a:pt x="3745" y="5588"/>
                    </a:cubicBezTo>
                    <a:cubicBezTo>
                      <a:pt x="3745" y="5761"/>
                      <a:pt x="3860" y="5876"/>
                      <a:pt x="3975" y="5876"/>
                    </a:cubicBezTo>
                    <a:lnTo>
                      <a:pt x="10658" y="5876"/>
                    </a:lnTo>
                    <a:cubicBezTo>
                      <a:pt x="9909" y="6568"/>
                      <a:pt x="7432" y="8930"/>
                      <a:pt x="6913" y="9448"/>
                    </a:cubicBezTo>
                    <a:cubicBezTo>
                      <a:pt x="6856" y="9506"/>
                      <a:pt x="6856" y="9563"/>
                      <a:pt x="6856" y="9621"/>
                    </a:cubicBezTo>
                    <a:lnTo>
                      <a:pt x="6856" y="10485"/>
                    </a:lnTo>
                    <a:cubicBezTo>
                      <a:pt x="6654" y="10428"/>
                      <a:pt x="6438" y="10399"/>
                      <a:pt x="6222" y="10399"/>
                    </a:cubicBezTo>
                    <a:cubicBezTo>
                      <a:pt x="6006" y="10399"/>
                      <a:pt x="5790" y="10428"/>
                      <a:pt x="5588" y="10485"/>
                    </a:cubicBezTo>
                    <a:lnTo>
                      <a:pt x="5588" y="9851"/>
                    </a:lnTo>
                    <a:cubicBezTo>
                      <a:pt x="5588" y="9679"/>
                      <a:pt x="5588" y="9563"/>
                      <a:pt x="5473" y="9391"/>
                    </a:cubicBezTo>
                    <a:cubicBezTo>
                      <a:pt x="5300" y="9218"/>
                      <a:pt x="1786" y="5876"/>
                      <a:pt x="1786" y="5876"/>
                    </a:cubicBezTo>
                    <a:lnTo>
                      <a:pt x="2765" y="5876"/>
                    </a:lnTo>
                    <a:cubicBezTo>
                      <a:pt x="2881" y="5876"/>
                      <a:pt x="2996" y="5761"/>
                      <a:pt x="2996" y="5588"/>
                    </a:cubicBezTo>
                    <a:cubicBezTo>
                      <a:pt x="2938" y="5473"/>
                      <a:pt x="2823" y="5415"/>
                      <a:pt x="2765" y="5415"/>
                    </a:cubicBezTo>
                    <a:lnTo>
                      <a:pt x="979" y="5415"/>
                    </a:lnTo>
                    <a:cubicBezTo>
                      <a:pt x="634" y="5415"/>
                      <a:pt x="634" y="4955"/>
                      <a:pt x="979" y="4955"/>
                    </a:cubicBezTo>
                    <a:close/>
                    <a:moveTo>
                      <a:pt x="3226" y="0"/>
                    </a:moveTo>
                    <a:cubicBezTo>
                      <a:pt x="3111" y="0"/>
                      <a:pt x="2996" y="115"/>
                      <a:pt x="2996" y="230"/>
                    </a:cubicBezTo>
                    <a:lnTo>
                      <a:pt x="2881" y="922"/>
                    </a:lnTo>
                    <a:cubicBezTo>
                      <a:pt x="2708" y="979"/>
                      <a:pt x="2593" y="1037"/>
                      <a:pt x="2477" y="1095"/>
                    </a:cubicBezTo>
                    <a:lnTo>
                      <a:pt x="1844" y="691"/>
                    </a:lnTo>
                    <a:cubicBezTo>
                      <a:pt x="1815" y="663"/>
                      <a:pt x="1757" y="648"/>
                      <a:pt x="1700" y="648"/>
                    </a:cubicBezTo>
                    <a:cubicBezTo>
                      <a:pt x="1642" y="648"/>
                      <a:pt x="1584" y="663"/>
                      <a:pt x="1556" y="691"/>
                    </a:cubicBezTo>
                    <a:lnTo>
                      <a:pt x="922" y="1325"/>
                    </a:lnTo>
                    <a:cubicBezTo>
                      <a:pt x="864" y="1440"/>
                      <a:pt x="864" y="1555"/>
                      <a:pt x="922" y="1671"/>
                    </a:cubicBezTo>
                    <a:lnTo>
                      <a:pt x="1325" y="2247"/>
                    </a:lnTo>
                    <a:cubicBezTo>
                      <a:pt x="1268" y="2420"/>
                      <a:pt x="1210" y="2535"/>
                      <a:pt x="1152" y="2650"/>
                    </a:cubicBezTo>
                    <a:lnTo>
                      <a:pt x="461" y="2765"/>
                    </a:lnTo>
                    <a:cubicBezTo>
                      <a:pt x="346" y="2823"/>
                      <a:pt x="231" y="2881"/>
                      <a:pt x="231" y="2996"/>
                    </a:cubicBezTo>
                    <a:lnTo>
                      <a:pt x="231" y="4090"/>
                    </a:lnTo>
                    <a:lnTo>
                      <a:pt x="288" y="4090"/>
                    </a:lnTo>
                    <a:lnTo>
                      <a:pt x="1152" y="4263"/>
                    </a:lnTo>
                    <a:cubicBezTo>
                      <a:pt x="1210" y="4321"/>
                      <a:pt x="1210" y="4378"/>
                      <a:pt x="1210" y="4436"/>
                    </a:cubicBezTo>
                    <a:lnTo>
                      <a:pt x="922" y="4436"/>
                    </a:lnTo>
                    <a:cubicBezTo>
                      <a:pt x="58" y="4436"/>
                      <a:pt x="0" y="5876"/>
                      <a:pt x="922" y="5876"/>
                    </a:cubicBezTo>
                    <a:lnTo>
                      <a:pt x="1095" y="5876"/>
                    </a:lnTo>
                    <a:cubicBezTo>
                      <a:pt x="1095" y="5876"/>
                      <a:pt x="4897" y="9563"/>
                      <a:pt x="5070" y="9736"/>
                    </a:cubicBezTo>
                    <a:cubicBezTo>
                      <a:pt x="5070" y="10024"/>
                      <a:pt x="5070" y="10370"/>
                      <a:pt x="5070" y="10658"/>
                    </a:cubicBezTo>
                    <a:cubicBezTo>
                      <a:pt x="4379" y="11061"/>
                      <a:pt x="3860" y="11810"/>
                      <a:pt x="3860" y="12674"/>
                    </a:cubicBezTo>
                    <a:cubicBezTo>
                      <a:pt x="3860" y="13942"/>
                      <a:pt x="4897" y="14979"/>
                      <a:pt x="6222" y="14979"/>
                    </a:cubicBezTo>
                    <a:cubicBezTo>
                      <a:pt x="6683" y="14979"/>
                      <a:pt x="7144" y="14864"/>
                      <a:pt x="7547" y="14575"/>
                    </a:cubicBezTo>
                    <a:cubicBezTo>
                      <a:pt x="7720" y="14460"/>
                      <a:pt x="7662" y="14172"/>
                      <a:pt x="7374" y="14115"/>
                    </a:cubicBezTo>
                    <a:lnTo>
                      <a:pt x="7317" y="14115"/>
                    </a:lnTo>
                    <a:cubicBezTo>
                      <a:pt x="7007" y="14368"/>
                      <a:pt x="6616" y="14511"/>
                      <a:pt x="6202" y="14511"/>
                    </a:cubicBezTo>
                    <a:cubicBezTo>
                      <a:pt x="5768" y="14511"/>
                      <a:pt x="5310" y="14353"/>
                      <a:pt x="4897" y="13999"/>
                    </a:cubicBezTo>
                    <a:lnTo>
                      <a:pt x="4839" y="13999"/>
                    </a:lnTo>
                    <a:cubicBezTo>
                      <a:pt x="3724" y="12482"/>
                      <a:pt x="4786" y="10827"/>
                      <a:pt x="6231" y="10827"/>
                    </a:cubicBezTo>
                    <a:cubicBezTo>
                      <a:pt x="6652" y="10827"/>
                      <a:pt x="7106" y="10967"/>
                      <a:pt x="7547" y="11292"/>
                    </a:cubicBezTo>
                    <a:cubicBezTo>
                      <a:pt x="7547" y="11349"/>
                      <a:pt x="7605" y="11349"/>
                      <a:pt x="7605" y="11349"/>
                    </a:cubicBezTo>
                    <a:cubicBezTo>
                      <a:pt x="8066" y="12041"/>
                      <a:pt x="8181" y="12790"/>
                      <a:pt x="7893" y="13423"/>
                    </a:cubicBezTo>
                    <a:cubicBezTo>
                      <a:pt x="7954" y="13575"/>
                      <a:pt x="8063" y="13647"/>
                      <a:pt x="8160" y="13647"/>
                    </a:cubicBezTo>
                    <a:cubicBezTo>
                      <a:pt x="8248" y="13647"/>
                      <a:pt x="8326" y="13590"/>
                      <a:pt x="8354" y="13481"/>
                    </a:cubicBezTo>
                    <a:cubicBezTo>
                      <a:pt x="8469" y="13250"/>
                      <a:pt x="8526" y="12962"/>
                      <a:pt x="8526" y="12674"/>
                    </a:cubicBezTo>
                    <a:cubicBezTo>
                      <a:pt x="8526" y="11810"/>
                      <a:pt x="8008" y="11061"/>
                      <a:pt x="7317" y="10658"/>
                    </a:cubicBezTo>
                    <a:cubicBezTo>
                      <a:pt x="7317" y="10312"/>
                      <a:pt x="7317" y="10024"/>
                      <a:pt x="7317" y="9736"/>
                    </a:cubicBezTo>
                    <a:lnTo>
                      <a:pt x="11292" y="5876"/>
                    </a:lnTo>
                    <a:lnTo>
                      <a:pt x="11465" y="5876"/>
                    </a:lnTo>
                    <a:cubicBezTo>
                      <a:pt x="12329" y="5876"/>
                      <a:pt x="12386" y="4436"/>
                      <a:pt x="11465" y="4436"/>
                    </a:cubicBezTo>
                    <a:lnTo>
                      <a:pt x="6107" y="4436"/>
                    </a:lnTo>
                    <a:cubicBezTo>
                      <a:pt x="6107" y="4378"/>
                      <a:pt x="6164" y="4321"/>
                      <a:pt x="6164" y="4263"/>
                    </a:cubicBezTo>
                    <a:lnTo>
                      <a:pt x="6913" y="4148"/>
                    </a:lnTo>
                    <a:cubicBezTo>
                      <a:pt x="7029" y="4090"/>
                      <a:pt x="7086" y="4033"/>
                      <a:pt x="7086" y="3918"/>
                    </a:cubicBezTo>
                    <a:lnTo>
                      <a:pt x="7086" y="2996"/>
                    </a:lnTo>
                    <a:cubicBezTo>
                      <a:pt x="7086" y="2881"/>
                      <a:pt x="7029" y="2823"/>
                      <a:pt x="6913" y="2765"/>
                    </a:cubicBezTo>
                    <a:lnTo>
                      <a:pt x="6164" y="2650"/>
                    </a:lnTo>
                    <a:cubicBezTo>
                      <a:pt x="6107" y="2535"/>
                      <a:pt x="6107" y="2362"/>
                      <a:pt x="5992" y="2247"/>
                    </a:cubicBezTo>
                    <a:lnTo>
                      <a:pt x="6453" y="1671"/>
                    </a:lnTo>
                    <a:cubicBezTo>
                      <a:pt x="6510" y="1555"/>
                      <a:pt x="6510" y="1440"/>
                      <a:pt x="6395" y="1325"/>
                    </a:cubicBezTo>
                    <a:lnTo>
                      <a:pt x="5761" y="691"/>
                    </a:lnTo>
                    <a:cubicBezTo>
                      <a:pt x="5732" y="663"/>
                      <a:pt x="5689" y="648"/>
                      <a:pt x="5639" y="648"/>
                    </a:cubicBezTo>
                    <a:cubicBezTo>
                      <a:pt x="5588" y="648"/>
                      <a:pt x="5531" y="663"/>
                      <a:pt x="5473" y="691"/>
                    </a:cubicBezTo>
                    <a:lnTo>
                      <a:pt x="4897" y="1095"/>
                    </a:lnTo>
                    <a:cubicBezTo>
                      <a:pt x="4724" y="1037"/>
                      <a:pt x="4609" y="979"/>
                      <a:pt x="4494" y="922"/>
                    </a:cubicBezTo>
                    <a:lnTo>
                      <a:pt x="4321" y="230"/>
                    </a:lnTo>
                    <a:cubicBezTo>
                      <a:pt x="4321" y="115"/>
                      <a:pt x="4206" y="0"/>
                      <a:pt x="409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1" name="Shape 1291"/>
        <p:cNvGrpSpPr/>
        <p:nvPr/>
      </p:nvGrpSpPr>
      <p:grpSpPr>
        <a:xfrm>
          <a:off x="0" y="0"/>
          <a:ext cx="0" cy="0"/>
          <a:chOff x="0" y="0"/>
          <a:chExt cx="0" cy="0"/>
        </a:xfrm>
      </p:grpSpPr>
      <p:sp>
        <p:nvSpPr>
          <p:cNvPr id="1292" name="Google Shape;1292;p6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Predicted growth</a:t>
            </a:r>
            <a:endParaRPr/>
          </a:p>
        </p:txBody>
      </p:sp>
      <p:pic>
        <p:nvPicPr>
          <p:cNvPr id="1293" name="Google Shape;1293;p61">
            <a:hlinkClick r:id="rId3"/>
          </p:cNvPr>
          <p:cNvPicPr preferRelativeResize="0"/>
          <p:nvPr/>
        </p:nvPicPr>
        <p:blipFill>
          <a:blip r:embed="rId4">
            <a:alphaModFix/>
          </a:blip>
          <a:stretch>
            <a:fillRect/>
          </a:stretch>
        </p:blipFill>
        <p:spPr>
          <a:xfrm>
            <a:off x="570350" y="1540825"/>
            <a:ext cx="3973074" cy="2456675"/>
          </a:xfrm>
          <a:prstGeom prst="rect">
            <a:avLst/>
          </a:prstGeom>
          <a:noFill/>
          <a:ln>
            <a:noFill/>
          </a:ln>
        </p:spPr>
      </p:pic>
      <p:sp>
        <p:nvSpPr>
          <p:cNvPr id="1294" name="Google Shape;1294;p61"/>
          <p:cNvSpPr txBox="1"/>
          <p:nvPr/>
        </p:nvSpPr>
        <p:spPr>
          <a:xfrm>
            <a:off x="694050" y="4219325"/>
            <a:ext cx="4106400" cy="395400"/>
          </a:xfrm>
          <a:prstGeom prst="rect">
            <a:avLst/>
          </a:prstGeom>
          <a:noFill/>
          <a:ln>
            <a:noFill/>
          </a:ln>
        </p:spPr>
        <p:txBody>
          <a:bodyPr anchorCtr="0" anchor="ctr" bIns="91425" lIns="0" spcFirstLastPara="1" rIns="0" wrap="square" tIns="91425">
            <a:noAutofit/>
          </a:bodyPr>
          <a:lstStyle/>
          <a:p>
            <a:pPr indent="0" lvl="0" marL="0" rtl="0" algn="l">
              <a:spcBef>
                <a:spcPts val="0"/>
              </a:spcBef>
              <a:spcAft>
                <a:spcPts val="0"/>
              </a:spcAft>
              <a:buNone/>
            </a:pPr>
            <a:r>
              <a:rPr lang="en" sz="1200">
                <a:solidFill>
                  <a:schemeClr val="dk1"/>
                </a:solidFill>
                <a:latin typeface="Albert Sans"/>
                <a:ea typeface="Albert Sans"/>
                <a:cs typeface="Albert Sans"/>
                <a:sym typeface="Albert Sans"/>
              </a:rPr>
              <a:t>Follow the link in the graph to modify its data and then paste the new one here. For more info, </a:t>
            </a:r>
            <a:r>
              <a:rPr b="1" lang="en" sz="1200">
                <a:solidFill>
                  <a:schemeClr val="dk1"/>
                </a:solidFill>
                <a:uFill>
                  <a:noFill/>
                </a:uFill>
                <a:latin typeface="Albert Sans"/>
                <a:ea typeface="Albert Sans"/>
                <a:cs typeface="Albert Sans"/>
                <a:sym typeface="Albert Sans"/>
                <a:hlinkClick r:id="rId5">
                  <a:extLst>
                    <a:ext uri="{A12FA001-AC4F-418D-AE19-62706E023703}">
                      <ahyp:hlinkClr val="tx"/>
                    </a:ext>
                  </a:extLst>
                </a:hlinkClick>
              </a:rPr>
              <a:t>click here</a:t>
            </a:r>
            <a:endParaRPr b="1" sz="1200">
              <a:solidFill>
                <a:schemeClr val="dk1"/>
              </a:solidFill>
              <a:latin typeface="Albert Sans"/>
              <a:ea typeface="Albert Sans"/>
              <a:cs typeface="Albert Sans"/>
              <a:sym typeface="Albert Sans"/>
            </a:endParaRPr>
          </a:p>
        </p:txBody>
      </p:sp>
      <p:sp>
        <p:nvSpPr>
          <p:cNvPr id="1295" name="Google Shape;1295;p61"/>
          <p:cNvSpPr txBox="1"/>
          <p:nvPr/>
        </p:nvSpPr>
        <p:spPr>
          <a:xfrm>
            <a:off x="4687263" y="1476575"/>
            <a:ext cx="3035700" cy="395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2400">
                <a:solidFill>
                  <a:schemeClr val="dk2"/>
                </a:solidFill>
                <a:latin typeface="Albert Sans"/>
                <a:ea typeface="Albert Sans"/>
                <a:cs typeface="Albert Sans"/>
                <a:sym typeface="Albert Sans"/>
              </a:rPr>
              <a:t>From </a:t>
            </a:r>
            <a:r>
              <a:rPr b="1" lang="en" sz="2400">
                <a:solidFill>
                  <a:schemeClr val="dk2"/>
                </a:solidFill>
                <a:latin typeface="Albert Sans"/>
                <a:ea typeface="Albert Sans"/>
                <a:cs typeface="Albert Sans"/>
                <a:sym typeface="Albert Sans"/>
              </a:rPr>
              <a:t>2XXX-2XXX</a:t>
            </a:r>
            <a:endParaRPr b="1" sz="2400">
              <a:solidFill>
                <a:schemeClr val="dk2"/>
              </a:solidFill>
              <a:latin typeface="Albert Sans"/>
              <a:ea typeface="Albert Sans"/>
              <a:cs typeface="Albert Sans"/>
              <a:sym typeface="Albert Sans"/>
            </a:endParaRPr>
          </a:p>
        </p:txBody>
      </p:sp>
      <p:sp>
        <p:nvSpPr>
          <p:cNvPr id="1296" name="Google Shape;1296;p61"/>
          <p:cNvSpPr txBox="1"/>
          <p:nvPr/>
        </p:nvSpPr>
        <p:spPr>
          <a:xfrm>
            <a:off x="4688913" y="1871975"/>
            <a:ext cx="3032400" cy="134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Albert Sans"/>
                <a:ea typeface="Albert Sans"/>
                <a:cs typeface="Albert Sans"/>
                <a:sym typeface="Albert Sans"/>
              </a:rPr>
              <a:t>Venus has </a:t>
            </a:r>
            <a:r>
              <a:rPr lang="en">
                <a:solidFill>
                  <a:schemeClr val="dk1"/>
                </a:solidFill>
                <a:latin typeface="Albert Sans"/>
                <a:ea typeface="Albert Sans"/>
                <a:cs typeface="Albert Sans"/>
                <a:sym typeface="Albert Sans"/>
              </a:rPr>
              <a:t>a beautiful name and is the second planet from the Sun. It’s terribly hot, even hotter than Mercury, and its atmosphere is extremely poisonous</a:t>
            </a:r>
            <a:endParaRPr>
              <a:solidFill>
                <a:schemeClr val="dk1"/>
              </a:solidFill>
              <a:latin typeface="Albert Sans"/>
              <a:ea typeface="Albert Sans"/>
              <a:cs typeface="Albert Sans"/>
              <a:sym typeface="Albert Sans"/>
            </a:endParaRPr>
          </a:p>
        </p:txBody>
      </p:sp>
      <p:grpSp>
        <p:nvGrpSpPr>
          <p:cNvPr id="1297" name="Google Shape;1297;p61"/>
          <p:cNvGrpSpPr/>
          <p:nvPr/>
        </p:nvGrpSpPr>
        <p:grpSpPr>
          <a:xfrm flipH="1" rot="10800000">
            <a:off x="7191426" y="3236007"/>
            <a:ext cx="2340953" cy="423402"/>
            <a:chOff x="6456475" y="3575600"/>
            <a:chExt cx="2936100" cy="552600"/>
          </a:xfrm>
        </p:grpSpPr>
        <p:sp>
          <p:nvSpPr>
            <p:cNvPr id="1298" name="Google Shape;1298;p61"/>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61"/>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00" name="Google Shape;1300;p61"/>
          <p:cNvSpPr txBox="1"/>
          <p:nvPr/>
        </p:nvSpPr>
        <p:spPr>
          <a:xfrm>
            <a:off x="6575379" y="4368831"/>
            <a:ext cx="1828800" cy="212700"/>
          </a:xfrm>
          <a:prstGeom prst="rect">
            <a:avLst/>
          </a:prstGeom>
          <a:noFill/>
          <a:ln>
            <a:noFill/>
          </a:ln>
        </p:spPr>
        <p:txBody>
          <a:bodyPr anchorCtr="0" anchor="b" bIns="0" lIns="0" spcFirstLastPara="1" rIns="0" wrap="square" tIns="6350">
            <a:noAutofit/>
          </a:bodyPr>
          <a:lstStyle/>
          <a:p>
            <a:pPr indent="0" lvl="0" marL="0" marR="0" rtl="0" algn="l">
              <a:lnSpc>
                <a:spcPct val="100000"/>
              </a:lnSpc>
              <a:spcBef>
                <a:spcPts val="0"/>
              </a:spcBef>
              <a:spcAft>
                <a:spcPts val="0"/>
              </a:spcAft>
              <a:buNone/>
            </a:pPr>
            <a:r>
              <a:rPr lang="en">
                <a:solidFill>
                  <a:schemeClr val="dk1"/>
                </a:solidFill>
                <a:latin typeface="Albert Sans Light"/>
                <a:ea typeface="Albert Sans Light"/>
                <a:cs typeface="Albert Sans Light"/>
                <a:sym typeface="Albert Sans Light"/>
              </a:rPr>
              <a:t>Expected income </a:t>
            </a:r>
            <a:endParaRPr>
              <a:solidFill>
                <a:schemeClr val="dk1"/>
              </a:solidFill>
              <a:latin typeface="Albert Sans Light"/>
              <a:ea typeface="Albert Sans Light"/>
              <a:cs typeface="Albert Sans Light"/>
              <a:sym typeface="Albert Sans Light"/>
            </a:endParaRPr>
          </a:p>
        </p:txBody>
      </p:sp>
      <p:sp>
        <p:nvSpPr>
          <p:cNvPr id="1301" name="Google Shape;1301;p61"/>
          <p:cNvSpPr txBox="1"/>
          <p:nvPr/>
        </p:nvSpPr>
        <p:spPr>
          <a:xfrm>
            <a:off x="6575379" y="3884344"/>
            <a:ext cx="1828800" cy="540900"/>
          </a:xfrm>
          <a:prstGeom prst="rect">
            <a:avLst/>
          </a:prstGeom>
          <a:noFill/>
          <a:ln>
            <a:noFill/>
          </a:ln>
        </p:spPr>
        <p:txBody>
          <a:bodyPr anchorCtr="0" anchor="ctr" bIns="0" lIns="0" spcFirstLastPara="1" rIns="0" wrap="square" tIns="6350">
            <a:noAutofit/>
          </a:bodyPr>
          <a:lstStyle/>
          <a:p>
            <a:pPr indent="0" lvl="0" marL="0" marR="0" rtl="0" algn="l">
              <a:lnSpc>
                <a:spcPct val="100000"/>
              </a:lnSpc>
              <a:spcBef>
                <a:spcPts val="0"/>
              </a:spcBef>
              <a:spcAft>
                <a:spcPts val="0"/>
              </a:spcAft>
              <a:buNone/>
            </a:pPr>
            <a:r>
              <a:rPr b="1" lang="en" sz="2400">
                <a:solidFill>
                  <a:schemeClr val="dk2"/>
                </a:solidFill>
                <a:latin typeface="Albert Sans"/>
                <a:ea typeface="Albert Sans"/>
                <a:cs typeface="Albert Sans"/>
                <a:sym typeface="Albert Sans"/>
              </a:rPr>
              <a:t>$20,000</a:t>
            </a:r>
            <a:endParaRPr sz="3600">
              <a:solidFill>
                <a:schemeClr val="dk2"/>
              </a:solidFill>
              <a:latin typeface="Fira Sans Extra Condensed SemiBold"/>
              <a:ea typeface="Fira Sans Extra Condensed SemiBold"/>
              <a:cs typeface="Fira Sans Extra Condensed SemiBold"/>
              <a:sym typeface="Fira Sans Extra Condensed SemiBold"/>
            </a:endParaRPr>
          </a:p>
        </p:txBody>
      </p:sp>
      <p:sp>
        <p:nvSpPr>
          <p:cNvPr id="1302" name="Google Shape;1302;p61"/>
          <p:cNvSpPr txBox="1"/>
          <p:nvPr/>
        </p:nvSpPr>
        <p:spPr>
          <a:xfrm>
            <a:off x="4790988" y="4368831"/>
            <a:ext cx="1828800" cy="212700"/>
          </a:xfrm>
          <a:prstGeom prst="rect">
            <a:avLst/>
          </a:prstGeom>
          <a:noFill/>
          <a:ln>
            <a:noFill/>
          </a:ln>
        </p:spPr>
        <p:txBody>
          <a:bodyPr anchorCtr="0" anchor="b" bIns="0" lIns="0" spcFirstLastPara="1" rIns="0" wrap="square" tIns="6350">
            <a:noAutofit/>
          </a:bodyPr>
          <a:lstStyle/>
          <a:p>
            <a:pPr indent="0" lvl="0" marL="0" marR="0" rtl="0" algn="l">
              <a:lnSpc>
                <a:spcPct val="100000"/>
              </a:lnSpc>
              <a:spcBef>
                <a:spcPts val="0"/>
              </a:spcBef>
              <a:spcAft>
                <a:spcPts val="0"/>
              </a:spcAft>
              <a:buNone/>
            </a:pPr>
            <a:r>
              <a:rPr lang="en">
                <a:solidFill>
                  <a:schemeClr val="dk1"/>
                </a:solidFill>
                <a:latin typeface="Albert Sans Light"/>
                <a:ea typeface="Albert Sans Light"/>
                <a:cs typeface="Albert Sans Light"/>
                <a:sym typeface="Albert Sans Light"/>
              </a:rPr>
              <a:t>New employees</a:t>
            </a:r>
            <a:endParaRPr>
              <a:solidFill>
                <a:schemeClr val="dk1"/>
              </a:solidFill>
              <a:latin typeface="Albert Sans Light"/>
              <a:ea typeface="Albert Sans Light"/>
              <a:cs typeface="Albert Sans Light"/>
              <a:sym typeface="Albert Sans Light"/>
            </a:endParaRPr>
          </a:p>
        </p:txBody>
      </p:sp>
      <p:sp>
        <p:nvSpPr>
          <p:cNvPr id="1303" name="Google Shape;1303;p61"/>
          <p:cNvSpPr txBox="1"/>
          <p:nvPr/>
        </p:nvSpPr>
        <p:spPr>
          <a:xfrm>
            <a:off x="4790988" y="3884344"/>
            <a:ext cx="1828800" cy="540900"/>
          </a:xfrm>
          <a:prstGeom prst="rect">
            <a:avLst/>
          </a:prstGeom>
          <a:noFill/>
          <a:ln>
            <a:noFill/>
          </a:ln>
        </p:spPr>
        <p:txBody>
          <a:bodyPr anchorCtr="0" anchor="ctr" bIns="0" lIns="0" spcFirstLastPara="1" rIns="0" wrap="square" tIns="6350">
            <a:noAutofit/>
          </a:bodyPr>
          <a:lstStyle/>
          <a:p>
            <a:pPr indent="0" lvl="0" marL="0" marR="0" rtl="0" algn="l">
              <a:lnSpc>
                <a:spcPct val="100000"/>
              </a:lnSpc>
              <a:spcBef>
                <a:spcPts val="0"/>
              </a:spcBef>
              <a:spcAft>
                <a:spcPts val="0"/>
              </a:spcAft>
              <a:buNone/>
            </a:pPr>
            <a:r>
              <a:rPr b="1" lang="en" sz="2400">
                <a:solidFill>
                  <a:schemeClr val="dk2"/>
                </a:solidFill>
                <a:latin typeface="Albert Sans"/>
                <a:ea typeface="Albert Sans"/>
                <a:cs typeface="Albert Sans"/>
                <a:sym typeface="Albert Sans"/>
              </a:rPr>
              <a:t>100</a:t>
            </a:r>
            <a:endParaRPr sz="3600">
              <a:solidFill>
                <a:schemeClr val="dk2"/>
              </a:solidFill>
              <a:latin typeface="Fira Sans Extra Condensed SemiBold"/>
              <a:ea typeface="Fira Sans Extra Condensed SemiBold"/>
              <a:cs typeface="Fira Sans Extra Condensed SemiBold"/>
              <a:sym typeface="Fira Sans Extra Condensed SemiBold"/>
            </a:endParaRPr>
          </a:p>
        </p:txBody>
      </p:sp>
      <p:grpSp>
        <p:nvGrpSpPr>
          <p:cNvPr id="1304" name="Google Shape;1304;p61"/>
          <p:cNvGrpSpPr/>
          <p:nvPr/>
        </p:nvGrpSpPr>
        <p:grpSpPr>
          <a:xfrm flipH="1">
            <a:off x="-311297" y="150024"/>
            <a:ext cx="1590595" cy="875375"/>
            <a:chOff x="6456464" y="3575600"/>
            <a:chExt cx="1004100" cy="552601"/>
          </a:xfrm>
        </p:grpSpPr>
        <p:sp>
          <p:nvSpPr>
            <p:cNvPr id="1305" name="Google Shape;1305;p61"/>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61"/>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7" name="Google Shape;1307;p61"/>
          <p:cNvGrpSpPr/>
          <p:nvPr/>
        </p:nvGrpSpPr>
        <p:grpSpPr>
          <a:xfrm flipH="1">
            <a:off x="-425085" y="1025388"/>
            <a:ext cx="1249832" cy="707506"/>
            <a:chOff x="6456475" y="3575600"/>
            <a:chExt cx="976202" cy="552609"/>
          </a:xfrm>
        </p:grpSpPr>
        <p:sp>
          <p:nvSpPr>
            <p:cNvPr id="1308" name="Google Shape;1308;p61"/>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1"/>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6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Investment</a:t>
            </a:r>
            <a:endParaRPr/>
          </a:p>
        </p:txBody>
      </p:sp>
      <p:sp>
        <p:nvSpPr>
          <p:cNvPr id="1315" name="Google Shape;1315;p62"/>
          <p:cNvSpPr txBox="1"/>
          <p:nvPr/>
        </p:nvSpPr>
        <p:spPr>
          <a:xfrm>
            <a:off x="2404350" y="4153500"/>
            <a:ext cx="43353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Follow the link in the graph to modify its data and then paste the new one here. </a:t>
            </a:r>
            <a:r>
              <a:rPr b="1" lang="en" sz="1200">
                <a:solidFill>
                  <a:schemeClr val="dk1"/>
                </a:solidFill>
                <a:uFill>
                  <a:noFill/>
                </a:uFill>
                <a:latin typeface="Albert Sans"/>
                <a:ea typeface="Albert Sans"/>
                <a:cs typeface="Albert Sans"/>
                <a:sym typeface="Albert Sans"/>
                <a:hlinkClick r:id="rId3">
                  <a:extLst>
                    <a:ext uri="{A12FA001-AC4F-418D-AE19-62706E023703}">
                      <ahyp:hlinkClr val="tx"/>
                    </a:ext>
                  </a:extLst>
                </a:hlinkClick>
              </a:rPr>
              <a:t>For more info, click here</a:t>
            </a:r>
            <a:endParaRPr b="1" sz="1200">
              <a:solidFill>
                <a:schemeClr val="dk1"/>
              </a:solidFill>
              <a:latin typeface="Albert Sans"/>
              <a:ea typeface="Albert Sans"/>
              <a:cs typeface="Albert Sans"/>
              <a:sym typeface="Albert Sans"/>
            </a:endParaRPr>
          </a:p>
        </p:txBody>
      </p:sp>
      <p:pic>
        <p:nvPicPr>
          <p:cNvPr id="1316" name="Google Shape;1316;p62">
            <a:hlinkClick r:id="rId4"/>
          </p:cNvPr>
          <p:cNvPicPr preferRelativeResize="0"/>
          <p:nvPr/>
        </p:nvPicPr>
        <p:blipFill>
          <a:blip r:embed="rId5">
            <a:alphaModFix/>
          </a:blip>
          <a:stretch>
            <a:fillRect/>
          </a:stretch>
        </p:blipFill>
        <p:spPr>
          <a:xfrm>
            <a:off x="3169460" y="1352231"/>
            <a:ext cx="2805072" cy="2792025"/>
          </a:xfrm>
          <a:prstGeom prst="rect">
            <a:avLst/>
          </a:prstGeom>
          <a:noFill/>
          <a:ln>
            <a:noFill/>
          </a:ln>
        </p:spPr>
      </p:pic>
      <p:sp>
        <p:nvSpPr>
          <p:cNvPr id="1317" name="Google Shape;1317;p62"/>
          <p:cNvSpPr txBox="1"/>
          <p:nvPr/>
        </p:nvSpPr>
        <p:spPr>
          <a:xfrm>
            <a:off x="6450172" y="2210793"/>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Venus has extremely high temperatures</a:t>
            </a:r>
            <a:endParaRPr>
              <a:solidFill>
                <a:schemeClr val="dk1"/>
              </a:solidFill>
              <a:latin typeface="Albert Sans"/>
              <a:ea typeface="Albert Sans"/>
              <a:cs typeface="Albert Sans"/>
              <a:sym typeface="Albert Sans"/>
            </a:endParaRPr>
          </a:p>
        </p:txBody>
      </p:sp>
      <p:sp>
        <p:nvSpPr>
          <p:cNvPr id="1318" name="Google Shape;1318;p62"/>
          <p:cNvSpPr txBox="1"/>
          <p:nvPr/>
        </p:nvSpPr>
        <p:spPr>
          <a:xfrm>
            <a:off x="718628" y="2210793"/>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Mars is actually a very cold place</a:t>
            </a:r>
            <a:endParaRPr>
              <a:solidFill>
                <a:schemeClr val="dk1"/>
              </a:solidFill>
              <a:latin typeface="Albert Sans"/>
              <a:ea typeface="Albert Sans"/>
              <a:cs typeface="Albert Sans"/>
              <a:sym typeface="Albert Sans"/>
            </a:endParaRPr>
          </a:p>
        </p:txBody>
      </p:sp>
      <p:sp>
        <p:nvSpPr>
          <p:cNvPr id="1319" name="Google Shape;1319;p62"/>
          <p:cNvSpPr txBox="1"/>
          <p:nvPr/>
        </p:nvSpPr>
        <p:spPr>
          <a:xfrm>
            <a:off x="718628" y="3828178"/>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It’s the closest planet to the Sun</a:t>
            </a:r>
            <a:endParaRPr>
              <a:solidFill>
                <a:schemeClr val="dk1"/>
              </a:solidFill>
              <a:latin typeface="Albert Sans"/>
              <a:ea typeface="Albert Sans"/>
              <a:cs typeface="Albert Sans"/>
              <a:sym typeface="Albert Sans"/>
            </a:endParaRPr>
          </a:p>
        </p:txBody>
      </p:sp>
      <p:sp>
        <p:nvSpPr>
          <p:cNvPr id="1320" name="Google Shape;1320;p62"/>
          <p:cNvSpPr txBox="1"/>
          <p:nvPr/>
        </p:nvSpPr>
        <p:spPr>
          <a:xfrm>
            <a:off x="6450172" y="3828178"/>
            <a:ext cx="1975200" cy="48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Albert Sans"/>
                <a:ea typeface="Albert Sans"/>
                <a:cs typeface="Albert Sans"/>
                <a:sym typeface="Albert Sans"/>
              </a:rPr>
              <a:t>Saturn is a gas giant with several rings</a:t>
            </a:r>
            <a:endParaRPr>
              <a:solidFill>
                <a:schemeClr val="dk1"/>
              </a:solidFill>
              <a:latin typeface="Albert Sans"/>
              <a:ea typeface="Albert Sans"/>
              <a:cs typeface="Albert Sans"/>
              <a:sym typeface="Albert Sans"/>
            </a:endParaRPr>
          </a:p>
        </p:txBody>
      </p:sp>
      <p:sp>
        <p:nvSpPr>
          <p:cNvPr id="1321" name="Google Shape;1321;p62"/>
          <p:cNvSpPr txBox="1"/>
          <p:nvPr/>
        </p:nvSpPr>
        <p:spPr>
          <a:xfrm>
            <a:off x="717128" y="2003406"/>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Mars</a:t>
            </a:r>
            <a:endParaRPr b="1" sz="2400">
              <a:solidFill>
                <a:schemeClr val="dk2"/>
              </a:solidFill>
              <a:latin typeface="Albert Sans"/>
              <a:ea typeface="Albert Sans"/>
              <a:cs typeface="Albert Sans"/>
              <a:sym typeface="Albert Sans"/>
            </a:endParaRPr>
          </a:p>
        </p:txBody>
      </p:sp>
      <p:sp>
        <p:nvSpPr>
          <p:cNvPr id="1322" name="Google Shape;1322;p62"/>
          <p:cNvSpPr txBox="1"/>
          <p:nvPr/>
        </p:nvSpPr>
        <p:spPr>
          <a:xfrm>
            <a:off x="6448672" y="2003406"/>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Venus</a:t>
            </a:r>
            <a:endParaRPr b="1" sz="2400">
              <a:solidFill>
                <a:schemeClr val="dk2"/>
              </a:solidFill>
              <a:latin typeface="Albert Sans"/>
              <a:ea typeface="Albert Sans"/>
              <a:cs typeface="Albert Sans"/>
              <a:sym typeface="Albert Sans"/>
            </a:endParaRPr>
          </a:p>
        </p:txBody>
      </p:sp>
      <p:sp>
        <p:nvSpPr>
          <p:cNvPr id="1323" name="Google Shape;1323;p62"/>
          <p:cNvSpPr txBox="1"/>
          <p:nvPr/>
        </p:nvSpPr>
        <p:spPr>
          <a:xfrm>
            <a:off x="717128" y="3619653"/>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Mercury</a:t>
            </a:r>
            <a:endParaRPr b="1" sz="2400">
              <a:solidFill>
                <a:schemeClr val="dk2"/>
              </a:solidFill>
              <a:latin typeface="Albert Sans"/>
              <a:ea typeface="Albert Sans"/>
              <a:cs typeface="Albert Sans"/>
              <a:sym typeface="Albert Sans"/>
            </a:endParaRPr>
          </a:p>
        </p:txBody>
      </p:sp>
      <p:sp>
        <p:nvSpPr>
          <p:cNvPr id="1324" name="Google Shape;1324;p62"/>
          <p:cNvSpPr txBox="1"/>
          <p:nvPr/>
        </p:nvSpPr>
        <p:spPr>
          <a:xfrm>
            <a:off x="6448672" y="3619653"/>
            <a:ext cx="1978200" cy="3771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b="1" lang="en" sz="2400">
                <a:solidFill>
                  <a:schemeClr val="dk2"/>
                </a:solidFill>
                <a:latin typeface="Albert Sans"/>
                <a:ea typeface="Albert Sans"/>
                <a:cs typeface="Albert Sans"/>
                <a:sym typeface="Albert Sans"/>
              </a:rPr>
              <a:t>Saturn</a:t>
            </a:r>
            <a:endParaRPr b="1" sz="2400">
              <a:solidFill>
                <a:schemeClr val="dk2"/>
              </a:solidFill>
              <a:latin typeface="Albert Sans"/>
              <a:ea typeface="Albert Sans"/>
              <a:cs typeface="Albert Sans"/>
              <a:sym typeface="Albert Sans"/>
            </a:endParaRPr>
          </a:p>
        </p:txBody>
      </p:sp>
      <p:sp>
        <p:nvSpPr>
          <p:cNvPr id="1325" name="Google Shape;1325;p62"/>
          <p:cNvSpPr/>
          <p:nvPr/>
        </p:nvSpPr>
        <p:spPr>
          <a:xfrm rot="5400000">
            <a:off x="7084072" y="1260564"/>
            <a:ext cx="707400" cy="707400"/>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2"/>
          <p:cNvSpPr/>
          <p:nvPr/>
        </p:nvSpPr>
        <p:spPr>
          <a:xfrm rot="5400000">
            <a:off x="1352528" y="1260564"/>
            <a:ext cx="707400" cy="7074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2"/>
          <p:cNvSpPr/>
          <p:nvPr/>
        </p:nvSpPr>
        <p:spPr>
          <a:xfrm rot="5400000">
            <a:off x="1352528" y="2879949"/>
            <a:ext cx="707400" cy="7074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62"/>
          <p:cNvSpPr/>
          <p:nvPr/>
        </p:nvSpPr>
        <p:spPr>
          <a:xfrm rot="5400000">
            <a:off x="7084072" y="2879949"/>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62"/>
          <p:cNvSpPr txBox="1"/>
          <p:nvPr/>
        </p:nvSpPr>
        <p:spPr>
          <a:xfrm>
            <a:off x="1218728" y="1388514"/>
            <a:ext cx="975000" cy="451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25</a:t>
            </a:r>
            <a:r>
              <a:rPr b="1" lang="en" sz="2200">
                <a:solidFill>
                  <a:schemeClr val="lt1"/>
                </a:solidFill>
                <a:latin typeface="Albert Sans"/>
                <a:ea typeface="Albert Sans"/>
                <a:cs typeface="Albert Sans"/>
                <a:sym typeface="Albert Sans"/>
              </a:rPr>
              <a:t>%</a:t>
            </a:r>
            <a:endParaRPr b="1" sz="2200">
              <a:solidFill>
                <a:schemeClr val="lt1"/>
              </a:solidFill>
              <a:latin typeface="Albert Sans"/>
              <a:ea typeface="Albert Sans"/>
              <a:cs typeface="Albert Sans"/>
              <a:sym typeface="Albert Sans"/>
            </a:endParaRPr>
          </a:p>
        </p:txBody>
      </p:sp>
      <p:sp>
        <p:nvSpPr>
          <p:cNvPr id="1330" name="Google Shape;1330;p62"/>
          <p:cNvSpPr txBox="1"/>
          <p:nvPr/>
        </p:nvSpPr>
        <p:spPr>
          <a:xfrm>
            <a:off x="1218728" y="3007899"/>
            <a:ext cx="975000" cy="451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32</a:t>
            </a:r>
            <a:r>
              <a:rPr b="1" lang="en" sz="2200">
                <a:solidFill>
                  <a:schemeClr val="lt1"/>
                </a:solidFill>
                <a:latin typeface="Albert Sans"/>
                <a:ea typeface="Albert Sans"/>
                <a:cs typeface="Albert Sans"/>
                <a:sym typeface="Albert Sans"/>
              </a:rPr>
              <a:t>%</a:t>
            </a:r>
            <a:endParaRPr b="1" sz="2200">
              <a:solidFill>
                <a:schemeClr val="lt1"/>
              </a:solidFill>
              <a:latin typeface="Albert Sans"/>
              <a:ea typeface="Albert Sans"/>
              <a:cs typeface="Albert Sans"/>
              <a:sym typeface="Albert Sans"/>
            </a:endParaRPr>
          </a:p>
        </p:txBody>
      </p:sp>
      <p:sp>
        <p:nvSpPr>
          <p:cNvPr id="1331" name="Google Shape;1331;p62"/>
          <p:cNvSpPr txBox="1"/>
          <p:nvPr/>
        </p:nvSpPr>
        <p:spPr>
          <a:xfrm>
            <a:off x="6950272" y="1388514"/>
            <a:ext cx="975000" cy="451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23%</a:t>
            </a:r>
            <a:endParaRPr b="1" sz="2200">
              <a:solidFill>
                <a:schemeClr val="lt1"/>
              </a:solidFill>
              <a:latin typeface="Albert Sans"/>
              <a:ea typeface="Albert Sans"/>
              <a:cs typeface="Albert Sans"/>
              <a:sym typeface="Albert Sans"/>
            </a:endParaRPr>
          </a:p>
        </p:txBody>
      </p:sp>
      <p:sp>
        <p:nvSpPr>
          <p:cNvPr id="1332" name="Google Shape;1332;p62"/>
          <p:cNvSpPr txBox="1"/>
          <p:nvPr/>
        </p:nvSpPr>
        <p:spPr>
          <a:xfrm>
            <a:off x="6950272" y="3007899"/>
            <a:ext cx="975000" cy="451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2200">
                <a:solidFill>
                  <a:schemeClr val="lt1"/>
                </a:solidFill>
                <a:latin typeface="Albert Sans"/>
                <a:ea typeface="Albert Sans"/>
                <a:cs typeface="Albert Sans"/>
                <a:sym typeface="Albert Sans"/>
              </a:rPr>
              <a:t>20%</a:t>
            </a:r>
            <a:endParaRPr b="1" sz="2200">
              <a:solidFill>
                <a:schemeClr val="lt1"/>
              </a:solidFill>
              <a:latin typeface="Albert Sans"/>
              <a:ea typeface="Albert Sans"/>
              <a:cs typeface="Albert Sans"/>
              <a:sym typeface="Albert Sans"/>
            </a:endParaRPr>
          </a:p>
        </p:txBody>
      </p:sp>
      <p:grpSp>
        <p:nvGrpSpPr>
          <p:cNvPr id="1333" name="Google Shape;1333;p62"/>
          <p:cNvGrpSpPr/>
          <p:nvPr/>
        </p:nvGrpSpPr>
        <p:grpSpPr>
          <a:xfrm flipH="1">
            <a:off x="-311297" y="150024"/>
            <a:ext cx="1590595" cy="875375"/>
            <a:chOff x="6456464" y="3575600"/>
            <a:chExt cx="1004100" cy="552601"/>
          </a:xfrm>
        </p:grpSpPr>
        <p:sp>
          <p:nvSpPr>
            <p:cNvPr id="1334" name="Google Shape;1334;p62"/>
            <p:cNvSpPr/>
            <p:nvPr/>
          </p:nvSpPr>
          <p:spPr>
            <a:xfrm>
              <a:off x="6456464" y="3575601"/>
              <a:ext cx="1004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62"/>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6" name="Google Shape;1336;p62"/>
          <p:cNvGrpSpPr/>
          <p:nvPr/>
        </p:nvGrpSpPr>
        <p:grpSpPr>
          <a:xfrm flipH="1">
            <a:off x="-425085" y="1025388"/>
            <a:ext cx="1249832" cy="707506"/>
            <a:chOff x="6456475" y="3575600"/>
            <a:chExt cx="976202" cy="552609"/>
          </a:xfrm>
        </p:grpSpPr>
        <p:sp>
          <p:nvSpPr>
            <p:cNvPr id="1337" name="Google Shape;1337;p62"/>
            <p:cNvSpPr/>
            <p:nvPr/>
          </p:nvSpPr>
          <p:spPr>
            <a:xfrm>
              <a:off x="6456477" y="3575609"/>
              <a:ext cx="976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62"/>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2" name="Shape 1342"/>
        <p:cNvGrpSpPr/>
        <p:nvPr/>
      </p:nvGrpSpPr>
      <p:grpSpPr>
        <a:xfrm>
          <a:off x="0" y="0"/>
          <a:ext cx="0" cy="0"/>
          <a:chOff x="0" y="0"/>
          <a:chExt cx="0" cy="0"/>
        </a:xfrm>
      </p:grpSpPr>
      <p:sp>
        <p:nvSpPr>
          <p:cNvPr id="1343" name="Google Shape;1343;p63"/>
          <p:cNvSpPr txBox="1"/>
          <p:nvPr>
            <p:ph type="title"/>
          </p:nvPr>
        </p:nvSpPr>
        <p:spPr>
          <a:xfrm>
            <a:off x="713275" y="540000"/>
            <a:ext cx="4448100" cy="130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Thanks</a:t>
            </a:r>
            <a:r>
              <a:rPr lang="en"/>
              <a:t>!</a:t>
            </a:r>
            <a:endParaRPr/>
          </a:p>
        </p:txBody>
      </p:sp>
      <p:sp>
        <p:nvSpPr>
          <p:cNvPr id="1344" name="Google Shape;1344;p63"/>
          <p:cNvSpPr txBox="1"/>
          <p:nvPr>
            <p:ph idx="1" type="subTitle"/>
          </p:nvPr>
        </p:nvSpPr>
        <p:spPr>
          <a:xfrm>
            <a:off x="713225" y="1841450"/>
            <a:ext cx="4448100" cy="105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sz="1600">
                <a:solidFill>
                  <a:schemeClr val="dk2"/>
                </a:solidFill>
              </a:rPr>
              <a:t>D</a:t>
            </a:r>
            <a:r>
              <a:rPr b="1" lang="en" sz="1600">
                <a:solidFill>
                  <a:schemeClr val="dk2"/>
                </a:solidFill>
              </a:rPr>
              <a:t>o you have any questions?</a:t>
            </a:r>
            <a:endParaRPr b="1" sz="1600">
              <a:solidFill>
                <a:schemeClr val="dk2"/>
              </a:solidFill>
            </a:endParaRPr>
          </a:p>
          <a:p>
            <a:pPr indent="0" lvl="0" marL="0" rtl="0" algn="l">
              <a:spcBef>
                <a:spcPts val="0"/>
              </a:spcBef>
              <a:spcAft>
                <a:spcPts val="0"/>
              </a:spcAft>
              <a:buNone/>
            </a:pPr>
            <a:r>
              <a:rPr lang="en"/>
              <a:t>youremail@freepik.com</a:t>
            </a:r>
            <a:endParaRPr/>
          </a:p>
          <a:p>
            <a:pPr indent="0" lvl="0" marL="0" rtl="0" algn="l">
              <a:spcBef>
                <a:spcPts val="0"/>
              </a:spcBef>
              <a:spcAft>
                <a:spcPts val="0"/>
              </a:spcAft>
              <a:buNone/>
            </a:pPr>
            <a:r>
              <a:rPr lang="en"/>
              <a:t>+34 654 321 432</a:t>
            </a:r>
            <a:endParaRPr/>
          </a:p>
          <a:p>
            <a:pPr indent="0" lvl="0" marL="0" rtl="0" algn="l">
              <a:spcBef>
                <a:spcPts val="0"/>
              </a:spcBef>
              <a:spcAft>
                <a:spcPts val="0"/>
              </a:spcAft>
              <a:buNone/>
            </a:pPr>
            <a:r>
              <a:rPr lang="en"/>
              <a:t>yourwebsite.com</a:t>
            </a:r>
            <a:endParaRPr/>
          </a:p>
        </p:txBody>
      </p:sp>
      <p:sp>
        <p:nvSpPr>
          <p:cNvPr id="1345" name="Google Shape;1345;p63"/>
          <p:cNvSpPr txBox="1"/>
          <p:nvPr/>
        </p:nvSpPr>
        <p:spPr>
          <a:xfrm>
            <a:off x="713225" y="4354450"/>
            <a:ext cx="4151700" cy="260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Albert Sans"/>
                <a:ea typeface="Albert Sans"/>
                <a:cs typeface="Albert Sans"/>
                <a:sym typeface="Albert Sans"/>
              </a:rPr>
              <a:t>Please keep this slide for attribution</a:t>
            </a:r>
            <a:endParaRPr sz="1200">
              <a:solidFill>
                <a:schemeClr val="dk1"/>
              </a:solidFill>
              <a:latin typeface="Albert Sans"/>
              <a:ea typeface="Albert Sans"/>
              <a:cs typeface="Albert Sans"/>
              <a:sym typeface="Albert Sans"/>
            </a:endParaRPr>
          </a:p>
        </p:txBody>
      </p:sp>
      <p:sp>
        <p:nvSpPr>
          <p:cNvPr id="1346" name="Google Shape;1346;p63"/>
          <p:cNvSpPr/>
          <p:nvPr/>
        </p:nvSpPr>
        <p:spPr>
          <a:xfrm flipH="1">
            <a:off x="-326999" y="3038800"/>
            <a:ext cx="4899000" cy="7074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7" name="Google Shape;1347;p63"/>
          <p:cNvGrpSpPr/>
          <p:nvPr/>
        </p:nvGrpSpPr>
        <p:grpSpPr>
          <a:xfrm>
            <a:off x="1467184" y="3038850"/>
            <a:ext cx="707400" cy="707400"/>
            <a:chOff x="1467184" y="3038850"/>
            <a:chExt cx="707400" cy="707400"/>
          </a:xfrm>
        </p:grpSpPr>
        <p:sp>
          <p:nvSpPr>
            <p:cNvPr id="1348" name="Google Shape;1348;p63"/>
            <p:cNvSpPr/>
            <p:nvPr/>
          </p:nvSpPr>
          <p:spPr>
            <a:xfrm flipH="1">
              <a:off x="1467184" y="30388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9" name="Google Shape;1349;p63"/>
            <p:cNvGrpSpPr/>
            <p:nvPr/>
          </p:nvGrpSpPr>
          <p:grpSpPr>
            <a:xfrm>
              <a:off x="1675294" y="3262297"/>
              <a:ext cx="291180" cy="260405"/>
              <a:chOff x="3824739" y="3890112"/>
              <a:chExt cx="208105" cy="186110"/>
            </a:xfrm>
          </p:grpSpPr>
          <p:sp>
            <p:nvSpPr>
              <p:cNvPr id="1350" name="Google Shape;1350;p63"/>
              <p:cNvSpPr/>
              <p:nvPr/>
            </p:nvSpPr>
            <p:spPr>
              <a:xfrm>
                <a:off x="3831933" y="3955682"/>
                <a:ext cx="47809" cy="120540"/>
              </a:xfrm>
              <a:custGeom>
                <a:rect b="b" l="l" r="r" t="t"/>
                <a:pathLst>
                  <a:path extrusionOk="0" h="3787" w="1502">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63"/>
              <p:cNvSpPr/>
              <p:nvPr/>
            </p:nvSpPr>
            <p:spPr>
              <a:xfrm>
                <a:off x="3824739" y="3890112"/>
                <a:ext cx="55002" cy="55002"/>
              </a:xfrm>
              <a:custGeom>
                <a:rect b="b" l="l" r="r" t="t"/>
                <a:pathLst>
                  <a:path extrusionOk="0" h="1728" w="1728">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63"/>
              <p:cNvSpPr/>
              <p:nvPr/>
            </p:nvSpPr>
            <p:spPr>
              <a:xfrm>
                <a:off x="3904696" y="3955682"/>
                <a:ext cx="128148" cy="120540"/>
              </a:xfrm>
              <a:custGeom>
                <a:rect b="b" l="l" r="r" t="t"/>
                <a:pathLst>
                  <a:path extrusionOk="0" h="3787" w="4026">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53" name="Google Shape;1353;p63"/>
          <p:cNvGrpSpPr/>
          <p:nvPr/>
        </p:nvGrpSpPr>
        <p:grpSpPr>
          <a:xfrm>
            <a:off x="2614434" y="3038850"/>
            <a:ext cx="707400" cy="707400"/>
            <a:chOff x="2614434" y="3038850"/>
            <a:chExt cx="707400" cy="707400"/>
          </a:xfrm>
        </p:grpSpPr>
        <p:sp>
          <p:nvSpPr>
            <p:cNvPr id="1354" name="Google Shape;1354;p63"/>
            <p:cNvSpPr/>
            <p:nvPr/>
          </p:nvSpPr>
          <p:spPr>
            <a:xfrm flipH="1">
              <a:off x="2614434" y="30388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63"/>
            <p:cNvSpPr/>
            <p:nvPr/>
          </p:nvSpPr>
          <p:spPr>
            <a:xfrm>
              <a:off x="2808716" y="3262349"/>
              <a:ext cx="318837" cy="260401"/>
            </a:xfrm>
            <a:custGeom>
              <a:rect b="b" l="l" r="r" t="t"/>
              <a:pathLst>
                <a:path extrusionOk="0" h="5835" w="7144">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6" name="Google Shape;1356;p63"/>
          <p:cNvGrpSpPr/>
          <p:nvPr/>
        </p:nvGrpSpPr>
        <p:grpSpPr>
          <a:xfrm>
            <a:off x="3864609" y="3038800"/>
            <a:ext cx="707400" cy="707400"/>
            <a:chOff x="3864609" y="3038800"/>
            <a:chExt cx="707400" cy="707400"/>
          </a:xfrm>
        </p:grpSpPr>
        <p:sp>
          <p:nvSpPr>
            <p:cNvPr id="1357" name="Google Shape;1357;p63"/>
            <p:cNvSpPr/>
            <p:nvPr/>
          </p:nvSpPr>
          <p:spPr>
            <a:xfrm flipH="1">
              <a:off x="3864609" y="30388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58" name="Google Shape;1358;p63"/>
            <p:cNvGrpSpPr/>
            <p:nvPr/>
          </p:nvGrpSpPr>
          <p:grpSpPr>
            <a:xfrm>
              <a:off x="4047322" y="3262296"/>
              <a:ext cx="341880" cy="260407"/>
              <a:chOff x="5590763" y="3890208"/>
              <a:chExt cx="262661" cy="200052"/>
            </a:xfrm>
          </p:grpSpPr>
          <p:sp>
            <p:nvSpPr>
              <p:cNvPr id="1359" name="Google Shape;1359;p63"/>
              <p:cNvSpPr/>
              <p:nvPr/>
            </p:nvSpPr>
            <p:spPr>
              <a:xfrm>
                <a:off x="5590763" y="3890208"/>
                <a:ext cx="262661" cy="200052"/>
              </a:xfrm>
              <a:custGeom>
                <a:rect b="b" l="l" r="r" t="t"/>
                <a:pathLst>
                  <a:path extrusionOk="0" h="6285" w="8252">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63"/>
              <p:cNvSpPr/>
              <p:nvPr/>
            </p:nvSpPr>
            <p:spPr>
              <a:xfrm>
                <a:off x="5680587" y="3935024"/>
                <a:ext cx="105389" cy="110514"/>
              </a:xfrm>
              <a:custGeom>
                <a:rect b="b" l="l" r="r" t="t"/>
                <a:pathLst>
                  <a:path extrusionOk="0" h="3472" w="3311">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61" name="Google Shape;1361;p63"/>
          <p:cNvGrpSpPr/>
          <p:nvPr/>
        </p:nvGrpSpPr>
        <p:grpSpPr>
          <a:xfrm>
            <a:off x="6030920" y="1103972"/>
            <a:ext cx="4357122" cy="707497"/>
            <a:chOff x="6456475" y="3575600"/>
            <a:chExt cx="3403204" cy="552603"/>
          </a:xfrm>
        </p:grpSpPr>
        <p:sp>
          <p:nvSpPr>
            <p:cNvPr id="1362" name="Google Shape;1362;p63"/>
            <p:cNvSpPr/>
            <p:nvPr/>
          </p:nvSpPr>
          <p:spPr>
            <a:xfrm>
              <a:off x="6456479" y="3575603"/>
              <a:ext cx="3403200" cy="552600"/>
            </a:xfrm>
            <a:prstGeom prst="roundRect">
              <a:avLst>
                <a:gd fmla="val 50000" name="adj"/>
              </a:avLst>
            </a:prstGeom>
            <a:gradFill>
              <a:gsLst>
                <a:gs pos="0">
                  <a:schemeClr val="accent3"/>
                </a:gs>
                <a:gs pos="100000">
                  <a:schemeClr val="lt2"/>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63"/>
            <p:cNvSpPr/>
            <p:nvPr/>
          </p:nvSpPr>
          <p:spPr>
            <a:xfrm>
              <a:off x="6456475" y="3575600"/>
              <a:ext cx="552600" cy="552600"/>
            </a:xfrm>
            <a:prstGeom prst="ellips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4" name="Google Shape;1364;p63"/>
          <p:cNvGrpSpPr/>
          <p:nvPr/>
        </p:nvGrpSpPr>
        <p:grpSpPr>
          <a:xfrm>
            <a:off x="5015575" y="228600"/>
            <a:ext cx="5455165" cy="875381"/>
            <a:chOff x="6456469" y="3575596"/>
            <a:chExt cx="3443700" cy="552604"/>
          </a:xfrm>
        </p:grpSpPr>
        <p:sp>
          <p:nvSpPr>
            <p:cNvPr id="1365" name="Google Shape;1365;p63"/>
            <p:cNvSpPr/>
            <p:nvPr/>
          </p:nvSpPr>
          <p:spPr>
            <a:xfrm>
              <a:off x="6456469" y="3575596"/>
              <a:ext cx="34437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 name="Google Shape;1366;p6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7" name="Google Shape;1367;p63"/>
          <p:cNvGrpSpPr/>
          <p:nvPr/>
        </p:nvGrpSpPr>
        <p:grpSpPr>
          <a:xfrm>
            <a:off x="7099358" y="1811472"/>
            <a:ext cx="3759089" cy="707494"/>
            <a:chOff x="6456475" y="3575600"/>
            <a:chExt cx="2936100" cy="552600"/>
          </a:xfrm>
        </p:grpSpPr>
        <p:sp>
          <p:nvSpPr>
            <p:cNvPr id="1368" name="Google Shape;1368;p63"/>
            <p:cNvSpPr/>
            <p:nvPr/>
          </p:nvSpPr>
          <p:spPr>
            <a:xfrm>
              <a:off x="6456475" y="3575600"/>
              <a:ext cx="2936100" cy="552600"/>
            </a:xfrm>
            <a:prstGeom prst="roundRect">
              <a:avLst>
                <a:gd fmla="val 50000" name="adj"/>
              </a:avLst>
            </a:prstGeom>
            <a:gradFill>
              <a:gsLst>
                <a:gs pos="0">
                  <a:schemeClr val="lt2"/>
                </a:gs>
                <a:gs pos="100000">
                  <a:schemeClr val="accent3"/>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63"/>
            <p:cNvSpPr/>
            <p:nvPr/>
          </p:nvSpPr>
          <p:spPr>
            <a:xfrm>
              <a:off x="6456475" y="3575600"/>
              <a:ext cx="552600" cy="5526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3" name="Shape 1373"/>
        <p:cNvGrpSpPr/>
        <p:nvPr/>
      </p:nvGrpSpPr>
      <p:grpSpPr>
        <a:xfrm>
          <a:off x="0" y="0"/>
          <a:ext cx="0" cy="0"/>
          <a:chOff x="0" y="0"/>
          <a:chExt cx="0" cy="0"/>
        </a:xfrm>
      </p:grpSpPr>
      <p:sp>
        <p:nvSpPr>
          <p:cNvPr id="1374" name="Google Shape;1374;p6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Icon pack</a:t>
            </a:r>
            <a:endParaRPr/>
          </a:p>
        </p:txBody>
      </p:sp>
      <p:grpSp>
        <p:nvGrpSpPr>
          <p:cNvPr id="1375" name="Google Shape;1375;p64"/>
          <p:cNvGrpSpPr/>
          <p:nvPr/>
        </p:nvGrpSpPr>
        <p:grpSpPr>
          <a:xfrm>
            <a:off x="6650583" y="1901550"/>
            <a:ext cx="595348" cy="595348"/>
            <a:chOff x="5488747" y="1393050"/>
            <a:chExt cx="707400" cy="707400"/>
          </a:xfrm>
        </p:grpSpPr>
        <p:sp>
          <p:nvSpPr>
            <p:cNvPr id="1376" name="Google Shape;1376;p64"/>
            <p:cNvSpPr/>
            <p:nvPr/>
          </p:nvSpPr>
          <p:spPr>
            <a:xfrm flipH="1">
              <a:off x="5488747" y="13930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77" name="Google Shape;1377;p64"/>
            <p:cNvGrpSpPr/>
            <p:nvPr/>
          </p:nvGrpSpPr>
          <p:grpSpPr>
            <a:xfrm>
              <a:off x="5656634" y="1545288"/>
              <a:ext cx="371625" cy="402925"/>
              <a:chOff x="6991550" y="2075775"/>
              <a:chExt cx="371625" cy="402925"/>
            </a:xfrm>
          </p:grpSpPr>
          <p:sp>
            <p:nvSpPr>
              <p:cNvPr id="1378" name="Google Shape;1378;p64"/>
              <p:cNvSpPr/>
              <p:nvPr/>
            </p:nvSpPr>
            <p:spPr>
              <a:xfrm>
                <a:off x="7107775" y="2328450"/>
                <a:ext cx="62825" cy="22075"/>
              </a:xfrm>
              <a:custGeom>
                <a:rect b="b" l="l" r="r" t="t"/>
                <a:pathLst>
                  <a:path extrusionOk="0" h="883" w="2513">
                    <a:moveTo>
                      <a:pt x="315" y="0"/>
                    </a:moveTo>
                    <a:cubicBezTo>
                      <a:pt x="139" y="0"/>
                      <a:pt x="1" y="245"/>
                      <a:pt x="133" y="422"/>
                    </a:cubicBezTo>
                    <a:cubicBezTo>
                      <a:pt x="479" y="710"/>
                      <a:pt x="882" y="883"/>
                      <a:pt x="1285" y="883"/>
                    </a:cubicBezTo>
                    <a:cubicBezTo>
                      <a:pt x="1631" y="883"/>
                      <a:pt x="2034" y="710"/>
                      <a:pt x="2380" y="422"/>
                    </a:cubicBezTo>
                    <a:cubicBezTo>
                      <a:pt x="2513" y="245"/>
                      <a:pt x="2374" y="0"/>
                      <a:pt x="2198" y="0"/>
                    </a:cubicBezTo>
                    <a:cubicBezTo>
                      <a:pt x="2145" y="0"/>
                      <a:pt x="2088" y="23"/>
                      <a:pt x="2034" y="76"/>
                    </a:cubicBezTo>
                    <a:cubicBezTo>
                      <a:pt x="1804" y="307"/>
                      <a:pt x="1530" y="422"/>
                      <a:pt x="1257" y="422"/>
                    </a:cubicBezTo>
                    <a:cubicBezTo>
                      <a:pt x="983" y="422"/>
                      <a:pt x="709" y="307"/>
                      <a:pt x="479" y="76"/>
                    </a:cubicBezTo>
                    <a:cubicBezTo>
                      <a:pt x="425" y="23"/>
                      <a:pt x="369" y="0"/>
                      <a:pt x="3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64"/>
              <p:cNvSpPr/>
              <p:nvPr/>
            </p:nvSpPr>
            <p:spPr>
              <a:xfrm>
                <a:off x="6991550" y="2109850"/>
                <a:ext cx="332725" cy="368850"/>
              </a:xfrm>
              <a:custGeom>
                <a:rect b="b" l="l" r="r" t="t"/>
                <a:pathLst>
                  <a:path extrusionOk="0" h="14754" w="13309">
                    <a:moveTo>
                      <a:pt x="11350" y="5536"/>
                    </a:moveTo>
                    <a:lnTo>
                      <a:pt x="11350" y="5940"/>
                    </a:lnTo>
                    <a:cubicBezTo>
                      <a:pt x="11350" y="6112"/>
                      <a:pt x="11235" y="6228"/>
                      <a:pt x="11062" y="6228"/>
                    </a:cubicBezTo>
                    <a:lnTo>
                      <a:pt x="10486" y="6228"/>
                    </a:lnTo>
                    <a:cubicBezTo>
                      <a:pt x="10313" y="6228"/>
                      <a:pt x="10198" y="6055"/>
                      <a:pt x="10198" y="5940"/>
                    </a:cubicBezTo>
                    <a:lnTo>
                      <a:pt x="10198" y="5536"/>
                    </a:lnTo>
                    <a:close/>
                    <a:moveTo>
                      <a:pt x="4437" y="5133"/>
                    </a:moveTo>
                    <a:cubicBezTo>
                      <a:pt x="5187" y="7031"/>
                      <a:pt x="6952" y="7475"/>
                      <a:pt x="8385" y="7475"/>
                    </a:cubicBezTo>
                    <a:cubicBezTo>
                      <a:pt x="8821" y="7475"/>
                      <a:pt x="9227" y="7434"/>
                      <a:pt x="9564" y="7380"/>
                    </a:cubicBezTo>
                    <a:lnTo>
                      <a:pt x="9564" y="7380"/>
                    </a:lnTo>
                    <a:cubicBezTo>
                      <a:pt x="9333" y="9223"/>
                      <a:pt x="7778" y="10548"/>
                      <a:pt x="5934" y="10548"/>
                    </a:cubicBezTo>
                    <a:cubicBezTo>
                      <a:pt x="3976" y="10548"/>
                      <a:pt x="2363" y="9051"/>
                      <a:pt x="2247" y="7092"/>
                    </a:cubicBezTo>
                    <a:cubicBezTo>
                      <a:pt x="3227" y="6804"/>
                      <a:pt x="3976" y="6055"/>
                      <a:pt x="4437" y="5133"/>
                    </a:cubicBezTo>
                    <a:close/>
                    <a:moveTo>
                      <a:pt x="5877" y="1215"/>
                    </a:moveTo>
                    <a:cubicBezTo>
                      <a:pt x="6741" y="1215"/>
                      <a:pt x="7547" y="1446"/>
                      <a:pt x="8296" y="1849"/>
                    </a:cubicBezTo>
                    <a:cubicBezTo>
                      <a:pt x="8239" y="2080"/>
                      <a:pt x="8181" y="2252"/>
                      <a:pt x="8181" y="2483"/>
                    </a:cubicBezTo>
                    <a:cubicBezTo>
                      <a:pt x="8181" y="3405"/>
                      <a:pt x="8642" y="4269"/>
                      <a:pt x="9449" y="4730"/>
                    </a:cubicBezTo>
                    <a:lnTo>
                      <a:pt x="9449" y="5018"/>
                    </a:lnTo>
                    <a:cubicBezTo>
                      <a:pt x="9391" y="5191"/>
                      <a:pt x="9564" y="5363"/>
                      <a:pt x="9737" y="5479"/>
                    </a:cubicBezTo>
                    <a:lnTo>
                      <a:pt x="9737" y="5940"/>
                    </a:lnTo>
                    <a:cubicBezTo>
                      <a:pt x="9737" y="6343"/>
                      <a:pt x="10025" y="6688"/>
                      <a:pt x="10486" y="6688"/>
                    </a:cubicBezTo>
                    <a:lnTo>
                      <a:pt x="10601" y="6688"/>
                    </a:lnTo>
                    <a:cubicBezTo>
                      <a:pt x="10658" y="6861"/>
                      <a:pt x="10774" y="6977"/>
                      <a:pt x="10831" y="7092"/>
                    </a:cubicBezTo>
                    <a:cubicBezTo>
                      <a:pt x="11177" y="7495"/>
                      <a:pt x="11350" y="7956"/>
                      <a:pt x="11350" y="8474"/>
                    </a:cubicBezTo>
                    <a:cubicBezTo>
                      <a:pt x="11350" y="9223"/>
                      <a:pt x="10947" y="9972"/>
                      <a:pt x="10313" y="10376"/>
                    </a:cubicBezTo>
                    <a:cubicBezTo>
                      <a:pt x="10082" y="10548"/>
                      <a:pt x="9910" y="10894"/>
                      <a:pt x="9967" y="11182"/>
                    </a:cubicBezTo>
                    <a:cubicBezTo>
                      <a:pt x="10025" y="11470"/>
                      <a:pt x="10025" y="11758"/>
                      <a:pt x="9910" y="11989"/>
                    </a:cubicBezTo>
                    <a:cubicBezTo>
                      <a:pt x="9506" y="11297"/>
                      <a:pt x="8873" y="10779"/>
                      <a:pt x="8181" y="10376"/>
                    </a:cubicBezTo>
                    <a:cubicBezTo>
                      <a:pt x="9276" y="9684"/>
                      <a:pt x="9967" y="8474"/>
                      <a:pt x="10025" y="7092"/>
                    </a:cubicBezTo>
                    <a:cubicBezTo>
                      <a:pt x="10025" y="6919"/>
                      <a:pt x="9910" y="6861"/>
                      <a:pt x="9737" y="6861"/>
                    </a:cubicBezTo>
                    <a:cubicBezTo>
                      <a:pt x="9391" y="6948"/>
                      <a:pt x="8930" y="7005"/>
                      <a:pt x="8433" y="7005"/>
                    </a:cubicBezTo>
                    <a:cubicBezTo>
                      <a:pt x="7936" y="7005"/>
                      <a:pt x="7403" y="6948"/>
                      <a:pt x="6914" y="6804"/>
                    </a:cubicBezTo>
                    <a:cubicBezTo>
                      <a:pt x="5704" y="6458"/>
                      <a:pt x="4955" y="5651"/>
                      <a:pt x="4667" y="4326"/>
                    </a:cubicBezTo>
                    <a:cubicBezTo>
                      <a:pt x="4638" y="4211"/>
                      <a:pt x="4537" y="4154"/>
                      <a:pt x="4437" y="4154"/>
                    </a:cubicBezTo>
                    <a:cubicBezTo>
                      <a:pt x="4336" y="4154"/>
                      <a:pt x="4235" y="4211"/>
                      <a:pt x="4206" y="4326"/>
                    </a:cubicBezTo>
                    <a:cubicBezTo>
                      <a:pt x="4206" y="4384"/>
                      <a:pt x="3803" y="6228"/>
                      <a:pt x="1959" y="6688"/>
                    </a:cubicBezTo>
                    <a:cubicBezTo>
                      <a:pt x="1844" y="6688"/>
                      <a:pt x="1786" y="6804"/>
                      <a:pt x="1786" y="6919"/>
                    </a:cubicBezTo>
                    <a:cubicBezTo>
                      <a:pt x="1786" y="8359"/>
                      <a:pt x="2535" y="9627"/>
                      <a:pt x="3630" y="10376"/>
                    </a:cubicBezTo>
                    <a:cubicBezTo>
                      <a:pt x="2881" y="10779"/>
                      <a:pt x="2247" y="11355"/>
                      <a:pt x="1844" y="12104"/>
                    </a:cubicBezTo>
                    <a:cubicBezTo>
                      <a:pt x="1729" y="11816"/>
                      <a:pt x="1671" y="11470"/>
                      <a:pt x="1729" y="11182"/>
                    </a:cubicBezTo>
                    <a:cubicBezTo>
                      <a:pt x="1786" y="10894"/>
                      <a:pt x="1671" y="10548"/>
                      <a:pt x="1383" y="10376"/>
                    </a:cubicBezTo>
                    <a:cubicBezTo>
                      <a:pt x="749" y="9972"/>
                      <a:pt x="404" y="9223"/>
                      <a:pt x="404" y="8474"/>
                    </a:cubicBezTo>
                    <a:cubicBezTo>
                      <a:pt x="404" y="7956"/>
                      <a:pt x="577" y="7437"/>
                      <a:pt x="922" y="7034"/>
                    </a:cubicBezTo>
                    <a:cubicBezTo>
                      <a:pt x="1153" y="6746"/>
                      <a:pt x="1268" y="6285"/>
                      <a:pt x="1210" y="5824"/>
                    </a:cubicBezTo>
                    <a:cubicBezTo>
                      <a:pt x="1210" y="4499"/>
                      <a:pt x="1844" y="3174"/>
                      <a:pt x="2823" y="2368"/>
                    </a:cubicBezTo>
                    <a:cubicBezTo>
                      <a:pt x="3745" y="1619"/>
                      <a:pt x="4782" y="1215"/>
                      <a:pt x="5877" y="1215"/>
                    </a:cubicBezTo>
                    <a:close/>
                    <a:moveTo>
                      <a:pt x="4897" y="10952"/>
                    </a:moveTo>
                    <a:lnTo>
                      <a:pt x="4897" y="10952"/>
                    </a:lnTo>
                    <a:cubicBezTo>
                      <a:pt x="5243" y="11009"/>
                      <a:pt x="5531" y="11067"/>
                      <a:pt x="5877" y="11067"/>
                    </a:cubicBezTo>
                    <a:cubicBezTo>
                      <a:pt x="6222" y="11067"/>
                      <a:pt x="6568" y="11009"/>
                      <a:pt x="6914" y="10952"/>
                    </a:cubicBezTo>
                    <a:lnTo>
                      <a:pt x="6914" y="10952"/>
                    </a:lnTo>
                    <a:lnTo>
                      <a:pt x="5906" y="12184"/>
                    </a:lnTo>
                    <a:lnTo>
                      <a:pt x="5906" y="12184"/>
                    </a:lnTo>
                    <a:lnTo>
                      <a:pt x="4897" y="10952"/>
                    </a:lnTo>
                    <a:close/>
                    <a:moveTo>
                      <a:pt x="7317" y="11240"/>
                    </a:moveTo>
                    <a:lnTo>
                      <a:pt x="7029" y="13083"/>
                    </a:lnTo>
                    <a:cubicBezTo>
                      <a:pt x="6799" y="12910"/>
                      <a:pt x="6510" y="12738"/>
                      <a:pt x="6280" y="12622"/>
                    </a:cubicBezTo>
                    <a:lnTo>
                      <a:pt x="7317" y="11240"/>
                    </a:lnTo>
                    <a:close/>
                    <a:moveTo>
                      <a:pt x="10869" y="0"/>
                    </a:moveTo>
                    <a:cubicBezTo>
                      <a:pt x="10818" y="0"/>
                      <a:pt x="10767" y="2"/>
                      <a:pt x="10716" y="6"/>
                    </a:cubicBezTo>
                    <a:cubicBezTo>
                      <a:pt x="10025" y="6"/>
                      <a:pt x="9391" y="294"/>
                      <a:pt x="8930" y="755"/>
                    </a:cubicBezTo>
                    <a:cubicBezTo>
                      <a:pt x="8757" y="927"/>
                      <a:pt x="8584" y="1158"/>
                      <a:pt x="8469" y="1446"/>
                    </a:cubicBezTo>
                    <a:cubicBezTo>
                      <a:pt x="7663" y="985"/>
                      <a:pt x="6799" y="755"/>
                      <a:pt x="5934" y="755"/>
                    </a:cubicBezTo>
                    <a:cubicBezTo>
                      <a:pt x="4725" y="755"/>
                      <a:pt x="3572" y="1215"/>
                      <a:pt x="2593" y="2022"/>
                    </a:cubicBezTo>
                    <a:cubicBezTo>
                      <a:pt x="1498" y="2944"/>
                      <a:pt x="807" y="4384"/>
                      <a:pt x="807" y="5882"/>
                    </a:cubicBezTo>
                    <a:lnTo>
                      <a:pt x="807" y="5940"/>
                    </a:lnTo>
                    <a:cubicBezTo>
                      <a:pt x="865" y="6228"/>
                      <a:pt x="807" y="6573"/>
                      <a:pt x="634" y="6746"/>
                    </a:cubicBezTo>
                    <a:cubicBezTo>
                      <a:pt x="231" y="7265"/>
                      <a:pt x="0" y="7898"/>
                      <a:pt x="0" y="8532"/>
                    </a:cubicBezTo>
                    <a:cubicBezTo>
                      <a:pt x="0" y="9454"/>
                      <a:pt x="461" y="10260"/>
                      <a:pt x="1210" y="10779"/>
                    </a:cubicBezTo>
                    <a:cubicBezTo>
                      <a:pt x="1326" y="10836"/>
                      <a:pt x="1383" y="11009"/>
                      <a:pt x="1326" y="11124"/>
                    </a:cubicBezTo>
                    <a:cubicBezTo>
                      <a:pt x="1268" y="11470"/>
                      <a:pt x="1268" y="11989"/>
                      <a:pt x="1671" y="12622"/>
                    </a:cubicBezTo>
                    <a:cubicBezTo>
                      <a:pt x="1383" y="13198"/>
                      <a:pt x="1268" y="13832"/>
                      <a:pt x="1268" y="14466"/>
                    </a:cubicBezTo>
                    <a:cubicBezTo>
                      <a:pt x="1268" y="14581"/>
                      <a:pt x="1326" y="14696"/>
                      <a:pt x="1441" y="14754"/>
                    </a:cubicBezTo>
                    <a:cubicBezTo>
                      <a:pt x="1614" y="14754"/>
                      <a:pt x="1729" y="14639"/>
                      <a:pt x="1729" y="14466"/>
                    </a:cubicBezTo>
                    <a:cubicBezTo>
                      <a:pt x="1729" y="12910"/>
                      <a:pt x="2593" y="11470"/>
                      <a:pt x="4033" y="10721"/>
                    </a:cubicBezTo>
                    <a:cubicBezTo>
                      <a:pt x="4033" y="11067"/>
                      <a:pt x="4091" y="11413"/>
                      <a:pt x="4148" y="11701"/>
                    </a:cubicBezTo>
                    <a:cubicBezTo>
                      <a:pt x="4173" y="11825"/>
                      <a:pt x="4274" y="11885"/>
                      <a:pt x="4375" y="11885"/>
                    </a:cubicBezTo>
                    <a:cubicBezTo>
                      <a:pt x="4508" y="11885"/>
                      <a:pt x="4642" y="11782"/>
                      <a:pt x="4609" y="11585"/>
                    </a:cubicBezTo>
                    <a:cubicBezTo>
                      <a:pt x="4552" y="11470"/>
                      <a:pt x="4552" y="11355"/>
                      <a:pt x="4552" y="11240"/>
                    </a:cubicBezTo>
                    <a:lnTo>
                      <a:pt x="4552" y="11240"/>
                    </a:lnTo>
                    <a:lnTo>
                      <a:pt x="5589" y="12622"/>
                    </a:lnTo>
                    <a:lnTo>
                      <a:pt x="4782" y="13083"/>
                    </a:lnTo>
                    <a:cubicBezTo>
                      <a:pt x="4782" y="12989"/>
                      <a:pt x="4667" y="12895"/>
                      <a:pt x="4562" y="12895"/>
                    </a:cubicBezTo>
                    <a:cubicBezTo>
                      <a:pt x="4538" y="12895"/>
                      <a:pt x="4515" y="12900"/>
                      <a:pt x="4494" y="12910"/>
                    </a:cubicBezTo>
                    <a:cubicBezTo>
                      <a:pt x="4379" y="12910"/>
                      <a:pt x="4321" y="13026"/>
                      <a:pt x="4321" y="13141"/>
                    </a:cubicBezTo>
                    <a:lnTo>
                      <a:pt x="4379" y="13544"/>
                    </a:lnTo>
                    <a:cubicBezTo>
                      <a:pt x="4426" y="13638"/>
                      <a:pt x="4550" y="13732"/>
                      <a:pt x="4656" y="13732"/>
                    </a:cubicBezTo>
                    <a:cubicBezTo>
                      <a:pt x="4680" y="13732"/>
                      <a:pt x="4703" y="13728"/>
                      <a:pt x="4725" y="13717"/>
                    </a:cubicBezTo>
                    <a:cubicBezTo>
                      <a:pt x="5128" y="13487"/>
                      <a:pt x="5934" y="12968"/>
                      <a:pt x="5934" y="12968"/>
                    </a:cubicBezTo>
                    <a:cubicBezTo>
                      <a:pt x="5934" y="12968"/>
                      <a:pt x="7029" y="13602"/>
                      <a:pt x="7087" y="13717"/>
                    </a:cubicBezTo>
                    <a:cubicBezTo>
                      <a:pt x="7130" y="13731"/>
                      <a:pt x="7173" y="13739"/>
                      <a:pt x="7214" y="13739"/>
                    </a:cubicBezTo>
                    <a:cubicBezTo>
                      <a:pt x="7339" y="13739"/>
                      <a:pt x="7447" y="13674"/>
                      <a:pt x="7490" y="13544"/>
                    </a:cubicBezTo>
                    <a:lnTo>
                      <a:pt x="7836" y="10721"/>
                    </a:lnTo>
                    <a:cubicBezTo>
                      <a:pt x="9276" y="11470"/>
                      <a:pt x="10140" y="12910"/>
                      <a:pt x="10140" y="14466"/>
                    </a:cubicBezTo>
                    <a:cubicBezTo>
                      <a:pt x="10140" y="14581"/>
                      <a:pt x="10255" y="14696"/>
                      <a:pt x="10370" y="14696"/>
                    </a:cubicBezTo>
                    <a:cubicBezTo>
                      <a:pt x="10391" y="14707"/>
                      <a:pt x="10411" y="14711"/>
                      <a:pt x="10431" y="14711"/>
                    </a:cubicBezTo>
                    <a:cubicBezTo>
                      <a:pt x="10523" y="14711"/>
                      <a:pt x="10601" y="14608"/>
                      <a:pt x="10601" y="14466"/>
                    </a:cubicBezTo>
                    <a:cubicBezTo>
                      <a:pt x="10601" y="13775"/>
                      <a:pt x="10486" y="13141"/>
                      <a:pt x="10198" y="12507"/>
                    </a:cubicBezTo>
                    <a:cubicBezTo>
                      <a:pt x="10486" y="12104"/>
                      <a:pt x="10543" y="11585"/>
                      <a:pt x="10428" y="11124"/>
                    </a:cubicBezTo>
                    <a:cubicBezTo>
                      <a:pt x="10428" y="11009"/>
                      <a:pt x="10486" y="10836"/>
                      <a:pt x="10601" y="10779"/>
                    </a:cubicBezTo>
                    <a:cubicBezTo>
                      <a:pt x="11350" y="10260"/>
                      <a:pt x="11811" y="9454"/>
                      <a:pt x="11811" y="8532"/>
                    </a:cubicBezTo>
                    <a:cubicBezTo>
                      <a:pt x="11811" y="7898"/>
                      <a:pt x="11580" y="7322"/>
                      <a:pt x="11235" y="6861"/>
                    </a:cubicBezTo>
                    <a:cubicBezTo>
                      <a:pt x="11177" y="6804"/>
                      <a:pt x="11177" y="6746"/>
                      <a:pt x="11119" y="6688"/>
                    </a:cubicBezTo>
                    <a:cubicBezTo>
                      <a:pt x="11523" y="6631"/>
                      <a:pt x="11811" y="6343"/>
                      <a:pt x="11811" y="5940"/>
                    </a:cubicBezTo>
                    <a:lnTo>
                      <a:pt x="11811" y="5479"/>
                    </a:lnTo>
                    <a:cubicBezTo>
                      <a:pt x="11984" y="5363"/>
                      <a:pt x="12099" y="5191"/>
                      <a:pt x="12099" y="5018"/>
                    </a:cubicBezTo>
                    <a:lnTo>
                      <a:pt x="12099" y="4730"/>
                    </a:lnTo>
                    <a:cubicBezTo>
                      <a:pt x="12848" y="4269"/>
                      <a:pt x="13309" y="3462"/>
                      <a:pt x="13309" y="2541"/>
                    </a:cubicBezTo>
                    <a:cubicBezTo>
                      <a:pt x="13309" y="2425"/>
                      <a:pt x="13309" y="2368"/>
                      <a:pt x="13309" y="2252"/>
                    </a:cubicBezTo>
                    <a:cubicBezTo>
                      <a:pt x="13309" y="2137"/>
                      <a:pt x="13193" y="2022"/>
                      <a:pt x="13078" y="2022"/>
                    </a:cubicBezTo>
                    <a:cubicBezTo>
                      <a:pt x="12905" y="2080"/>
                      <a:pt x="12848" y="2195"/>
                      <a:pt x="12848" y="2310"/>
                    </a:cubicBezTo>
                    <a:cubicBezTo>
                      <a:pt x="12848" y="2368"/>
                      <a:pt x="12848" y="2483"/>
                      <a:pt x="12848" y="2541"/>
                    </a:cubicBezTo>
                    <a:cubicBezTo>
                      <a:pt x="12848" y="3347"/>
                      <a:pt x="12444" y="4038"/>
                      <a:pt x="11753" y="4384"/>
                    </a:cubicBezTo>
                    <a:cubicBezTo>
                      <a:pt x="11695" y="4442"/>
                      <a:pt x="11638" y="4557"/>
                      <a:pt x="11638" y="4614"/>
                    </a:cubicBezTo>
                    <a:lnTo>
                      <a:pt x="11638" y="5018"/>
                    </a:lnTo>
                    <a:cubicBezTo>
                      <a:pt x="11638" y="5018"/>
                      <a:pt x="11580" y="5075"/>
                      <a:pt x="11580" y="5075"/>
                    </a:cubicBezTo>
                    <a:lnTo>
                      <a:pt x="9967" y="5075"/>
                    </a:lnTo>
                    <a:cubicBezTo>
                      <a:pt x="9967" y="5075"/>
                      <a:pt x="9910" y="5075"/>
                      <a:pt x="9910" y="5018"/>
                    </a:cubicBezTo>
                    <a:lnTo>
                      <a:pt x="9910" y="4614"/>
                    </a:lnTo>
                    <a:cubicBezTo>
                      <a:pt x="9910" y="4557"/>
                      <a:pt x="9852" y="4442"/>
                      <a:pt x="9794" y="4442"/>
                    </a:cubicBezTo>
                    <a:cubicBezTo>
                      <a:pt x="9103" y="4038"/>
                      <a:pt x="8642" y="3347"/>
                      <a:pt x="8700" y="2541"/>
                    </a:cubicBezTo>
                    <a:cubicBezTo>
                      <a:pt x="8700" y="1388"/>
                      <a:pt x="9564" y="467"/>
                      <a:pt x="10716" y="467"/>
                    </a:cubicBezTo>
                    <a:cubicBezTo>
                      <a:pt x="11350" y="467"/>
                      <a:pt x="11984" y="755"/>
                      <a:pt x="12387" y="1273"/>
                    </a:cubicBezTo>
                    <a:cubicBezTo>
                      <a:pt x="12454" y="1341"/>
                      <a:pt x="12522" y="1369"/>
                      <a:pt x="12589" y="1369"/>
                    </a:cubicBezTo>
                    <a:cubicBezTo>
                      <a:pt x="12637" y="1369"/>
                      <a:pt x="12685" y="1355"/>
                      <a:pt x="12732" y="1331"/>
                    </a:cubicBezTo>
                    <a:cubicBezTo>
                      <a:pt x="12848" y="1273"/>
                      <a:pt x="12848" y="1100"/>
                      <a:pt x="12790" y="985"/>
                    </a:cubicBezTo>
                    <a:cubicBezTo>
                      <a:pt x="12305" y="392"/>
                      <a:pt x="11617" y="0"/>
                      <a:pt x="1086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64"/>
              <p:cNvSpPr/>
              <p:nvPr/>
            </p:nvSpPr>
            <p:spPr>
              <a:xfrm>
                <a:off x="7242150" y="2138775"/>
                <a:ext cx="37475" cy="73475"/>
              </a:xfrm>
              <a:custGeom>
                <a:rect b="b" l="l" r="r" t="t"/>
                <a:pathLst>
                  <a:path extrusionOk="0" h="2939" w="1499">
                    <a:moveTo>
                      <a:pt x="750" y="1"/>
                    </a:moveTo>
                    <a:cubicBezTo>
                      <a:pt x="634" y="1"/>
                      <a:pt x="462" y="116"/>
                      <a:pt x="462" y="231"/>
                    </a:cubicBezTo>
                    <a:lnTo>
                      <a:pt x="462" y="347"/>
                    </a:lnTo>
                    <a:cubicBezTo>
                      <a:pt x="462" y="347"/>
                      <a:pt x="116" y="635"/>
                      <a:pt x="116" y="865"/>
                    </a:cubicBezTo>
                    <a:cubicBezTo>
                      <a:pt x="58" y="1038"/>
                      <a:pt x="116" y="1268"/>
                      <a:pt x="289" y="1384"/>
                    </a:cubicBezTo>
                    <a:cubicBezTo>
                      <a:pt x="404" y="1499"/>
                      <a:pt x="634" y="1614"/>
                      <a:pt x="865" y="1672"/>
                    </a:cubicBezTo>
                    <a:cubicBezTo>
                      <a:pt x="980" y="1729"/>
                      <a:pt x="980" y="1787"/>
                      <a:pt x="980" y="1902"/>
                    </a:cubicBezTo>
                    <a:cubicBezTo>
                      <a:pt x="980" y="1960"/>
                      <a:pt x="865" y="2075"/>
                      <a:pt x="750" y="2075"/>
                    </a:cubicBezTo>
                    <a:cubicBezTo>
                      <a:pt x="577" y="2075"/>
                      <a:pt x="519" y="2075"/>
                      <a:pt x="404" y="2017"/>
                    </a:cubicBezTo>
                    <a:cubicBezTo>
                      <a:pt x="356" y="1993"/>
                      <a:pt x="299" y="1979"/>
                      <a:pt x="243" y="1979"/>
                    </a:cubicBezTo>
                    <a:cubicBezTo>
                      <a:pt x="165" y="1979"/>
                      <a:pt x="92" y="2007"/>
                      <a:pt x="58" y="2075"/>
                    </a:cubicBezTo>
                    <a:cubicBezTo>
                      <a:pt x="1" y="2190"/>
                      <a:pt x="1" y="2305"/>
                      <a:pt x="116" y="2421"/>
                    </a:cubicBezTo>
                    <a:cubicBezTo>
                      <a:pt x="289" y="2478"/>
                      <a:pt x="519" y="2536"/>
                      <a:pt x="519" y="2536"/>
                    </a:cubicBezTo>
                    <a:lnTo>
                      <a:pt x="519" y="2651"/>
                    </a:lnTo>
                    <a:cubicBezTo>
                      <a:pt x="519" y="2766"/>
                      <a:pt x="634" y="2881"/>
                      <a:pt x="750" y="2881"/>
                    </a:cubicBezTo>
                    <a:lnTo>
                      <a:pt x="750" y="2939"/>
                    </a:lnTo>
                    <a:cubicBezTo>
                      <a:pt x="865" y="2939"/>
                      <a:pt x="980" y="2824"/>
                      <a:pt x="980" y="2709"/>
                    </a:cubicBezTo>
                    <a:lnTo>
                      <a:pt x="980" y="2536"/>
                    </a:lnTo>
                    <a:cubicBezTo>
                      <a:pt x="1211" y="2478"/>
                      <a:pt x="1383" y="2248"/>
                      <a:pt x="1441" y="2017"/>
                    </a:cubicBezTo>
                    <a:cubicBezTo>
                      <a:pt x="1499" y="1672"/>
                      <a:pt x="1326" y="1384"/>
                      <a:pt x="980" y="1268"/>
                    </a:cubicBezTo>
                    <a:cubicBezTo>
                      <a:pt x="865" y="1211"/>
                      <a:pt x="634" y="1153"/>
                      <a:pt x="577" y="1038"/>
                    </a:cubicBezTo>
                    <a:cubicBezTo>
                      <a:pt x="519" y="980"/>
                      <a:pt x="577" y="865"/>
                      <a:pt x="634" y="807"/>
                    </a:cubicBezTo>
                    <a:cubicBezTo>
                      <a:pt x="669" y="796"/>
                      <a:pt x="699" y="791"/>
                      <a:pt x="725" y="791"/>
                    </a:cubicBezTo>
                    <a:cubicBezTo>
                      <a:pt x="830" y="791"/>
                      <a:pt x="876" y="865"/>
                      <a:pt x="923" y="865"/>
                    </a:cubicBezTo>
                    <a:cubicBezTo>
                      <a:pt x="956" y="898"/>
                      <a:pt x="1027" y="932"/>
                      <a:pt x="1104" y="932"/>
                    </a:cubicBezTo>
                    <a:cubicBezTo>
                      <a:pt x="1161" y="932"/>
                      <a:pt x="1220" y="914"/>
                      <a:pt x="1268" y="865"/>
                    </a:cubicBezTo>
                    <a:cubicBezTo>
                      <a:pt x="1441" y="692"/>
                      <a:pt x="1268" y="519"/>
                      <a:pt x="1268" y="519"/>
                    </a:cubicBezTo>
                    <a:cubicBezTo>
                      <a:pt x="1211" y="462"/>
                      <a:pt x="1095" y="404"/>
                      <a:pt x="980" y="347"/>
                    </a:cubicBezTo>
                    <a:lnTo>
                      <a:pt x="980" y="289"/>
                    </a:lnTo>
                    <a:cubicBezTo>
                      <a:pt x="980" y="174"/>
                      <a:pt x="865" y="58"/>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64"/>
              <p:cNvSpPr/>
              <p:nvPr/>
            </p:nvSpPr>
            <p:spPr>
              <a:xfrm>
                <a:off x="7255125" y="2075775"/>
                <a:ext cx="11550" cy="27025"/>
              </a:xfrm>
              <a:custGeom>
                <a:rect b="b" l="l" r="r" t="t"/>
                <a:pathLst>
                  <a:path extrusionOk="0" h="1081" w="462">
                    <a:moveTo>
                      <a:pt x="231" y="0"/>
                    </a:moveTo>
                    <a:cubicBezTo>
                      <a:pt x="115" y="0"/>
                      <a:pt x="0" y="72"/>
                      <a:pt x="0" y="216"/>
                    </a:cubicBezTo>
                    <a:lnTo>
                      <a:pt x="0" y="850"/>
                    </a:lnTo>
                    <a:cubicBezTo>
                      <a:pt x="0" y="954"/>
                      <a:pt x="94" y="1058"/>
                      <a:pt x="240" y="1077"/>
                    </a:cubicBezTo>
                    <a:lnTo>
                      <a:pt x="240" y="1077"/>
                    </a:lnTo>
                    <a:cubicBezTo>
                      <a:pt x="406" y="1021"/>
                      <a:pt x="461" y="962"/>
                      <a:pt x="461" y="793"/>
                    </a:cubicBezTo>
                    <a:lnTo>
                      <a:pt x="461" y="216"/>
                    </a:lnTo>
                    <a:cubicBezTo>
                      <a:pt x="461" y="72"/>
                      <a:pt x="346" y="0"/>
                      <a:pt x="231" y="0"/>
                    </a:cubicBezTo>
                    <a:close/>
                    <a:moveTo>
                      <a:pt x="240" y="1077"/>
                    </a:moveTo>
                    <a:lnTo>
                      <a:pt x="240" y="1077"/>
                    </a:lnTo>
                    <a:cubicBezTo>
                      <a:pt x="237" y="1079"/>
                      <a:pt x="234" y="1080"/>
                      <a:pt x="231" y="1081"/>
                    </a:cubicBezTo>
                    <a:lnTo>
                      <a:pt x="288" y="1081"/>
                    </a:lnTo>
                    <a:cubicBezTo>
                      <a:pt x="272" y="1081"/>
                      <a:pt x="255" y="1080"/>
                      <a:pt x="240" y="1077"/>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64"/>
              <p:cNvSpPr/>
              <p:nvPr/>
            </p:nvSpPr>
            <p:spPr>
              <a:xfrm>
                <a:off x="7185900" y="2103750"/>
                <a:ext cx="27575" cy="22550"/>
              </a:xfrm>
              <a:custGeom>
                <a:rect b="b" l="l" r="r" t="t"/>
                <a:pathLst>
                  <a:path extrusionOk="0" h="902" w="1103">
                    <a:moveTo>
                      <a:pt x="323" y="0"/>
                    </a:moveTo>
                    <a:cubicBezTo>
                      <a:pt x="161" y="0"/>
                      <a:pt x="1" y="233"/>
                      <a:pt x="177" y="365"/>
                    </a:cubicBezTo>
                    <a:lnTo>
                      <a:pt x="580" y="826"/>
                    </a:lnTo>
                    <a:cubicBezTo>
                      <a:pt x="634" y="879"/>
                      <a:pt x="693" y="902"/>
                      <a:pt x="751" y="902"/>
                    </a:cubicBezTo>
                    <a:cubicBezTo>
                      <a:pt x="940" y="902"/>
                      <a:pt x="1103" y="657"/>
                      <a:pt x="926" y="480"/>
                    </a:cubicBezTo>
                    <a:lnTo>
                      <a:pt x="465" y="77"/>
                    </a:lnTo>
                    <a:cubicBezTo>
                      <a:pt x="424" y="22"/>
                      <a:pt x="373" y="0"/>
                      <a:pt x="3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64"/>
              <p:cNvSpPr/>
              <p:nvPr/>
            </p:nvSpPr>
            <p:spPr>
              <a:xfrm>
                <a:off x="7158625" y="2170475"/>
                <a:ext cx="30275" cy="11550"/>
              </a:xfrm>
              <a:custGeom>
                <a:rect b="b" l="l" r="r" t="t"/>
                <a:pathLst>
                  <a:path extrusionOk="0" h="462" w="1211">
                    <a:moveTo>
                      <a:pt x="346" y="0"/>
                    </a:moveTo>
                    <a:cubicBezTo>
                      <a:pt x="0" y="0"/>
                      <a:pt x="0" y="461"/>
                      <a:pt x="346" y="461"/>
                    </a:cubicBezTo>
                    <a:lnTo>
                      <a:pt x="922" y="461"/>
                    </a:lnTo>
                    <a:cubicBezTo>
                      <a:pt x="1210" y="461"/>
                      <a:pt x="1210" y="0"/>
                      <a:pt x="9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64"/>
              <p:cNvSpPr/>
              <p:nvPr/>
            </p:nvSpPr>
            <p:spPr>
              <a:xfrm>
                <a:off x="7185900" y="2226175"/>
                <a:ext cx="27575" cy="22575"/>
              </a:xfrm>
              <a:custGeom>
                <a:rect b="b" l="l" r="r" t="t"/>
                <a:pathLst>
                  <a:path extrusionOk="0" h="903" w="1103">
                    <a:moveTo>
                      <a:pt x="777" y="1"/>
                    </a:moveTo>
                    <a:cubicBezTo>
                      <a:pt x="727" y="1"/>
                      <a:pt x="678" y="23"/>
                      <a:pt x="638" y="77"/>
                    </a:cubicBezTo>
                    <a:lnTo>
                      <a:pt x="177" y="538"/>
                    </a:lnTo>
                    <a:cubicBezTo>
                      <a:pt x="1" y="670"/>
                      <a:pt x="161" y="902"/>
                      <a:pt x="349" y="902"/>
                    </a:cubicBezTo>
                    <a:cubicBezTo>
                      <a:pt x="407" y="902"/>
                      <a:pt x="468" y="880"/>
                      <a:pt x="522" y="826"/>
                    </a:cubicBezTo>
                    <a:lnTo>
                      <a:pt x="926" y="422"/>
                    </a:lnTo>
                    <a:cubicBezTo>
                      <a:pt x="1103" y="245"/>
                      <a:pt x="940" y="1"/>
                      <a:pt x="7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64"/>
              <p:cNvSpPr/>
              <p:nvPr/>
            </p:nvSpPr>
            <p:spPr>
              <a:xfrm>
                <a:off x="7309750" y="2224750"/>
                <a:ext cx="27700" cy="23400"/>
              </a:xfrm>
              <a:custGeom>
                <a:rect b="b" l="l" r="r" t="t"/>
                <a:pathLst>
                  <a:path extrusionOk="0" h="936" w="1108">
                    <a:moveTo>
                      <a:pt x="326" y="0"/>
                    </a:moveTo>
                    <a:cubicBezTo>
                      <a:pt x="163" y="0"/>
                      <a:pt x="0" y="245"/>
                      <a:pt x="177" y="422"/>
                    </a:cubicBezTo>
                    <a:lnTo>
                      <a:pt x="581" y="883"/>
                    </a:lnTo>
                    <a:cubicBezTo>
                      <a:pt x="630" y="919"/>
                      <a:pt x="684" y="935"/>
                      <a:pt x="737" y="935"/>
                    </a:cubicBezTo>
                    <a:cubicBezTo>
                      <a:pt x="932" y="935"/>
                      <a:pt x="1108" y="718"/>
                      <a:pt x="926" y="537"/>
                    </a:cubicBezTo>
                    <a:lnTo>
                      <a:pt x="465" y="76"/>
                    </a:lnTo>
                    <a:cubicBezTo>
                      <a:pt x="425" y="23"/>
                      <a:pt x="376" y="0"/>
                      <a:pt x="3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64"/>
              <p:cNvSpPr/>
              <p:nvPr/>
            </p:nvSpPr>
            <p:spPr>
              <a:xfrm>
                <a:off x="7332900" y="2169025"/>
                <a:ext cx="30275" cy="11550"/>
              </a:xfrm>
              <a:custGeom>
                <a:rect b="b" l="l" r="r" t="t"/>
                <a:pathLst>
                  <a:path extrusionOk="0" h="462" w="1211">
                    <a:moveTo>
                      <a:pt x="288" y="1"/>
                    </a:moveTo>
                    <a:cubicBezTo>
                      <a:pt x="0" y="1"/>
                      <a:pt x="0" y="462"/>
                      <a:pt x="288" y="462"/>
                    </a:cubicBezTo>
                    <a:lnTo>
                      <a:pt x="922" y="462"/>
                    </a:lnTo>
                    <a:cubicBezTo>
                      <a:pt x="1210" y="462"/>
                      <a:pt x="1210" y="1"/>
                      <a:pt x="92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64"/>
              <p:cNvSpPr/>
              <p:nvPr/>
            </p:nvSpPr>
            <p:spPr>
              <a:xfrm>
                <a:off x="7309850" y="2102325"/>
                <a:ext cx="26050" cy="23525"/>
              </a:xfrm>
              <a:custGeom>
                <a:rect b="b" l="l" r="r" t="t"/>
                <a:pathLst>
                  <a:path extrusionOk="0" h="941" w="1042">
                    <a:moveTo>
                      <a:pt x="716" y="0"/>
                    </a:moveTo>
                    <a:cubicBezTo>
                      <a:pt x="666" y="0"/>
                      <a:pt x="617" y="23"/>
                      <a:pt x="577" y="76"/>
                    </a:cubicBezTo>
                    <a:lnTo>
                      <a:pt x="116" y="479"/>
                    </a:lnTo>
                    <a:cubicBezTo>
                      <a:pt x="0" y="652"/>
                      <a:pt x="116" y="940"/>
                      <a:pt x="289" y="940"/>
                    </a:cubicBezTo>
                    <a:cubicBezTo>
                      <a:pt x="346" y="940"/>
                      <a:pt x="404" y="883"/>
                      <a:pt x="461" y="825"/>
                    </a:cubicBezTo>
                    <a:lnTo>
                      <a:pt x="865" y="422"/>
                    </a:lnTo>
                    <a:cubicBezTo>
                      <a:pt x="1042" y="245"/>
                      <a:pt x="879" y="0"/>
                      <a:pt x="71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88" name="Google Shape;1388;p64"/>
          <p:cNvGrpSpPr/>
          <p:nvPr/>
        </p:nvGrpSpPr>
        <p:grpSpPr>
          <a:xfrm>
            <a:off x="6650583" y="4000942"/>
            <a:ext cx="595348" cy="595348"/>
            <a:chOff x="5296828" y="3887575"/>
            <a:chExt cx="707400" cy="707400"/>
          </a:xfrm>
        </p:grpSpPr>
        <p:sp>
          <p:nvSpPr>
            <p:cNvPr id="1389" name="Google Shape;1389;p64"/>
            <p:cNvSpPr/>
            <p:nvPr/>
          </p:nvSpPr>
          <p:spPr>
            <a:xfrm flipH="1">
              <a:off x="5296828" y="38875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90" name="Google Shape;1390;p64"/>
            <p:cNvGrpSpPr/>
            <p:nvPr/>
          </p:nvGrpSpPr>
          <p:grpSpPr>
            <a:xfrm>
              <a:off x="5448875" y="4039938"/>
              <a:ext cx="398975" cy="402625"/>
              <a:chOff x="4270875" y="3209775"/>
              <a:chExt cx="398975" cy="402625"/>
            </a:xfrm>
          </p:grpSpPr>
          <p:sp>
            <p:nvSpPr>
              <p:cNvPr id="1391" name="Google Shape;1391;p64"/>
              <p:cNvSpPr/>
              <p:nvPr/>
            </p:nvSpPr>
            <p:spPr>
              <a:xfrm>
                <a:off x="4447825" y="3273700"/>
                <a:ext cx="49200" cy="95475"/>
              </a:xfrm>
              <a:custGeom>
                <a:rect b="b" l="l" r="r" t="t"/>
                <a:pathLst>
                  <a:path extrusionOk="0" h="3819" w="1968">
                    <a:moveTo>
                      <a:pt x="1046" y="1"/>
                    </a:moveTo>
                    <a:cubicBezTo>
                      <a:pt x="873" y="1"/>
                      <a:pt x="758" y="116"/>
                      <a:pt x="758" y="231"/>
                    </a:cubicBezTo>
                    <a:lnTo>
                      <a:pt x="758" y="462"/>
                    </a:lnTo>
                    <a:cubicBezTo>
                      <a:pt x="470" y="577"/>
                      <a:pt x="239" y="807"/>
                      <a:pt x="181" y="1096"/>
                    </a:cubicBezTo>
                    <a:cubicBezTo>
                      <a:pt x="124" y="1384"/>
                      <a:pt x="181" y="1614"/>
                      <a:pt x="412" y="1787"/>
                    </a:cubicBezTo>
                    <a:cubicBezTo>
                      <a:pt x="527" y="1902"/>
                      <a:pt x="758" y="2017"/>
                      <a:pt x="1161" y="2133"/>
                    </a:cubicBezTo>
                    <a:cubicBezTo>
                      <a:pt x="1449" y="2190"/>
                      <a:pt x="1391" y="2421"/>
                      <a:pt x="1391" y="2536"/>
                    </a:cubicBezTo>
                    <a:cubicBezTo>
                      <a:pt x="1391" y="2709"/>
                      <a:pt x="1218" y="2881"/>
                      <a:pt x="988" y="2881"/>
                    </a:cubicBezTo>
                    <a:cubicBezTo>
                      <a:pt x="700" y="2881"/>
                      <a:pt x="642" y="2881"/>
                      <a:pt x="470" y="2766"/>
                    </a:cubicBezTo>
                    <a:cubicBezTo>
                      <a:pt x="408" y="2729"/>
                      <a:pt x="349" y="2714"/>
                      <a:pt x="297" y="2714"/>
                    </a:cubicBezTo>
                    <a:cubicBezTo>
                      <a:pt x="104" y="2714"/>
                      <a:pt x="0" y="2931"/>
                      <a:pt x="181" y="3112"/>
                    </a:cubicBezTo>
                    <a:lnTo>
                      <a:pt x="181" y="3170"/>
                    </a:lnTo>
                    <a:cubicBezTo>
                      <a:pt x="412" y="3285"/>
                      <a:pt x="585" y="3342"/>
                      <a:pt x="758" y="3342"/>
                    </a:cubicBezTo>
                    <a:lnTo>
                      <a:pt x="758" y="3573"/>
                    </a:lnTo>
                    <a:cubicBezTo>
                      <a:pt x="758" y="3688"/>
                      <a:pt x="815" y="3746"/>
                      <a:pt x="930" y="3803"/>
                    </a:cubicBezTo>
                    <a:cubicBezTo>
                      <a:pt x="951" y="3813"/>
                      <a:pt x="973" y="3818"/>
                      <a:pt x="996" y="3818"/>
                    </a:cubicBezTo>
                    <a:cubicBezTo>
                      <a:pt x="1101" y="3818"/>
                      <a:pt x="1218" y="3715"/>
                      <a:pt x="1218" y="3573"/>
                    </a:cubicBezTo>
                    <a:lnTo>
                      <a:pt x="1218" y="3342"/>
                    </a:lnTo>
                    <a:cubicBezTo>
                      <a:pt x="1564" y="3227"/>
                      <a:pt x="1852" y="2881"/>
                      <a:pt x="1852" y="2593"/>
                    </a:cubicBezTo>
                    <a:cubicBezTo>
                      <a:pt x="1967" y="2190"/>
                      <a:pt x="1737" y="1787"/>
                      <a:pt x="1334" y="1672"/>
                    </a:cubicBezTo>
                    <a:cubicBezTo>
                      <a:pt x="1103" y="1614"/>
                      <a:pt x="815" y="1499"/>
                      <a:pt x="700" y="1384"/>
                    </a:cubicBezTo>
                    <a:cubicBezTo>
                      <a:pt x="527" y="1268"/>
                      <a:pt x="700" y="980"/>
                      <a:pt x="815" y="923"/>
                    </a:cubicBezTo>
                    <a:cubicBezTo>
                      <a:pt x="870" y="912"/>
                      <a:pt x="923" y="907"/>
                      <a:pt x="973" y="907"/>
                    </a:cubicBezTo>
                    <a:cubicBezTo>
                      <a:pt x="1183" y="907"/>
                      <a:pt x="1334" y="991"/>
                      <a:pt x="1334" y="1038"/>
                    </a:cubicBezTo>
                    <a:cubicBezTo>
                      <a:pt x="1387" y="1091"/>
                      <a:pt x="1447" y="1114"/>
                      <a:pt x="1504" y="1114"/>
                    </a:cubicBezTo>
                    <a:cubicBezTo>
                      <a:pt x="1691" y="1114"/>
                      <a:pt x="1843" y="869"/>
                      <a:pt x="1622" y="692"/>
                    </a:cubicBezTo>
                    <a:cubicBezTo>
                      <a:pt x="1564" y="577"/>
                      <a:pt x="1391" y="519"/>
                      <a:pt x="1218" y="462"/>
                    </a:cubicBezTo>
                    <a:lnTo>
                      <a:pt x="1218" y="231"/>
                    </a:lnTo>
                    <a:cubicBezTo>
                      <a:pt x="1218" y="174"/>
                      <a:pt x="1161" y="59"/>
                      <a:pt x="10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64"/>
              <p:cNvSpPr/>
              <p:nvPr/>
            </p:nvSpPr>
            <p:spPr>
              <a:xfrm>
                <a:off x="4270875" y="3209775"/>
                <a:ext cx="398975" cy="402625"/>
              </a:xfrm>
              <a:custGeom>
                <a:rect b="b" l="l" r="r" t="t"/>
                <a:pathLst>
                  <a:path extrusionOk="0" h="16105" w="15959">
                    <a:moveTo>
                      <a:pt x="5185" y="542"/>
                    </a:moveTo>
                    <a:lnTo>
                      <a:pt x="5416" y="1118"/>
                    </a:lnTo>
                    <a:cubicBezTo>
                      <a:pt x="5378" y="1125"/>
                      <a:pt x="5339" y="1129"/>
                      <a:pt x="5300" y="1129"/>
                    </a:cubicBezTo>
                    <a:cubicBezTo>
                      <a:pt x="5040" y="1129"/>
                      <a:pt x="4759" y="972"/>
                      <a:pt x="4609" y="772"/>
                    </a:cubicBezTo>
                    <a:lnTo>
                      <a:pt x="5185" y="542"/>
                    </a:lnTo>
                    <a:close/>
                    <a:moveTo>
                      <a:pt x="10947" y="542"/>
                    </a:moveTo>
                    <a:lnTo>
                      <a:pt x="11523" y="772"/>
                    </a:lnTo>
                    <a:cubicBezTo>
                      <a:pt x="11373" y="972"/>
                      <a:pt x="11092" y="1129"/>
                      <a:pt x="10794" y="1129"/>
                    </a:cubicBezTo>
                    <a:cubicBezTo>
                      <a:pt x="10749" y="1129"/>
                      <a:pt x="10704" y="1125"/>
                      <a:pt x="10659" y="1118"/>
                    </a:cubicBezTo>
                    <a:lnTo>
                      <a:pt x="10947" y="542"/>
                    </a:lnTo>
                    <a:close/>
                    <a:moveTo>
                      <a:pt x="1902" y="1924"/>
                    </a:moveTo>
                    <a:lnTo>
                      <a:pt x="1902" y="1924"/>
                    </a:lnTo>
                    <a:cubicBezTo>
                      <a:pt x="1959" y="2212"/>
                      <a:pt x="1786" y="2558"/>
                      <a:pt x="1556" y="2731"/>
                    </a:cubicBezTo>
                    <a:lnTo>
                      <a:pt x="1326" y="2155"/>
                    </a:lnTo>
                    <a:lnTo>
                      <a:pt x="1902" y="1924"/>
                    </a:lnTo>
                    <a:close/>
                    <a:moveTo>
                      <a:pt x="14230" y="1924"/>
                    </a:moveTo>
                    <a:lnTo>
                      <a:pt x="14806" y="2155"/>
                    </a:lnTo>
                    <a:lnTo>
                      <a:pt x="14576" y="2731"/>
                    </a:lnTo>
                    <a:cubicBezTo>
                      <a:pt x="14288" y="2558"/>
                      <a:pt x="14173" y="2212"/>
                      <a:pt x="14230" y="1924"/>
                    </a:cubicBezTo>
                    <a:close/>
                    <a:moveTo>
                      <a:pt x="4667" y="3825"/>
                    </a:moveTo>
                    <a:cubicBezTo>
                      <a:pt x="4667" y="4056"/>
                      <a:pt x="4609" y="4229"/>
                      <a:pt x="4609" y="4459"/>
                    </a:cubicBezTo>
                    <a:cubicBezTo>
                      <a:pt x="4609" y="5093"/>
                      <a:pt x="4782" y="5669"/>
                      <a:pt x="5070" y="6187"/>
                    </a:cubicBezTo>
                    <a:cubicBezTo>
                      <a:pt x="4985" y="6204"/>
                      <a:pt x="4900" y="6213"/>
                      <a:pt x="4816" y="6213"/>
                    </a:cubicBezTo>
                    <a:cubicBezTo>
                      <a:pt x="4332" y="6213"/>
                      <a:pt x="3884" y="5938"/>
                      <a:pt x="3688" y="5496"/>
                    </a:cubicBezTo>
                    <a:cubicBezTo>
                      <a:pt x="3457" y="4862"/>
                      <a:pt x="3688" y="4171"/>
                      <a:pt x="4321" y="3883"/>
                    </a:cubicBezTo>
                    <a:cubicBezTo>
                      <a:pt x="4437" y="3883"/>
                      <a:pt x="4552" y="3825"/>
                      <a:pt x="4667" y="3825"/>
                    </a:cubicBezTo>
                    <a:close/>
                    <a:moveTo>
                      <a:pt x="11465" y="3825"/>
                    </a:moveTo>
                    <a:cubicBezTo>
                      <a:pt x="11580" y="3825"/>
                      <a:pt x="11696" y="3883"/>
                      <a:pt x="11811" y="3941"/>
                    </a:cubicBezTo>
                    <a:cubicBezTo>
                      <a:pt x="12387" y="4171"/>
                      <a:pt x="12675" y="4862"/>
                      <a:pt x="12444" y="5496"/>
                    </a:cubicBezTo>
                    <a:cubicBezTo>
                      <a:pt x="12272" y="5842"/>
                      <a:pt x="11926" y="6130"/>
                      <a:pt x="11523" y="6187"/>
                    </a:cubicBezTo>
                    <a:cubicBezTo>
                      <a:pt x="11484" y="6207"/>
                      <a:pt x="11439" y="6213"/>
                      <a:pt x="11390" y="6213"/>
                    </a:cubicBezTo>
                    <a:cubicBezTo>
                      <a:pt x="11292" y="6213"/>
                      <a:pt x="11177" y="6187"/>
                      <a:pt x="11062" y="6187"/>
                    </a:cubicBezTo>
                    <a:cubicBezTo>
                      <a:pt x="11350" y="5669"/>
                      <a:pt x="11523" y="5093"/>
                      <a:pt x="11523" y="4459"/>
                    </a:cubicBezTo>
                    <a:cubicBezTo>
                      <a:pt x="11523" y="4229"/>
                      <a:pt x="11465" y="4056"/>
                      <a:pt x="11465" y="3825"/>
                    </a:cubicBezTo>
                    <a:close/>
                    <a:moveTo>
                      <a:pt x="8066" y="1521"/>
                    </a:moveTo>
                    <a:cubicBezTo>
                      <a:pt x="8757" y="1521"/>
                      <a:pt x="9449" y="1751"/>
                      <a:pt x="9852" y="2097"/>
                    </a:cubicBezTo>
                    <a:cubicBezTo>
                      <a:pt x="10601" y="2673"/>
                      <a:pt x="11062" y="3537"/>
                      <a:pt x="11062" y="4459"/>
                    </a:cubicBezTo>
                    <a:cubicBezTo>
                      <a:pt x="11062" y="5669"/>
                      <a:pt x="10313" y="6764"/>
                      <a:pt x="9218" y="7224"/>
                    </a:cubicBezTo>
                    <a:cubicBezTo>
                      <a:pt x="8815" y="6994"/>
                      <a:pt x="8354" y="6879"/>
                      <a:pt x="7893" y="6879"/>
                    </a:cubicBezTo>
                    <a:cubicBezTo>
                      <a:pt x="7490" y="6879"/>
                      <a:pt x="7087" y="6994"/>
                      <a:pt x="6741" y="7109"/>
                    </a:cubicBezTo>
                    <a:cubicBezTo>
                      <a:pt x="5704" y="6648"/>
                      <a:pt x="5070" y="5611"/>
                      <a:pt x="5070" y="4459"/>
                    </a:cubicBezTo>
                    <a:cubicBezTo>
                      <a:pt x="5070" y="2846"/>
                      <a:pt x="6395" y="1521"/>
                      <a:pt x="8066" y="1521"/>
                    </a:cubicBezTo>
                    <a:close/>
                    <a:moveTo>
                      <a:pt x="14346" y="4517"/>
                    </a:moveTo>
                    <a:lnTo>
                      <a:pt x="15383" y="5266"/>
                    </a:lnTo>
                    <a:lnTo>
                      <a:pt x="13251" y="8146"/>
                    </a:lnTo>
                    <a:cubicBezTo>
                      <a:pt x="13136" y="8089"/>
                      <a:pt x="12963" y="8089"/>
                      <a:pt x="12848" y="8089"/>
                    </a:cubicBezTo>
                    <a:lnTo>
                      <a:pt x="12790" y="8089"/>
                    </a:lnTo>
                    <a:lnTo>
                      <a:pt x="14346" y="4517"/>
                    </a:lnTo>
                    <a:close/>
                    <a:moveTo>
                      <a:pt x="4148" y="945"/>
                    </a:moveTo>
                    <a:cubicBezTo>
                      <a:pt x="4379" y="1314"/>
                      <a:pt x="4831" y="1572"/>
                      <a:pt x="5268" y="1572"/>
                    </a:cubicBezTo>
                    <a:cubicBezTo>
                      <a:pt x="5377" y="1572"/>
                      <a:pt x="5485" y="1556"/>
                      <a:pt x="5589" y="1521"/>
                    </a:cubicBezTo>
                    <a:lnTo>
                      <a:pt x="5762" y="1924"/>
                    </a:lnTo>
                    <a:cubicBezTo>
                      <a:pt x="5301" y="2327"/>
                      <a:pt x="5013" y="2788"/>
                      <a:pt x="4782" y="3364"/>
                    </a:cubicBezTo>
                    <a:cubicBezTo>
                      <a:pt x="4552" y="3364"/>
                      <a:pt x="4321" y="3422"/>
                      <a:pt x="4148" y="3480"/>
                    </a:cubicBezTo>
                    <a:cubicBezTo>
                      <a:pt x="3284" y="3825"/>
                      <a:pt x="2881" y="4805"/>
                      <a:pt x="3227" y="5669"/>
                    </a:cubicBezTo>
                    <a:cubicBezTo>
                      <a:pt x="3501" y="6264"/>
                      <a:pt x="4140" y="6677"/>
                      <a:pt x="4795" y="6677"/>
                    </a:cubicBezTo>
                    <a:cubicBezTo>
                      <a:pt x="4965" y="6677"/>
                      <a:pt x="5135" y="6650"/>
                      <a:pt x="5301" y="6591"/>
                    </a:cubicBezTo>
                    <a:cubicBezTo>
                      <a:pt x="5589" y="6879"/>
                      <a:pt x="5877" y="7167"/>
                      <a:pt x="6280" y="7397"/>
                    </a:cubicBezTo>
                    <a:cubicBezTo>
                      <a:pt x="5762" y="7743"/>
                      <a:pt x="5358" y="8261"/>
                      <a:pt x="5128" y="8837"/>
                    </a:cubicBezTo>
                    <a:cubicBezTo>
                      <a:pt x="4725" y="8434"/>
                      <a:pt x="4264" y="8089"/>
                      <a:pt x="3745" y="7973"/>
                    </a:cubicBezTo>
                    <a:lnTo>
                      <a:pt x="2881" y="5842"/>
                    </a:lnTo>
                    <a:cubicBezTo>
                      <a:pt x="2844" y="5767"/>
                      <a:pt x="2771" y="5735"/>
                      <a:pt x="2692" y="5735"/>
                    </a:cubicBezTo>
                    <a:cubicBezTo>
                      <a:pt x="2528" y="5735"/>
                      <a:pt x="2342" y="5877"/>
                      <a:pt x="2420" y="6072"/>
                    </a:cubicBezTo>
                    <a:lnTo>
                      <a:pt x="3169" y="7858"/>
                    </a:lnTo>
                    <a:lnTo>
                      <a:pt x="2651" y="7858"/>
                    </a:lnTo>
                    <a:lnTo>
                      <a:pt x="749" y="5266"/>
                    </a:lnTo>
                    <a:lnTo>
                      <a:pt x="1786" y="4517"/>
                    </a:lnTo>
                    <a:lnTo>
                      <a:pt x="2017" y="5035"/>
                    </a:lnTo>
                    <a:cubicBezTo>
                      <a:pt x="2055" y="5112"/>
                      <a:pt x="2126" y="5144"/>
                      <a:pt x="2198" y="5144"/>
                    </a:cubicBezTo>
                    <a:cubicBezTo>
                      <a:pt x="2343" y="5144"/>
                      <a:pt x="2497" y="5016"/>
                      <a:pt x="2420" y="4862"/>
                    </a:cubicBezTo>
                    <a:lnTo>
                      <a:pt x="1729" y="3192"/>
                    </a:lnTo>
                    <a:cubicBezTo>
                      <a:pt x="2190" y="2846"/>
                      <a:pt x="2478" y="2270"/>
                      <a:pt x="2305" y="1694"/>
                    </a:cubicBezTo>
                    <a:lnTo>
                      <a:pt x="4148" y="945"/>
                    </a:lnTo>
                    <a:close/>
                    <a:moveTo>
                      <a:pt x="11984" y="945"/>
                    </a:moveTo>
                    <a:lnTo>
                      <a:pt x="13769" y="1751"/>
                    </a:lnTo>
                    <a:cubicBezTo>
                      <a:pt x="13654" y="2270"/>
                      <a:pt x="13885" y="2846"/>
                      <a:pt x="14403" y="3192"/>
                    </a:cubicBezTo>
                    <a:lnTo>
                      <a:pt x="12272" y="8146"/>
                    </a:lnTo>
                    <a:cubicBezTo>
                      <a:pt x="11696" y="8261"/>
                      <a:pt x="11119" y="8549"/>
                      <a:pt x="10716" y="9010"/>
                    </a:cubicBezTo>
                    <a:cubicBezTo>
                      <a:pt x="10486" y="8377"/>
                      <a:pt x="10140" y="7858"/>
                      <a:pt x="9679" y="7512"/>
                    </a:cubicBezTo>
                    <a:cubicBezTo>
                      <a:pt x="10082" y="7282"/>
                      <a:pt x="10486" y="6994"/>
                      <a:pt x="10774" y="6591"/>
                    </a:cubicBezTo>
                    <a:cubicBezTo>
                      <a:pt x="10977" y="6631"/>
                      <a:pt x="11181" y="6672"/>
                      <a:pt x="11364" y="6672"/>
                    </a:cubicBezTo>
                    <a:cubicBezTo>
                      <a:pt x="11440" y="6672"/>
                      <a:pt x="11513" y="6665"/>
                      <a:pt x="11580" y="6648"/>
                    </a:cubicBezTo>
                    <a:cubicBezTo>
                      <a:pt x="12156" y="6533"/>
                      <a:pt x="12617" y="6187"/>
                      <a:pt x="12848" y="5669"/>
                    </a:cubicBezTo>
                    <a:cubicBezTo>
                      <a:pt x="13193" y="4805"/>
                      <a:pt x="12790" y="3825"/>
                      <a:pt x="11984" y="3480"/>
                    </a:cubicBezTo>
                    <a:cubicBezTo>
                      <a:pt x="11753" y="3422"/>
                      <a:pt x="11523" y="3364"/>
                      <a:pt x="11292" y="3364"/>
                    </a:cubicBezTo>
                    <a:cubicBezTo>
                      <a:pt x="11119" y="2788"/>
                      <a:pt x="10774" y="2327"/>
                      <a:pt x="10370" y="1924"/>
                    </a:cubicBezTo>
                    <a:lnTo>
                      <a:pt x="10486" y="1521"/>
                    </a:lnTo>
                    <a:cubicBezTo>
                      <a:pt x="10601" y="1556"/>
                      <a:pt x="10716" y="1572"/>
                      <a:pt x="10829" y="1572"/>
                    </a:cubicBezTo>
                    <a:cubicBezTo>
                      <a:pt x="11283" y="1572"/>
                      <a:pt x="11707" y="1314"/>
                      <a:pt x="11984" y="945"/>
                    </a:cubicBezTo>
                    <a:close/>
                    <a:moveTo>
                      <a:pt x="2939" y="8261"/>
                    </a:moveTo>
                    <a:cubicBezTo>
                      <a:pt x="3803" y="8261"/>
                      <a:pt x="4437" y="8722"/>
                      <a:pt x="4955" y="9356"/>
                    </a:cubicBezTo>
                    <a:cubicBezTo>
                      <a:pt x="4955" y="9529"/>
                      <a:pt x="4955" y="9702"/>
                      <a:pt x="4955" y="9874"/>
                    </a:cubicBezTo>
                    <a:cubicBezTo>
                      <a:pt x="4955" y="10163"/>
                      <a:pt x="4782" y="10335"/>
                      <a:pt x="4667" y="10566"/>
                    </a:cubicBezTo>
                    <a:cubicBezTo>
                      <a:pt x="4494" y="10508"/>
                      <a:pt x="4321" y="10451"/>
                      <a:pt x="4148" y="10451"/>
                    </a:cubicBezTo>
                    <a:lnTo>
                      <a:pt x="1671" y="10451"/>
                    </a:lnTo>
                    <a:cubicBezTo>
                      <a:pt x="1095" y="10451"/>
                      <a:pt x="634" y="10854"/>
                      <a:pt x="577" y="11372"/>
                    </a:cubicBezTo>
                    <a:cubicBezTo>
                      <a:pt x="461" y="11200"/>
                      <a:pt x="461" y="10969"/>
                      <a:pt x="461" y="10739"/>
                    </a:cubicBezTo>
                    <a:cubicBezTo>
                      <a:pt x="461" y="9414"/>
                      <a:pt x="1556" y="8261"/>
                      <a:pt x="2939" y="8261"/>
                    </a:cubicBezTo>
                    <a:close/>
                    <a:moveTo>
                      <a:pt x="7029" y="9702"/>
                    </a:moveTo>
                    <a:cubicBezTo>
                      <a:pt x="7317" y="10220"/>
                      <a:pt x="7778" y="10566"/>
                      <a:pt x="8354" y="10739"/>
                    </a:cubicBezTo>
                    <a:cubicBezTo>
                      <a:pt x="8646" y="10848"/>
                      <a:pt x="8962" y="10888"/>
                      <a:pt x="9271" y="10888"/>
                    </a:cubicBezTo>
                    <a:cubicBezTo>
                      <a:pt x="9449" y="10888"/>
                      <a:pt x="9626" y="10875"/>
                      <a:pt x="9794" y="10854"/>
                    </a:cubicBezTo>
                    <a:lnTo>
                      <a:pt x="9794" y="10854"/>
                    </a:lnTo>
                    <a:cubicBezTo>
                      <a:pt x="9622" y="11718"/>
                      <a:pt x="8815" y="12409"/>
                      <a:pt x="7893" y="12409"/>
                    </a:cubicBezTo>
                    <a:cubicBezTo>
                      <a:pt x="6856" y="12409"/>
                      <a:pt x="6050" y="11603"/>
                      <a:pt x="5934" y="10623"/>
                    </a:cubicBezTo>
                    <a:cubicBezTo>
                      <a:pt x="6511" y="10393"/>
                      <a:pt x="6856" y="10047"/>
                      <a:pt x="7029" y="9702"/>
                    </a:cubicBezTo>
                    <a:close/>
                    <a:moveTo>
                      <a:pt x="7893" y="7340"/>
                    </a:moveTo>
                    <a:cubicBezTo>
                      <a:pt x="9218" y="7340"/>
                      <a:pt x="10370" y="8492"/>
                      <a:pt x="10370" y="9874"/>
                    </a:cubicBezTo>
                    <a:cubicBezTo>
                      <a:pt x="10370" y="10105"/>
                      <a:pt x="10370" y="10393"/>
                      <a:pt x="10543" y="10623"/>
                    </a:cubicBezTo>
                    <a:cubicBezTo>
                      <a:pt x="10716" y="10854"/>
                      <a:pt x="10774" y="11084"/>
                      <a:pt x="10774" y="11315"/>
                    </a:cubicBezTo>
                    <a:cubicBezTo>
                      <a:pt x="10774" y="11718"/>
                      <a:pt x="10601" y="12064"/>
                      <a:pt x="10255" y="12294"/>
                    </a:cubicBezTo>
                    <a:cubicBezTo>
                      <a:pt x="9967" y="12467"/>
                      <a:pt x="10082" y="12755"/>
                      <a:pt x="10025" y="13043"/>
                    </a:cubicBezTo>
                    <a:cubicBezTo>
                      <a:pt x="9852" y="12755"/>
                      <a:pt x="9622" y="12525"/>
                      <a:pt x="9333" y="12352"/>
                    </a:cubicBezTo>
                    <a:cubicBezTo>
                      <a:pt x="9852" y="11948"/>
                      <a:pt x="10255" y="11315"/>
                      <a:pt x="10255" y="10566"/>
                    </a:cubicBezTo>
                    <a:cubicBezTo>
                      <a:pt x="10255" y="10393"/>
                      <a:pt x="10198" y="10335"/>
                      <a:pt x="10025" y="10335"/>
                    </a:cubicBezTo>
                    <a:cubicBezTo>
                      <a:pt x="9790" y="10382"/>
                      <a:pt x="9509" y="10421"/>
                      <a:pt x="9216" y="10421"/>
                    </a:cubicBezTo>
                    <a:cubicBezTo>
                      <a:pt x="8428" y="10421"/>
                      <a:pt x="7553" y="10144"/>
                      <a:pt x="7259" y="9010"/>
                    </a:cubicBezTo>
                    <a:cubicBezTo>
                      <a:pt x="7231" y="8895"/>
                      <a:pt x="7130" y="8837"/>
                      <a:pt x="7036" y="8837"/>
                    </a:cubicBezTo>
                    <a:cubicBezTo>
                      <a:pt x="6943" y="8837"/>
                      <a:pt x="6856" y="8895"/>
                      <a:pt x="6856" y="9010"/>
                    </a:cubicBezTo>
                    <a:cubicBezTo>
                      <a:pt x="6856" y="9068"/>
                      <a:pt x="6626" y="9990"/>
                      <a:pt x="5646" y="10220"/>
                    </a:cubicBezTo>
                    <a:cubicBezTo>
                      <a:pt x="5531" y="10278"/>
                      <a:pt x="5474" y="10335"/>
                      <a:pt x="5474" y="10451"/>
                    </a:cubicBezTo>
                    <a:cubicBezTo>
                      <a:pt x="5474" y="11257"/>
                      <a:pt x="5877" y="11948"/>
                      <a:pt x="6453" y="12352"/>
                    </a:cubicBezTo>
                    <a:cubicBezTo>
                      <a:pt x="6107" y="12582"/>
                      <a:pt x="5877" y="12813"/>
                      <a:pt x="5646" y="13101"/>
                    </a:cubicBezTo>
                    <a:cubicBezTo>
                      <a:pt x="5589" y="12813"/>
                      <a:pt x="5762" y="12525"/>
                      <a:pt x="5416" y="12294"/>
                    </a:cubicBezTo>
                    <a:cubicBezTo>
                      <a:pt x="5128" y="12064"/>
                      <a:pt x="4897" y="11718"/>
                      <a:pt x="4897" y="11315"/>
                    </a:cubicBezTo>
                    <a:cubicBezTo>
                      <a:pt x="4897" y="11084"/>
                      <a:pt x="5013" y="10796"/>
                      <a:pt x="5185" y="10566"/>
                    </a:cubicBezTo>
                    <a:cubicBezTo>
                      <a:pt x="5358" y="10393"/>
                      <a:pt x="5358" y="10105"/>
                      <a:pt x="5358" y="9874"/>
                    </a:cubicBezTo>
                    <a:cubicBezTo>
                      <a:pt x="5358" y="8492"/>
                      <a:pt x="6511" y="7340"/>
                      <a:pt x="7893" y="7340"/>
                    </a:cubicBezTo>
                    <a:close/>
                    <a:moveTo>
                      <a:pt x="4148" y="10969"/>
                    </a:moveTo>
                    <a:cubicBezTo>
                      <a:pt x="4264" y="10969"/>
                      <a:pt x="4379" y="10969"/>
                      <a:pt x="4494" y="11027"/>
                    </a:cubicBezTo>
                    <a:cubicBezTo>
                      <a:pt x="4494" y="11142"/>
                      <a:pt x="4437" y="11257"/>
                      <a:pt x="4437" y="11315"/>
                    </a:cubicBezTo>
                    <a:cubicBezTo>
                      <a:pt x="4437" y="11660"/>
                      <a:pt x="4552" y="12006"/>
                      <a:pt x="4782" y="12294"/>
                    </a:cubicBezTo>
                    <a:cubicBezTo>
                      <a:pt x="4494" y="13043"/>
                      <a:pt x="3745" y="13562"/>
                      <a:pt x="2939" y="13562"/>
                    </a:cubicBezTo>
                    <a:cubicBezTo>
                      <a:pt x="1844" y="13562"/>
                      <a:pt x="980" y="12697"/>
                      <a:pt x="980" y="11660"/>
                    </a:cubicBezTo>
                    <a:cubicBezTo>
                      <a:pt x="980" y="11257"/>
                      <a:pt x="1268" y="10969"/>
                      <a:pt x="1671" y="10969"/>
                    </a:cubicBezTo>
                    <a:close/>
                    <a:moveTo>
                      <a:pt x="13654" y="10854"/>
                    </a:moveTo>
                    <a:cubicBezTo>
                      <a:pt x="13885" y="11200"/>
                      <a:pt x="14230" y="11603"/>
                      <a:pt x="14749" y="11833"/>
                    </a:cubicBezTo>
                    <a:cubicBezTo>
                      <a:pt x="14691" y="12813"/>
                      <a:pt x="13827" y="13562"/>
                      <a:pt x="12848" y="13562"/>
                    </a:cubicBezTo>
                    <a:cubicBezTo>
                      <a:pt x="11984" y="13562"/>
                      <a:pt x="11235" y="13043"/>
                      <a:pt x="11004" y="12237"/>
                    </a:cubicBezTo>
                    <a:cubicBezTo>
                      <a:pt x="11004" y="12179"/>
                      <a:pt x="11062" y="12121"/>
                      <a:pt x="11062" y="12064"/>
                    </a:cubicBezTo>
                    <a:cubicBezTo>
                      <a:pt x="11696" y="12064"/>
                      <a:pt x="12214" y="12006"/>
                      <a:pt x="12617" y="11833"/>
                    </a:cubicBezTo>
                    <a:cubicBezTo>
                      <a:pt x="13078" y="11660"/>
                      <a:pt x="13424" y="11315"/>
                      <a:pt x="13654" y="10854"/>
                    </a:cubicBezTo>
                    <a:close/>
                    <a:moveTo>
                      <a:pt x="5128" y="12640"/>
                    </a:moveTo>
                    <a:cubicBezTo>
                      <a:pt x="5185" y="12640"/>
                      <a:pt x="5185" y="12697"/>
                      <a:pt x="5185" y="12755"/>
                    </a:cubicBezTo>
                    <a:cubicBezTo>
                      <a:pt x="5128" y="13043"/>
                      <a:pt x="5185" y="13331"/>
                      <a:pt x="5358" y="13619"/>
                    </a:cubicBezTo>
                    <a:cubicBezTo>
                      <a:pt x="5301" y="13850"/>
                      <a:pt x="5243" y="14138"/>
                      <a:pt x="5185" y="14368"/>
                    </a:cubicBezTo>
                    <a:cubicBezTo>
                      <a:pt x="4955" y="14022"/>
                      <a:pt x="4725" y="13792"/>
                      <a:pt x="4379" y="13562"/>
                    </a:cubicBezTo>
                    <a:cubicBezTo>
                      <a:pt x="4667" y="13331"/>
                      <a:pt x="4955" y="12985"/>
                      <a:pt x="5128" y="12640"/>
                    </a:cubicBezTo>
                    <a:close/>
                    <a:moveTo>
                      <a:pt x="10659" y="12582"/>
                    </a:moveTo>
                    <a:cubicBezTo>
                      <a:pt x="10831" y="12985"/>
                      <a:pt x="11062" y="13273"/>
                      <a:pt x="11407" y="13562"/>
                    </a:cubicBezTo>
                    <a:cubicBezTo>
                      <a:pt x="11062" y="13734"/>
                      <a:pt x="10774" y="14022"/>
                      <a:pt x="10543" y="14368"/>
                    </a:cubicBezTo>
                    <a:cubicBezTo>
                      <a:pt x="10543" y="14080"/>
                      <a:pt x="10486" y="13850"/>
                      <a:pt x="10370" y="13562"/>
                    </a:cubicBezTo>
                    <a:cubicBezTo>
                      <a:pt x="10486" y="13331"/>
                      <a:pt x="10543" y="13043"/>
                      <a:pt x="10486" y="12755"/>
                    </a:cubicBezTo>
                    <a:cubicBezTo>
                      <a:pt x="10486" y="12697"/>
                      <a:pt x="10543" y="12640"/>
                      <a:pt x="10659" y="12582"/>
                    </a:cubicBezTo>
                    <a:close/>
                    <a:moveTo>
                      <a:pt x="5287" y="0"/>
                    </a:moveTo>
                    <a:cubicBezTo>
                      <a:pt x="5251" y="0"/>
                      <a:pt x="5216" y="8"/>
                      <a:pt x="5185" y="23"/>
                    </a:cubicBezTo>
                    <a:lnTo>
                      <a:pt x="922" y="1809"/>
                    </a:lnTo>
                    <a:cubicBezTo>
                      <a:pt x="807" y="1867"/>
                      <a:pt x="749" y="1982"/>
                      <a:pt x="749" y="2097"/>
                    </a:cubicBezTo>
                    <a:lnTo>
                      <a:pt x="1614" y="4056"/>
                    </a:lnTo>
                    <a:lnTo>
                      <a:pt x="289" y="5035"/>
                    </a:lnTo>
                    <a:cubicBezTo>
                      <a:pt x="173" y="5093"/>
                      <a:pt x="173" y="5266"/>
                      <a:pt x="231" y="5323"/>
                    </a:cubicBezTo>
                    <a:lnTo>
                      <a:pt x="2132" y="7973"/>
                    </a:lnTo>
                    <a:cubicBezTo>
                      <a:pt x="865" y="8261"/>
                      <a:pt x="0" y="9414"/>
                      <a:pt x="0" y="10796"/>
                    </a:cubicBezTo>
                    <a:cubicBezTo>
                      <a:pt x="0" y="11545"/>
                      <a:pt x="231" y="12237"/>
                      <a:pt x="749" y="12813"/>
                    </a:cubicBezTo>
                    <a:lnTo>
                      <a:pt x="807" y="12813"/>
                    </a:lnTo>
                    <a:cubicBezTo>
                      <a:pt x="980" y="13101"/>
                      <a:pt x="1210" y="13389"/>
                      <a:pt x="1441" y="13562"/>
                    </a:cubicBezTo>
                    <a:cubicBezTo>
                      <a:pt x="692" y="14080"/>
                      <a:pt x="173" y="14944"/>
                      <a:pt x="173" y="15866"/>
                    </a:cubicBezTo>
                    <a:cubicBezTo>
                      <a:pt x="173" y="16010"/>
                      <a:pt x="289" y="16082"/>
                      <a:pt x="404" y="16082"/>
                    </a:cubicBezTo>
                    <a:cubicBezTo>
                      <a:pt x="519" y="16082"/>
                      <a:pt x="634" y="16010"/>
                      <a:pt x="634" y="15866"/>
                    </a:cubicBezTo>
                    <a:cubicBezTo>
                      <a:pt x="634" y="15002"/>
                      <a:pt x="1153" y="14195"/>
                      <a:pt x="1902" y="13850"/>
                    </a:cubicBezTo>
                    <a:cubicBezTo>
                      <a:pt x="2219" y="13994"/>
                      <a:pt x="2564" y="14066"/>
                      <a:pt x="2910" y="14066"/>
                    </a:cubicBezTo>
                    <a:cubicBezTo>
                      <a:pt x="3256" y="14066"/>
                      <a:pt x="3601" y="13994"/>
                      <a:pt x="3918" y="13850"/>
                    </a:cubicBezTo>
                    <a:cubicBezTo>
                      <a:pt x="4667" y="14195"/>
                      <a:pt x="5185" y="15002"/>
                      <a:pt x="5185" y="15866"/>
                    </a:cubicBezTo>
                    <a:cubicBezTo>
                      <a:pt x="5185" y="16016"/>
                      <a:pt x="5311" y="16104"/>
                      <a:pt x="5432" y="16104"/>
                    </a:cubicBezTo>
                    <a:cubicBezTo>
                      <a:pt x="5541" y="16104"/>
                      <a:pt x="5646" y="16031"/>
                      <a:pt x="5646" y="15866"/>
                    </a:cubicBezTo>
                    <a:lnTo>
                      <a:pt x="5646" y="14656"/>
                    </a:lnTo>
                    <a:cubicBezTo>
                      <a:pt x="5646" y="13792"/>
                      <a:pt x="6107" y="13043"/>
                      <a:pt x="6856" y="12640"/>
                    </a:cubicBezTo>
                    <a:cubicBezTo>
                      <a:pt x="7173" y="12784"/>
                      <a:pt x="7519" y="12856"/>
                      <a:pt x="7864" y="12856"/>
                    </a:cubicBezTo>
                    <a:cubicBezTo>
                      <a:pt x="8210" y="12856"/>
                      <a:pt x="8556" y="12784"/>
                      <a:pt x="8873" y="12640"/>
                    </a:cubicBezTo>
                    <a:cubicBezTo>
                      <a:pt x="9622" y="13043"/>
                      <a:pt x="10140" y="13792"/>
                      <a:pt x="10140" y="14656"/>
                    </a:cubicBezTo>
                    <a:lnTo>
                      <a:pt x="10140" y="15866"/>
                    </a:lnTo>
                    <a:cubicBezTo>
                      <a:pt x="10140" y="16010"/>
                      <a:pt x="10255" y="16082"/>
                      <a:pt x="10370" y="16082"/>
                    </a:cubicBezTo>
                    <a:cubicBezTo>
                      <a:pt x="10486" y="16082"/>
                      <a:pt x="10601" y="16010"/>
                      <a:pt x="10601" y="15866"/>
                    </a:cubicBezTo>
                    <a:cubicBezTo>
                      <a:pt x="10601" y="15002"/>
                      <a:pt x="11062" y="14195"/>
                      <a:pt x="11868" y="13792"/>
                    </a:cubicBezTo>
                    <a:cubicBezTo>
                      <a:pt x="12185" y="13936"/>
                      <a:pt x="12531" y="14008"/>
                      <a:pt x="12869" y="14008"/>
                    </a:cubicBezTo>
                    <a:cubicBezTo>
                      <a:pt x="13208" y="14008"/>
                      <a:pt x="13539" y="13936"/>
                      <a:pt x="13827" y="13792"/>
                    </a:cubicBezTo>
                    <a:cubicBezTo>
                      <a:pt x="14634" y="14195"/>
                      <a:pt x="15095" y="15002"/>
                      <a:pt x="15095" y="15866"/>
                    </a:cubicBezTo>
                    <a:cubicBezTo>
                      <a:pt x="15095" y="16010"/>
                      <a:pt x="15210" y="16082"/>
                      <a:pt x="15325" y="16082"/>
                    </a:cubicBezTo>
                    <a:cubicBezTo>
                      <a:pt x="15440" y="16082"/>
                      <a:pt x="15555" y="16010"/>
                      <a:pt x="15555" y="15866"/>
                    </a:cubicBezTo>
                    <a:cubicBezTo>
                      <a:pt x="15555" y="15636"/>
                      <a:pt x="15555" y="15405"/>
                      <a:pt x="15498" y="15175"/>
                    </a:cubicBezTo>
                    <a:cubicBezTo>
                      <a:pt x="15786" y="14887"/>
                      <a:pt x="15959" y="14483"/>
                      <a:pt x="15959" y="14080"/>
                    </a:cubicBezTo>
                    <a:lnTo>
                      <a:pt x="15959" y="12467"/>
                    </a:lnTo>
                    <a:cubicBezTo>
                      <a:pt x="15959" y="12352"/>
                      <a:pt x="15843" y="12237"/>
                      <a:pt x="15728" y="12237"/>
                    </a:cubicBezTo>
                    <a:lnTo>
                      <a:pt x="15671" y="12237"/>
                    </a:lnTo>
                    <a:cubicBezTo>
                      <a:pt x="15555" y="12237"/>
                      <a:pt x="15440" y="12352"/>
                      <a:pt x="15440" y="12467"/>
                    </a:cubicBezTo>
                    <a:lnTo>
                      <a:pt x="15440" y="14138"/>
                    </a:lnTo>
                    <a:cubicBezTo>
                      <a:pt x="15440" y="14310"/>
                      <a:pt x="15383" y="14541"/>
                      <a:pt x="15267" y="14714"/>
                    </a:cubicBezTo>
                    <a:cubicBezTo>
                      <a:pt x="15095" y="14253"/>
                      <a:pt x="14749" y="13850"/>
                      <a:pt x="14288" y="13562"/>
                    </a:cubicBezTo>
                    <a:cubicBezTo>
                      <a:pt x="14864" y="13101"/>
                      <a:pt x="15267" y="12409"/>
                      <a:pt x="15267" y="11660"/>
                    </a:cubicBezTo>
                    <a:cubicBezTo>
                      <a:pt x="15267" y="11545"/>
                      <a:pt x="15152" y="11430"/>
                      <a:pt x="15095" y="11430"/>
                    </a:cubicBezTo>
                    <a:cubicBezTo>
                      <a:pt x="14115" y="11200"/>
                      <a:pt x="13885" y="10220"/>
                      <a:pt x="13885" y="10220"/>
                    </a:cubicBezTo>
                    <a:cubicBezTo>
                      <a:pt x="13856" y="10076"/>
                      <a:pt x="13755" y="10004"/>
                      <a:pt x="13654" y="10004"/>
                    </a:cubicBezTo>
                    <a:cubicBezTo>
                      <a:pt x="13553" y="10004"/>
                      <a:pt x="13453" y="10076"/>
                      <a:pt x="13424" y="10220"/>
                    </a:cubicBezTo>
                    <a:cubicBezTo>
                      <a:pt x="13162" y="11321"/>
                      <a:pt x="12280" y="11611"/>
                      <a:pt x="11472" y="11611"/>
                    </a:cubicBezTo>
                    <a:cubicBezTo>
                      <a:pt x="11392" y="11611"/>
                      <a:pt x="11313" y="11608"/>
                      <a:pt x="11235" y="11603"/>
                    </a:cubicBezTo>
                    <a:cubicBezTo>
                      <a:pt x="11235" y="11545"/>
                      <a:pt x="11235" y="11430"/>
                      <a:pt x="11235" y="11372"/>
                    </a:cubicBezTo>
                    <a:cubicBezTo>
                      <a:pt x="11235" y="11027"/>
                      <a:pt x="11119" y="10681"/>
                      <a:pt x="10947" y="10393"/>
                    </a:cubicBezTo>
                    <a:cubicBezTo>
                      <a:pt x="10774" y="10163"/>
                      <a:pt x="10831" y="9817"/>
                      <a:pt x="10831" y="9529"/>
                    </a:cubicBezTo>
                    <a:cubicBezTo>
                      <a:pt x="11413" y="8850"/>
                      <a:pt x="12199" y="8579"/>
                      <a:pt x="12949" y="8579"/>
                    </a:cubicBezTo>
                    <a:cubicBezTo>
                      <a:pt x="13090" y="8579"/>
                      <a:pt x="13229" y="8589"/>
                      <a:pt x="13366" y="8607"/>
                    </a:cubicBezTo>
                    <a:cubicBezTo>
                      <a:pt x="14576" y="8837"/>
                      <a:pt x="15440" y="9932"/>
                      <a:pt x="15440" y="11200"/>
                    </a:cubicBezTo>
                    <a:cubicBezTo>
                      <a:pt x="15440" y="11344"/>
                      <a:pt x="15555" y="11416"/>
                      <a:pt x="15671" y="11416"/>
                    </a:cubicBezTo>
                    <a:cubicBezTo>
                      <a:pt x="15786" y="11416"/>
                      <a:pt x="15901" y="11344"/>
                      <a:pt x="15901" y="11200"/>
                    </a:cubicBezTo>
                    <a:cubicBezTo>
                      <a:pt x="15901" y="9817"/>
                      <a:pt x="15037" y="8665"/>
                      <a:pt x="13769" y="8261"/>
                    </a:cubicBezTo>
                    <a:lnTo>
                      <a:pt x="15901" y="5323"/>
                    </a:lnTo>
                    <a:cubicBezTo>
                      <a:pt x="15959" y="5266"/>
                      <a:pt x="15959" y="5093"/>
                      <a:pt x="15843" y="5035"/>
                    </a:cubicBezTo>
                    <a:lnTo>
                      <a:pt x="14518" y="4056"/>
                    </a:lnTo>
                    <a:lnTo>
                      <a:pt x="15325" y="2097"/>
                    </a:lnTo>
                    <a:cubicBezTo>
                      <a:pt x="15383" y="1982"/>
                      <a:pt x="15325" y="1867"/>
                      <a:pt x="15210" y="1809"/>
                    </a:cubicBezTo>
                    <a:lnTo>
                      <a:pt x="10889" y="23"/>
                    </a:lnTo>
                    <a:cubicBezTo>
                      <a:pt x="10858" y="8"/>
                      <a:pt x="10827" y="0"/>
                      <a:pt x="10797" y="0"/>
                    </a:cubicBezTo>
                    <a:cubicBezTo>
                      <a:pt x="10716" y="0"/>
                      <a:pt x="10643" y="54"/>
                      <a:pt x="10601" y="138"/>
                    </a:cubicBezTo>
                    <a:lnTo>
                      <a:pt x="9967" y="1636"/>
                    </a:lnTo>
                    <a:cubicBezTo>
                      <a:pt x="9449" y="1233"/>
                      <a:pt x="8757" y="1002"/>
                      <a:pt x="8066" y="1002"/>
                    </a:cubicBezTo>
                    <a:cubicBezTo>
                      <a:pt x="7317" y="1002"/>
                      <a:pt x="6683" y="1233"/>
                      <a:pt x="6107" y="1636"/>
                    </a:cubicBezTo>
                    <a:lnTo>
                      <a:pt x="5531" y="138"/>
                    </a:lnTo>
                    <a:cubicBezTo>
                      <a:pt x="5489" y="54"/>
                      <a:pt x="5385" y="0"/>
                      <a:pt x="52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64"/>
              <p:cNvSpPr/>
              <p:nvPr/>
            </p:nvSpPr>
            <p:spPr>
              <a:xfrm>
                <a:off x="4570350" y="3523850"/>
                <a:ext cx="42325" cy="17050"/>
              </a:xfrm>
              <a:custGeom>
                <a:rect b="b" l="l" r="r" t="t"/>
                <a:pathLst>
                  <a:path extrusionOk="0" h="682" w="1693">
                    <a:moveTo>
                      <a:pt x="352" y="1"/>
                    </a:moveTo>
                    <a:cubicBezTo>
                      <a:pt x="163" y="1"/>
                      <a:pt x="1" y="246"/>
                      <a:pt x="177" y="422"/>
                    </a:cubicBezTo>
                    <a:cubicBezTo>
                      <a:pt x="350" y="595"/>
                      <a:pt x="595" y="682"/>
                      <a:pt x="847" y="682"/>
                    </a:cubicBezTo>
                    <a:cubicBezTo>
                      <a:pt x="1099" y="682"/>
                      <a:pt x="1358" y="595"/>
                      <a:pt x="1560" y="422"/>
                    </a:cubicBezTo>
                    <a:cubicBezTo>
                      <a:pt x="1693" y="246"/>
                      <a:pt x="1554" y="1"/>
                      <a:pt x="1378" y="1"/>
                    </a:cubicBezTo>
                    <a:cubicBezTo>
                      <a:pt x="1325" y="1"/>
                      <a:pt x="1268" y="23"/>
                      <a:pt x="1214" y="77"/>
                    </a:cubicBezTo>
                    <a:cubicBezTo>
                      <a:pt x="1128" y="163"/>
                      <a:pt x="998" y="206"/>
                      <a:pt x="869" y="206"/>
                    </a:cubicBezTo>
                    <a:cubicBezTo>
                      <a:pt x="739" y="206"/>
                      <a:pt x="609" y="163"/>
                      <a:pt x="523" y="77"/>
                    </a:cubicBezTo>
                    <a:cubicBezTo>
                      <a:pt x="469" y="23"/>
                      <a:pt x="410" y="1"/>
                      <a:pt x="3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64"/>
              <p:cNvSpPr/>
              <p:nvPr/>
            </p:nvSpPr>
            <p:spPr>
              <a:xfrm>
                <a:off x="4322625" y="3523850"/>
                <a:ext cx="42325" cy="17050"/>
              </a:xfrm>
              <a:custGeom>
                <a:rect b="b" l="l" r="r" t="t"/>
                <a:pathLst>
                  <a:path extrusionOk="0" h="682" w="1693">
                    <a:moveTo>
                      <a:pt x="352" y="1"/>
                    </a:moveTo>
                    <a:cubicBezTo>
                      <a:pt x="163" y="1"/>
                      <a:pt x="0" y="246"/>
                      <a:pt x="177" y="422"/>
                    </a:cubicBezTo>
                    <a:cubicBezTo>
                      <a:pt x="350" y="595"/>
                      <a:pt x="595" y="682"/>
                      <a:pt x="847" y="682"/>
                    </a:cubicBezTo>
                    <a:cubicBezTo>
                      <a:pt x="1099" y="682"/>
                      <a:pt x="1358" y="595"/>
                      <a:pt x="1560" y="422"/>
                    </a:cubicBezTo>
                    <a:cubicBezTo>
                      <a:pt x="1693" y="246"/>
                      <a:pt x="1554" y="1"/>
                      <a:pt x="1378" y="1"/>
                    </a:cubicBezTo>
                    <a:cubicBezTo>
                      <a:pt x="1325" y="1"/>
                      <a:pt x="1268" y="23"/>
                      <a:pt x="1214" y="77"/>
                    </a:cubicBezTo>
                    <a:cubicBezTo>
                      <a:pt x="1128" y="163"/>
                      <a:pt x="998" y="206"/>
                      <a:pt x="869" y="206"/>
                    </a:cubicBezTo>
                    <a:cubicBezTo>
                      <a:pt x="739" y="206"/>
                      <a:pt x="609" y="163"/>
                      <a:pt x="523" y="77"/>
                    </a:cubicBezTo>
                    <a:cubicBezTo>
                      <a:pt x="469" y="23"/>
                      <a:pt x="410" y="1"/>
                      <a:pt x="3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64"/>
              <p:cNvSpPr/>
              <p:nvPr/>
            </p:nvSpPr>
            <p:spPr>
              <a:xfrm>
                <a:off x="4446375" y="3494200"/>
                <a:ext cx="42525" cy="17550"/>
              </a:xfrm>
              <a:custGeom>
                <a:rect b="b" l="l" r="r" t="t"/>
                <a:pathLst>
                  <a:path extrusionOk="0" h="702" w="1701">
                    <a:moveTo>
                      <a:pt x="371" y="0"/>
                    </a:moveTo>
                    <a:cubicBezTo>
                      <a:pt x="176" y="0"/>
                      <a:pt x="0" y="217"/>
                      <a:pt x="182" y="399"/>
                    </a:cubicBezTo>
                    <a:cubicBezTo>
                      <a:pt x="355" y="600"/>
                      <a:pt x="600" y="701"/>
                      <a:pt x="852" y="701"/>
                    </a:cubicBezTo>
                    <a:cubicBezTo>
                      <a:pt x="1104" y="701"/>
                      <a:pt x="1363" y="600"/>
                      <a:pt x="1565" y="399"/>
                    </a:cubicBezTo>
                    <a:cubicBezTo>
                      <a:pt x="1701" y="217"/>
                      <a:pt x="1551" y="0"/>
                      <a:pt x="1369" y="0"/>
                    </a:cubicBezTo>
                    <a:cubicBezTo>
                      <a:pt x="1320" y="0"/>
                      <a:pt x="1268" y="16"/>
                      <a:pt x="1219" y="53"/>
                    </a:cubicBezTo>
                    <a:cubicBezTo>
                      <a:pt x="1132" y="168"/>
                      <a:pt x="1003" y="226"/>
                      <a:pt x="873" y="226"/>
                    </a:cubicBezTo>
                    <a:cubicBezTo>
                      <a:pt x="744" y="226"/>
                      <a:pt x="614" y="168"/>
                      <a:pt x="528" y="53"/>
                    </a:cubicBezTo>
                    <a:cubicBezTo>
                      <a:pt x="478" y="16"/>
                      <a:pt x="424" y="0"/>
                      <a:pt x="37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96" name="Google Shape;1396;p64"/>
          <p:cNvGrpSpPr/>
          <p:nvPr/>
        </p:nvGrpSpPr>
        <p:grpSpPr>
          <a:xfrm>
            <a:off x="6650583" y="3353499"/>
            <a:ext cx="595348" cy="595348"/>
            <a:chOff x="5296803" y="3118275"/>
            <a:chExt cx="707400" cy="707400"/>
          </a:xfrm>
        </p:grpSpPr>
        <p:sp>
          <p:nvSpPr>
            <p:cNvPr id="1397" name="Google Shape;1397;p64"/>
            <p:cNvSpPr/>
            <p:nvPr/>
          </p:nvSpPr>
          <p:spPr>
            <a:xfrm flipH="1">
              <a:off x="5296803" y="31182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98" name="Google Shape;1398;p64"/>
            <p:cNvGrpSpPr/>
            <p:nvPr/>
          </p:nvGrpSpPr>
          <p:grpSpPr>
            <a:xfrm>
              <a:off x="5448850" y="3271050"/>
              <a:ext cx="401850" cy="401850"/>
              <a:chOff x="310125" y="3227625"/>
              <a:chExt cx="401850" cy="401850"/>
            </a:xfrm>
          </p:grpSpPr>
          <p:sp>
            <p:nvSpPr>
              <p:cNvPr id="1399" name="Google Shape;1399;p64"/>
              <p:cNvSpPr/>
              <p:nvPr/>
            </p:nvSpPr>
            <p:spPr>
              <a:xfrm>
                <a:off x="310125" y="3227625"/>
                <a:ext cx="401850" cy="401850"/>
              </a:xfrm>
              <a:custGeom>
                <a:rect b="b" l="l" r="r" t="t"/>
                <a:pathLst>
                  <a:path extrusionOk="0" h="16074" w="16074">
                    <a:moveTo>
                      <a:pt x="5128" y="5473"/>
                    </a:moveTo>
                    <a:cubicBezTo>
                      <a:pt x="5128" y="5992"/>
                      <a:pt x="5186" y="6626"/>
                      <a:pt x="5301" y="7432"/>
                    </a:cubicBezTo>
                    <a:lnTo>
                      <a:pt x="461" y="7432"/>
                    </a:lnTo>
                    <a:lnTo>
                      <a:pt x="461" y="6222"/>
                    </a:lnTo>
                    <a:cubicBezTo>
                      <a:pt x="461" y="5819"/>
                      <a:pt x="807" y="5473"/>
                      <a:pt x="1153" y="5473"/>
                    </a:cubicBezTo>
                    <a:close/>
                    <a:moveTo>
                      <a:pt x="14922" y="5473"/>
                    </a:moveTo>
                    <a:cubicBezTo>
                      <a:pt x="15325" y="5473"/>
                      <a:pt x="15613" y="5819"/>
                      <a:pt x="15613" y="6222"/>
                    </a:cubicBezTo>
                    <a:lnTo>
                      <a:pt x="15613" y="7432"/>
                    </a:lnTo>
                    <a:lnTo>
                      <a:pt x="10831" y="7432"/>
                    </a:lnTo>
                    <a:cubicBezTo>
                      <a:pt x="10947" y="6626"/>
                      <a:pt x="10947" y="5992"/>
                      <a:pt x="11004" y="5473"/>
                    </a:cubicBezTo>
                    <a:close/>
                    <a:moveTo>
                      <a:pt x="5589" y="5070"/>
                    </a:moveTo>
                    <a:cubicBezTo>
                      <a:pt x="5992" y="5243"/>
                      <a:pt x="6799" y="5473"/>
                      <a:pt x="8008" y="5473"/>
                    </a:cubicBezTo>
                    <a:cubicBezTo>
                      <a:pt x="8815" y="5473"/>
                      <a:pt x="9737" y="5416"/>
                      <a:pt x="10486" y="5070"/>
                    </a:cubicBezTo>
                    <a:lnTo>
                      <a:pt x="10486" y="5070"/>
                    </a:lnTo>
                    <a:cubicBezTo>
                      <a:pt x="10486" y="5877"/>
                      <a:pt x="10428" y="7778"/>
                      <a:pt x="9737" y="10025"/>
                    </a:cubicBezTo>
                    <a:cubicBezTo>
                      <a:pt x="9679" y="10370"/>
                      <a:pt x="9506" y="10601"/>
                      <a:pt x="9276" y="10831"/>
                    </a:cubicBezTo>
                    <a:cubicBezTo>
                      <a:pt x="9276" y="10716"/>
                      <a:pt x="9334" y="10601"/>
                      <a:pt x="9334" y="10486"/>
                    </a:cubicBezTo>
                    <a:cubicBezTo>
                      <a:pt x="9334" y="9794"/>
                      <a:pt x="8757" y="9276"/>
                      <a:pt x="8066" y="9276"/>
                    </a:cubicBezTo>
                    <a:cubicBezTo>
                      <a:pt x="7375" y="9276"/>
                      <a:pt x="6799" y="9794"/>
                      <a:pt x="6799" y="10486"/>
                    </a:cubicBezTo>
                    <a:cubicBezTo>
                      <a:pt x="6799" y="10601"/>
                      <a:pt x="6799" y="10716"/>
                      <a:pt x="6856" y="10831"/>
                    </a:cubicBezTo>
                    <a:cubicBezTo>
                      <a:pt x="6626" y="10601"/>
                      <a:pt x="6453" y="10370"/>
                      <a:pt x="6338" y="10025"/>
                    </a:cubicBezTo>
                    <a:cubicBezTo>
                      <a:pt x="5704" y="7778"/>
                      <a:pt x="5589" y="5877"/>
                      <a:pt x="5589" y="5070"/>
                    </a:cubicBezTo>
                    <a:close/>
                    <a:moveTo>
                      <a:pt x="5704" y="9449"/>
                    </a:moveTo>
                    <a:cubicBezTo>
                      <a:pt x="5762" y="9679"/>
                      <a:pt x="5819" y="9909"/>
                      <a:pt x="5877" y="10197"/>
                    </a:cubicBezTo>
                    <a:cubicBezTo>
                      <a:pt x="5992" y="10543"/>
                      <a:pt x="6223" y="10889"/>
                      <a:pt x="6453" y="11119"/>
                    </a:cubicBezTo>
                    <a:cubicBezTo>
                      <a:pt x="6280" y="11465"/>
                      <a:pt x="6107" y="11811"/>
                      <a:pt x="5992" y="12099"/>
                    </a:cubicBezTo>
                    <a:cubicBezTo>
                      <a:pt x="5416" y="11004"/>
                      <a:pt x="5186" y="10370"/>
                      <a:pt x="5186" y="10197"/>
                    </a:cubicBezTo>
                    <a:cubicBezTo>
                      <a:pt x="5186" y="9852"/>
                      <a:pt x="5416" y="9564"/>
                      <a:pt x="5704" y="9449"/>
                    </a:cubicBezTo>
                    <a:close/>
                    <a:moveTo>
                      <a:pt x="10371" y="9449"/>
                    </a:moveTo>
                    <a:cubicBezTo>
                      <a:pt x="10659" y="9564"/>
                      <a:pt x="10889" y="9852"/>
                      <a:pt x="10889" y="10197"/>
                    </a:cubicBezTo>
                    <a:cubicBezTo>
                      <a:pt x="10889" y="10370"/>
                      <a:pt x="10659" y="11004"/>
                      <a:pt x="10082" y="12099"/>
                    </a:cubicBezTo>
                    <a:cubicBezTo>
                      <a:pt x="9967" y="11811"/>
                      <a:pt x="9794" y="11465"/>
                      <a:pt x="9622" y="11119"/>
                    </a:cubicBezTo>
                    <a:cubicBezTo>
                      <a:pt x="9910" y="10889"/>
                      <a:pt x="10082" y="10543"/>
                      <a:pt x="10198" y="10197"/>
                    </a:cubicBezTo>
                    <a:cubicBezTo>
                      <a:pt x="10255" y="9909"/>
                      <a:pt x="10313" y="9679"/>
                      <a:pt x="10371" y="9449"/>
                    </a:cubicBezTo>
                    <a:close/>
                    <a:moveTo>
                      <a:pt x="8066" y="9737"/>
                    </a:moveTo>
                    <a:cubicBezTo>
                      <a:pt x="8469" y="9737"/>
                      <a:pt x="8815" y="10082"/>
                      <a:pt x="8815" y="10486"/>
                    </a:cubicBezTo>
                    <a:cubicBezTo>
                      <a:pt x="8815" y="10658"/>
                      <a:pt x="8642" y="11350"/>
                      <a:pt x="8066" y="12387"/>
                    </a:cubicBezTo>
                    <a:cubicBezTo>
                      <a:pt x="7490" y="11350"/>
                      <a:pt x="7260" y="10658"/>
                      <a:pt x="7260" y="10486"/>
                    </a:cubicBezTo>
                    <a:cubicBezTo>
                      <a:pt x="7260" y="10082"/>
                      <a:pt x="7605" y="9737"/>
                      <a:pt x="8066" y="9737"/>
                    </a:cubicBezTo>
                    <a:close/>
                    <a:moveTo>
                      <a:pt x="5358" y="7893"/>
                    </a:moveTo>
                    <a:cubicBezTo>
                      <a:pt x="5416" y="8239"/>
                      <a:pt x="5531" y="8642"/>
                      <a:pt x="5589" y="8988"/>
                    </a:cubicBezTo>
                    <a:cubicBezTo>
                      <a:pt x="5070" y="9160"/>
                      <a:pt x="4725" y="9679"/>
                      <a:pt x="4725" y="10197"/>
                    </a:cubicBezTo>
                    <a:cubicBezTo>
                      <a:pt x="4725" y="10774"/>
                      <a:pt x="5589" y="12387"/>
                      <a:pt x="5819" y="12675"/>
                    </a:cubicBezTo>
                    <a:cubicBezTo>
                      <a:pt x="5848" y="12761"/>
                      <a:pt x="5920" y="12804"/>
                      <a:pt x="5999" y="12804"/>
                    </a:cubicBezTo>
                    <a:cubicBezTo>
                      <a:pt x="6078" y="12804"/>
                      <a:pt x="6165" y="12761"/>
                      <a:pt x="6223" y="12675"/>
                    </a:cubicBezTo>
                    <a:cubicBezTo>
                      <a:pt x="6223" y="12675"/>
                      <a:pt x="6568" y="12041"/>
                      <a:pt x="6856" y="11407"/>
                    </a:cubicBezTo>
                    <a:lnTo>
                      <a:pt x="6856" y="13712"/>
                    </a:lnTo>
                    <a:cubicBezTo>
                      <a:pt x="6568" y="13712"/>
                      <a:pt x="6280" y="13769"/>
                      <a:pt x="6050" y="14000"/>
                    </a:cubicBezTo>
                    <a:cubicBezTo>
                      <a:pt x="5762" y="14230"/>
                      <a:pt x="5646" y="14518"/>
                      <a:pt x="5646" y="14864"/>
                    </a:cubicBezTo>
                    <a:cubicBezTo>
                      <a:pt x="5128" y="14864"/>
                      <a:pt x="4609" y="15152"/>
                      <a:pt x="4321" y="15613"/>
                    </a:cubicBezTo>
                    <a:lnTo>
                      <a:pt x="1153" y="15613"/>
                    </a:lnTo>
                    <a:cubicBezTo>
                      <a:pt x="807" y="15613"/>
                      <a:pt x="461" y="15325"/>
                      <a:pt x="461" y="14922"/>
                    </a:cubicBezTo>
                    <a:lnTo>
                      <a:pt x="461" y="7893"/>
                    </a:lnTo>
                    <a:close/>
                    <a:moveTo>
                      <a:pt x="8757" y="11983"/>
                    </a:moveTo>
                    <a:lnTo>
                      <a:pt x="8757" y="13942"/>
                    </a:lnTo>
                    <a:cubicBezTo>
                      <a:pt x="8805" y="14084"/>
                      <a:pt x="8891" y="14188"/>
                      <a:pt x="9017" y="14188"/>
                    </a:cubicBezTo>
                    <a:cubicBezTo>
                      <a:pt x="9044" y="14188"/>
                      <a:pt x="9072" y="14183"/>
                      <a:pt x="9103" y="14173"/>
                    </a:cubicBezTo>
                    <a:cubicBezTo>
                      <a:pt x="9161" y="14158"/>
                      <a:pt x="9218" y="14151"/>
                      <a:pt x="9275" y="14151"/>
                    </a:cubicBezTo>
                    <a:cubicBezTo>
                      <a:pt x="9445" y="14151"/>
                      <a:pt x="9607" y="14216"/>
                      <a:pt x="9737" y="14345"/>
                    </a:cubicBezTo>
                    <a:cubicBezTo>
                      <a:pt x="9910" y="14518"/>
                      <a:pt x="10025" y="14749"/>
                      <a:pt x="9910" y="14979"/>
                    </a:cubicBezTo>
                    <a:cubicBezTo>
                      <a:pt x="9910" y="15210"/>
                      <a:pt x="10025" y="15267"/>
                      <a:pt x="10198" y="15325"/>
                    </a:cubicBezTo>
                    <a:cubicBezTo>
                      <a:pt x="10257" y="15315"/>
                      <a:pt x="10316" y="15310"/>
                      <a:pt x="10375" y="15310"/>
                    </a:cubicBezTo>
                    <a:cubicBezTo>
                      <a:pt x="10659" y="15310"/>
                      <a:pt x="10929" y="15422"/>
                      <a:pt x="11119" y="15613"/>
                    </a:cubicBezTo>
                    <a:lnTo>
                      <a:pt x="4955" y="15613"/>
                    </a:lnTo>
                    <a:cubicBezTo>
                      <a:pt x="5194" y="15422"/>
                      <a:pt x="5472" y="15310"/>
                      <a:pt x="5724" y="15310"/>
                    </a:cubicBezTo>
                    <a:cubicBezTo>
                      <a:pt x="5776" y="15310"/>
                      <a:pt x="5827" y="15315"/>
                      <a:pt x="5877" y="15325"/>
                    </a:cubicBezTo>
                    <a:cubicBezTo>
                      <a:pt x="6107" y="15267"/>
                      <a:pt x="6165" y="15210"/>
                      <a:pt x="6165" y="14979"/>
                    </a:cubicBezTo>
                    <a:cubicBezTo>
                      <a:pt x="6107" y="14749"/>
                      <a:pt x="6165" y="14518"/>
                      <a:pt x="6338" y="14345"/>
                    </a:cubicBezTo>
                    <a:cubicBezTo>
                      <a:pt x="6511" y="14216"/>
                      <a:pt x="6683" y="14151"/>
                      <a:pt x="6856" y="14151"/>
                    </a:cubicBezTo>
                    <a:cubicBezTo>
                      <a:pt x="6914" y="14151"/>
                      <a:pt x="6971" y="14158"/>
                      <a:pt x="7029" y="14173"/>
                    </a:cubicBezTo>
                    <a:cubicBezTo>
                      <a:pt x="7060" y="14183"/>
                      <a:pt x="7088" y="14188"/>
                      <a:pt x="7115" y="14188"/>
                    </a:cubicBezTo>
                    <a:cubicBezTo>
                      <a:pt x="7239" y="14188"/>
                      <a:pt x="7317" y="14084"/>
                      <a:pt x="7317" y="13942"/>
                    </a:cubicBezTo>
                    <a:lnTo>
                      <a:pt x="7317" y="11983"/>
                    </a:lnTo>
                    <a:cubicBezTo>
                      <a:pt x="7548" y="12444"/>
                      <a:pt x="7778" y="12848"/>
                      <a:pt x="7836" y="13020"/>
                    </a:cubicBezTo>
                    <a:cubicBezTo>
                      <a:pt x="7893" y="13078"/>
                      <a:pt x="7980" y="13107"/>
                      <a:pt x="8059" y="13107"/>
                    </a:cubicBezTo>
                    <a:cubicBezTo>
                      <a:pt x="8138" y="13107"/>
                      <a:pt x="8210" y="13078"/>
                      <a:pt x="8239" y="13020"/>
                    </a:cubicBezTo>
                    <a:cubicBezTo>
                      <a:pt x="8354" y="12848"/>
                      <a:pt x="8585" y="12444"/>
                      <a:pt x="8757" y="11983"/>
                    </a:cubicBezTo>
                    <a:close/>
                    <a:moveTo>
                      <a:pt x="7951" y="0"/>
                    </a:moveTo>
                    <a:cubicBezTo>
                      <a:pt x="7951" y="58"/>
                      <a:pt x="7202" y="404"/>
                      <a:pt x="6453" y="1210"/>
                    </a:cubicBezTo>
                    <a:cubicBezTo>
                      <a:pt x="6325" y="1381"/>
                      <a:pt x="6481" y="1583"/>
                      <a:pt x="6641" y="1583"/>
                    </a:cubicBezTo>
                    <a:cubicBezTo>
                      <a:pt x="6697" y="1583"/>
                      <a:pt x="6754" y="1558"/>
                      <a:pt x="6799" y="1498"/>
                    </a:cubicBezTo>
                    <a:cubicBezTo>
                      <a:pt x="7317" y="922"/>
                      <a:pt x="7836" y="634"/>
                      <a:pt x="8066" y="519"/>
                    </a:cubicBezTo>
                    <a:cubicBezTo>
                      <a:pt x="8239" y="634"/>
                      <a:pt x="8757" y="922"/>
                      <a:pt x="9218" y="1441"/>
                    </a:cubicBezTo>
                    <a:cubicBezTo>
                      <a:pt x="10025" y="2362"/>
                      <a:pt x="10486" y="3399"/>
                      <a:pt x="10486" y="4552"/>
                    </a:cubicBezTo>
                    <a:cubicBezTo>
                      <a:pt x="9737" y="4955"/>
                      <a:pt x="8757" y="5013"/>
                      <a:pt x="8008" y="5013"/>
                    </a:cubicBezTo>
                    <a:cubicBezTo>
                      <a:pt x="7202" y="5013"/>
                      <a:pt x="6338" y="4897"/>
                      <a:pt x="5589" y="4552"/>
                    </a:cubicBezTo>
                    <a:cubicBezTo>
                      <a:pt x="5646" y="3803"/>
                      <a:pt x="5819" y="3111"/>
                      <a:pt x="6165" y="2478"/>
                    </a:cubicBezTo>
                    <a:cubicBezTo>
                      <a:pt x="6246" y="2315"/>
                      <a:pt x="6069" y="2152"/>
                      <a:pt x="5896" y="2152"/>
                    </a:cubicBezTo>
                    <a:cubicBezTo>
                      <a:pt x="5825" y="2152"/>
                      <a:pt x="5755" y="2180"/>
                      <a:pt x="5704" y="2247"/>
                    </a:cubicBezTo>
                    <a:cubicBezTo>
                      <a:pt x="5358" y="2996"/>
                      <a:pt x="5128" y="3803"/>
                      <a:pt x="5128" y="4724"/>
                    </a:cubicBezTo>
                    <a:lnTo>
                      <a:pt x="5128" y="5013"/>
                    </a:lnTo>
                    <a:lnTo>
                      <a:pt x="1210" y="5013"/>
                    </a:lnTo>
                    <a:cubicBezTo>
                      <a:pt x="519" y="5013"/>
                      <a:pt x="1" y="6165"/>
                      <a:pt x="1" y="6165"/>
                    </a:cubicBezTo>
                    <a:lnTo>
                      <a:pt x="1" y="14922"/>
                    </a:lnTo>
                    <a:cubicBezTo>
                      <a:pt x="1" y="15555"/>
                      <a:pt x="519" y="16074"/>
                      <a:pt x="1210" y="16074"/>
                    </a:cubicBezTo>
                    <a:lnTo>
                      <a:pt x="12675" y="16074"/>
                    </a:lnTo>
                    <a:cubicBezTo>
                      <a:pt x="12963" y="16074"/>
                      <a:pt x="12963" y="15613"/>
                      <a:pt x="12675" y="15613"/>
                    </a:cubicBezTo>
                    <a:lnTo>
                      <a:pt x="11811" y="15613"/>
                    </a:lnTo>
                    <a:cubicBezTo>
                      <a:pt x="11465" y="15152"/>
                      <a:pt x="11004" y="14864"/>
                      <a:pt x="10428" y="14806"/>
                    </a:cubicBezTo>
                    <a:cubicBezTo>
                      <a:pt x="10428" y="14518"/>
                      <a:pt x="10313" y="14230"/>
                      <a:pt x="10082" y="14000"/>
                    </a:cubicBezTo>
                    <a:cubicBezTo>
                      <a:pt x="9852" y="13769"/>
                      <a:pt x="9564" y="13654"/>
                      <a:pt x="9276" y="13654"/>
                    </a:cubicBezTo>
                    <a:lnTo>
                      <a:pt x="9276" y="11407"/>
                    </a:lnTo>
                    <a:cubicBezTo>
                      <a:pt x="9506" y="12041"/>
                      <a:pt x="9910" y="12675"/>
                      <a:pt x="9910" y="12675"/>
                    </a:cubicBezTo>
                    <a:cubicBezTo>
                      <a:pt x="9938" y="12761"/>
                      <a:pt x="10010" y="12804"/>
                      <a:pt x="10090" y="12804"/>
                    </a:cubicBezTo>
                    <a:cubicBezTo>
                      <a:pt x="10169" y="12804"/>
                      <a:pt x="10255" y="12761"/>
                      <a:pt x="10313" y="12675"/>
                    </a:cubicBezTo>
                    <a:cubicBezTo>
                      <a:pt x="10486" y="12387"/>
                      <a:pt x="11350" y="10774"/>
                      <a:pt x="11350" y="10197"/>
                    </a:cubicBezTo>
                    <a:cubicBezTo>
                      <a:pt x="11350" y="9621"/>
                      <a:pt x="11004" y="9160"/>
                      <a:pt x="10486" y="8988"/>
                    </a:cubicBezTo>
                    <a:cubicBezTo>
                      <a:pt x="10601" y="8584"/>
                      <a:pt x="10659" y="8239"/>
                      <a:pt x="10716" y="7893"/>
                    </a:cubicBezTo>
                    <a:lnTo>
                      <a:pt x="15613" y="7893"/>
                    </a:lnTo>
                    <a:lnTo>
                      <a:pt x="15613" y="14864"/>
                    </a:lnTo>
                    <a:cubicBezTo>
                      <a:pt x="15613" y="15267"/>
                      <a:pt x="15325" y="15613"/>
                      <a:pt x="14922" y="15613"/>
                    </a:cubicBezTo>
                    <a:lnTo>
                      <a:pt x="14115" y="15613"/>
                    </a:lnTo>
                    <a:cubicBezTo>
                      <a:pt x="13827" y="15613"/>
                      <a:pt x="13827" y="16074"/>
                      <a:pt x="14115" y="16074"/>
                    </a:cubicBezTo>
                    <a:lnTo>
                      <a:pt x="14922" y="16074"/>
                    </a:lnTo>
                    <a:cubicBezTo>
                      <a:pt x="15555" y="16074"/>
                      <a:pt x="16074" y="15555"/>
                      <a:pt x="16074" y="14864"/>
                    </a:cubicBezTo>
                    <a:lnTo>
                      <a:pt x="16074" y="6165"/>
                    </a:lnTo>
                    <a:cubicBezTo>
                      <a:pt x="16074" y="6165"/>
                      <a:pt x="15555" y="5013"/>
                      <a:pt x="14922" y="5013"/>
                    </a:cubicBezTo>
                    <a:lnTo>
                      <a:pt x="11004" y="5013"/>
                    </a:lnTo>
                    <a:lnTo>
                      <a:pt x="11004" y="4724"/>
                    </a:lnTo>
                    <a:cubicBezTo>
                      <a:pt x="11004" y="2996"/>
                      <a:pt x="10198" y="1844"/>
                      <a:pt x="9564" y="1153"/>
                    </a:cubicBezTo>
                    <a:cubicBezTo>
                      <a:pt x="8873" y="404"/>
                      <a:pt x="8181" y="58"/>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64"/>
              <p:cNvSpPr/>
              <p:nvPr/>
            </p:nvSpPr>
            <p:spPr>
              <a:xfrm>
                <a:off x="340375" y="338317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64"/>
              <p:cNvSpPr/>
              <p:nvPr/>
            </p:nvSpPr>
            <p:spPr>
              <a:xfrm>
                <a:off x="364850" y="3383175"/>
                <a:ext cx="14425" cy="11550"/>
              </a:xfrm>
              <a:custGeom>
                <a:rect b="b" l="l" r="r" t="t"/>
                <a:pathLst>
                  <a:path extrusionOk="0" h="462" w="577">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64"/>
              <p:cNvSpPr/>
              <p:nvPr/>
            </p:nvSpPr>
            <p:spPr>
              <a:xfrm>
                <a:off x="389350" y="3383175"/>
                <a:ext cx="15850" cy="11550"/>
              </a:xfrm>
              <a:custGeom>
                <a:rect b="b" l="l" r="r" t="t"/>
                <a:pathLst>
                  <a:path extrusionOk="0" h="462" w="634">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64"/>
              <p:cNvSpPr/>
              <p:nvPr/>
            </p:nvSpPr>
            <p:spPr>
              <a:xfrm>
                <a:off x="481525" y="3378850"/>
                <a:ext cx="60500" cy="60525"/>
              </a:xfrm>
              <a:custGeom>
                <a:rect b="b" l="l" r="r" t="t"/>
                <a:pathLst>
                  <a:path extrusionOk="0" h="2421" w="2420">
                    <a:moveTo>
                      <a:pt x="1210" y="461"/>
                    </a:moveTo>
                    <a:cubicBezTo>
                      <a:pt x="1613" y="461"/>
                      <a:pt x="1959" y="807"/>
                      <a:pt x="1959" y="1210"/>
                    </a:cubicBezTo>
                    <a:cubicBezTo>
                      <a:pt x="1959" y="1614"/>
                      <a:pt x="1613" y="1959"/>
                      <a:pt x="1210" y="1959"/>
                    </a:cubicBezTo>
                    <a:cubicBezTo>
                      <a:pt x="807" y="1959"/>
                      <a:pt x="461" y="1614"/>
                      <a:pt x="461" y="1210"/>
                    </a:cubicBezTo>
                    <a:cubicBezTo>
                      <a:pt x="461" y="807"/>
                      <a:pt x="807" y="461"/>
                      <a:pt x="1210" y="461"/>
                    </a:cubicBezTo>
                    <a:close/>
                    <a:moveTo>
                      <a:pt x="1210" y="1"/>
                    </a:moveTo>
                    <a:cubicBezTo>
                      <a:pt x="519" y="1"/>
                      <a:pt x="0" y="577"/>
                      <a:pt x="0" y="1210"/>
                    </a:cubicBezTo>
                    <a:cubicBezTo>
                      <a:pt x="0" y="1902"/>
                      <a:pt x="519" y="2420"/>
                      <a:pt x="1210" y="2420"/>
                    </a:cubicBezTo>
                    <a:cubicBezTo>
                      <a:pt x="1844" y="2420"/>
                      <a:pt x="2420" y="1902"/>
                      <a:pt x="2420" y="1210"/>
                    </a:cubicBezTo>
                    <a:cubicBezTo>
                      <a:pt x="2420" y="577"/>
                      <a:pt x="1844" y="1"/>
                      <a:pt x="12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64"/>
              <p:cNvSpPr/>
              <p:nvPr/>
            </p:nvSpPr>
            <p:spPr>
              <a:xfrm>
                <a:off x="341800" y="3466700"/>
                <a:ext cx="53325" cy="11550"/>
              </a:xfrm>
              <a:custGeom>
                <a:rect b="b" l="l" r="r" t="t"/>
                <a:pathLst>
                  <a:path extrusionOk="0" h="462" w="2133">
                    <a:moveTo>
                      <a:pt x="289" y="1"/>
                    </a:moveTo>
                    <a:cubicBezTo>
                      <a:pt x="1" y="1"/>
                      <a:pt x="1" y="462"/>
                      <a:pt x="289" y="462"/>
                    </a:cubicBezTo>
                    <a:lnTo>
                      <a:pt x="1845" y="462"/>
                    </a:lnTo>
                    <a:cubicBezTo>
                      <a:pt x="2133" y="462"/>
                      <a:pt x="2133" y="1"/>
                      <a:pt x="184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64"/>
              <p:cNvSpPr/>
              <p:nvPr/>
            </p:nvSpPr>
            <p:spPr>
              <a:xfrm>
                <a:off x="341800" y="3498400"/>
                <a:ext cx="69175" cy="11550"/>
              </a:xfrm>
              <a:custGeom>
                <a:rect b="b" l="l" r="r" t="t"/>
                <a:pathLst>
                  <a:path extrusionOk="0" h="462" w="2767">
                    <a:moveTo>
                      <a:pt x="289" y="0"/>
                    </a:moveTo>
                    <a:cubicBezTo>
                      <a:pt x="1" y="0"/>
                      <a:pt x="1" y="461"/>
                      <a:pt x="289" y="461"/>
                    </a:cubicBezTo>
                    <a:lnTo>
                      <a:pt x="2478" y="461"/>
                    </a:lnTo>
                    <a:cubicBezTo>
                      <a:pt x="2766" y="461"/>
                      <a:pt x="2766" y="0"/>
                      <a:pt x="24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64"/>
              <p:cNvSpPr/>
              <p:nvPr/>
            </p:nvSpPr>
            <p:spPr>
              <a:xfrm>
                <a:off x="341800" y="3530075"/>
                <a:ext cx="85025" cy="13000"/>
              </a:xfrm>
              <a:custGeom>
                <a:rect b="b" l="l" r="r" t="t"/>
                <a:pathLst>
                  <a:path extrusionOk="0" h="520" w="3401">
                    <a:moveTo>
                      <a:pt x="289" y="1"/>
                    </a:moveTo>
                    <a:cubicBezTo>
                      <a:pt x="1" y="1"/>
                      <a:pt x="1" y="519"/>
                      <a:pt x="289" y="519"/>
                    </a:cubicBezTo>
                    <a:lnTo>
                      <a:pt x="3112" y="519"/>
                    </a:lnTo>
                    <a:cubicBezTo>
                      <a:pt x="3400" y="519"/>
                      <a:pt x="3400" y="1"/>
                      <a:pt x="311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64"/>
              <p:cNvSpPr/>
              <p:nvPr/>
            </p:nvSpPr>
            <p:spPr>
              <a:xfrm>
                <a:off x="341800" y="3563200"/>
                <a:ext cx="69175" cy="11550"/>
              </a:xfrm>
              <a:custGeom>
                <a:rect b="b" l="l" r="r" t="t"/>
                <a:pathLst>
                  <a:path extrusionOk="0" h="462" w="2767">
                    <a:moveTo>
                      <a:pt x="289" y="1"/>
                    </a:moveTo>
                    <a:cubicBezTo>
                      <a:pt x="1" y="1"/>
                      <a:pt x="1" y="462"/>
                      <a:pt x="289" y="462"/>
                    </a:cubicBezTo>
                    <a:lnTo>
                      <a:pt x="2478" y="462"/>
                    </a:lnTo>
                    <a:cubicBezTo>
                      <a:pt x="2766" y="462"/>
                      <a:pt x="2766" y="1"/>
                      <a:pt x="2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64"/>
              <p:cNvSpPr/>
              <p:nvPr/>
            </p:nvSpPr>
            <p:spPr>
              <a:xfrm>
                <a:off x="625550" y="3466700"/>
                <a:ext cx="54750" cy="11550"/>
              </a:xfrm>
              <a:custGeom>
                <a:rect b="b" l="l" r="r" t="t"/>
                <a:pathLst>
                  <a:path extrusionOk="0" h="462" w="2190">
                    <a:moveTo>
                      <a:pt x="288" y="1"/>
                    </a:moveTo>
                    <a:cubicBezTo>
                      <a:pt x="0" y="1"/>
                      <a:pt x="0" y="462"/>
                      <a:pt x="288" y="462"/>
                    </a:cubicBezTo>
                    <a:lnTo>
                      <a:pt x="1901" y="462"/>
                    </a:lnTo>
                    <a:cubicBezTo>
                      <a:pt x="2190" y="462"/>
                      <a:pt x="2190" y="1"/>
                      <a:pt x="190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64"/>
              <p:cNvSpPr/>
              <p:nvPr/>
            </p:nvSpPr>
            <p:spPr>
              <a:xfrm>
                <a:off x="611150" y="3498400"/>
                <a:ext cx="69150" cy="11550"/>
              </a:xfrm>
              <a:custGeom>
                <a:rect b="b" l="l" r="r" t="t"/>
                <a:pathLst>
                  <a:path extrusionOk="0" h="462" w="2766">
                    <a:moveTo>
                      <a:pt x="231" y="0"/>
                    </a:moveTo>
                    <a:cubicBezTo>
                      <a:pt x="115" y="0"/>
                      <a:pt x="0" y="115"/>
                      <a:pt x="0" y="288"/>
                    </a:cubicBezTo>
                    <a:cubicBezTo>
                      <a:pt x="58" y="403"/>
                      <a:pt x="115" y="461"/>
                      <a:pt x="288" y="461"/>
                    </a:cubicBezTo>
                    <a:lnTo>
                      <a:pt x="2420" y="461"/>
                    </a:lnTo>
                    <a:cubicBezTo>
                      <a:pt x="2766" y="461"/>
                      <a:pt x="2766" y="0"/>
                      <a:pt x="24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64"/>
              <p:cNvSpPr/>
              <p:nvPr/>
            </p:nvSpPr>
            <p:spPr>
              <a:xfrm>
                <a:off x="595300" y="3531525"/>
                <a:ext cx="85000" cy="11550"/>
              </a:xfrm>
              <a:custGeom>
                <a:rect b="b" l="l" r="r" t="t"/>
                <a:pathLst>
                  <a:path extrusionOk="0" h="462" w="3400">
                    <a:moveTo>
                      <a:pt x="289" y="0"/>
                    </a:moveTo>
                    <a:cubicBezTo>
                      <a:pt x="116" y="0"/>
                      <a:pt x="1" y="115"/>
                      <a:pt x="58" y="231"/>
                    </a:cubicBezTo>
                    <a:lnTo>
                      <a:pt x="1" y="231"/>
                    </a:lnTo>
                    <a:cubicBezTo>
                      <a:pt x="58" y="346"/>
                      <a:pt x="173" y="461"/>
                      <a:pt x="289" y="461"/>
                    </a:cubicBezTo>
                    <a:lnTo>
                      <a:pt x="3111" y="461"/>
                    </a:lnTo>
                    <a:cubicBezTo>
                      <a:pt x="3400" y="461"/>
                      <a:pt x="3400" y="0"/>
                      <a:pt x="31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64"/>
              <p:cNvSpPr/>
              <p:nvPr/>
            </p:nvSpPr>
            <p:spPr>
              <a:xfrm>
                <a:off x="609700" y="3563200"/>
                <a:ext cx="70600" cy="11550"/>
              </a:xfrm>
              <a:custGeom>
                <a:rect b="b" l="l" r="r" t="t"/>
                <a:pathLst>
                  <a:path extrusionOk="0" h="462" w="2824">
                    <a:moveTo>
                      <a:pt x="289" y="1"/>
                    </a:moveTo>
                    <a:cubicBezTo>
                      <a:pt x="1" y="1"/>
                      <a:pt x="1" y="462"/>
                      <a:pt x="289" y="462"/>
                    </a:cubicBezTo>
                    <a:lnTo>
                      <a:pt x="2478" y="462"/>
                    </a:lnTo>
                    <a:cubicBezTo>
                      <a:pt x="2824" y="462"/>
                      <a:pt x="2824" y="1"/>
                      <a:pt x="247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12" name="Google Shape;1412;p64"/>
          <p:cNvGrpSpPr/>
          <p:nvPr/>
        </p:nvGrpSpPr>
        <p:grpSpPr>
          <a:xfrm>
            <a:off x="6650583" y="2619919"/>
            <a:ext cx="595348" cy="595348"/>
            <a:chOff x="5309090" y="2246625"/>
            <a:chExt cx="707400" cy="707400"/>
          </a:xfrm>
        </p:grpSpPr>
        <p:sp>
          <p:nvSpPr>
            <p:cNvPr id="1413" name="Google Shape;1413;p64"/>
            <p:cNvSpPr/>
            <p:nvPr/>
          </p:nvSpPr>
          <p:spPr>
            <a:xfrm flipH="1">
              <a:off x="5309090" y="22466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14" name="Google Shape;1414;p64"/>
            <p:cNvGrpSpPr/>
            <p:nvPr/>
          </p:nvGrpSpPr>
          <p:grpSpPr>
            <a:xfrm>
              <a:off x="5460425" y="2408238"/>
              <a:ext cx="401850" cy="402250"/>
              <a:chOff x="3713500" y="2723150"/>
              <a:chExt cx="401850" cy="402250"/>
            </a:xfrm>
          </p:grpSpPr>
          <p:sp>
            <p:nvSpPr>
              <p:cNvPr id="1415" name="Google Shape;1415;p64"/>
              <p:cNvSpPr/>
              <p:nvPr/>
            </p:nvSpPr>
            <p:spPr>
              <a:xfrm>
                <a:off x="3946825" y="3008700"/>
                <a:ext cx="90750" cy="90775"/>
              </a:xfrm>
              <a:custGeom>
                <a:rect b="b" l="l" r="r" t="t"/>
                <a:pathLst>
                  <a:path extrusionOk="0" h="3631" w="3630">
                    <a:moveTo>
                      <a:pt x="1844" y="519"/>
                    </a:moveTo>
                    <a:cubicBezTo>
                      <a:pt x="2593" y="519"/>
                      <a:pt x="3169" y="1153"/>
                      <a:pt x="3169" y="1844"/>
                    </a:cubicBezTo>
                    <a:cubicBezTo>
                      <a:pt x="3169" y="2593"/>
                      <a:pt x="2593" y="3227"/>
                      <a:pt x="1844" y="3227"/>
                    </a:cubicBezTo>
                    <a:cubicBezTo>
                      <a:pt x="1095" y="3227"/>
                      <a:pt x="461" y="2593"/>
                      <a:pt x="461" y="1844"/>
                    </a:cubicBezTo>
                    <a:cubicBezTo>
                      <a:pt x="461" y="1095"/>
                      <a:pt x="1095" y="519"/>
                      <a:pt x="1844" y="519"/>
                    </a:cubicBezTo>
                    <a:close/>
                    <a:moveTo>
                      <a:pt x="1844" y="1"/>
                    </a:moveTo>
                    <a:cubicBezTo>
                      <a:pt x="807" y="1"/>
                      <a:pt x="0" y="865"/>
                      <a:pt x="0" y="1844"/>
                    </a:cubicBezTo>
                    <a:cubicBezTo>
                      <a:pt x="0" y="2824"/>
                      <a:pt x="864" y="3630"/>
                      <a:pt x="1844" y="3630"/>
                    </a:cubicBezTo>
                    <a:cubicBezTo>
                      <a:pt x="2823" y="3630"/>
                      <a:pt x="3630" y="2824"/>
                      <a:pt x="3630" y="1844"/>
                    </a:cubicBezTo>
                    <a:cubicBezTo>
                      <a:pt x="3630" y="865"/>
                      <a:pt x="2823" y="1"/>
                      <a:pt x="184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 name="Google Shape;1416;p64"/>
              <p:cNvSpPr/>
              <p:nvPr/>
            </p:nvSpPr>
            <p:spPr>
              <a:xfrm>
                <a:off x="3713500" y="2723150"/>
                <a:ext cx="401850" cy="402250"/>
              </a:xfrm>
              <a:custGeom>
                <a:rect b="b" l="l" r="r" t="t"/>
                <a:pathLst>
                  <a:path extrusionOk="0" h="16090" w="16074">
                    <a:moveTo>
                      <a:pt x="14057" y="707"/>
                    </a:moveTo>
                    <a:lnTo>
                      <a:pt x="14057" y="1283"/>
                    </a:lnTo>
                    <a:cubicBezTo>
                      <a:pt x="14057" y="1398"/>
                      <a:pt x="14115" y="1456"/>
                      <a:pt x="14230" y="1514"/>
                    </a:cubicBezTo>
                    <a:lnTo>
                      <a:pt x="14748" y="1686"/>
                    </a:lnTo>
                    <a:lnTo>
                      <a:pt x="13481" y="2551"/>
                    </a:lnTo>
                    <a:lnTo>
                      <a:pt x="12790" y="2320"/>
                    </a:lnTo>
                    <a:lnTo>
                      <a:pt x="12790" y="1571"/>
                    </a:lnTo>
                    <a:lnTo>
                      <a:pt x="14057" y="707"/>
                    </a:lnTo>
                    <a:close/>
                    <a:moveTo>
                      <a:pt x="6625" y="5489"/>
                    </a:moveTo>
                    <a:cubicBezTo>
                      <a:pt x="6913" y="5489"/>
                      <a:pt x="7201" y="5604"/>
                      <a:pt x="7374" y="5834"/>
                    </a:cubicBezTo>
                    <a:lnTo>
                      <a:pt x="6452" y="6468"/>
                    </a:lnTo>
                    <a:cubicBezTo>
                      <a:pt x="6337" y="6526"/>
                      <a:pt x="6337" y="6699"/>
                      <a:pt x="6395" y="6814"/>
                    </a:cubicBezTo>
                    <a:cubicBezTo>
                      <a:pt x="6462" y="6881"/>
                      <a:pt x="6530" y="6909"/>
                      <a:pt x="6597" y="6909"/>
                    </a:cubicBezTo>
                    <a:cubicBezTo>
                      <a:pt x="6645" y="6909"/>
                      <a:pt x="6693" y="6895"/>
                      <a:pt x="6741" y="6871"/>
                    </a:cubicBezTo>
                    <a:lnTo>
                      <a:pt x="7662" y="6180"/>
                    </a:lnTo>
                    <a:cubicBezTo>
                      <a:pt x="7720" y="6353"/>
                      <a:pt x="7778" y="6526"/>
                      <a:pt x="7778" y="6699"/>
                    </a:cubicBezTo>
                    <a:cubicBezTo>
                      <a:pt x="7778" y="7332"/>
                      <a:pt x="7259" y="7851"/>
                      <a:pt x="6625" y="7851"/>
                    </a:cubicBezTo>
                    <a:cubicBezTo>
                      <a:pt x="5992" y="7851"/>
                      <a:pt x="5473" y="7332"/>
                      <a:pt x="5473" y="6699"/>
                    </a:cubicBezTo>
                    <a:cubicBezTo>
                      <a:pt x="5473" y="6007"/>
                      <a:pt x="5992" y="5489"/>
                      <a:pt x="6625" y="5489"/>
                    </a:cubicBezTo>
                    <a:close/>
                    <a:moveTo>
                      <a:pt x="6625" y="3818"/>
                    </a:moveTo>
                    <a:cubicBezTo>
                      <a:pt x="7489" y="3818"/>
                      <a:pt x="8238" y="4221"/>
                      <a:pt x="8757" y="4855"/>
                    </a:cubicBezTo>
                    <a:lnTo>
                      <a:pt x="7778" y="5546"/>
                    </a:lnTo>
                    <a:cubicBezTo>
                      <a:pt x="7489" y="5258"/>
                      <a:pt x="7086" y="5028"/>
                      <a:pt x="6625" y="5028"/>
                    </a:cubicBezTo>
                    <a:cubicBezTo>
                      <a:pt x="5704" y="5028"/>
                      <a:pt x="4955" y="5777"/>
                      <a:pt x="4955" y="6699"/>
                    </a:cubicBezTo>
                    <a:cubicBezTo>
                      <a:pt x="4955" y="7563"/>
                      <a:pt x="5704" y="8312"/>
                      <a:pt x="6625" y="8312"/>
                    </a:cubicBezTo>
                    <a:cubicBezTo>
                      <a:pt x="7489" y="8312"/>
                      <a:pt x="8238" y="7563"/>
                      <a:pt x="8238" y="6699"/>
                    </a:cubicBezTo>
                    <a:cubicBezTo>
                      <a:pt x="8238" y="6410"/>
                      <a:pt x="8181" y="6180"/>
                      <a:pt x="8066" y="5950"/>
                    </a:cubicBezTo>
                    <a:lnTo>
                      <a:pt x="9045" y="5258"/>
                    </a:lnTo>
                    <a:cubicBezTo>
                      <a:pt x="9275" y="5662"/>
                      <a:pt x="9448" y="6122"/>
                      <a:pt x="9448" y="6699"/>
                    </a:cubicBezTo>
                    <a:cubicBezTo>
                      <a:pt x="9448" y="8254"/>
                      <a:pt x="8181" y="9521"/>
                      <a:pt x="6625" y="9521"/>
                    </a:cubicBezTo>
                    <a:cubicBezTo>
                      <a:pt x="5070" y="9521"/>
                      <a:pt x="3802" y="8254"/>
                      <a:pt x="3802" y="6699"/>
                    </a:cubicBezTo>
                    <a:cubicBezTo>
                      <a:pt x="3802" y="5085"/>
                      <a:pt x="5070" y="3818"/>
                      <a:pt x="6625" y="3818"/>
                    </a:cubicBezTo>
                    <a:close/>
                    <a:moveTo>
                      <a:pt x="11810" y="3357"/>
                    </a:moveTo>
                    <a:cubicBezTo>
                      <a:pt x="12386" y="4279"/>
                      <a:pt x="12790" y="5431"/>
                      <a:pt x="12790" y="6699"/>
                    </a:cubicBezTo>
                    <a:cubicBezTo>
                      <a:pt x="12790" y="8081"/>
                      <a:pt x="12329" y="9349"/>
                      <a:pt x="11465" y="10443"/>
                    </a:cubicBezTo>
                    <a:lnTo>
                      <a:pt x="9852" y="10443"/>
                    </a:lnTo>
                    <a:cubicBezTo>
                      <a:pt x="10543" y="9867"/>
                      <a:pt x="11061" y="9061"/>
                      <a:pt x="11349" y="8139"/>
                    </a:cubicBezTo>
                    <a:cubicBezTo>
                      <a:pt x="11637" y="7217"/>
                      <a:pt x="11637" y="6122"/>
                      <a:pt x="11349" y="5201"/>
                    </a:cubicBezTo>
                    <a:cubicBezTo>
                      <a:pt x="11234" y="4740"/>
                      <a:pt x="11061" y="4394"/>
                      <a:pt x="10831" y="3991"/>
                    </a:cubicBezTo>
                    <a:lnTo>
                      <a:pt x="11810" y="3357"/>
                    </a:lnTo>
                    <a:close/>
                    <a:moveTo>
                      <a:pt x="7489" y="10904"/>
                    </a:moveTo>
                    <a:cubicBezTo>
                      <a:pt x="7374" y="11307"/>
                      <a:pt x="7086" y="11595"/>
                      <a:pt x="6741" y="11653"/>
                    </a:cubicBezTo>
                    <a:lnTo>
                      <a:pt x="6741" y="10904"/>
                    </a:lnTo>
                    <a:close/>
                    <a:moveTo>
                      <a:pt x="15613" y="10904"/>
                    </a:moveTo>
                    <a:lnTo>
                      <a:pt x="15613" y="11653"/>
                    </a:lnTo>
                    <a:cubicBezTo>
                      <a:pt x="15382" y="11653"/>
                      <a:pt x="15267" y="11538"/>
                      <a:pt x="15094" y="11423"/>
                    </a:cubicBezTo>
                    <a:cubicBezTo>
                      <a:pt x="14979" y="11250"/>
                      <a:pt x="14864" y="11077"/>
                      <a:pt x="14864" y="10904"/>
                    </a:cubicBezTo>
                    <a:close/>
                    <a:moveTo>
                      <a:pt x="6625" y="534"/>
                    </a:moveTo>
                    <a:cubicBezTo>
                      <a:pt x="8642" y="534"/>
                      <a:pt x="10428" y="1514"/>
                      <a:pt x="11522" y="2954"/>
                    </a:cubicBezTo>
                    <a:lnTo>
                      <a:pt x="10543" y="3645"/>
                    </a:lnTo>
                    <a:cubicBezTo>
                      <a:pt x="10370" y="3415"/>
                      <a:pt x="10140" y="3127"/>
                      <a:pt x="9852" y="2954"/>
                    </a:cubicBezTo>
                    <a:cubicBezTo>
                      <a:pt x="9160" y="2320"/>
                      <a:pt x="8296" y="1917"/>
                      <a:pt x="7317" y="1802"/>
                    </a:cubicBezTo>
                    <a:cubicBezTo>
                      <a:pt x="7076" y="1756"/>
                      <a:pt x="6831" y="1735"/>
                      <a:pt x="6585" y="1735"/>
                    </a:cubicBezTo>
                    <a:cubicBezTo>
                      <a:pt x="5891" y="1735"/>
                      <a:pt x="5190" y="1907"/>
                      <a:pt x="4551" y="2205"/>
                    </a:cubicBezTo>
                    <a:cubicBezTo>
                      <a:pt x="4299" y="2306"/>
                      <a:pt x="4401" y="2629"/>
                      <a:pt x="4624" y="2629"/>
                    </a:cubicBezTo>
                    <a:cubicBezTo>
                      <a:pt x="4655" y="2629"/>
                      <a:pt x="4689" y="2622"/>
                      <a:pt x="4724" y="2608"/>
                    </a:cubicBezTo>
                    <a:cubicBezTo>
                      <a:pt x="5329" y="2349"/>
                      <a:pt x="5966" y="2219"/>
                      <a:pt x="6612" y="2219"/>
                    </a:cubicBezTo>
                    <a:cubicBezTo>
                      <a:pt x="6827" y="2219"/>
                      <a:pt x="7043" y="2234"/>
                      <a:pt x="7259" y="2263"/>
                    </a:cubicBezTo>
                    <a:cubicBezTo>
                      <a:pt x="8123" y="2378"/>
                      <a:pt x="8872" y="2723"/>
                      <a:pt x="9563" y="3300"/>
                    </a:cubicBezTo>
                    <a:cubicBezTo>
                      <a:pt x="9794" y="3472"/>
                      <a:pt x="9967" y="3703"/>
                      <a:pt x="10140" y="3933"/>
                    </a:cubicBezTo>
                    <a:lnTo>
                      <a:pt x="9160" y="4625"/>
                    </a:lnTo>
                    <a:cubicBezTo>
                      <a:pt x="8584" y="3876"/>
                      <a:pt x="7662" y="3415"/>
                      <a:pt x="6625" y="3415"/>
                    </a:cubicBezTo>
                    <a:cubicBezTo>
                      <a:pt x="4782" y="3415"/>
                      <a:pt x="3284" y="4855"/>
                      <a:pt x="3284" y="6699"/>
                    </a:cubicBezTo>
                    <a:cubicBezTo>
                      <a:pt x="3284" y="8484"/>
                      <a:pt x="4782" y="9982"/>
                      <a:pt x="6625" y="9982"/>
                    </a:cubicBezTo>
                    <a:cubicBezTo>
                      <a:pt x="8411" y="9982"/>
                      <a:pt x="9909" y="8484"/>
                      <a:pt x="9909" y="6699"/>
                    </a:cubicBezTo>
                    <a:cubicBezTo>
                      <a:pt x="9909" y="6065"/>
                      <a:pt x="9736" y="5489"/>
                      <a:pt x="9448" y="4970"/>
                    </a:cubicBezTo>
                    <a:lnTo>
                      <a:pt x="10428" y="4337"/>
                    </a:lnTo>
                    <a:cubicBezTo>
                      <a:pt x="10658" y="4625"/>
                      <a:pt x="10773" y="4970"/>
                      <a:pt x="10889" y="5316"/>
                    </a:cubicBezTo>
                    <a:cubicBezTo>
                      <a:pt x="11177" y="6180"/>
                      <a:pt x="11177" y="7159"/>
                      <a:pt x="10889" y="8024"/>
                    </a:cubicBezTo>
                    <a:cubicBezTo>
                      <a:pt x="10658" y="8888"/>
                      <a:pt x="10082" y="9694"/>
                      <a:pt x="9333" y="10270"/>
                    </a:cubicBezTo>
                    <a:cubicBezTo>
                      <a:pt x="9218" y="10328"/>
                      <a:pt x="9160" y="10386"/>
                      <a:pt x="9045" y="10443"/>
                    </a:cubicBezTo>
                    <a:lnTo>
                      <a:pt x="6452" y="10443"/>
                    </a:lnTo>
                    <a:cubicBezTo>
                      <a:pt x="6452" y="10443"/>
                      <a:pt x="6222" y="10501"/>
                      <a:pt x="6222" y="10674"/>
                    </a:cubicBezTo>
                    <a:lnTo>
                      <a:pt x="6222" y="11135"/>
                    </a:lnTo>
                    <a:cubicBezTo>
                      <a:pt x="5588" y="11135"/>
                      <a:pt x="5012" y="10904"/>
                      <a:pt x="4436" y="10616"/>
                    </a:cubicBezTo>
                    <a:cubicBezTo>
                      <a:pt x="3226" y="9982"/>
                      <a:pt x="2420" y="8773"/>
                      <a:pt x="2132" y="7447"/>
                    </a:cubicBezTo>
                    <a:cubicBezTo>
                      <a:pt x="1901" y="6007"/>
                      <a:pt x="2420" y="4509"/>
                      <a:pt x="3457" y="3472"/>
                    </a:cubicBezTo>
                    <a:cubicBezTo>
                      <a:pt x="3634" y="3295"/>
                      <a:pt x="3471" y="3051"/>
                      <a:pt x="3282" y="3051"/>
                    </a:cubicBezTo>
                    <a:cubicBezTo>
                      <a:pt x="3224" y="3051"/>
                      <a:pt x="3165" y="3073"/>
                      <a:pt x="3111" y="3127"/>
                    </a:cubicBezTo>
                    <a:cubicBezTo>
                      <a:pt x="1959" y="4221"/>
                      <a:pt x="1440" y="5950"/>
                      <a:pt x="1671" y="7505"/>
                    </a:cubicBezTo>
                    <a:cubicBezTo>
                      <a:pt x="1959" y="9003"/>
                      <a:pt x="2881" y="10328"/>
                      <a:pt x="4206" y="11077"/>
                    </a:cubicBezTo>
                    <a:cubicBezTo>
                      <a:pt x="4839" y="11365"/>
                      <a:pt x="6222" y="11653"/>
                      <a:pt x="6222" y="11653"/>
                    </a:cubicBezTo>
                    <a:lnTo>
                      <a:pt x="6222" y="12114"/>
                    </a:lnTo>
                    <a:lnTo>
                      <a:pt x="5243" y="12114"/>
                    </a:lnTo>
                    <a:cubicBezTo>
                      <a:pt x="5127" y="12114"/>
                      <a:pt x="5012" y="12229"/>
                      <a:pt x="5012" y="12344"/>
                    </a:cubicBezTo>
                    <a:lnTo>
                      <a:pt x="5012" y="12632"/>
                    </a:lnTo>
                    <a:cubicBezTo>
                      <a:pt x="3745" y="12287"/>
                      <a:pt x="2593" y="11595"/>
                      <a:pt x="1786" y="10558"/>
                    </a:cubicBezTo>
                    <a:cubicBezTo>
                      <a:pt x="922" y="9464"/>
                      <a:pt x="403" y="8081"/>
                      <a:pt x="403" y="6699"/>
                    </a:cubicBezTo>
                    <a:cubicBezTo>
                      <a:pt x="403" y="3300"/>
                      <a:pt x="3226" y="534"/>
                      <a:pt x="6625" y="534"/>
                    </a:cubicBezTo>
                    <a:close/>
                    <a:moveTo>
                      <a:pt x="7662" y="12575"/>
                    </a:moveTo>
                    <a:lnTo>
                      <a:pt x="7662" y="12978"/>
                    </a:lnTo>
                    <a:lnTo>
                      <a:pt x="5531" y="12978"/>
                    </a:lnTo>
                    <a:lnTo>
                      <a:pt x="5531" y="12575"/>
                    </a:lnTo>
                    <a:close/>
                    <a:moveTo>
                      <a:pt x="7662" y="13439"/>
                    </a:moveTo>
                    <a:lnTo>
                      <a:pt x="7662" y="13842"/>
                    </a:lnTo>
                    <a:lnTo>
                      <a:pt x="5531" y="13842"/>
                    </a:lnTo>
                    <a:lnTo>
                      <a:pt x="5531" y="13439"/>
                    </a:lnTo>
                    <a:close/>
                    <a:moveTo>
                      <a:pt x="5012" y="14361"/>
                    </a:moveTo>
                    <a:lnTo>
                      <a:pt x="5012" y="14764"/>
                    </a:lnTo>
                    <a:lnTo>
                      <a:pt x="2881" y="14764"/>
                    </a:lnTo>
                    <a:lnTo>
                      <a:pt x="2881" y="14361"/>
                    </a:lnTo>
                    <a:close/>
                    <a:moveTo>
                      <a:pt x="7662" y="14361"/>
                    </a:moveTo>
                    <a:lnTo>
                      <a:pt x="7662" y="14764"/>
                    </a:lnTo>
                    <a:lnTo>
                      <a:pt x="5531" y="14764"/>
                    </a:lnTo>
                    <a:lnTo>
                      <a:pt x="5531" y="14361"/>
                    </a:lnTo>
                    <a:close/>
                    <a:moveTo>
                      <a:pt x="5012" y="15225"/>
                    </a:moveTo>
                    <a:lnTo>
                      <a:pt x="5012" y="15628"/>
                    </a:lnTo>
                    <a:lnTo>
                      <a:pt x="2881" y="15628"/>
                    </a:lnTo>
                    <a:lnTo>
                      <a:pt x="2881" y="15225"/>
                    </a:lnTo>
                    <a:close/>
                    <a:moveTo>
                      <a:pt x="7662" y="15225"/>
                    </a:moveTo>
                    <a:lnTo>
                      <a:pt x="7662" y="15628"/>
                    </a:lnTo>
                    <a:lnTo>
                      <a:pt x="5531" y="15628"/>
                    </a:lnTo>
                    <a:lnTo>
                      <a:pt x="5531" y="15225"/>
                    </a:lnTo>
                    <a:close/>
                    <a:moveTo>
                      <a:pt x="15613" y="14879"/>
                    </a:moveTo>
                    <a:lnTo>
                      <a:pt x="15613" y="15628"/>
                    </a:lnTo>
                    <a:lnTo>
                      <a:pt x="14864" y="15628"/>
                    </a:lnTo>
                    <a:cubicBezTo>
                      <a:pt x="14921" y="15283"/>
                      <a:pt x="15209" y="14994"/>
                      <a:pt x="15613" y="14879"/>
                    </a:cubicBezTo>
                    <a:close/>
                    <a:moveTo>
                      <a:pt x="14300" y="1"/>
                    </a:moveTo>
                    <a:cubicBezTo>
                      <a:pt x="14274" y="1"/>
                      <a:pt x="14250" y="6"/>
                      <a:pt x="14230" y="16"/>
                    </a:cubicBezTo>
                    <a:lnTo>
                      <a:pt x="12444" y="1283"/>
                    </a:lnTo>
                    <a:cubicBezTo>
                      <a:pt x="12386" y="1283"/>
                      <a:pt x="12386" y="1341"/>
                      <a:pt x="12386" y="1456"/>
                    </a:cubicBezTo>
                    <a:lnTo>
                      <a:pt x="12386" y="2320"/>
                    </a:lnTo>
                    <a:lnTo>
                      <a:pt x="11926" y="2666"/>
                    </a:lnTo>
                    <a:cubicBezTo>
                      <a:pt x="10716" y="1053"/>
                      <a:pt x="8757" y="16"/>
                      <a:pt x="6625" y="16"/>
                    </a:cubicBezTo>
                    <a:cubicBezTo>
                      <a:pt x="2938" y="16"/>
                      <a:pt x="0" y="3011"/>
                      <a:pt x="0" y="6641"/>
                    </a:cubicBezTo>
                    <a:cubicBezTo>
                      <a:pt x="0" y="8196"/>
                      <a:pt x="519" y="9694"/>
                      <a:pt x="1498" y="10847"/>
                    </a:cubicBezTo>
                    <a:cubicBezTo>
                      <a:pt x="2362" y="11999"/>
                      <a:pt x="3630" y="12748"/>
                      <a:pt x="5070" y="13093"/>
                    </a:cubicBezTo>
                    <a:lnTo>
                      <a:pt x="5070" y="13842"/>
                    </a:lnTo>
                    <a:lnTo>
                      <a:pt x="2650" y="13842"/>
                    </a:lnTo>
                    <a:cubicBezTo>
                      <a:pt x="2535" y="13842"/>
                      <a:pt x="2420" y="13957"/>
                      <a:pt x="2420" y="14073"/>
                    </a:cubicBezTo>
                    <a:lnTo>
                      <a:pt x="2420" y="15859"/>
                    </a:lnTo>
                    <a:cubicBezTo>
                      <a:pt x="2420" y="15974"/>
                      <a:pt x="2535" y="16089"/>
                      <a:pt x="2650" y="16089"/>
                    </a:cubicBezTo>
                    <a:lnTo>
                      <a:pt x="12156" y="16089"/>
                    </a:lnTo>
                    <a:cubicBezTo>
                      <a:pt x="12444" y="16089"/>
                      <a:pt x="12444" y="15628"/>
                      <a:pt x="12156" y="15628"/>
                    </a:cubicBezTo>
                    <a:lnTo>
                      <a:pt x="8181" y="15628"/>
                    </a:lnTo>
                    <a:lnTo>
                      <a:pt x="8181" y="12287"/>
                    </a:lnTo>
                    <a:cubicBezTo>
                      <a:pt x="8181" y="12172"/>
                      <a:pt x="8066" y="12056"/>
                      <a:pt x="7950" y="12056"/>
                    </a:cubicBezTo>
                    <a:lnTo>
                      <a:pt x="7029" y="12056"/>
                    </a:lnTo>
                    <a:cubicBezTo>
                      <a:pt x="7547" y="11883"/>
                      <a:pt x="7893" y="11423"/>
                      <a:pt x="8008" y="10904"/>
                    </a:cubicBezTo>
                    <a:lnTo>
                      <a:pt x="14403" y="10904"/>
                    </a:lnTo>
                    <a:cubicBezTo>
                      <a:pt x="14460" y="11192"/>
                      <a:pt x="14576" y="11480"/>
                      <a:pt x="14806" y="11711"/>
                    </a:cubicBezTo>
                    <a:cubicBezTo>
                      <a:pt x="15037" y="11941"/>
                      <a:pt x="15325" y="12114"/>
                      <a:pt x="15613" y="12114"/>
                    </a:cubicBezTo>
                    <a:lnTo>
                      <a:pt x="15613" y="14361"/>
                    </a:lnTo>
                    <a:cubicBezTo>
                      <a:pt x="14979" y="14476"/>
                      <a:pt x="14460" y="14994"/>
                      <a:pt x="14403" y="15628"/>
                    </a:cubicBezTo>
                    <a:lnTo>
                      <a:pt x="13654" y="15628"/>
                    </a:lnTo>
                    <a:cubicBezTo>
                      <a:pt x="13366" y="15628"/>
                      <a:pt x="13366" y="16089"/>
                      <a:pt x="13654" y="16089"/>
                    </a:cubicBezTo>
                    <a:lnTo>
                      <a:pt x="15843" y="16089"/>
                    </a:lnTo>
                    <a:cubicBezTo>
                      <a:pt x="15958" y="16089"/>
                      <a:pt x="16074" y="15974"/>
                      <a:pt x="16074" y="15859"/>
                    </a:cubicBezTo>
                    <a:lnTo>
                      <a:pt x="16074" y="10674"/>
                    </a:lnTo>
                    <a:cubicBezTo>
                      <a:pt x="16074" y="10558"/>
                      <a:pt x="15958" y="10443"/>
                      <a:pt x="15843" y="10443"/>
                    </a:cubicBezTo>
                    <a:lnTo>
                      <a:pt x="12098" y="10443"/>
                    </a:lnTo>
                    <a:cubicBezTo>
                      <a:pt x="12847" y="9349"/>
                      <a:pt x="13251" y="8024"/>
                      <a:pt x="13251" y="6641"/>
                    </a:cubicBezTo>
                    <a:cubicBezTo>
                      <a:pt x="13251" y="5316"/>
                      <a:pt x="12847" y="4106"/>
                      <a:pt x="12156" y="3069"/>
                    </a:cubicBezTo>
                    <a:lnTo>
                      <a:pt x="12617" y="2723"/>
                    </a:lnTo>
                    <a:lnTo>
                      <a:pt x="13481" y="3069"/>
                    </a:lnTo>
                    <a:cubicBezTo>
                      <a:pt x="13539" y="3069"/>
                      <a:pt x="13596" y="3069"/>
                      <a:pt x="13654" y="3011"/>
                    </a:cubicBezTo>
                    <a:lnTo>
                      <a:pt x="15440" y="1802"/>
                    </a:lnTo>
                    <a:cubicBezTo>
                      <a:pt x="15613" y="1686"/>
                      <a:pt x="15555" y="1456"/>
                      <a:pt x="15382" y="1398"/>
                    </a:cubicBezTo>
                    <a:lnTo>
                      <a:pt x="14864" y="1168"/>
                    </a:lnTo>
                    <a:lnTo>
                      <a:pt x="15209" y="937"/>
                    </a:lnTo>
                    <a:cubicBezTo>
                      <a:pt x="15448" y="794"/>
                      <a:pt x="15291" y="492"/>
                      <a:pt x="15099" y="492"/>
                    </a:cubicBezTo>
                    <a:cubicBezTo>
                      <a:pt x="15059" y="492"/>
                      <a:pt x="15018" y="505"/>
                      <a:pt x="14979" y="534"/>
                    </a:cubicBezTo>
                    <a:lnTo>
                      <a:pt x="14576" y="822"/>
                    </a:lnTo>
                    <a:lnTo>
                      <a:pt x="14576" y="246"/>
                    </a:lnTo>
                    <a:cubicBezTo>
                      <a:pt x="14576" y="104"/>
                      <a:pt x="14420" y="1"/>
                      <a:pt x="1430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17" name="Google Shape;1417;p64"/>
          <p:cNvGrpSpPr/>
          <p:nvPr/>
        </p:nvGrpSpPr>
        <p:grpSpPr>
          <a:xfrm>
            <a:off x="6650583" y="1183202"/>
            <a:ext cx="595348" cy="595348"/>
            <a:chOff x="5488747" y="539500"/>
            <a:chExt cx="707400" cy="707400"/>
          </a:xfrm>
        </p:grpSpPr>
        <p:sp>
          <p:nvSpPr>
            <p:cNvPr id="1418" name="Google Shape;1418;p64"/>
            <p:cNvSpPr/>
            <p:nvPr/>
          </p:nvSpPr>
          <p:spPr>
            <a:xfrm flipH="1">
              <a:off x="5488747" y="5395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19" name="Google Shape;1419;p64"/>
            <p:cNvGrpSpPr/>
            <p:nvPr/>
          </p:nvGrpSpPr>
          <p:grpSpPr>
            <a:xfrm>
              <a:off x="5635759" y="695825"/>
              <a:ext cx="413375" cy="394825"/>
              <a:chOff x="6370800" y="2099725"/>
              <a:chExt cx="413375" cy="394825"/>
            </a:xfrm>
          </p:grpSpPr>
          <p:sp>
            <p:nvSpPr>
              <p:cNvPr id="1420" name="Google Shape;1420;p64"/>
              <p:cNvSpPr/>
              <p:nvPr/>
            </p:nvSpPr>
            <p:spPr>
              <a:xfrm>
                <a:off x="6370800" y="2099725"/>
                <a:ext cx="413375" cy="394825"/>
              </a:xfrm>
              <a:custGeom>
                <a:rect b="b" l="l" r="r" t="t"/>
                <a:pathLst>
                  <a:path extrusionOk="0" h="15793" w="16535">
                    <a:moveTo>
                      <a:pt x="8296" y="195"/>
                    </a:moveTo>
                    <a:cubicBezTo>
                      <a:pt x="8411" y="195"/>
                      <a:pt x="8527" y="267"/>
                      <a:pt x="8527" y="411"/>
                    </a:cubicBezTo>
                    <a:lnTo>
                      <a:pt x="8527" y="2715"/>
                    </a:lnTo>
                    <a:cubicBezTo>
                      <a:pt x="8527" y="2859"/>
                      <a:pt x="8411" y="2931"/>
                      <a:pt x="8296" y="2931"/>
                    </a:cubicBezTo>
                    <a:cubicBezTo>
                      <a:pt x="8181" y="2931"/>
                      <a:pt x="8066" y="2859"/>
                      <a:pt x="8066" y="2715"/>
                    </a:cubicBezTo>
                    <a:lnTo>
                      <a:pt x="8066" y="411"/>
                    </a:lnTo>
                    <a:cubicBezTo>
                      <a:pt x="8066" y="267"/>
                      <a:pt x="8181" y="195"/>
                      <a:pt x="8296" y="195"/>
                    </a:cubicBezTo>
                    <a:close/>
                    <a:moveTo>
                      <a:pt x="9045" y="1275"/>
                    </a:moveTo>
                    <a:cubicBezTo>
                      <a:pt x="10485" y="1448"/>
                      <a:pt x="11868" y="2139"/>
                      <a:pt x="12963" y="3176"/>
                    </a:cubicBezTo>
                    <a:cubicBezTo>
                      <a:pt x="14000" y="4213"/>
                      <a:pt x="14691" y="5596"/>
                      <a:pt x="14806" y="7093"/>
                    </a:cubicBezTo>
                    <a:lnTo>
                      <a:pt x="14345" y="7093"/>
                    </a:lnTo>
                    <a:cubicBezTo>
                      <a:pt x="14000" y="4328"/>
                      <a:pt x="11810" y="2081"/>
                      <a:pt x="9045" y="1793"/>
                    </a:cubicBezTo>
                    <a:lnTo>
                      <a:pt x="9045" y="1275"/>
                    </a:lnTo>
                    <a:close/>
                    <a:moveTo>
                      <a:pt x="3226" y="7554"/>
                    </a:moveTo>
                    <a:cubicBezTo>
                      <a:pt x="3572" y="7554"/>
                      <a:pt x="3572" y="8015"/>
                      <a:pt x="3226" y="8015"/>
                    </a:cubicBezTo>
                    <a:lnTo>
                      <a:pt x="980" y="8015"/>
                    </a:lnTo>
                    <a:cubicBezTo>
                      <a:pt x="807" y="8015"/>
                      <a:pt x="691" y="7958"/>
                      <a:pt x="691" y="7785"/>
                    </a:cubicBezTo>
                    <a:cubicBezTo>
                      <a:pt x="691" y="7670"/>
                      <a:pt x="807" y="7554"/>
                      <a:pt x="980" y="7554"/>
                    </a:cubicBezTo>
                    <a:close/>
                    <a:moveTo>
                      <a:pt x="15670" y="7554"/>
                    </a:moveTo>
                    <a:cubicBezTo>
                      <a:pt x="15958" y="7554"/>
                      <a:pt x="15958" y="8073"/>
                      <a:pt x="15670" y="8073"/>
                    </a:cubicBezTo>
                    <a:lnTo>
                      <a:pt x="13366" y="8073"/>
                    </a:lnTo>
                    <a:cubicBezTo>
                      <a:pt x="13078" y="8073"/>
                      <a:pt x="13078" y="7554"/>
                      <a:pt x="13366" y="7554"/>
                    </a:cubicBezTo>
                    <a:close/>
                    <a:moveTo>
                      <a:pt x="2305" y="8534"/>
                    </a:moveTo>
                    <a:cubicBezTo>
                      <a:pt x="2477" y="9859"/>
                      <a:pt x="3054" y="11126"/>
                      <a:pt x="4033" y="12106"/>
                    </a:cubicBezTo>
                    <a:cubicBezTo>
                      <a:pt x="5012" y="13085"/>
                      <a:pt x="6280" y="13661"/>
                      <a:pt x="7605" y="13834"/>
                    </a:cubicBezTo>
                    <a:lnTo>
                      <a:pt x="7605" y="14295"/>
                    </a:lnTo>
                    <a:cubicBezTo>
                      <a:pt x="6165" y="14180"/>
                      <a:pt x="4782" y="13488"/>
                      <a:pt x="3687" y="12451"/>
                    </a:cubicBezTo>
                    <a:cubicBezTo>
                      <a:pt x="2650" y="11414"/>
                      <a:pt x="1959" y="9974"/>
                      <a:pt x="1844" y="8534"/>
                    </a:cubicBezTo>
                    <a:close/>
                    <a:moveTo>
                      <a:pt x="8987" y="2254"/>
                    </a:moveTo>
                    <a:cubicBezTo>
                      <a:pt x="11522" y="2600"/>
                      <a:pt x="13539" y="4616"/>
                      <a:pt x="13827" y="7093"/>
                    </a:cubicBezTo>
                    <a:lnTo>
                      <a:pt x="13366" y="7093"/>
                    </a:lnTo>
                    <a:cubicBezTo>
                      <a:pt x="12444" y="7093"/>
                      <a:pt x="12444" y="8534"/>
                      <a:pt x="13366" y="8534"/>
                    </a:cubicBezTo>
                    <a:lnTo>
                      <a:pt x="13827" y="8534"/>
                    </a:lnTo>
                    <a:cubicBezTo>
                      <a:pt x="13712" y="9974"/>
                      <a:pt x="12905" y="11299"/>
                      <a:pt x="11638" y="12336"/>
                    </a:cubicBezTo>
                    <a:cubicBezTo>
                      <a:pt x="11405" y="12476"/>
                      <a:pt x="11586" y="12729"/>
                      <a:pt x="11786" y="12729"/>
                    </a:cubicBezTo>
                    <a:cubicBezTo>
                      <a:pt x="11833" y="12729"/>
                      <a:pt x="11882" y="12715"/>
                      <a:pt x="11926" y="12682"/>
                    </a:cubicBezTo>
                    <a:cubicBezTo>
                      <a:pt x="13308" y="11587"/>
                      <a:pt x="14172" y="10089"/>
                      <a:pt x="14345" y="8534"/>
                    </a:cubicBezTo>
                    <a:lnTo>
                      <a:pt x="14806" y="8534"/>
                    </a:lnTo>
                    <a:cubicBezTo>
                      <a:pt x="14635" y="9961"/>
                      <a:pt x="14011" y="11332"/>
                      <a:pt x="12934" y="12422"/>
                    </a:cubicBezTo>
                    <a:lnTo>
                      <a:pt x="12934" y="12422"/>
                    </a:lnTo>
                    <a:cubicBezTo>
                      <a:pt x="11844" y="13499"/>
                      <a:pt x="10473" y="14123"/>
                      <a:pt x="9045" y="14295"/>
                    </a:cubicBezTo>
                    <a:lnTo>
                      <a:pt x="9045" y="13834"/>
                    </a:lnTo>
                    <a:cubicBezTo>
                      <a:pt x="9564" y="13776"/>
                      <a:pt x="10082" y="13603"/>
                      <a:pt x="10601" y="13431"/>
                    </a:cubicBezTo>
                    <a:cubicBezTo>
                      <a:pt x="10857" y="13328"/>
                      <a:pt x="10702" y="12951"/>
                      <a:pt x="10503" y="12951"/>
                    </a:cubicBezTo>
                    <a:cubicBezTo>
                      <a:pt x="10478" y="12951"/>
                      <a:pt x="10453" y="12957"/>
                      <a:pt x="10428" y="12970"/>
                    </a:cubicBezTo>
                    <a:cubicBezTo>
                      <a:pt x="9967" y="13143"/>
                      <a:pt x="9506" y="13315"/>
                      <a:pt x="9045" y="13373"/>
                    </a:cubicBezTo>
                    <a:lnTo>
                      <a:pt x="9045" y="12855"/>
                    </a:lnTo>
                    <a:cubicBezTo>
                      <a:pt x="9045" y="12394"/>
                      <a:pt x="8685" y="12163"/>
                      <a:pt x="8325" y="12163"/>
                    </a:cubicBezTo>
                    <a:cubicBezTo>
                      <a:pt x="7965" y="12163"/>
                      <a:pt x="7605" y="12394"/>
                      <a:pt x="7605" y="12855"/>
                    </a:cubicBezTo>
                    <a:lnTo>
                      <a:pt x="7605" y="13373"/>
                    </a:lnTo>
                    <a:cubicBezTo>
                      <a:pt x="6395" y="13200"/>
                      <a:pt x="5243" y="12624"/>
                      <a:pt x="4379" y="11760"/>
                    </a:cubicBezTo>
                    <a:cubicBezTo>
                      <a:pt x="3514" y="10896"/>
                      <a:pt x="2938" y="9744"/>
                      <a:pt x="2765" y="8534"/>
                    </a:cubicBezTo>
                    <a:lnTo>
                      <a:pt x="3284" y="8534"/>
                    </a:lnTo>
                    <a:cubicBezTo>
                      <a:pt x="4148" y="8534"/>
                      <a:pt x="4148" y="7093"/>
                      <a:pt x="3284" y="7093"/>
                    </a:cubicBezTo>
                    <a:lnTo>
                      <a:pt x="2765" y="7093"/>
                    </a:lnTo>
                    <a:cubicBezTo>
                      <a:pt x="3111" y="4616"/>
                      <a:pt x="5070" y="2600"/>
                      <a:pt x="7605" y="2254"/>
                    </a:cubicBezTo>
                    <a:lnTo>
                      <a:pt x="7605" y="2773"/>
                    </a:lnTo>
                    <a:cubicBezTo>
                      <a:pt x="7605" y="3234"/>
                      <a:pt x="7950" y="3464"/>
                      <a:pt x="8296" y="3464"/>
                    </a:cubicBezTo>
                    <a:cubicBezTo>
                      <a:pt x="8642" y="3464"/>
                      <a:pt x="8987" y="3234"/>
                      <a:pt x="8987" y="2773"/>
                    </a:cubicBezTo>
                    <a:lnTo>
                      <a:pt x="8987" y="2254"/>
                    </a:lnTo>
                    <a:close/>
                    <a:moveTo>
                      <a:pt x="8325" y="12638"/>
                    </a:moveTo>
                    <a:cubicBezTo>
                      <a:pt x="8455" y="12638"/>
                      <a:pt x="8584" y="12710"/>
                      <a:pt x="8584" y="12855"/>
                    </a:cubicBezTo>
                    <a:lnTo>
                      <a:pt x="8584" y="15159"/>
                    </a:lnTo>
                    <a:cubicBezTo>
                      <a:pt x="8584" y="15303"/>
                      <a:pt x="8455" y="15375"/>
                      <a:pt x="8325" y="15375"/>
                    </a:cubicBezTo>
                    <a:cubicBezTo>
                      <a:pt x="8195" y="15375"/>
                      <a:pt x="8066" y="15303"/>
                      <a:pt x="8066" y="15159"/>
                    </a:cubicBezTo>
                    <a:lnTo>
                      <a:pt x="8066" y="12855"/>
                    </a:lnTo>
                    <a:cubicBezTo>
                      <a:pt x="8066" y="12710"/>
                      <a:pt x="8195" y="12638"/>
                      <a:pt x="8325" y="12638"/>
                    </a:cubicBezTo>
                    <a:close/>
                    <a:moveTo>
                      <a:pt x="8672" y="1"/>
                    </a:moveTo>
                    <a:cubicBezTo>
                      <a:pt x="8245" y="1"/>
                      <a:pt x="7605" y="411"/>
                      <a:pt x="7605" y="411"/>
                    </a:cubicBezTo>
                    <a:lnTo>
                      <a:pt x="7605" y="814"/>
                    </a:lnTo>
                    <a:cubicBezTo>
                      <a:pt x="7605" y="814"/>
                      <a:pt x="6165" y="1102"/>
                      <a:pt x="5416" y="1390"/>
                    </a:cubicBezTo>
                    <a:cubicBezTo>
                      <a:pt x="5159" y="1493"/>
                      <a:pt x="5268" y="1869"/>
                      <a:pt x="5498" y="1869"/>
                    </a:cubicBezTo>
                    <a:cubicBezTo>
                      <a:pt x="5527" y="1869"/>
                      <a:pt x="5557" y="1864"/>
                      <a:pt x="5588" y="1851"/>
                    </a:cubicBezTo>
                    <a:cubicBezTo>
                      <a:pt x="6280" y="1563"/>
                      <a:pt x="6913" y="1332"/>
                      <a:pt x="7547" y="1275"/>
                    </a:cubicBezTo>
                    <a:lnTo>
                      <a:pt x="7547" y="1736"/>
                    </a:lnTo>
                    <a:cubicBezTo>
                      <a:pt x="4782" y="2081"/>
                      <a:pt x="2593" y="4271"/>
                      <a:pt x="2247" y="7093"/>
                    </a:cubicBezTo>
                    <a:lnTo>
                      <a:pt x="1786" y="7093"/>
                    </a:lnTo>
                    <a:cubicBezTo>
                      <a:pt x="2017" y="5308"/>
                      <a:pt x="2938" y="3579"/>
                      <a:pt x="4379" y="2542"/>
                    </a:cubicBezTo>
                    <a:cubicBezTo>
                      <a:pt x="4570" y="2399"/>
                      <a:pt x="4404" y="2097"/>
                      <a:pt x="4210" y="2097"/>
                    </a:cubicBezTo>
                    <a:cubicBezTo>
                      <a:pt x="4171" y="2097"/>
                      <a:pt x="4130" y="2110"/>
                      <a:pt x="4091" y="2139"/>
                    </a:cubicBezTo>
                    <a:cubicBezTo>
                      <a:pt x="2535" y="3291"/>
                      <a:pt x="1498" y="5135"/>
                      <a:pt x="1325" y="7093"/>
                    </a:cubicBezTo>
                    <a:lnTo>
                      <a:pt x="922" y="7093"/>
                    </a:lnTo>
                    <a:cubicBezTo>
                      <a:pt x="0" y="7093"/>
                      <a:pt x="0" y="8476"/>
                      <a:pt x="922" y="8476"/>
                    </a:cubicBezTo>
                    <a:lnTo>
                      <a:pt x="1325" y="8476"/>
                    </a:lnTo>
                    <a:cubicBezTo>
                      <a:pt x="1440" y="10089"/>
                      <a:pt x="2189" y="11587"/>
                      <a:pt x="3342" y="12739"/>
                    </a:cubicBezTo>
                    <a:cubicBezTo>
                      <a:pt x="4494" y="13892"/>
                      <a:pt x="7605" y="14756"/>
                      <a:pt x="7605" y="14756"/>
                    </a:cubicBezTo>
                    <a:lnTo>
                      <a:pt x="7605" y="15101"/>
                    </a:lnTo>
                    <a:cubicBezTo>
                      <a:pt x="7605" y="15562"/>
                      <a:pt x="7950" y="15793"/>
                      <a:pt x="8296" y="15793"/>
                    </a:cubicBezTo>
                    <a:cubicBezTo>
                      <a:pt x="8642" y="15793"/>
                      <a:pt x="8987" y="15562"/>
                      <a:pt x="8987" y="15101"/>
                    </a:cubicBezTo>
                    <a:lnTo>
                      <a:pt x="8987" y="14756"/>
                    </a:lnTo>
                    <a:cubicBezTo>
                      <a:pt x="10601" y="14583"/>
                      <a:pt x="12098" y="13892"/>
                      <a:pt x="13251" y="12739"/>
                    </a:cubicBezTo>
                    <a:cubicBezTo>
                      <a:pt x="14403" y="11587"/>
                      <a:pt x="15094" y="10089"/>
                      <a:pt x="15267" y="8476"/>
                    </a:cubicBezTo>
                    <a:lnTo>
                      <a:pt x="15613" y="8476"/>
                    </a:lnTo>
                    <a:cubicBezTo>
                      <a:pt x="16534" y="8476"/>
                      <a:pt x="16534" y="7093"/>
                      <a:pt x="15613" y="7093"/>
                    </a:cubicBezTo>
                    <a:lnTo>
                      <a:pt x="15267" y="7093"/>
                    </a:lnTo>
                    <a:cubicBezTo>
                      <a:pt x="15267" y="7093"/>
                      <a:pt x="14403" y="3983"/>
                      <a:pt x="13251" y="2830"/>
                    </a:cubicBezTo>
                    <a:cubicBezTo>
                      <a:pt x="12098" y="1678"/>
                      <a:pt x="10601" y="987"/>
                      <a:pt x="9045" y="814"/>
                    </a:cubicBezTo>
                    <a:lnTo>
                      <a:pt x="9045" y="411"/>
                    </a:lnTo>
                    <a:cubicBezTo>
                      <a:pt x="9045" y="103"/>
                      <a:pt x="8885" y="1"/>
                      <a:pt x="86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64"/>
              <p:cNvSpPr/>
              <p:nvPr/>
            </p:nvSpPr>
            <p:spPr>
              <a:xfrm>
                <a:off x="6487450" y="2210425"/>
                <a:ext cx="181500" cy="167475"/>
              </a:xfrm>
              <a:custGeom>
                <a:rect b="b" l="l" r="r" t="t"/>
                <a:pathLst>
                  <a:path extrusionOk="0" h="6699" w="7260">
                    <a:moveTo>
                      <a:pt x="3630" y="476"/>
                    </a:moveTo>
                    <a:cubicBezTo>
                      <a:pt x="4321" y="476"/>
                      <a:pt x="4955" y="707"/>
                      <a:pt x="5474" y="1168"/>
                    </a:cubicBezTo>
                    <a:lnTo>
                      <a:pt x="5243" y="1398"/>
                    </a:lnTo>
                    <a:cubicBezTo>
                      <a:pt x="5066" y="1575"/>
                      <a:pt x="5229" y="1820"/>
                      <a:pt x="5418" y="1820"/>
                    </a:cubicBezTo>
                    <a:cubicBezTo>
                      <a:pt x="5476" y="1820"/>
                      <a:pt x="5535" y="1797"/>
                      <a:pt x="5589" y="1744"/>
                    </a:cubicBezTo>
                    <a:lnTo>
                      <a:pt x="5819" y="1513"/>
                    </a:lnTo>
                    <a:cubicBezTo>
                      <a:pt x="6741" y="2608"/>
                      <a:pt x="6741" y="4163"/>
                      <a:pt x="5819" y="5258"/>
                    </a:cubicBezTo>
                    <a:lnTo>
                      <a:pt x="5589" y="4970"/>
                    </a:lnTo>
                    <a:cubicBezTo>
                      <a:pt x="5540" y="4933"/>
                      <a:pt x="5486" y="4917"/>
                      <a:pt x="5433" y="4917"/>
                    </a:cubicBezTo>
                    <a:cubicBezTo>
                      <a:pt x="5237" y="4917"/>
                      <a:pt x="5062" y="5134"/>
                      <a:pt x="5243" y="5316"/>
                    </a:cubicBezTo>
                    <a:lnTo>
                      <a:pt x="5474" y="5546"/>
                    </a:lnTo>
                    <a:cubicBezTo>
                      <a:pt x="4955" y="6007"/>
                      <a:pt x="4293" y="6237"/>
                      <a:pt x="3630" y="6237"/>
                    </a:cubicBezTo>
                    <a:cubicBezTo>
                      <a:pt x="2968" y="6237"/>
                      <a:pt x="2305" y="6007"/>
                      <a:pt x="1787" y="5546"/>
                    </a:cubicBezTo>
                    <a:lnTo>
                      <a:pt x="2017" y="5316"/>
                    </a:lnTo>
                    <a:cubicBezTo>
                      <a:pt x="2198" y="5134"/>
                      <a:pt x="2023" y="4917"/>
                      <a:pt x="1828" y="4917"/>
                    </a:cubicBezTo>
                    <a:cubicBezTo>
                      <a:pt x="1775" y="4917"/>
                      <a:pt x="1720" y="4933"/>
                      <a:pt x="1671" y="4970"/>
                    </a:cubicBezTo>
                    <a:lnTo>
                      <a:pt x="1441" y="5258"/>
                    </a:lnTo>
                    <a:cubicBezTo>
                      <a:pt x="519" y="4163"/>
                      <a:pt x="519" y="2608"/>
                      <a:pt x="1441" y="1513"/>
                    </a:cubicBezTo>
                    <a:lnTo>
                      <a:pt x="1671" y="1744"/>
                    </a:lnTo>
                    <a:cubicBezTo>
                      <a:pt x="1725" y="1797"/>
                      <a:pt x="1785" y="1820"/>
                      <a:pt x="1842" y="1820"/>
                    </a:cubicBezTo>
                    <a:cubicBezTo>
                      <a:pt x="2031" y="1820"/>
                      <a:pt x="2194" y="1575"/>
                      <a:pt x="2017" y="1398"/>
                    </a:cubicBezTo>
                    <a:lnTo>
                      <a:pt x="1787" y="1168"/>
                    </a:lnTo>
                    <a:cubicBezTo>
                      <a:pt x="2305" y="707"/>
                      <a:pt x="2996" y="476"/>
                      <a:pt x="3630" y="476"/>
                    </a:cubicBezTo>
                    <a:close/>
                    <a:moveTo>
                      <a:pt x="3652" y="1"/>
                    </a:moveTo>
                    <a:cubicBezTo>
                      <a:pt x="2867" y="1"/>
                      <a:pt x="2075" y="275"/>
                      <a:pt x="1441" y="822"/>
                    </a:cubicBezTo>
                    <a:lnTo>
                      <a:pt x="1210" y="591"/>
                    </a:lnTo>
                    <a:cubicBezTo>
                      <a:pt x="1157" y="538"/>
                      <a:pt x="1097" y="515"/>
                      <a:pt x="1040" y="515"/>
                    </a:cubicBezTo>
                    <a:cubicBezTo>
                      <a:pt x="850" y="515"/>
                      <a:pt x="688" y="760"/>
                      <a:pt x="865" y="937"/>
                    </a:cubicBezTo>
                    <a:lnTo>
                      <a:pt x="1095" y="1168"/>
                    </a:lnTo>
                    <a:cubicBezTo>
                      <a:pt x="1" y="2435"/>
                      <a:pt x="1" y="4336"/>
                      <a:pt x="1095" y="5546"/>
                    </a:cubicBezTo>
                    <a:lnTo>
                      <a:pt x="865" y="5834"/>
                    </a:lnTo>
                    <a:cubicBezTo>
                      <a:pt x="689" y="5966"/>
                      <a:pt x="849" y="6199"/>
                      <a:pt x="1037" y="6199"/>
                    </a:cubicBezTo>
                    <a:cubicBezTo>
                      <a:pt x="1095" y="6199"/>
                      <a:pt x="1156" y="6177"/>
                      <a:pt x="1210" y="6122"/>
                    </a:cubicBezTo>
                    <a:lnTo>
                      <a:pt x="1441" y="5892"/>
                    </a:lnTo>
                    <a:cubicBezTo>
                      <a:pt x="2075" y="6468"/>
                      <a:pt x="2881" y="6698"/>
                      <a:pt x="3630" y="6698"/>
                    </a:cubicBezTo>
                    <a:cubicBezTo>
                      <a:pt x="4437" y="6698"/>
                      <a:pt x="5243" y="6468"/>
                      <a:pt x="5877" y="5892"/>
                    </a:cubicBezTo>
                    <a:lnTo>
                      <a:pt x="6107" y="6122"/>
                    </a:lnTo>
                    <a:cubicBezTo>
                      <a:pt x="6162" y="6177"/>
                      <a:pt x="6220" y="6199"/>
                      <a:pt x="6274" y="6199"/>
                    </a:cubicBezTo>
                    <a:cubicBezTo>
                      <a:pt x="6448" y="6199"/>
                      <a:pt x="6585" y="5966"/>
                      <a:pt x="6453" y="5834"/>
                    </a:cubicBezTo>
                    <a:lnTo>
                      <a:pt x="6165" y="5546"/>
                    </a:lnTo>
                    <a:cubicBezTo>
                      <a:pt x="7260" y="4336"/>
                      <a:pt x="7260" y="2435"/>
                      <a:pt x="6165" y="1168"/>
                    </a:cubicBezTo>
                    <a:lnTo>
                      <a:pt x="6395" y="937"/>
                    </a:lnTo>
                    <a:cubicBezTo>
                      <a:pt x="6572" y="760"/>
                      <a:pt x="6410" y="515"/>
                      <a:pt x="6247" y="515"/>
                    </a:cubicBezTo>
                    <a:cubicBezTo>
                      <a:pt x="6197" y="515"/>
                      <a:pt x="6148" y="538"/>
                      <a:pt x="6107" y="591"/>
                    </a:cubicBezTo>
                    <a:lnTo>
                      <a:pt x="5819" y="822"/>
                    </a:lnTo>
                    <a:cubicBezTo>
                      <a:pt x="5214" y="275"/>
                      <a:pt x="4437" y="1"/>
                      <a:pt x="36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22" name="Google Shape;1422;p64"/>
          <p:cNvGrpSpPr/>
          <p:nvPr/>
        </p:nvGrpSpPr>
        <p:grpSpPr>
          <a:xfrm>
            <a:off x="5700080" y="3353478"/>
            <a:ext cx="595348" cy="595348"/>
            <a:chOff x="4430765" y="3118250"/>
            <a:chExt cx="707400" cy="707400"/>
          </a:xfrm>
        </p:grpSpPr>
        <p:sp>
          <p:nvSpPr>
            <p:cNvPr id="1423" name="Google Shape;1423;p64"/>
            <p:cNvSpPr/>
            <p:nvPr/>
          </p:nvSpPr>
          <p:spPr>
            <a:xfrm flipH="1">
              <a:off x="4430765" y="31182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24" name="Google Shape;1424;p64"/>
            <p:cNvGrpSpPr/>
            <p:nvPr/>
          </p:nvGrpSpPr>
          <p:grpSpPr>
            <a:xfrm>
              <a:off x="4586413" y="3279975"/>
              <a:ext cx="407600" cy="402075"/>
              <a:chOff x="6948350" y="2742025"/>
              <a:chExt cx="407600" cy="402075"/>
            </a:xfrm>
          </p:grpSpPr>
          <p:sp>
            <p:nvSpPr>
              <p:cNvPr id="1425" name="Google Shape;1425;p64"/>
              <p:cNvSpPr/>
              <p:nvPr/>
            </p:nvSpPr>
            <p:spPr>
              <a:xfrm>
                <a:off x="7175900" y="2975575"/>
                <a:ext cx="106600" cy="106600"/>
              </a:xfrm>
              <a:custGeom>
                <a:rect b="b" l="l" r="r" t="t"/>
                <a:pathLst>
                  <a:path extrusionOk="0" h="4264" w="4264">
                    <a:moveTo>
                      <a:pt x="2132" y="519"/>
                    </a:moveTo>
                    <a:cubicBezTo>
                      <a:pt x="3054" y="519"/>
                      <a:pt x="3745" y="1210"/>
                      <a:pt x="3745" y="2132"/>
                    </a:cubicBezTo>
                    <a:cubicBezTo>
                      <a:pt x="3745" y="3054"/>
                      <a:pt x="3054" y="3745"/>
                      <a:pt x="2132" y="3745"/>
                    </a:cubicBezTo>
                    <a:cubicBezTo>
                      <a:pt x="1210" y="3745"/>
                      <a:pt x="519" y="3054"/>
                      <a:pt x="519" y="2132"/>
                    </a:cubicBezTo>
                    <a:cubicBezTo>
                      <a:pt x="519" y="1210"/>
                      <a:pt x="1210" y="519"/>
                      <a:pt x="2132" y="519"/>
                    </a:cubicBezTo>
                    <a:close/>
                    <a:moveTo>
                      <a:pt x="2132" y="1"/>
                    </a:moveTo>
                    <a:cubicBezTo>
                      <a:pt x="980" y="1"/>
                      <a:pt x="1" y="980"/>
                      <a:pt x="1" y="2132"/>
                    </a:cubicBezTo>
                    <a:cubicBezTo>
                      <a:pt x="1" y="3284"/>
                      <a:pt x="980" y="4264"/>
                      <a:pt x="2132" y="4264"/>
                    </a:cubicBezTo>
                    <a:cubicBezTo>
                      <a:pt x="3284" y="4264"/>
                      <a:pt x="4264" y="3284"/>
                      <a:pt x="4264" y="2132"/>
                    </a:cubicBezTo>
                    <a:cubicBezTo>
                      <a:pt x="4264" y="980"/>
                      <a:pt x="3284" y="1"/>
                      <a:pt x="2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64"/>
              <p:cNvSpPr/>
              <p:nvPr/>
            </p:nvSpPr>
            <p:spPr>
              <a:xfrm>
                <a:off x="7211900" y="2996250"/>
                <a:ext cx="34600" cy="64325"/>
              </a:xfrm>
              <a:custGeom>
                <a:rect b="b" l="l" r="r" t="t"/>
                <a:pathLst>
                  <a:path extrusionOk="0" h="2573" w="1384">
                    <a:moveTo>
                      <a:pt x="693" y="0"/>
                    </a:moveTo>
                    <a:cubicBezTo>
                      <a:pt x="566" y="0"/>
                      <a:pt x="462" y="134"/>
                      <a:pt x="462" y="268"/>
                    </a:cubicBezTo>
                    <a:lnTo>
                      <a:pt x="462" y="326"/>
                    </a:lnTo>
                    <a:cubicBezTo>
                      <a:pt x="462" y="326"/>
                      <a:pt x="116" y="556"/>
                      <a:pt x="59" y="787"/>
                    </a:cubicBezTo>
                    <a:cubicBezTo>
                      <a:pt x="59" y="959"/>
                      <a:pt x="116" y="1132"/>
                      <a:pt x="289" y="1248"/>
                    </a:cubicBezTo>
                    <a:cubicBezTo>
                      <a:pt x="404" y="1363"/>
                      <a:pt x="577" y="1478"/>
                      <a:pt x="750" y="1536"/>
                    </a:cubicBezTo>
                    <a:cubicBezTo>
                      <a:pt x="865" y="1536"/>
                      <a:pt x="865" y="1593"/>
                      <a:pt x="865" y="1651"/>
                    </a:cubicBezTo>
                    <a:cubicBezTo>
                      <a:pt x="865" y="1708"/>
                      <a:pt x="807" y="1824"/>
                      <a:pt x="692" y="1824"/>
                    </a:cubicBezTo>
                    <a:cubicBezTo>
                      <a:pt x="519" y="1824"/>
                      <a:pt x="519" y="1824"/>
                      <a:pt x="404" y="1766"/>
                    </a:cubicBezTo>
                    <a:cubicBezTo>
                      <a:pt x="356" y="1742"/>
                      <a:pt x="299" y="1728"/>
                      <a:pt x="244" y="1728"/>
                    </a:cubicBezTo>
                    <a:cubicBezTo>
                      <a:pt x="166" y="1728"/>
                      <a:pt x="92" y="1756"/>
                      <a:pt x="59" y="1824"/>
                    </a:cubicBezTo>
                    <a:cubicBezTo>
                      <a:pt x="1" y="1939"/>
                      <a:pt x="59" y="2112"/>
                      <a:pt x="116" y="2169"/>
                    </a:cubicBezTo>
                    <a:cubicBezTo>
                      <a:pt x="231" y="2227"/>
                      <a:pt x="462" y="2285"/>
                      <a:pt x="462" y="2285"/>
                    </a:cubicBezTo>
                    <a:lnTo>
                      <a:pt x="462" y="2342"/>
                    </a:lnTo>
                    <a:cubicBezTo>
                      <a:pt x="462" y="2457"/>
                      <a:pt x="577" y="2573"/>
                      <a:pt x="692" y="2573"/>
                    </a:cubicBezTo>
                    <a:cubicBezTo>
                      <a:pt x="807" y="2573"/>
                      <a:pt x="923" y="2515"/>
                      <a:pt x="923" y="2342"/>
                    </a:cubicBezTo>
                    <a:lnTo>
                      <a:pt x="923" y="2285"/>
                    </a:lnTo>
                    <a:cubicBezTo>
                      <a:pt x="923" y="2285"/>
                      <a:pt x="1268" y="1996"/>
                      <a:pt x="1326" y="1766"/>
                    </a:cubicBezTo>
                    <a:cubicBezTo>
                      <a:pt x="1384" y="1420"/>
                      <a:pt x="1211" y="1190"/>
                      <a:pt x="923" y="1075"/>
                    </a:cubicBezTo>
                    <a:cubicBezTo>
                      <a:pt x="807" y="1017"/>
                      <a:pt x="577" y="959"/>
                      <a:pt x="577" y="902"/>
                    </a:cubicBezTo>
                    <a:cubicBezTo>
                      <a:pt x="519" y="844"/>
                      <a:pt x="577" y="787"/>
                      <a:pt x="635" y="787"/>
                    </a:cubicBezTo>
                    <a:cubicBezTo>
                      <a:pt x="673" y="767"/>
                      <a:pt x="711" y="761"/>
                      <a:pt x="746" y="761"/>
                    </a:cubicBezTo>
                    <a:cubicBezTo>
                      <a:pt x="814" y="761"/>
                      <a:pt x="865" y="787"/>
                      <a:pt x="865" y="787"/>
                    </a:cubicBezTo>
                    <a:cubicBezTo>
                      <a:pt x="865" y="787"/>
                      <a:pt x="942" y="863"/>
                      <a:pt x="1044" y="863"/>
                    </a:cubicBezTo>
                    <a:cubicBezTo>
                      <a:pt x="1096" y="863"/>
                      <a:pt x="1153" y="844"/>
                      <a:pt x="1211" y="787"/>
                    </a:cubicBezTo>
                    <a:cubicBezTo>
                      <a:pt x="1384" y="614"/>
                      <a:pt x="1153" y="441"/>
                      <a:pt x="1153" y="441"/>
                    </a:cubicBezTo>
                    <a:cubicBezTo>
                      <a:pt x="1096" y="383"/>
                      <a:pt x="923" y="326"/>
                      <a:pt x="923" y="326"/>
                    </a:cubicBezTo>
                    <a:lnTo>
                      <a:pt x="923" y="268"/>
                    </a:lnTo>
                    <a:cubicBezTo>
                      <a:pt x="923" y="153"/>
                      <a:pt x="865" y="38"/>
                      <a:pt x="807" y="38"/>
                    </a:cubicBezTo>
                    <a:cubicBezTo>
                      <a:pt x="769" y="12"/>
                      <a:pt x="730" y="0"/>
                      <a:pt x="69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64"/>
              <p:cNvSpPr/>
              <p:nvPr/>
            </p:nvSpPr>
            <p:spPr>
              <a:xfrm>
                <a:off x="6948350" y="2742025"/>
                <a:ext cx="407600" cy="402075"/>
              </a:xfrm>
              <a:custGeom>
                <a:rect b="b" l="l" r="r" t="t"/>
                <a:pathLst>
                  <a:path extrusionOk="0" h="16083" w="16304">
                    <a:moveTo>
                      <a:pt x="13942" y="1565"/>
                    </a:moveTo>
                    <a:lnTo>
                      <a:pt x="14057" y="2199"/>
                    </a:lnTo>
                    <a:cubicBezTo>
                      <a:pt x="14057" y="2314"/>
                      <a:pt x="14172" y="2372"/>
                      <a:pt x="14288" y="2372"/>
                    </a:cubicBezTo>
                    <a:lnTo>
                      <a:pt x="14921" y="2314"/>
                    </a:lnTo>
                    <a:lnTo>
                      <a:pt x="14518" y="2775"/>
                    </a:lnTo>
                    <a:cubicBezTo>
                      <a:pt x="14403" y="2833"/>
                      <a:pt x="14403" y="3005"/>
                      <a:pt x="14518" y="3063"/>
                    </a:cubicBezTo>
                    <a:lnTo>
                      <a:pt x="14921" y="3524"/>
                    </a:lnTo>
                    <a:lnTo>
                      <a:pt x="14288" y="3466"/>
                    </a:lnTo>
                    <a:cubicBezTo>
                      <a:pt x="14172" y="3466"/>
                      <a:pt x="14057" y="3582"/>
                      <a:pt x="14057" y="3697"/>
                    </a:cubicBezTo>
                    <a:lnTo>
                      <a:pt x="14000" y="4273"/>
                    </a:lnTo>
                    <a:lnTo>
                      <a:pt x="13654" y="3754"/>
                    </a:lnTo>
                    <a:cubicBezTo>
                      <a:pt x="13572" y="3714"/>
                      <a:pt x="13491" y="3673"/>
                      <a:pt x="13409" y="3673"/>
                    </a:cubicBezTo>
                    <a:cubicBezTo>
                      <a:pt x="13376" y="3673"/>
                      <a:pt x="13342" y="3680"/>
                      <a:pt x="13308" y="3697"/>
                    </a:cubicBezTo>
                    <a:lnTo>
                      <a:pt x="12847" y="4042"/>
                    </a:lnTo>
                    <a:lnTo>
                      <a:pt x="12963" y="3466"/>
                    </a:lnTo>
                    <a:cubicBezTo>
                      <a:pt x="13020" y="3351"/>
                      <a:pt x="12963" y="3178"/>
                      <a:pt x="12847" y="3178"/>
                    </a:cubicBezTo>
                    <a:lnTo>
                      <a:pt x="12271" y="2948"/>
                    </a:lnTo>
                    <a:lnTo>
                      <a:pt x="12847" y="2717"/>
                    </a:lnTo>
                    <a:cubicBezTo>
                      <a:pt x="12963" y="2660"/>
                      <a:pt x="13020" y="2545"/>
                      <a:pt x="12963" y="2429"/>
                    </a:cubicBezTo>
                    <a:lnTo>
                      <a:pt x="12790" y="1853"/>
                    </a:lnTo>
                    <a:lnTo>
                      <a:pt x="13308" y="2141"/>
                    </a:lnTo>
                    <a:cubicBezTo>
                      <a:pt x="13356" y="2165"/>
                      <a:pt x="13404" y="2179"/>
                      <a:pt x="13451" y="2179"/>
                    </a:cubicBezTo>
                    <a:cubicBezTo>
                      <a:pt x="13519" y="2179"/>
                      <a:pt x="13586" y="2151"/>
                      <a:pt x="13654" y="2084"/>
                    </a:cubicBezTo>
                    <a:lnTo>
                      <a:pt x="13942" y="1565"/>
                    </a:lnTo>
                    <a:close/>
                    <a:moveTo>
                      <a:pt x="7432" y="8997"/>
                    </a:moveTo>
                    <a:cubicBezTo>
                      <a:pt x="7317" y="9400"/>
                      <a:pt x="7029" y="9746"/>
                      <a:pt x="6625" y="9803"/>
                    </a:cubicBezTo>
                    <a:lnTo>
                      <a:pt x="6625" y="8997"/>
                    </a:lnTo>
                    <a:close/>
                    <a:moveTo>
                      <a:pt x="15786" y="8997"/>
                    </a:moveTo>
                    <a:lnTo>
                      <a:pt x="15786" y="9803"/>
                    </a:lnTo>
                    <a:cubicBezTo>
                      <a:pt x="15440" y="9746"/>
                      <a:pt x="15094" y="9400"/>
                      <a:pt x="15037" y="8997"/>
                    </a:cubicBezTo>
                    <a:close/>
                    <a:moveTo>
                      <a:pt x="6625" y="13087"/>
                    </a:moveTo>
                    <a:cubicBezTo>
                      <a:pt x="7029" y="13202"/>
                      <a:pt x="7317" y="13491"/>
                      <a:pt x="7432" y="13894"/>
                    </a:cubicBezTo>
                    <a:lnTo>
                      <a:pt x="6625" y="13894"/>
                    </a:lnTo>
                    <a:lnTo>
                      <a:pt x="6625" y="13087"/>
                    </a:lnTo>
                    <a:close/>
                    <a:moveTo>
                      <a:pt x="14518" y="9055"/>
                    </a:moveTo>
                    <a:cubicBezTo>
                      <a:pt x="14633" y="9688"/>
                      <a:pt x="15152" y="10207"/>
                      <a:pt x="15786" y="10322"/>
                    </a:cubicBezTo>
                    <a:lnTo>
                      <a:pt x="15786" y="12626"/>
                    </a:lnTo>
                    <a:cubicBezTo>
                      <a:pt x="15152" y="12742"/>
                      <a:pt x="14633" y="13260"/>
                      <a:pt x="14518" y="13894"/>
                    </a:cubicBezTo>
                    <a:lnTo>
                      <a:pt x="7893" y="13894"/>
                    </a:lnTo>
                    <a:cubicBezTo>
                      <a:pt x="7778" y="13260"/>
                      <a:pt x="7259" y="12742"/>
                      <a:pt x="6625" y="12626"/>
                    </a:cubicBezTo>
                    <a:lnTo>
                      <a:pt x="6625" y="10322"/>
                    </a:lnTo>
                    <a:cubicBezTo>
                      <a:pt x="7317" y="10207"/>
                      <a:pt x="7778" y="9688"/>
                      <a:pt x="7893" y="9055"/>
                    </a:cubicBezTo>
                    <a:close/>
                    <a:moveTo>
                      <a:pt x="15786" y="13087"/>
                    </a:moveTo>
                    <a:lnTo>
                      <a:pt x="15786" y="13894"/>
                    </a:lnTo>
                    <a:lnTo>
                      <a:pt x="15037" y="13894"/>
                    </a:lnTo>
                    <a:cubicBezTo>
                      <a:pt x="15094" y="13491"/>
                      <a:pt x="15440" y="13202"/>
                      <a:pt x="15786" y="13087"/>
                    </a:cubicBezTo>
                    <a:close/>
                    <a:moveTo>
                      <a:pt x="15786" y="14355"/>
                    </a:moveTo>
                    <a:lnTo>
                      <a:pt x="15786" y="14758"/>
                    </a:lnTo>
                    <a:lnTo>
                      <a:pt x="6625" y="14758"/>
                    </a:lnTo>
                    <a:lnTo>
                      <a:pt x="6625" y="14355"/>
                    </a:lnTo>
                    <a:close/>
                    <a:moveTo>
                      <a:pt x="11625" y="1"/>
                    </a:moveTo>
                    <a:cubicBezTo>
                      <a:pt x="10951" y="1"/>
                      <a:pt x="10284" y="332"/>
                      <a:pt x="9909" y="931"/>
                    </a:cubicBezTo>
                    <a:lnTo>
                      <a:pt x="8987" y="2429"/>
                    </a:lnTo>
                    <a:lnTo>
                      <a:pt x="7490" y="1508"/>
                    </a:lnTo>
                    <a:cubicBezTo>
                      <a:pt x="7351" y="1428"/>
                      <a:pt x="7192" y="1390"/>
                      <a:pt x="7034" y="1390"/>
                    </a:cubicBezTo>
                    <a:cubicBezTo>
                      <a:pt x="6732" y="1390"/>
                      <a:pt x="6431" y="1531"/>
                      <a:pt x="6280" y="1796"/>
                    </a:cubicBezTo>
                    <a:lnTo>
                      <a:pt x="5704" y="2717"/>
                    </a:lnTo>
                    <a:cubicBezTo>
                      <a:pt x="5128" y="2717"/>
                      <a:pt x="4609" y="2775"/>
                      <a:pt x="4033" y="2948"/>
                    </a:cubicBezTo>
                    <a:cubicBezTo>
                      <a:pt x="3776" y="3050"/>
                      <a:pt x="3885" y="3427"/>
                      <a:pt x="4116" y="3427"/>
                    </a:cubicBezTo>
                    <a:cubicBezTo>
                      <a:pt x="4144" y="3427"/>
                      <a:pt x="4174" y="3421"/>
                      <a:pt x="4206" y="3409"/>
                    </a:cubicBezTo>
                    <a:cubicBezTo>
                      <a:pt x="4724" y="3236"/>
                      <a:pt x="5300" y="3178"/>
                      <a:pt x="5819" y="3178"/>
                    </a:cubicBezTo>
                    <a:cubicBezTo>
                      <a:pt x="5934" y="3178"/>
                      <a:pt x="5992" y="3121"/>
                      <a:pt x="6049" y="3063"/>
                    </a:cubicBezTo>
                    <a:lnTo>
                      <a:pt x="6683" y="2026"/>
                    </a:lnTo>
                    <a:cubicBezTo>
                      <a:pt x="6757" y="1914"/>
                      <a:pt x="6880" y="1851"/>
                      <a:pt x="7004" y="1851"/>
                    </a:cubicBezTo>
                    <a:cubicBezTo>
                      <a:pt x="7072" y="1851"/>
                      <a:pt x="7140" y="1870"/>
                      <a:pt x="7201" y="1911"/>
                    </a:cubicBezTo>
                    <a:lnTo>
                      <a:pt x="10716" y="4042"/>
                    </a:lnTo>
                    <a:cubicBezTo>
                      <a:pt x="10889" y="4158"/>
                      <a:pt x="10946" y="4388"/>
                      <a:pt x="10831" y="4561"/>
                    </a:cubicBezTo>
                    <a:lnTo>
                      <a:pt x="10312" y="5367"/>
                    </a:lnTo>
                    <a:lnTo>
                      <a:pt x="7432" y="3582"/>
                    </a:lnTo>
                    <a:cubicBezTo>
                      <a:pt x="7397" y="3567"/>
                      <a:pt x="7362" y="3561"/>
                      <a:pt x="7329" y="3561"/>
                    </a:cubicBezTo>
                    <a:cubicBezTo>
                      <a:pt x="7094" y="3561"/>
                      <a:pt x="6942" y="3884"/>
                      <a:pt x="7144" y="3985"/>
                    </a:cubicBezTo>
                    <a:lnTo>
                      <a:pt x="10255" y="5886"/>
                    </a:lnTo>
                    <a:cubicBezTo>
                      <a:pt x="10658" y="6692"/>
                      <a:pt x="10889" y="7614"/>
                      <a:pt x="10831" y="8536"/>
                    </a:cubicBezTo>
                    <a:lnTo>
                      <a:pt x="6395" y="8536"/>
                    </a:lnTo>
                    <a:cubicBezTo>
                      <a:pt x="6280" y="8536"/>
                      <a:pt x="6165" y="8651"/>
                      <a:pt x="6165" y="8824"/>
                    </a:cubicBezTo>
                    <a:lnTo>
                      <a:pt x="6165" y="13318"/>
                    </a:lnTo>
                    <a:cubicBezTo>
                      <a:pt x="6056" y="13323"/>
                      <a:pt x="5948" y="13326"/>
                      <a:pt x="5841" y="13326"/>
                    </a:cubicBezTo>
                    <a:cubicBezTo>
                      <a:pt x="4866" y="13326"/>
                      <a:pt x="3942" y="13088"/>
                      <a:pt x="3111" y="12569"/>
                    </a:cubicBezTo>
                    <a:cubicBezTo>
                      <a:pt x="1959" y="11877"/>
                      <a:pt x="1152" y="10783"/>
                      <a:pt x="807" y="9458"/>
                    </a:cubicBezTo>
                    <a:cubicBezTo>
                      <a:pt x="519" y="8133"/>
                      <a:pt x="691" y="6750"/>
                      <a:pt x="1440" y="5598"/>
                    </a:cubicBezTo>
                    <a:cubicBezTo>
                      <a:pt x="1844" y="4907"/>
                      <a:pt x="2362" y="4388"/>
                      <a:pt x="3054" y="3927"/>
                    </a:cubicBezTo>
                    <a:cubicBezTo>
                      <a:pt x="3306" y="3826"/>
                      <a:pt x="3116" y="3503"/>
                      <a:pt x="2909" y="3503"/>
                    </a:cubicBezTo>
                    <a:cubicBezTo>
                      <a:pt x="2881" y="3503"/>
                      <a:pt x="2851" y="3510"/>
                      <a:pt x="2823" y="3524"/>
                    </a:cubicBezTo>
                    <a:cubicBezTo>
                      <a:pt x="2074" y="3985"/>
                      <a:pt x="1498" y="4619"/>
                      <a:pt x="1037" y="5367"/>
                    </a:cubicBezTo>
                    <a:cubicBezTo>
                      <a:pt x="231" y="6635"/>
                      <a:pt x="0" y="8133"/>
                      <a:pt x="346" y="9573"/>
                    </a:cubicBezTo>
                    <a:cubicBezTo>
                      <a:pt x="691" y="11013"/>
                      <a:pt x="1613" y="12223"/>
                      <a:pt x="2881" y="12972"/>
                    </a:cubicBezTo>
                    <a:cubicBezTo>
                      <a:pt x="3745" y="13491"/>
                      <a:pt x="4724" y="13779"/>
                      <a:pt x="5761" y="13779"/>
                    </a:cubicBezTo>
                    <a:lnTo>
                      <a:pt x="6165" y="13779"/>
                    </a:lnTo>
                    <a:lnTo>
                      <a:pt x="6165" y="15853"/>
                    </a:lnTo>
                    <a:cubicBezTo>
                      <a:pt x="6165" y="15968"/>
                      <a:pt x="6280" y="16083"/>
                      <a:pt x="6395" y="16083"/>
                    </a:cubicBezTo>
                    <a:lnTo>
                      <a:pt x="13366" y="16083"/>
                    </a:lnTo>
                    <a:cubicBezTo>
                      <a:pt x="13712" y="16083"/>
                      <a:pt x="13712" y="15622"/>
                      <a:pt x="13366" y="15622"/>
                    </a:cubicBezTo>
                    <a:lnTo>
                      <a:pt x="6683" y="15622"/>
                    </a:lnTo>
                    <a:lnTo>
                      <a:pt x="6683" y="15219"/>
                    </a:lnTo>
                    <a:lnTo>
                      <a:pt x="15843" y="15219"/>
                    </a:lnTo>
                    <a:lnTo>
                      <a:pt x="15843" y="15622"/>
                    </a:lnTo>
                    <a:lnTo>
                      <a:pt x="14806" y="15622"/>
                    </a:lnTo>
                    <a:cubicBezTo>
                      <a:pt x="14518" y="15622"/>
                      <a:pt x="14518" y="16083"/>
                      <a:pt x="14806" y="16083"/>
                    </a:cubicBezTo>
                    <a:lnTo>
                      <a:pt x="16074" y="16083"/>
                    </a:lnTo>
                    <a:cubicBezTo>
                      <a:pt x="16189" y="16083"/>
                      <a:pt x="16304" y="15968"/>
                      <a:pt x="16304" y="15853"/>
                    </a:cubicBezTo>
                    <a:lnTo>
                      <a:pt x="16304" y="8766"/>
                    </a:lnTo>
                    <a:cubicBezTo>
                      <a:pt x="16304" y="8651"/>
                      <a:pt x="16189" y="8536"/>
                      <a:pt x="16074" y="8536"/>
                    </a:cubicBezTo>
                    <a:lnTo>
                      <a:pt x="11292" y="8536"/>
                    </a:lnTo>
                    <a:cubicBezTo>
                      <a:pt x="11349" y="7557"/>
                      <a:pt x="11119" y="6577"/>
                      <a:pt x="10658" y="5713"/>
                    </a:cubicBezTo>
                    <a:lnTo>
                      <a:pt x="11234" y="4791"/>
                    </a:lnTo>
                    <a:cubicBezTo>
                      <a:pt x="11465" y="4388"/>
                      <a:pt x="11349" y="3870"/>
                      <a:pt x="10946" y="3639"/>
                    </a:cubicBezTo>
                    <a:lnTo>
                      <a:pt x="9391" y="2660"/>
                    </a:lnTo>
                    <a:lnTo>
                      <a:pt x="10312" y="1162"/>
                    </a:lnTo>
                    <a:cubicBezTo>
                      <a:pt x="10620" y="701"/>
                      <a:pt x="11132" y="445"/>
                      <a:pt x="11661" y="445"/>
                    </a:cubicBezTo>
                    <a:cubicBezTo>
                      <a:pt x="11926" y="445"/>
                      <a:pt x="12194" y="509"/>
                      <a:pt x="12444" y="643"/>
                    </a:cubicBezTo>
                    <a:cubicBezTo>
                      <a:pt x="12732" y="874"/>
                      <a:pt x="12963" y="1162"/>
                      <a:pt x="13078" y="1508"/>
                    </a:cubicBezTo>
                    <a:lnTo>
                      <a:pt x="12502" y="1162"/>
                    </a:lnTo>
                    <a:cubicBezTo>
                      <a:pt x="12464" y="1137"/>
                      <a:pt x="12423" y="1125"/>
                      <a:pt x="12383" y="1125"/>
                    </a:cubicBezTo>
                    <a:cubicBezTo>
                      <a:pt x="12242" y="1125"/>
                      <a:pt x="12111" y="1270"/>
                      <a:pt x="12156" y="1450"/>
                    </a:cubicBezTo>
                    <a:lnTo>
                      <a:pt x="12444" y="2372"/>
                    </a:lnTo>
                    <a:lnTo>
                      <a:pt x="11522" y="2717"/>
                    </a:lnTo>
                    <a:cubicBezTo>
                      <a:pt x="11349" y="2833"/>
                      <a:pt x="11349" y="3121"/>
                      <a:pt x="11522" y="3178"/>
                    </a:cubicBezTo>
                    <a:lnTo>
                      <a:pt x="12444" y="3524"/>
                    </a:lnTo>
                    <a:lnTo>
                      <a:pt x="12214" y="4446"/>
                    </a:lnTo>
                    <a:cubicBezTo>
                      <a:pt x="12169" y="4626"/>
                      <a:pt x="12264" y="4770"/>
                      <a:pt x="12418" y="4770"/>
                    </a:cubicBezTo>
                    <a:cubicBezTo>
                      <a:pt x="12461" y="4770"/>
                      <a:pt x="12509" y="4759"/>
                      <a:pt x="12559" y="4734"/>
                    </a:cubicBezTo>
                    <a:lnTo>
                      <a:pt x="13366" y="4215"/>
                    </a:lnTo>
                    <a:lnTo>
                      <a:pt x="13942" y="5022"/>
                    </a:lnTo>
                    <a:cubicBezTo>
                      <a:pt x="13987" y="5090"/>
                      <a:pt x="14060" y="5122"/>
                      <a:pt x="14131" y="5122"/>
                    </a:cubicBezTo>
                    <a:cubicBezTo>
                      <a:pt x="14240" y="5122"/>
                      <a:pt x="14345" y="5046"/>
                      <a:pt x="14345" y="4907"/>
                    </a:cubicBezTo>
                    <a:lnTo>
                      <a:pt x="14518" y="3985"/>
                    </a:lnTo>
                    <a:lnTo>
                      <a:pt x="15497" y="4042"/>
                    </a:lnTo>
                    <a:cubicBezTo>
                      <a:pt x="15670" y="4042"/>
                      <a:pt x="15786" y="3754"/>
                      <a:pt x="15670" y="3639"/>
                    </a:cubicBezTo>
                    <a:lnTo>
                      <a:pt x="14979" y="2890"/>
                    </a:lnTo>
                    <a:lnTo>
                      <a:pt x="15670" y="2199"/>
                    </a:lnTo>
                    <a:cubicBezTo>
                      <a:pt x="15786" y="2026"/>
                      <a:pt x="15670" y="1796"/>
                      <a:pt x="15440" y="1796"/>
                    </a:cubicBezTo>
                    <a:lnTo>
                      <a:pt x="14460" y="1853"/>
                    </a:lnTo>
                    <a:lnTo>
                      <a:pt x="14345" y="931"/>
                    </a:lnTo>
                    <a:cubicBezTo>
                      <a:pt x="14310" y="792"/>
                      <a:pt x="14191" y="716"/>
                      <a:pt x="14077" y="716"/>
                    </a:cubicBezTo>
                    <a:cubicBezTo>
                      <a:pt x="14002" y="716"/>
                      <a:pt x="13930" y="748"/>
                      <a:pt x="13884" y="816"/>
                    </a:cubicBezTo>
                    <a:lnTo>
                      <a:pt x="13539" y="1335"/>
                    </a:lnTo>
                    <a:cubicBezTo>
                      <a:pt x="13366" y="931"/>
                      <a:pt x="13078" y="528"/>
                      <a:pt x="12675" y="298"/>
                    </a:cubicBezTo>
                    <a:cubicBezTo>
                      <a:pt x="12352" y="96"/>
                      <a:pt x="11988" y="1"/>
                      <a:pt x="11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64"/>
              <p:cNvSpPr/>
              <p:nvPr/>
            </p:nvSpPr>
            <p:spPr>
              <a:xfrm>
                <a:off x="6977150" y="2878350"/>
                <a:ext cx="50650" cy="140325"/>
              </a:xfrm>
              <a:custGeom>
                <a:rect b="b" l="l" r="r" t="t"/>
                <a:pathLst>
                  <a:path extrusionOk="0" h="5613" w="2026">
                    <a:moveTo>
                      <a:pt x="1671" y="1"/>
                    </a:moveTo>
                    <a:cubicBezTo>
                      <a:pt x="1613" y="1"/>
                      <a:pt x="1556" y="30"/>
                      <a:pt x="1498" y="87"/>
                    </a:cubicBezTo>
                    <a:cubicBezTo>
                      <a:pt x="0" y="1585"/>
                      <a:pt x="0" y="4062"/>
                      <a:pt x="1498" y="5560"/>
                    </a:cubicBezTo>
                    <a:cubicBezTo>
                      <a:pt x="1547" y="5597"/>
                      <a:pt x="1602" y="5613"/>
                      <a:pt x="1655" y="5613"/>
                    </a:cubicBezTo>
                    <a:cubicBezTo>
                      <a:pt x="1850" y="5613"/>
                      <a:pt x="2025" y="5396"/>
                      <a:pt x="1844" y="5215"/>
                    </a:cubicBezTo>
                    <a:cubicBezTo>
                      <a:pt x="519" y="3890"/>
                      <a:pt x="519" y="1758"/>
                      <a:pt x="1844" y="433"/>
                    </a:cubicBezTo>
                    <a:cubicBezTo>
                      <a:pt x="1959" y="318"/>
                      <a:pt x="1959" y="202"/>
                      <a:pt x="1844" y="87"/>
                    </a:cubicBezTo>
                    <a:cubicBezTo>
                      <a:pt x="1786" y="30"/>
                      <a:pt x="1729" y="1"/>
                      <a:pt x="167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29" name="Google Shape;1429;p64"/>
          <p:cNvGrpSpPr/>
          <p:nvPr/>
        </p:nvGrpSpPr>
        <p:grpSpPr>
          <a:xfrm>
            <a:off x="5700080" y="4000921"/>
            <a:ext cx="595348" cy="595348"/>
            <a:chOff x="4430790" y="3887550"/>
            <a:chExt cx="707400" cy="707400"/>
          </a:xfrm>
        </p:grpSpPr>
        <p:sp>
          <p:nvSpPr>
            <p:cNvPr id="1430" name="Google Shape;1430;p64"/>
            <p:cNvSpPr/>
            <p:nvPr/>
          </p:nvSpPr>
          <p:spPr>
            <a:xfrm flipH="1">
              <a:off x="4430790" y="38875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1" name="Google Shape;1431;p64"/>
            <p:cNvGrpSpPr/>
            <p:nvPr/>
          </p:nvGrpSpPr>
          <p:grpSpPr>
            <a:xfrm>
              <a:off x="4578900" y="4040013"/>
              <a:ext cx="411175" cy="402475"/>
              <a:chOff x="4477925" y="5000400"/>
              <a:chExt cx="411175" cy="402475"/>
            </a:xfrm>
          </p:grpSpPr>
          <p:sp>
            <p:nvSpPr>
              <p:cNvPr id="1432" name="Google Shape;1432;p64"/>
              <p:cNvSpPr/>
              <p:nvPr/>
            </p:nvSpPr>
            <p:spPr>
              <a:xfrm>
                <a:off x="4477925" y="5000400"/>
                <a:ext cx="366725" cy="402475"/>
              </a:xfrm>
              <a:custGeom>
                <a:rect b="b" l="l" r="r" t="t"/>
                <a:pathLst>
                  <a:path extrusionOk="0" h="16099" w="14669">
                    <a:moveTo>
                      <a:pt x="12503" y="4724"/>
                    </a:moveTo>
                    <a:cubicBezTo>
                      <a:pt x="12963" y="4839"/>
                      <a:pt x="13367" y="5185"/>
                      <a:pt x="13540" y="5646"/>
                    </a:cubicBezTo>
                    <a:cubicBezTo>
                      <a:pt x="13712" y="6107"/>
                      <a:pt x="13655" y="6625"/>
                      <a:pt x="13424" y="7029"/>
                    </a:cubicBezTo>
                    <a:lnTo>
                      <a:pt x="12503" y="4724"/>
                    </a:lnTo>
                    <a:close/>
                    <a:moveTo>
                      <a:pt x="1556" y="8526"/>
                    </a:moveTo>
                    <a:lnTo>
                      <a:pt x="1556" y="8526"/>
                    </a:lnTo>
                    <a:cubicBezTo>
                      <a:pt x="1499" y="9103"/>
                      <a:pt x="1556" y="9679"/>
                      <a:pt x="1729" y="10197"/>
                    </a:cubicBezTo>
                    <a:cubicBezTo>
                      <a:pt x="1960" y="10773"/>
                      <a:pt x="2363" y="11292"/>
                      <a:pt x="2882" y="11695"/>
                    </a:cubicBezTo>
                    <a:cubicBezTo>
                      <a:pt x="2781" y="11709"/>
                      <a:pt x="2683" y="11717"/>
                      <a:pt x="2589" y="11717"/>
                    </a:cubicBezTo>
                    <a:cubicBezTo>
                      <a:pt x="2305" y="11717"/>
                      <a:pt x="2046" y="11652"/>
                      <a:pt x="1787" y="11522"/>
                    </a:cubicBezTo>
                    <a:cubicBezTo>
                      <a:pt x="1384" y="11349"/>
                      <a:pt x="1096" y="11004"/>
                      <a:pt x="923" y="10600"/>
                    </a:cubicBezTo>
                    <a:cubicBezTo>
                      <a:pt x="635" y="9851"/>
                      <a:pt x="923" y="8987"/>
                      <a:pt x="1556" y="8526"/>
                    </a:cubicBezTo>
                    <a:close/>
                    <a:moveTo>
                      <a:pt x="10459" y="1580"/>
                    </a:moveTo>
                    <a:cubicBezTo>
                      <a:pt x="10635" y="1580"/>
                      <a:pt x="10807" y="1673"/>
                      <a:pt x="10889" y="1901"/>
                    </a:cubicBezTo>
                    <a:lnTo>
                      <a:pt x="14000" y="9851"/>
                    </a:lnTo>
                    <a:cubicBezTo>
                      <a:pt x="14058" y="10024"/>
                      <a:pt x="14058" y="10140"/>
                      <a:pt x="14000" y="10255"/>
                    </a:cubicBezTo>
                    <a:cubicBezTo>
                      <a:pt x="13914" y="10456"/>
                      <a:pt x="13727" y="10557"/>
                      <a:pt x="13540" y="10557"/>
                    </a:cubicBezTo>
                    <a:cubicBezTo>
                      <a:pt x="13352" y="10557"/>
                      <a:pt x="13165" y="10456"/>
                      <a:pt x="13079" y="10255"/>
                    </a:cubicBezTo>
                    <a:lnTo>
                      <a:pt x="12618" y="9045"/>
                    </a:lnTo>
                    <a:cubicBezTo>
                      <a:pt x="12576" y="8941"/>
                      <a:pt x="12489" y="8897"/>
                      <a:pt x="12401" y="8897"/>
                    </a:cubicBezTo>
                    <a:cubicBezTo>
                      <a:pt x="12245" y="8897"/>
                      <a:pt x="12083" y="9034"/>
                      <a:pt x="12157" y="9218"/>
                    </a:cubicBezTo>
                    <a:lnTo>
                      <a:pt x="12503" y="10082"/>
                    </a:lnTo>
                    <a:lnTo>
                      <a:pt x="5704" y="11753"/>
                    </a:lnTo>
                    <a:cubicBezTo>
                      <a:pt x="5449" y="11819"/>
                      <a:pt x="5191" y="11851"/>
                      <a:pt x="4936" y="11851"/>
                    </a:cubicBezTo>
                    <a:cubicBezTo>
                      <a:pt x="3635" y="11851"/>
                      <a:pt x="2412" y="11018"/>
                      <a:pt x="2075" y="9621"/>
                    </a:cubicBezTo>
                    <a:cubicBezTo>
                      <a:pt x="1672" y="8066"/>
                      <a:pt x="2651" y="6971"/>
                      <a:pt x="3918" y="6222"/>
                    </a:cubicBezTo>
                    <a:lnTo>
                      <a:pt x="5244" y="7432"/>
                    </a:lnTo>
                    <a:cubicBezTo>
                      <a:pt x="5282" y="7489"/>
                      <a:pt x="5340" y="7515"/>
                      <a:pt x="5399" y="7515"/>
                    </a:cubicBezTo>
                    <a:cubicBezTo>
                      <a:pt x="5519" y="7515"/>
                      <a:pt x="5647" y="7413"/>
                      <a:pt x="5647" y="7259"/>
                    </a:cubicBezTo>
                    <a:lnTo>
                      <a:pt x="5647" y="5992"/>
                    </a:lnTo>
                    <a:lnTo>
                      <a:pt x="6511" y="5992"/>
                    </a:lnTo>
                    <a:cubicBezTo>
                      <a:pt x="7145" y="5992"/>
                      <a:pt x="7606" y="5473"/>
                      <a:pt x="7606" y="4839"/>
                    </a:cubicBezTo>
                    <a:lnTo>
                      <a:pt x="7606" y="4033"/>
                    </a:lnTo>
                    <a:lnTo>
                      <a:pt x="9680" y="2823"/>
                    </a:lnTo>
                    <a:lnTo>
                      <a:pt x="11696" y="8008"/>
                    </a:lnTo>
                    <a:cubicBezTo>
                      <a:pt x="11738" y="8112"/>
                      <a:pt x="11824" y="8156"/>
                      <a:pt x="11913" y="8156"/>
                    </a:cubicBezTo>
                    <a:cubicBezTo>
                      <a:pt x="12069" y="8156"/>
                      <a:pt x="12230" y="8019"/>
                      <a:pt x="12157" y="7835"/>
                    </a:cubicBezTo>
                    <a:lnTo>
                      <a:pt x="9968" y="2247"/>
                    </a:lnTo>
                    <a:cubicBezTo>
                      <a:pt x="9820" y="1878"/>
                      <a:pt x="10145" y="1580"/>
                      <a:pt x="10459" y="1580"/>
                    </a:cubicBezTo>
                    <a:close/>
                    <a:moveTo>
                      <a:pt x="9449" y="11292"/>
                    </a:moveTo>
                    <a:cubicBezTo>
                      <a:pt x="9449" y="11522"/>
                      <a:pt x="9449" y="11753"/>
                      <a:pt x="9334" y="11983"/>
                    </a:cubicBezTo>
                    <a:cubicBezTo>
                      <a:pt x="9276" y="12214"/>
                      <a:pt x="9103" y="12386"/>
                      <a:pt x="8931" y="12502"/>
                    </a:cubicBezTo>
                    <a:lnTo>
                      <a:pt x="8527" y="11522"/>
                    </a:lnTo>
                    <a:lnTo>
                      <a:pt x="9449" y="11292"/>
                    </a:lnTo>
                    <a:close/>
                    <a:moveTo>
                      <a:pt x="8066" y="11637"/>
                    </a:moveTo>
                    <a:lnTo>
                      <a:pt x="9046" y="14115"/>
                    </a:lnTo>
                    <a:cubicBezTo>
                      <a:pt x="9103" y="14345"/>
                      <a:pt x="9103" y="14518"/>
                      <a:pt x="8931" y="14691"/>
                    </a:cubicBezTo>
                    <a:lnTo>
                      <a:pt x="8124" y="15497"/>
                    </a:lnTo>
                    <a:cubicBezTo>
                      <a:pt x="8052" y="15570"/>
                      <a:pt x="7979" y="15602"/>
                      <a:pt x="7915" y="15602"/>
                    </a:cubicBezTo>
                    <a:cubicBezTo>
                      <a:pt x="7827" y="15602"/>
                      <a:pt x="7754" y="15540"/>
                      <a:pt x="7721" y="15440"/>
                    </a:cubicBezTo>
                    <a:lnTo>
                      <a:pt x="6396" y="12098"/>
                    </a:lnTo>
                    <a:lnTo>
                      <a:pt x="8066" y="11637"/>
                    </a:lnTo>
                    <a:close/>
                    <a:moveTo>
                      <a:pt x="1441" y="0"/>
                    </a:moveTo>
                    <a:cubicBezTo>
                      <a:pt x="808" y="0"/>
                      <a:pt x="347" y="461"/>
                      <a:pt x="347" y="1095"/>
                    </a:cubicBezTo>
                    <a:lnTo>
                      <a:pt x="347" y="1901"/>
                    </a:lnTo>
                    <a:cubicBezTo>
                      <a:pt x="347" y="2060"/>
                      <a:pt x="456" y="2133"/>
                      <a:pt x="568" y="2133"/>
                    </a:cubicBezTo>
                    <a:cubicBezTo>
                      <a:pt x="701" y="2133"/>
                      <a:pt x="839" y="2031"/>
                      <a:pt x="808" y="1844"/>
                    </a:cubicBezTo>
                    <a:lnTo>
                      <a:pt x="808" y="1095"/>
                    </a:lnTo>
                    <a:cubicBezTo>
                      <a:pt x="808" y="749"/>
                      <a:pt x="1096" y="461"/>
                      <a:pt x="1441" y="461"/>
                    </a:cubicBezTo>
                    <a:lnTo>
                      <a:pt x="6511" y="461"/>
                    </a:lnTo>
                    <a:cubicBezTo>
                      <a:pt x="6857" y="461"/>
                      <a:pt x="7145" y="749"/>
                      <a:pt x="7145" y="1095"/>
                    </a:cubicBezTo>
                    <a:lnTo>
                      <a:pt x="7145" y="4839"/>
                    </a:lnTo>
                    <a:cubicBezTo>
                      <a:pt x="7145" y="5243"/>
                      <a:pt x="6857" y="5531"/>
                      <a:pt x="6511" y="5531"/>
                    </a:cubicBezTo>
                    <a:lnTo>
                      <a:pt x="5416" y="5531"/>
                    </a:lnTo>
                    <a:cubicBezTo>
                      <a:pt x="5244" y="5531"/>
                      <a:pt x="5128" y="5588"/>
                      <a:pt x="5128" y="5761"/>
                    </a:cubicBezTo>
                    <a:lnTo>
                      <a:pt x="5128" y="6741"/>
                    </a:lnTo>
                    <a:lnTo>
                      <a:pt x="3918" y="5588"/>
                    </a:lnTo>
                    <a:cubicBezTo>
                      <a:pt x="3861" y="5531"/>
                      <a:pt x="3803" y="5531"/>
                      <a:pt x="3746" y="5531"/>
                    </a:cubicBezTo>
                    <a:lnTo>
                      <a:pt x="1441" y="5531"/>
                    </a:lnTo>
                    <a:cubicBezTo>
                      <a:pt x="1096" y="5531"/>
                      <a:pt x="808" y="5243"/>
                      <a:pt x="808" y="4839"/>
                    </a:cubicBezTo>
                    <a:lnTo>
                      <a:pt x="808" y="3226"/>
                    </a:lnTo>
                    <a:cubicBezTo>
                      <a:pt x="840" y="3063"/>
                      <a:pt x="688" y="2955"/>
                      <a:pt x="550" y="2955"/>
                    </a:cubicBezTo>
                    <a:cubicBezTo>
                      <a:pt x="444" y="2955"/>
                      <a:pt x="347" y="3019"/>
                      <a:pt x="347" y="3169"/>
                    </a:cubicBezTo>
                    <a:lnTo>
                      <a:pt x="347" y="4839"/>
                    </a:lnTo>
                    <a:cubicBezTo>
                      <a:pt x="347" y="5473"/>
                      <a:pt x="808" y="5992"/>
                      <a:pt x="1441" y="5992"/>
                    </a:cubicBezTo>
                    <a:lnTo>
                      <a:pt x="3400" y="5992"/>
                    </a:lnTo>
                    <a:cubicBezTo>
                      <a:pt x="2593" y="6395"/>
                      <a:pt x="1960" y="7086"/>
                      <a:pt x="1672" y="7950"/>
                    </a:cubicBezTo>
                    <a:cubicBezTo>
                      <a:pt x="692" y="8526"/>
                      <a:pt x="1" y="9563"/>
                      <a:pt x="462" y="10773"/>
                    </a:cubicBezTo>
                    <a:cubicBezTo>
                      <a:pt x="808" y="11637"/>
                      <a:pt x="1614" y="12214"/>
                      <a:pt x="2536" y="12214"/>
                    </a:cubicBezTo>
                    <a:cubicBezTo>
                      <a:pt x="2824" y="12214"/>
                      <a:pt x="3112" y="12098"/>
                      <a:pt x="3400" y="12041"/>
                    </a:cubicBezTo>
                    <a:cubicBezTo>
                      <a:pt x="3861" y="12271"/>
                      <a:pt x="4379" y="12386"/>
                      <a:pt x="4898" y="12386"/>
                    </a:cubicBezTo>
                    <a:cubicBezTo>
                      <a:pt x="5244" y="12386"/>
                      <a:pt x="5589" y="12329"/>
                      <a:pt x="5935" y="12214"/>
                    </a:cubicBezTo>
                    <a:lnTo>
                      <a:pt x="7260" y="15613"/>
                    </a:lnTo>
                    <a:cubicBezTo>
                      <a:pt x="7366" y="15932"/>
                      <a:pt x="7648" y="16098"/>
                      <a:pt x="7929" y="16098"/>
                    </a:cubicBezTo>
                    <a:cubicBezTo>
                      <a:pt x="8104" y="16098"/>
                      <a:pt x="8279" y="16033"/>
                      <a:pt x="8412" y="15901"/>
                    </a:cubicBezTo>
                    <a:lnTo>
                      <a:pt x="9276" y="15036"/>
                    </a:lnTo>
                    <a:cubicBezTo>
                      <a:pt x="9507" y="14748"/>
                      <a:pt x="9622" y="14345"/>
                      <a:pt x="9449" y="13999"/>
                    </a:cubicBezTo>
                    <a:lnTo>
                      <a:pt x="9046" y="12962"/>
                    </a:lnTo>
                    <a:cubicBezTo>
                      <a:pt x="9392" y="12790"/>
                      <a:pt x="9622" y="12502"/>
                      <a:pt x="9737" y="12214"/>
                    </a:cubicBezTo>
                    <a:cubicBezTo>
                      <a:pt x="9910" y="11868"/>
                      <a:pt x="9910" y="11522"/>
                      <a:pt x="9852" y="11177"/>
                    </a:cubicBezTo>
                    <a:lnTo>
                      <a:pt x="12618" y="10485"/>
                    </a:lnTo>
                    <a:cubicBezTo>
                      <a:pt x="12795" y="10860"/>
                      <a:pt x="13109" y="11019"/>
                      <a:pt x="13427" y="11019"/>
                    </a:cubicBezTo>
                    <a:cubicBezTo>
                      <a:pt x="14038" y="11019"/>
                      <a:pt x="14669" y="10436"/>
                      <a:pt x="14404" y="9679"/>
                    </a:cubicBezTo>
                    <a:lnTo>
                      <a:pt x="13540" y="7547"/>
                    </a:lnTo>
                    <a:lnTo>
                      <a:pt x="13597" y="7547"/>
                    </a:lnTo>
                    <a:cubicBezTo>
                      <a:pt x="14058" y="6971"/>
                      <a:pt x="14231" y="6222"/>
                      <a:pt x="13943" y="5473"/>
                    </a:cubicBezTo>
                    <a:cubicBezTo>
                      <a:pt x="13655" y="4782"/>
                      <a:pt x="13021" y="4263"/>
                      <a:pt x="12272" y="4206"/>
                    </a:cubicBezTo>
                    <a:lnTo>
                      <a:pt x="11293" y="1728"/>
                    </a:lnTo>
                    <a:cubicBezTo>
                      <a:pt x="11143" y="1300"/>
                      <a:pt x="10802" y="1119"/>
                      <a:pt x="10451" y="1119"/>
                    </a:cubicBezTo>
                    <a:cubicBezTo>
                      <a:pt x="9857" y="1119"/>
                      <a:pt x="9232" y="1638"/>
                      <a:pt x="9449" y="2362"/>
                    </a:cubicBezTo>
                    <a:lnTo>
                      <a:pt x="7606" y="3457"/>
                    </a:lnTo>
                    <a:lnTo>
                      <a:pt x="7606" y="1095"/>
                    </a:lnTo>
                    <a:cubicBezTo>
                      <a:pt x="7606" y="461"/>
                      <a:pt x="7087" y="0"/>
                      <a:pt x="65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64"/>
              <p:cNvSpPr/>
              <p:nvPr/>
            </p:nvSpPr>
            <p:spPr>
              <a:xfrm>
                <a:off x="4843200" y="5109850"/>
                <a:ext cx="45250" cy="23575"/>
              </a:xfrm>
              <a:custGeom>
                <a:rect b="b" l="l" r="r" t="t"/>
                <a:pathLst>
                  <a:path extrusionOk="0" h="943" w="1810">
                    <a:moveTo>
                      <a:pt x="1463" y="0"/>
                    </a:moveTo>
                    <a:lnTo>
                      <a:pt x="254" y="519"/>
                    </a:lnTo>
                    <a:cubicBezTo>
                      <a:pt x="1" y="620"/>
                      <a:pt x="103" y="943"/>
                      <a:pt x="326" y="943"/>
                    </a:cubicBezTo>
                    <a:cubicBezTo>
                      <a:pt x="357" y="943"/>
                      <a:pt x="391" y="936"/>
                      <a:pt x="426" y="922"/>
                    </a:cubicBezTo>
                    <a:lnTo>
                      <a:pt x="1636" y="461"/>
                    </a:lnTo>
                    <a:cubicBezTo>
                      <a:pt x="1751" y="404"/>
                      <a:pt x="1809" y="289"/>
                      <a:pt x="1809" y="173"/>
                    </a:cubicBezTo>
                    <a:cubicBezTo>
                      <a:pt x="1751" y="58"/>
                      <a:pt x="1579" y="0"/>
                      <a:pt x="14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64"/>
              <p:cNvSpPr/>
              <p:nvPr/>
            </p:nvSpPr>
            <p:spPr>
              <a:xfrm>
                <a:off x="4806325" y="5050325"/>
                <a:ext cx="27875" cy="42825"/>
              </a:xfrm>
              <a:custGeom>
                <a:rect b="b" l="l" r="r" t="t"/>
                <a:pathLst>
                  <a:path extrusionOk="0" h="1713" w="1115">
                    <a:moveTo>
                      <a:pt x="773" y="0"/>
                    </a:moveTo>
                    <a:cubicBezTo>
                      <a:pt x="692" y="0"/>
                      <a:pt x="615" y="39"/>
                      <a:pt x="576" y="135"/>
                    </a:cubicBezTo>
                    <a:lnTo>
                      <a:pt x="58" y="1344"/>
                    </a:lnTo>
                    <a:cubicBezTo>
                      <a:pt x="0" y="1460"/>
                      <a:pt x="58" y="1633"/>
                      <a:pt x="173" y="1690"/>
                    </a:cubicBezTo>
                    <a:cubicBezTo>
                      <a:pt x="204" y="1706"/>
                      <a:pt x="235" y="1713"/>
                      <a:pt x="265" y="1713"/>
                    </a:cubicBezTo>
                    <a:cubicBezTo>
                      <a:pt x="346" y="1713"/>
                      <a:pt x="419" y="1659"/>
                      <a:pt x="461" y="1575"/>
                    </a:cubicBezTo>
                    <a:lnTo>
                      <a:pt x="1037" y="307"/>
                    </a:lnTo>
                    <a:cubicBezTo>
                      <a:pt x="1114" y="154"/>
                      <a:pt x="935" y="0"/>
                      <a:pt x="7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64"/>
              <p:cNvSpPr/>
              <p:nvPr/>
            </p:nvSpPr>
            <p:spPr>
              <a:xfrm>
                <a:off x="4841775" y="5177025"/>
                <a:ext cx="47325" cy="25475"/>
              </a:xfrm>
              <a:custGeom>
                <a:rect b="b" l="l" r="r" t="t"/>
                <a:pathLst>
                  <a:path extrusionOk="0" h="1019" w="1893">
                    <a:moveTo>
                      <a:pt x="325" y="1"/>
                    </a:moveTo>
                    <a:cubicBezTo>
                      <a:pt x="102" y="1"/>
                      <a:pt x="0" y="323"/>
                      <a:pt x="253" y="424"/>
                    </a:cubicBezTo>
                    <a:lnTo>
                      <a:pt x="1463" y="1001"/>
                    </a:lnTo>
                    <a:cubicBezTo>
                      <a:pt x="1494" y="1013"/>
                      <a:pt x="1525" y="1019"/>
                      <a:pt x="1553" y="1019"/>
                    </a:cubicBezTo>
                    <a:cubicBezTo>
                      <a:pt x="1783" y="1019"/>
                      <a:pt x="1892" y="642"/>
                      <a:pt x="1636" y="540"/>
                    </a:cubicBezTo>
                    <a:lnTo>
                      <a:pt x="426" y="21"/>
                    </a:lnTo>
                    <a:cubicBezTo>
                      <a:pt x="390" y="7"/>
                      <a:pt x="357" y="1"/>
                      <a:pt x="3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64"/>
              <p:cNvSpPr/>
              <p:nvPr/>
            </p:nvSpPr>
            <p:spPr>
              <a:xfrm>
                <a:off x="4524025" y="5025950"/>
                <a:ext cx="105175" cy="96075"/>
              </a:xfrm>
              <a:custGeom>
                <a:rect b="b" l="l" r="r" t="t"/>
                <a:pathLst>
                  <a:path extrusionOk="0" h="3843" w="4207">
                    <a:moveTo>
                      <a:pt x="2132" y="649"/>
                    </a:moveTo>
                    <a:lnTo>
                      <a:pt x="2363" y="1398"/>
                    </a:lnTo>
                    <a:cubicBezTo>
                      <a:pt x="2420" y="1513"/>
                      <a:pt x="2593" y="1628"/>
                      <a:pt x="2766" y="1628"/>
                    </a:cubicBezTo>
                    <a:lnTo>
                      <a:pt x="3515" y="1628"/>
                    </a:lnTo>
                    <a:lnTo>
                      <a:pt x="2881" y="2089"/>
                    </a:lnTo>
                    <a:cubicBezTo>
                      <a:pt x="2766" y="2204"/>
                      <a:pt x="2708" y="2377"/>
                      <a:pt x="2766" y="2550"/>
                    </a:cubicBezTo>
                    <a:lnTo>
                      <a:pt x="2996" y="3299"/>
                    </a:lnTo>
                    <a:lnTo>
                      <a:pt x="2363" y="2838"/>
                    </a:lnTo>
                    <a:cubicBezTo>
                      <a:pt x="2305" y="2780"/>
                      <a:pt x="2219" y="2752"/>
                      <a:pt x="2132" y="2752"/>
                    </a:cubicBezTo>
                    <a:cubicBezTo>
                      <a:pt x="2046" y="2752"/>
                      <a:pt x="1959" y="2780"/>
                      <a:pt x="1902" y="2838"/>
                    </a:cubicBezTo>
                    <a:lnTo>
                      <a:pt x="1268" y="3299"/>
                    </a:lnTo>
                    <a:lnTo>
                      <a:pt x="1498" y="2550"/>
                    </a:lnTo>
                    <a:cubicBezTo>
                      <a:pt x="1556" y="2377"/>
                      <a:pt x="1498" y="2204"/>
                      <a:pt x="1383" y="2089"/>
                    </a:cubicBezTo>
                    <a:lnTo>
                      <a:pt x="749" y="1628"/>
                    </a:lnTo>
                    <a:lnTo>
                      <a:pt x="1498" y="1628"/>
                    </a:lnTo>
                    <a:cubicBezTo>
                      <a:pt x="1671" y="1628"/>
                      <a:pt x="1844" y="1513"/>
                      <a:pt x="1902" y="1398"/>
                    </a:cubicBezTo>
                    <a:lnTo>
                      <a:pt x="2132" y="649"/>
                    </a:lnTo>
                    <a:close/>
                    <a:moveTo>
                      <a:pt x="2097" y="0"/>
                    </a:moveTo>
                    <a:cubicBezTo>
                      <a:pt x="1943" y="0"/>
                      <a:pt x="1777" y="112"/>
                      <a:pt x="1729" y="303"/>
                    </a:cubicBezTo>
                    <a:lnTo>
                      <a:pt x="1441" y="1167"/>
                    </a:lnTo>
                    <a:lnTo>
                      <a:pt x="519" y="1167"/>
                    </a:lnTo>
                    <a:cubicBezTo>
                      <a:pt x="173" y="1167"/>
                      <a:pt x="1" y="1686"/>
                      <a:pt x="289" y="1916"/>
                    </a:cubicBezTo>
                    <a:lnTo>
                      <a:pt x="1038" y="2435"/>
                    </a:lnTo>
                    <a:lnTo>
                      <a:pt x="749" y="3356"/>
                    </a:lnTo>
                    <a:cubicBezTo>
                      <a:pt x="663" y="3616"/>
                      <a:pt x="901" y="3843"/>
                      <a:pt x="1146" y="3843"/>
                    </a:cubicBezTo>
                    <a:cubicBezTo>
                      <a:pt x="1228" y="3843"/>
                      <a:pt x="1311" y="3817"/>
                      <a:pt x="1383" y="3760"/>
                    </a:cubicBezTo>
                    <a:lnTo>
                      <a:pt x="2132" y="3241"/>
                    </a:lnTo>
                    <a:lnTo>
                      <a:pt x="2881" y="3760"/>
                    </a:lnTo>
                    <a:cubicBezTo>
                      <a:pt x="2967" y="3817"/>
                      <a:pt x="3057" y="3843"/>
                      <a:pt x="3142" y="3843"/>
                    </a:cubicBezTo>
                    <a:cubicBezTo>
                      <a:pt x="3396" y="3843"/>
                      <a:pt x="3601" y="3616"/>
                      <a:pt x="3515" y="3356"/>
                    </a:cubicBezTo>
                    <a:lnTo>
                      <a:pt x="3227" y="2435"/>
                    </a:lnTo>
                    <a:lnTo>
                      <a:pt x="3976" y="1916"/>
                    </a:lnTo>
                    <a:cubicBezTo>
                      <a:pt x="4148" y="1801"/>
                      <a:pt x="4206" y="1571"/>
                      <a:pt x="4091" y="1398"/>
                    </a:cubicBezTo>
                    <a:cubicBezTo>
                      <a:pt x="4033" y="1225"/>
                      <a:pt x="3918" y="1167"/>
                      <a:pt x="3745" y="1167"/>
                    </a:cubicBezTo>
                    <a:lnTo>
                      <a:pt x="2823" y="1167"/>
                    </a:lnTo>
                    <a:lnTo>
                      <a:pt x="2535" y="303"/>
                    </a:lnTo>
                    <a:cubicBezTo>
                      <a:pt x="2478" y="130"/>
                      <a:pt x="2363" y="15"/>
                      <a:pt x="2190" y="15"/>
                    </a:cubicBezTo>
                    <a:cubicBezTo>
                      <a:pt x="2160" y="5"/>
                      <a:pt x="2129" y="0"/>
                      <a:pt x="209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7" name="Google Shape;1437;p64"/>
          <p:cNvGrpSpPr/>
          <p:nvPr/>
        </p:nvGrpSpPr>
        <p:grpSpPr>
          <a:xfrm>
            <a:off x="5700080" y="2619898"/>
            <a:ext cx="595348" cy="595348"/>
            <a:chOff x="4443053" y="2246600"/>
            <a:chExt cx="707400" cy="707400"/>
          </a:xfrm>
        </p:grpSpPr>
        <p:sp>
          <p:nvSpPr>
            <p:cNvPr id="1438" name="Google Shape;1438;p64"/>
            <p:cNvSpPr/>
            <p:nvPr/>
          </p:nvSpPr>
          <p:spPr>
            <a:xfrm flipH="1">
              <a:off x="4443053" y="22466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39" name="Google Shape;1439;p64"/>
            <p:cNvGrpSpPr/>
            <p:nvPr/>
          </p:nvGrpSpPr>
          <p:grpSpPr>
            <a:xfrm>
              <a:off x="4595113" y="2407713"/>
              <a:ext cx="403300" cy="403275"/>
              <a:chOff x="3063925" y="2740825"/>
              <a:chExt cx="403300" cy="403275"/>
            </a:xfrm>
          </p:grpSpPr>
          <p:sp>
            <p:nvSpPr>
              <p:cNvPr id="1440" name="Google Shape;1440;p64"/>
              <p:cNvSpPr/>
              <p:nvPr/>
            </p:nvSpPr>
            <p:spPr>
              <a:xfrm>
                <a:off x="3094175" y="2771050"/>
                <a:ext cx="15875" cy="11550"/>
              </a:xfrm>
              <a:custGeom>
                <a:rect b="b" l="l" r="r" t="t"/>
                <a:pathLst>
                  <a:path extrusionOk="0" h="462" w="635">
                    <a:moveTo>
                      <a:pt x="288" y="1"/>
                    </a:moveTo>
                    <a:cubicBezTo>
                      <a:pt x="0" y="1"/>
                      <a:pt x="0" y="462"/>
                      <a:pt x="288" y="462"/>
                    </a:cubicBezTo>
                    <a:cubicBezTo>
                      <a:pt x="634" y="462"/>
                      <a:pt x="634"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64"/>
              <p:cNvSpPr/>
              <p:nvPr/>
            </p:nvSpPr>
            <p:spPr>
              <a:xfrm>
                <a:off x="3118650" y="27710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 name="Google Shape;1442;p64"/>
              <p:cNvSpPr/>
              <p:nvPr/>
            </p:nvSpPr>
            <p:spPr>
              <a:xfrm>
                <a:off x="3144575" y="2771050"/>
                <a:ext cx="14425" cy="11550"/>
              </a:xfrm>
              <a:custGeom>
                <a:rect b="b" l="l" r="r" t="t"/>
                <a:pathLst>
                  <a:path extrusionOk="0" h="462" w="577">
                    <a:moveTo>
                      <a:pt x="289" y="1"/>
                    </a:moveTo>
                    <a:cubicBezTo>
                      <a:pt x="1" y="1"/>
                      <a:pt x="1"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64"/>
              <p:cNvSpPr/>
              <p:nvPr/>
            </p:nvSpPr>
            <p:spPr>
              <a:xfrm>
                <a:off x="3098500" y="2834425"/>
                <a:ext cx="126750" cy="165650"/>
              </a:xfrm>
              <a:custGeom>
                <a:rect b="b" l="l" r="r" t="t"/>
                <a:pathLst>
                  <a:path extrusionOk="0" h="6626" w="5070">
                    <a:moveTo>
                      <a:pt x="3111" y="5474"/>
                    </a:moveTo>
                    <a:lnTo>
                      <a:pt x="3111" y="5877"/>
                    </a:lnTo>
                    <a:cubicBezTo>
                      <a:pt x="3111" y="6050"/>
                      <a:pt x="2996" y="6165"/>
                      <a:pt x="2823" y="6165"/>
                    </a:cubicBezTo>
                    <a:lnTo>
                      <a:pt x="2247" y="6165"/>
                    </a:lnTo>
                    <a:cubicBezTo>
                      <a:pt x="2132" y="6165"/>
                      <a:pt x="1959" y="6050"/>
                      <a:pt x="1959" y="5877"/>
                    </a:cubicBezTo>
                    <a:lnTo>
                      <a:pt x="1959" y="5474"/>
                    </a:lnTo>
                    <a:close/>
                    <a:moveTo>
                      <a:pt x="2477" y="1"/>
                    </a:moveTo>
                    <a:cubicBezTo>
                      <a:pt x="2132" y="1"/>
                      <a:pt x="1786" y="116"/>
                      <a:pt x="1498" y="231"/>
                    </a:cubicBezTo>
                    <a:cubicBezTo>
                      <a:pt x="1245" y="383"/>
                      <a:pt x="1348" y="712"/>
                      <a:pt x="1571" y="712"/>
                    </a:cubicBezTo>
                    <a:cubicBezTo>
                      <a:pt x="1602" y="712"/>
                      <a:pt x="1636" y="706"/>
                      <a:pt x="1671" y="692"/>
                    </a:cubicBezTo>
                    <a:cubicBezTo>
                      <a:pt x="1959" y="577"/>
                      <a:pt x="2189" y="519"/>
                      <a:pt x="2477" y="462"/>
                    </a:cubicBezTo>
                    <a:cubicBezTo>
                      <a:pt x="3054" y="462"/>
                      <a:pt x="3572" y="692"/>
                      <a:pt x="3975" y="1095"/>
                    </a:cubicBezTo>
                    <a:cubicBezTo>
                      <a:pt x="4379" y="1441"/>
                      <a:pt x="4609" y="1959"/>
                      <a:pt x="4609" y="2536"/>
                    </a:cubicBezTo>
                    <a:cubicBezTo>
                      <a:pt x="4609" y="3285"/>
                      <a:pt x="4206" y="4033"/>
                      <a:pt x="3514" y="4379"/>
                    </a:cubicBezTo>
                    <a:cubicBezTo>
                      <a:pt x="3457" y="4437"/>
                      <a:pt x="3399" y="4494"/>
                      <a:pt x="3399" y="4552"/>
                    </a:cubicBezTo>
                    <a:lnTo>
                      <a:pt x="3399" y="4955"/>
                    </a:lnTo>
                    <a:cubicBezTo>
                      <a:pt x="3399" y="4955"/>
                      <a:pt x="3342" y="5013"/>
                      <a:pt x="3342" y="5013"/>
                    </a:cubicBezTo>
                    <a:lnTo>
                      <a:pt x="1729" y="5013"/>
                    </a:lnTo>
                    <a:cubicBezTo>
                      <a:pt x="1729" y="5013"/>
                      <a:pt x="1671" y="5013"/>
                      <a:pt x="1671" y="4955"/>
                    </a:cubicBezTo>
                    <a:lnTo>
                      <a:pt x="1671" y="4610"/>
                    </a:lnTo>
                    <a:cubicBezTo>
                      <a:pt x="1671" y="4494"/>
                      <a:pt x="1671" y="4437"/>
                      <a:pt x="1556" y="4379"/>
                    </a:cubicBezTo>
                    <a:cubicBezTo>
                      <a:pt x="864" y="4033"/>
                      <a:pt x="461" y="3285"/>
                      <a:pt x="461" y="2536"/>
                    </a:cubicBezTo>
                    <a:cubicBezTo>
                      <a:pt x="461" y="2132"/>
                      <a:pt x="634" y="1729"/>
                      <a:pt x="864" y="1383"/>
                    </a:cubicBezTo>
                    <a:cubicBezTo>
                      <a:pt x="988" y="1178"/>
                      <a:pt x="817" y="1001"/>
                      <a:pt x="647" y="1001"/>
                    </a:cubicBezTo>
                    <a:cubicBezTo>
                      <a:pt x="579" y="1001"/>
                      <a:pt x="510" y="1029"/>
                      <a:pt x="461" y="1095"/>
                    </a:cubicBezTo>
                    <a:cubicBezTo>
                      <a:pt x="173" y="1499"/>
                      <a:pt x="0" y="2017"/>
                      <a:pt x="0" y="2536"/>
                    </a:cubicBezTo>
                    <a:cubicBezTo>
                      <a:pt x="0" y="3400"/>
                      <a:pt x="461" y="4264"/>
                      <a:pt x="1210" y="4725"/>
                    </a:cubicBezTo>
                    <a:lnTo>
                      <a:pt x="1210" y="4955"/>
                    </a:lnTo>
                    <a:cubicBezTo>
                      <a:pt x="1210" y="5128"/>
                      <a:pt x="1325" y="5301"/>
                      <a:pt x="1498" y="5416"/>
                    </a:cubicBezTo>
                    <a:lnTo>
                      <a:pt x="1498" y="5877"/>
                    </a:lnTo>
                    <a:cubicBezTo>
                      <a:pt x="1498" y="6280"/>
                      <a:pt x="1844" y="6626"/>
                      <a:pt x="2247" y="6626"/>
                    </a:cubicBezTo>
                    <a:lnTo>
                      <a:pt x="2823" y="6626"/>
                    </a:lnTo>
                    <a:cubicBezTo>
                      <a:pt x="3226" y="6626"/>
                      <a:pt x="3572" y="6280"/>
                      <a:pt x="3572" y="5877"/>
                    </a:cubicBezTo>
                    <a:lnTo>
                      <a:pt x="3572" y="5416"/>
                    </a:lnTo>
                    <a:cubicBezTo>
                      <a:pt x="3745" y="5301"/>
                      <a:pt x="3860" y="5128"/>
                      <a:pt x="3860" y="4955"/>
                    </a:cubicBezTo>
                    <a:lnTo>
                      <a:pt x="3860" y="4725"/>
                    </a:lnTo>
                    <a:cubicBezTo>
                      <a:pt x="4609" y="4264"/>
                      <a:pt x="5070" y="3457"/>
                      <a:pt x="5070" y="2536"/>
                    </a:cubicBezTo>
                    <a:cubicBezTo>
                      <a:pt x="5070" y="1844"/>
                      <a:pt x="4782" y="1211"/>
                      <a:pt x="4321" y="750"/>
                    </a:cubicBezTo>
                    <a:cubicBezTo>
                      <a:pt x="3803" y="231"/>
                      <a:pt x="3169" y="1"/>
                      <a:pt x="247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64"/>
              <p:cNvSpPr/>
              <p:nvPr/>
            </p:nvSpPr>
            <p:spPr>
              <a:xfrm>
                <a:off x="3128750" y="2868625"/>
                <a:ext cx="66275" cy="58950"/>
              </a:xfrm>
              <a:custGeom>
                <a:rect b="b" l="l" r="r" t="t"/>
                <a:pathLst>
                  <a:path extrusionOk="0" h="2358" w="2651">
                    <a:moveTo>
                      <a:pt x="1325" y="764"/>
                    </a:moveTo>
                    <a:lnTo>
                      <a:pt x="1440" y="937"/>
                    </a:lnTo>
                    <a:cubicBezTo>
                      <a:pt x="1498" y="1052"/>
                      <a:pt x="1556" y="1052"/>
                      <a:pt x="1613" y="1110"/>
                    </a:cubicBezTo>
                    <a:lnTo>
                      <a:pt x="1844" y="1110"/>
                    </a:lnTo>
                    <a:lnTo>
                      <a:pt x="1671" y="1283"/>
                    </a:lnTo>
                    <a:cubicBezTo>
                      <a:pt x="1613" y="1340"/>
                      <a:pt x="1613" y="1398"/>
                      <a:pt x="1613" y="1456"/>
                    </a:cubicBezTo>
                    <a:lnTo>
                      <a:pt x="1671" y="1686"/>
                    </a:lnTo>
                    <a:lnTo>
                      <a:pt x="1440" y="1628"/>
                    </a:lnTo>
                    <a:cubicBezTo>
                      <a:pt x="1412" y="1600"/>
                      <a:pt x="1383" y="1585"/>
                      <a:pt x="1347" y="1585"/>
                    </a:cubicBezTo>
                    <a:cubicBezTo>
                      <a:pt x="1311" y="1585"/>
                      <a:pt x="1267" y="1600"/>
                      <a:pt x="1210" y="1628"/>
                    </a:cubicBezTo>
                    <a:lnTo>
                      <a:pt x="1037" y="1686"/>
                    </a:lnTo>
                    <a:lnTo>
                      <a:pt x="1095" y="1456"/>
                    </a:lnTo>
                    <a:cubicBezTo>
                      <a:pt x="1095" y="1398"/>
                      <a:pt x="1037" y="1340"/>
                      <a:pt x="979" y="1283"/>
                    </a:cubicBezTo>
                    <a:lnTo>
                      <a:pt x="864" y="1110"/>
                    </a:lnTo>
                    <a:lnTo>
                      <a:pt x="1037" y="1110"/>
                    </a:lnTo>
                    <a:cubicBezTo>
                      <a:pt x="1152" y="1052"/>
                      <a:pt x="1210" y="1052"/>
                      <a:pt x="1267" y="937"/>
                    </a:cubicBezTo>
                    <a:lnTo>
                      <a:pt x="1325" y="764"/>
                    </a:lnTo>
                    <a:close/>
                    <a:moveTo>
                      <a:pt x="1325" y="1"/>
                    </a:moveTo>
                    <a:cubicBezTo>
                      <a:pt x="1239" y="1"/>
                      <a:pt x="1152" y="44"/>
                      <a:pt x="1095" y="131"/>
                    </a:cubicBezTo>
                    <a:lnTo>
                      <a:pt x="864" y="649"/>
                    </a:lnTo>
                    <a:lnTo>
                      <a:pt x="288" y="707"/>
                    </a:lnTo>
                    <a:cubicBezTo>
                      <a:pt x="115" y="764"/>
                      <a:pt x="0" y="995"/>
                      <a:pt x="173" y="1110"/>
                    </a:cubicBezTo>
                    <a:lnTo>
                      <a:pt x="576" y="1513"/>
                    </a:lnTo>
                    <a:lnTo>
                      <a:pt x="461" y="2089"/>
                    </a:lnTo>
                    <a:cubicBezTo>
                      <a:pt x="461" y="2223"/>
                      <a:pt x="565" y="2357"/>
                      <a:pt x="692" y="2357"/>
                    </a:cubicBezTo>
                    <a:cubicBezTo>
                      <a:pt x="729" y="2357"/>
                      <a:pt x="768" y="2346"/>
                      <a:pt x="807" y="2320"/>
                    </a:cubicBezTo>
                    <a:lnTo>
                      <a:pt x="1325" y="2089"/>
                    </a:lnTo>
                    <a:lnTo>
                      <a:pt x="1844" y="2320"/>
                    </a:lnTo>
                    <a:cubicBezTo>
                      <a:pt x="1883" y="2346"/>
                      <a:pt x="1922" y="2357"/>
                      <a:pt x="1958" y="2357"/>
                    </a:cubicBezTo>
                    <a:cubicBezTo>
                      <a:pt x="2086" y="2357"/>
                      <a:pt x="2189" y="2223"/>
                      <a:pt x="2189" y="2089"/>
                    </a:cubicBezTo>
                    <a:lnTo>
                      <a:pt x="2074" y="1513"/>
                    </a:lnTo>
                    <a:lnTo>
                      <a:pt x="2477" y="1110"/>
                    </a:lnTo>
                    <a:cubicBezTo>
                      <a:pt x="2650" y="995"/>
                      <a:pt x="2535" y="764"/>
                      <a:pt x="2362" y="707"/>
                    </a:cubicBezTo>
                    <a:lnTo>
                      <a:pt x="1786" y="649"/>
                    </a:lnTo>
                    <a:lnTo>
                      <a:pt x="1556" y="131"/>
                    </a:lnTo>
                    <a:cubicBezTo>
                      <a:pt x="1498" y="44"/>
                      <a:pt x="1412" y="1"/>
                      <a:pt x="13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64"/>
              <p:cNvSpPr/>
              <p:nvPr/>
            </p:nvSpPr>
            <p:spPr>
              <a:xfrm>
                <a:off x="3246850" y="2860350"/>
                <a:ext cx="93625" cy="13000"/>
              </a:xfrm>
              <a:custGeom>
                <a:rect b="b" l="l" r="r" t="t"/>
                <a:pathLst>
                  <a:path extrusionOk="0" h="520" w="3745">
                    <a:moveTo>
                      <a:pt x="231" y="1"/>
                    </a:moveTo>
                    <a:cubicBezTo>
                      <a:pt x="115" y="1"/>
                      <a:pt x="0" y="116"/>
                      <a:pt x="0" y="231"/>
                    </a:cubicBezTo>
                    <a:cubicBezTo>
                      <a:pt x="0" y="346"/>
                      <a:pt x="115" y="519"/>
                      <a:pt x="231" y="519"/>
                    </a:cubicBezTo>
                    <a:lnTo>
                      <a:pt x="3514" y="519"/>
                    </a:lnTo>
                    <a:cubicBezTo>
                      <a:pt x="3630" y="519"/>
                      <a:pt x="3745" y="404"/>
                      <a:pt x="3745" y="289"/>
                    </a:cubicBezTo>
                    <a:cubicBezTo>
                      <a:pt x="3745" y="116"/>
                      <a:pt x="3630" y="1"/>
                      <a:pt x="35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64"/>
              <p:cNvSpPr/>
              <p:nvPr/>
            </p:nvSpPr>
            <p:spPr>
              <a:xfrm>
                <a:off x="3246850" y="2894925"/>
                <a:ext cx="93625" cy="11550"/>
              </a:xfrm>
              <a:custGeom>
                <a:rect b="b" l="l" r="r" t="t"/>
                <a:pathLst>
                  <a:path extrusionOk="0" h="462" w="3745">
                    <a:moveTo>
                      <a:pt x="231" y="0"/>
                    </a:moveTo>
                    <a:cubicBezTo>
                      <a:pt x="115" y="0"/>
                      <a:pt x="0" y="58"/>
                      <a:pt x="0" y="173"/>
                    </a:cubicBezTo>
                    <a:cubicBezTo>
                      <a:pt x="0" y="346"/>
                      <a:pt x="115" y="461"/>
                      <a:pt x="231" y="461"/>
                    </a:cubicBezTo>
                    <a:lnTo>
                      <a:pt x="3514" y="461"/>
                    </a:lnTo>
                    <a:cubicBezTo>
                      <a:pt x="3630" y="461"/>
                      <a:pt x="3745" y="346"/>
                      <a:pt x="3745" y="231"/>
                    </a:cubicBezTo>
                    <a:cubicBezTo>
                      <a:pt x="3745" y="116"/>
                      <a:pt x="3630" y="0"/>
                      <a:pt x="35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64"/>
              <p:cNvSpPr/>
              <p:nvPr/>
            </p:nvSpPr>
            <p:spPr>
              <a:xfrm>
                <a:off x="3246850" y="2928050"/>
                <a:ext cx="93625" cy="11550"/>
              </a:xfrm>
              <a:custGeom>
                <a:rect b="b" l="l" r="r" t="t"/>
                <a:pathLst>
                  <a:path extrusionOk="0" h="462" w="3745">
                    <a:moveTo>
                      <a:pt x="231" y="0"/>
                    </a:moveTo>
                    <a:cubicBezTo>
                      <a:pt x="115" y="0"/>
                      <a:pt x="0" y="116"/>
                      <a:pt x="0" y="231"/>
                    </a:cubicBezTo>
                    <a:cubicBezTo>
                      <a:pt x="0" y="346"/>
                      <a:pt x="115" y="461"/>
                      <a:pt x="231" y="461"/>
                    </a:cubicBezTo>
                    <a:lnTo>
                      <a:pt x="3514" y="461"/>
                    </a:lnTo>
                    <a:cubicBezTo>
                      <a:pt x="3630" y="461"/>
                      <a:pt x="3745" y="404"/>
                      <a:pt x="3745" y="288"/>
                    </a:cubicBezTo>
                    <a:cubicBezTo>
                      <a:pt x="3745" y="116"/>
                      <a:pt x="3630" y="0"/>
                      <a:pt x="351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64"/>
              <p:cNvSpPr/>
              <p:nvPr/>
            </p:nvSpPr>
            <p:spPr>
              <a:xfrm>
                <a:off x="3393750" y="2815250"/>
                <a:ext cx="57625" cy="126875"/>
              </a:xfrm>
              <a:custGeom>
                <a:rect b="b" l="l" r="r" t="t"/>
                <a:pathLst>
                  <a:path extrusionOk="0" h="5075" w="2305">
                    <a:moveTo>
                      <a:pt x="805" y="0"/>
                    </a:moveTo>
                    <a:cubicBezTo>
                      <a:pt x="748" y="0"/>
                      <a:pt x="688" y="23"/>
                      <a:pt x="634" y="76"/>
                    </a:cubicBezTo>
                    <a:lnTo>
                      <a:pt x="116" y="595"/>
                    </a:lnTo>
                    <a:cubicBezTo>
                      <a:pt x="0" y="710"/>
                      <a:pt x="0" y="825"/>
                      <a:pt x="116" y="941"/>
                    </a:cubicBezTo>
                    <a:lnTo>
                      <a:pt x="634" y="1459"/>
                    </a:lnTo>
                    <a:cubicBezTo>
                      <a:pt x="688" y="1513"/>
                      <a:pt x="748" y="1535"/>
                      <a:pt x="805" y="1535"/>
                    </a:cubicBezTo>
                    <a:cubicBezTo>
                      <a:pt x="994" y="1535"/>
                      <a:pt x="1157" y="1290"/>
                      <a:pt x="980" y="1113"/>
                    </a:cubicBezTo>
                    <a:lnTo>
                      <a:pt x="865" y="998"/>
                    </a:lnTo>
                    <a:lnTo>
                      <a:pt x="1729" y="998"/>
                    </a:lnTo>
                    <a:cubicBezTo>
                      <a:pt x="1786" y="998"/>
                      <a:pt x="1844" y="1056"/>
                      <a:pt x="1844" y="1113"/>
                    </a:cubicBezTo>
                    <a:lnTo>
                      <a:pt x="1844" y="4858"/>
                    </a:lnTo>
                    <a:cubicBezTo>
                      <a:pt x="1844" y="5002"/>
                      <a:pt x="1959" y="5074"/>
                      <a:pt x="2074" y="5074"/>
                    </a:cubicBezTo>
                    <a:cubicBezTo>
                      <a:pt x="2190" y="5074"/>
                      <a:pt x="2305" y="5002"/>
                      <a:pt x="2305" y="4858"/>
                    </a:cubicBezTo>
                    <a:lnTo>
                      <a:pt x="2305" y="710"/>
                    </a:lnTo>
                    <a:cubicBezTo>
                      <a:pt x="2305" y="595"/>
                      <a:pt x="2247" y="537"/>
                      <a:pt x="2132" y="537"/>
                    </a:cubicBezTo>
                    <a:lnTo>
                      <a:pt x="865" y="537"/>
                    </a:lnTo>
                    <a:lnTo>
                      <a:pt x="980" y="422"/>
                    </a:lnTo>
                    <a:cubicBezTo>
                      <a:pt x="1157" y="245"/>
                      <a:pt x="994" y="0"/>
                      <a:pt x="8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64"/>
              <p:cNvSpPr/>
              <p:nvPr/>
            </p:nvSpPr>
            <p:spPr>
              <a:xfrm>
                <a:off x="3063925" y="3058025"/>
                <a:ext cx="118125" cy="56300"/>
              </a:xfrm>
              <a:custGeom>
                <a:rect b="b" l="l" r="r" t="t"/>
                <a:pathLst>
                  <a:path extrusionOk="0" h="2252" w="4725">
                    <a:moveTo>
                      <a:pt x="260" y="1"/>
                    </a:moveTo>
                    <a:cubicBezTo>
                      <a:pt x="130" y="1"/>
                      <a:pt x="1" y="73"/>
                      <a:pt x="1" y="217"/>
                    </a:cubicBezTo>
                    <a:lnTo>
                      <a:pt x="1" y="1599"/>
                    </a:lnTo>
                    <a:cubicBezTo>
                      <a:pt x="1" y="1657"/>
                      <a:pt x="116" y="1715"/>
                      <a:pt x="173" y="1715"/>
                    </a:cubicBezTo>
                    <a:lnTo>
                      <a:pt x="3918" y="1715"/>
                    </a:lnTo>
                    <a:lnTo>
                      <a:pt x="3803" y="1830"/>
                    </a:lnTo>
                    <a:cubicBezTo>
                      <a:pt x="3626" y="2007"/>
                      <a:pt x="3789" y="2252"/>
                      <a:pt x="3978" y="2252"/>
                    </a:cubicBezTo>
                    <a:cubicBezTo>
                      <a:pt x="4035" y="2252"/>
                      <a:pt x="4095" y="2229"/>
                      <a:pt x="4149" y="2176"/>
                    </a:cubicBezTo>
                    <a:lnTo>
                      <a:pt x="4667" y="1657"/>
                    </a:lnTo>
                    <a:cubicBezTo>
                      <a:pt x="4725" y="1542"/>
                      <a:pt x="4725" y="1427"/>
                      <a:pt x="4667" y="1311"/>
                    </a:cubicBezTo>
                    <a:lnTo>
                      <a:pt x="4149" y="793"/>
                    </a:lnTo>
                    <a:cubicBezTo>
                      <a:pt x="4095" y="739"/>
                      <a:pt x="4035" y="717"/>
                      <a:pt x="3978" y="717"/>
                    </a:cubicBezTo>
                    <a:cubicBezTo>
                      <a:pt x="3789" y="717"/>
                      <a:pt x="3626" y="962"/>
                      <a:pt x="3803" y="1139"/>
                    </a:cubicBezTo>
                    <a:lnTo>
                      <a:pt x="3918" y="1254"/>
                    </a:lnTo>
                    <a:lnTo>
                      <a:pt x="577" y="1254"/>
                    </a:lnTo>
                    <a:cubicBezTo>
                      <a:pt x="519" y="1254"/>
                      <a:pt x="519" y="1254"/>
                      <a:pt x="519" y="1196"/>
                    </a:cubicBezTo>
                    <a:lnTo>
                      <a:pt x="519" y="217"/>
                    </a:lnTo>
                    <a:cubicBezTo>
                      <a:pt x="519" y="73"/>
                      <a:pt x="389" y="1"/>
                      <a:pt x="26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0" name="Google Shape;1450;p64"/>
              <p:cNvSpPr/>
              <p:nvPr/>
            </p:nvSpPr>
            <p:spPr>
              <a:xfrm>
                <a:off x="3063925" y="2740825"/>
                <a:ext cx="403300" cy="403275"/>
              </a:xfrm>
              <a:custGeom>
                <a:rect b="b" l="l" r="r" t="t"/>
                <a:pathLst>
                  <a:path extrusionOk="0" h="16131" w="16132">
                    <a:moveTo>
                      <a:pt x="11465" y="519"/>
                    </a:moveTo>
                    <a:cubicBezTo>
                      <a:pt x="11868" y="519"/>
                      <a:pt x="12214" y="807"/>
                      <a:pt x="12214" y="1210"/>
                    </a:cubicBezTo>
                    <a:lnTo>
                      <a:pt x="12214" y="2420"/>
                    </a:lnTo>
                    <a:lnTo>
                      <a:pt x="519" y="2420"/>
                    </a:lnTo>
                    <a:lnTo>
                      <a:pt x="519" y="1210"/>
                    </a:lnTo>
                    <a:cubicBezTo>
                      <a:pt x="519" y="807"/>
                      <a:pt x="807" y="519"/>
                      <a:pt x="1210" y="519"/>
                    </a:cubicBezTo>
                    <a:close/>
                    <a:moveTo>
                      <a:pt x="14979" y="9621"/>
                    </a:moveTo>
                    <a:cubicBezTo>
                      <a:pt x="15325" y="9621"/>
                      <a:pt x="15671" y="9909"/>
                      <a:pt x="15671" y="10255"/>
                    </a:cubicBezTo>
                    <a:lnTo>
                      <a:pt x="15671" y="10485"/>
                    </a:lnTo>
                    <a:lnTo>
                      <a:pt x="6626" y="10485"/>
                    </a:lnTo>
                    <a:lnTo>
                      <a:pt x="6626" y="10255"/>
                    </a:lnTo>
                    <a:cubicBezTo>
                      <a:pt x="6626" y="9909"/>
                      <a:pt x="6914" y="9621"/>
                      <a:pt x="7317" y="9621"/>
                    </a:cubicBezTo>
                    <a:close/>
                    <a:moveTo>
                      <a:pt x="12156" y="2881"/>
                    </a:moveTo>
                    <a:lnTo>
                      <a:pt x="12156" y="9160"/>
                    </a:lnTo>
                    <a:lnTo>
                      <a:pt x="7317" y="9160"/>
                    </a:lnTo>
                    <a:cubicBezTo>
                      <a:pt x="6683" y="9160"/>
                      <a:pt x="6165" y="9679"/>
                      <a:pt x="6165" y="10312"/>
                    </a:cubicBezTo>
                    <a:lnTo>
                      <a:pt x="6165" y="11292"/>
                    </a:lnTo>
                    <a:lnTo>
                      <a:pt x="1210" y="11292"/>
                    </a:lnTo>
                    <a:cubicBezTo>
                      <a:pt x="807" y="11292"/>
                      <a:pt x="519" y="10946"/>
                      <a:pt x="519" y="10543"/>
                    </a:cubicBezTo>
                    <a:lnTo>
                      <a:pt x="519" y="2881"/>
                    </a:lnTo>
                    <a:close/>
                    <a:moveTo>
                      <a:pt x="15671" y="10946"/>
                    </a:moveTo>
                    <a:lnTo>
                      <a:pt x="15671" y="11810"/>
                    </a:lnTo>
                    <a:lnTo>
                      <a:pt x="6626" y="11810"/>
                    </a:lnTo>
                    <a:lnTo>
                      <a:pt x="6626" y="10946"/>
                    </a:lnTo>
                    <a:close/>
                    <a:moveTo>
                      <a:pt x="1210" y="0"/>
                    </a:moveTo>
                    <a:cubicBezTo>
                      <a:pt x="577" y="0"/>
                      <a:pt x="1" y="519"/>
                      <a:pt x="1" y="1210"/>
                    </a:cubicBezTo>
                    <a:lnTo>
                      <a:pt x="1" y="10543"/>
                    </a:lnTo>
                    <a:cubicBezTo>
                      <a:pt x="1" y="11176"/>
                      <a:pt x="577" y="11695"/>
                      <a:pt x="1210" y="11695"/>
                    </a:cubicBezTo>
                    <a:lnTo>
                      <a:pt x="6165" y="11695"/>
                    </a:lnTo>
                    <a:lnTo>
                      <a:pt x="6165" y="14979"/>
                    </a:lnTo>
                    <a:cubicBezTo>
                      <a:pt x="6165" y="15612"/>
                      <a:pt x="6683" y="16131"/>
                      <a:pt x="7317" y="16131"/>
                    </a:cubicBezTo>
                    <a:lnTo>
                      <a:pt x="14979" y="16131"/>
                    </a:lnTo>
                    <a:cubicBezTo>
                      <a:pt x="15613" y="16131"/>
                      <a:pt x="16132" y="15612"/>
                      <a:pt x="16132" y="14979"/>
                    </a:cubicBezTo>
                    <a:lnTo>
                      <a:pt x="16132" y="14345"/>
                    </a:lnTo>
                    <a:cubicBezTo>
                      <a:pt x="16132" y="14201"/>
                      <a:pt x="16016" y="14129"/>
                      <a:pt x="15901" y="14129"/>
                    </a:cubicBezTo>
                    <a:cubicBezTo>
                      <a:pt x="15786" y="14129"/>
                      <a:pt x="15671" y="14201"/>
                      <a:pt x="15671" y="14345"/>
                    </a:cubicBezTo>
                    <a:lnTo>
                      <a:pt x="15671" y="14979"/>
                    </a:lnTo>
                    <a:cubicBezTo>
                      <a:pt x="15671" y="15324"/>
                      <a:pt x="15325" y="15612"/>
                      <a:pt x="14979" y="15612"/>
                    </a:cubicBezTo>
                    <a:lnTo>
                      <a:pt x="7317" y="15612"/>
                    </a:lnTo>
                    <a:cubicBezTo>
                      <a:pt x="6914" y="15612"/>
                      <a:pt x="6626" y="15324"/>
                      <a:pt x="6626" y="14979"/>
                    </a:cubicBezTo>
                    <a:lnTo>
                      <a:pt x="6626" y="12271"/>
                    </a:lnTo>
                    <a:lnTo>
                      <a:pt x="15671" y="12271"/>
                    </a:lnTo>
                    <a:lnTo>
                      <a:pt x="15671" y="13078"/>
                    </a:lnTo>
                    <a:cubicBezTo>
                      <a:pt x="15671" y="13222"/>
                      <a:pt x="15786" y="13294"/>
                      <a:pt x="15901" y="13294"/>
                    </a:cubicBezTo>
                    <a:cubicBezTo>
                      <a:pt x="16016" y="13294"/>
                      <a:pt x="16132" y="13222"/>
                      <a:pt x="16132" y="13078"/>
                    </a:cubicBezTo>
                    <a:lnTo>
                      <a:pt x="16132" y="10255"/>
                    </a:lnTo>
                    <a:cubicBezTo>
                      <a:pt x="16132" y="9621"/>
                      <a:pt x="15613" y="9103"/>
                      <a:pt x="14979" y="9103"/>
                    </a:cubicBezTo>
                    <a:lnTo>
                      <a:pt x="14979" y="9160"/>
                    </a:lnTo>
                    <a:lnTo>
                      <a:pt x="12675" y="9160"/>
                    </a:lnTo>
                    <a:lnTo>
                      <a:pt x="12675" y="1210"/>
                    </a:lnTo>
                    <a:cubicBezTo>
                      <a:pt x="12675" y="576"/>
                      <a:pt x="12156" y="0"/>
                      <a:pt x="114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64"/>
              <p:cNvSpPr/>
              <p:nvPr/>
            </p:nvSpPr>
            <p:spPr>
              <a:xfrm>
                <a:off x="3252600" y="3064875"/>
                <a:ext cx="109500" cy="38900"/>
              </a:xfrm>
              <a:custGeom>
                <a:rect b="b" l="l" r="r" t="t"/>
                <a:pathLst>
                  <a:path extrusionOk="0" h="1556" w="4380">
                    <a:moveTo>
                      <a:pt x="3861" y="461"/>
                    </a:moveTo>
                    <a:lnTo>
                      <a:pt x="3861" y="1095"/>
                    </a:lnTo>
                    <a:lnTo>
                      <a:pt x="461" y="1095"/>
                    </a:lnTo>
                    <a:lnTo>
                      <a:pt x="461" y="461"/>
                    </a:lnTo>
                    <a:close/>
                    <a:moveTo>
                      <a:pt x="231" y="0"/>
                    </a:moveTo>
                    <a:cubicBezTo>
                      <a:pt x="116" y="0"/>
                      <a:pt x="1" y="173"/>
                      <a:pt x="1" y="288"/>
                    </a:cubicBezTo>
                    <a:lnTo>
                      <a:pt x="1" y="1325"/>
                    </a:lnTo>
                    <a:cubicBezTo>
                      <a:pt x="58" y="1441"/>
                      <a:pt x="116" y="1556"/>
                      <a:pt x="231" y="1556"/>
                    </a:cubicBezTo>
                    <a:lnTo>
                      <a:pt x="4091" y="1556"/>
                    </a:lnTo>
                    <a:cubicBezTo>
                      <a:pt x="4264" y="1556"/>
                      <a:pt x="4379" y="1441"/>
                      <a:pt x="4379" y="1325"/>
                    </a:cubicBezTo>
                    <a:lnTo>
                      <a:pt x="4379" y="231"/>
                    </a:lnTo>
                    <a:cubicBezTo>
                      <a:pt x="4321" y="116"/>
                      <a:pt x="4264" y="0"/>
                      <a:pt x="409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52" name="Google Shape;1452;p64"/>
          <p:cNvGrpSpPr/>
          <p:nvPr/>
        </p:nvGrpSpPr>
        <p:grpSpPr>
          <a:xfrm>
            <a:off x="5700080" y="1183202"/>
            <a:ext cx="595348" cy="595348"/>
            <a:chOff x="4588672" y="539500"/>
            <a:chExt cx="707400" cy="707400"/>
          </a:xfrm>
        </p:grpSpPr>
        <p:sp>
          <p:nvSpPr>
            <p:cNvPr id="1453" name="Google Shape;1453;p64"/>
            <p:cNvSpPr/>
            <p:nvPr/>
          </p:nvSpPr>
          <p:spPr>
            <a:xfrm flipH="1">
              <a:off x="4588672" y="5395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54" name="Google Shape;1454;p64"/>
            <p:cNvGrpSpPr/>
            <p:nvPr/>
          </p:nvGrpSpPr>
          <p:grpSpPr>
            <a:xfrm>
              <a:off x="4777447" y="691988"/>
              <a:ext cx="329850" cy="402475"/>
              <a:chOff x="5402925" y="2075150"/>
              <a:chExt cx="329850" cy="402475"/>
            </a:xfrm>
          </p:grpSpPr>
          <p:sp>
            <p:nvSpPr>
              <p:cNvPr id="1455" name="Google Shape;1455;p64"/>
              <p:cNvSpPr/>
              <p:nvPr/>
            </p:nvSpPr>
            <p:spPr>
              <a:xfrm>
                <a:off x="5497900" y="2283525"/>
                <a:ext cx="60600" cy="20925"/>
              </a:xfrm>
              <a:custGeom>
                <a:rect b="b" l="l" r="r" t="t"/>
                <a:pathLst>
                  <a:path extrusionOk="0" h="837" w="2424">
                    <a:moveTo>
                      <a:pt x="2172" y="1"/>
                    </a:moveTo>
                    <a:cubicBezTo>
                      <a:pt x="2107" y="1"/>
                      <a:pt x="2049" y="30"/>
                      <a:pt x="2020" y="87"/>
                    </a:cubicBezTo>
                    <a:lnTo>
                      <a:pt x="1963" y="87"/>
                    </a:lnTo>
                    <a:cubicBezTo>
                      <a:pt x="1790" y="260"/>
                      <a:pt x="1502" y="375"/>
                      <a:pt x="1271" y="375"/>
                    </a:cubicBezTo>
                    <a:cubicBezTo>
                      <a:pt x="983" y="375"/>
                      <a:pt x="695" y="260"/>
                      <a:pt x="522" y="87"/>
                    </a:cubicBezTo>
                    <a:cubicBezTo>
                      <a:pt x="468" y="33"/>
                      <a:pt x="407" y="10"/>
                      <a:pt x="349" y="10"/>
                    </a:cubicBezTo>
                    <a:cubicBezTo>
                      <a:pt x="161" y="10"/>
                      <a:pt x="1" y="243"/>
                      <a:pt x="177" y="375"/>
                    </a:cubicBezTo>
                    <a:cubicBezTo>
                      <a:pt x="465" y="663"/>
                      <a:pt x="868" y="836"/>
                      <a:pt x="1271" y="836"/>
                    </a:cubicBezTo>
                    <a:cubicBezTo>
                      <a:pt x="1675" y="836"/>
                      <a:pt x="2020" y="663"/>
                      <a:pt x="2308" y="433"/>
                    </a:cubicBezTo>
                    <a:cubicBezTo>
                      <a:pt x="2424" y="318"/>
                      <a:pt x="2424" y="202"/>
                      <a:pt x="2366" y="87"/>
                    </a:cubicBezTo>
                    <a:cubicBezTo>
                      <a:pt x="2308" y="30"/>
                      <a:pt x="2236" y="1"/>
                      <a:pt x="21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64"/>
              <p:cNvSpPr/>
              <p:nvPr/>
            </p:nvSpPr>
            <p:spPr>
              <a:xfrm>
                <a:off x="5402925" y="2075150"/>
                <a:ext cx="329850" cy="402475"/>
              </a:xfrm>
              <a:custGeom>
                <a:rect b="b" l="l" r="r" t="t"/>
                <a:pathLst>
                  <a:path extrusionOk="0" h="16099" w="13194">
                    <a:moveTo>
                      <a:pt x="5070" y="5196"/>
                    </a:moveTo>
                    <a:cubicBezTo>
                      <a:pt x="5531" y="6002"/>
                      <a:pt x="6395" y="6521"/>
                      <a:pt x="7317" y="6521"/>
                    </a:cubicBezTo>
                    <a:cubicBezTo>
                      <a:pt x="7778" y="6521"/>
                      <a:pt x="8239" y="6406"/>
                      <a:pt x="8585" y="6175"/>
                    </a:cubicBezTo>
                    <a:lnTo>
                      <a:pt x="8585" y="6694"/>
                    </a:lnTo>
                    <a:cubicBezTo>
                      <a:pt x="8527" y="8595"/>
                      <a:pt x="6972" y="10093"/>
                      <a:pt x="5070" y="10093"/>
                    </a:cubicBezTo>
                    <a:cubicBezTo>
                      <a:pt x="3054" y="10093"/>
                      <a:pt x="1499" y="8480"/>
                      <a:pt x="1499" y="6521"/>
                    </a:cubicBezTo>
                    <a:lnTo>
                      <a:pt x="1499" y="6291"/>
                    </a:lnTo>
                    <a:cubicBezTo>
                      <a:pt x="1671" y="6348"/>
                      <a:pt x="1902" y="6406"/>
                      <a:pt x="2132" y="6406"/>
                    </a:cubicBezTo>
                    <a:cubicBezTo>
                      <a:pt x="2708" y="6406"/>
                      <a:pt x="3284" y="6060"/>
                      <a:pt x="3515" y="5542"/>
                    </a:cubicBezTo>
                    <a:cubicBezTo>
                      <a:pt x="3688" y="5657"/>
                      <a:pt x="3861" y="5657"/>
                      <a:pt x="4033" y="5657"/>
                    </a:cubicBezTo>
                    <a:cubicBezTo>
                      <a:pt x="4437" y="5657"/>
                      <a:pt x="4840" y="5484"/>
                      <a:pt x="5070" y="5196"/>
                    </a:cubicBezTo>
                    <a:close/>
                    <a:moveTo>
                      <a:pt x="3861" y="10381"/>
                    </a:moveTo>
                    <a:cubicBezTo>
                      <a:pt x="4264" y="10496"/>
                      <a:pt x="4667" y="10554"/>
                      <a:pt x="5070" y="10554"/>
                    </a:cubicBezTo>
                    <a:cubicBezTo>
                      <a:pt x="5474" y="10554"/>
                      <a:pt x="5877" y="10496"/>
                      <a:pt x="6223" y="10381"/>
                    </a:cubicBezTo>
                    <a:lnTo>
                      <a:pt x="6223" y="10381"/>
                    </a:lnTo>
                    <a:cubicBezTo>
                      <a:pt x="6050" y="10842"/>
                      <a:pt x="5589" y="11187"/>
                      <a:pt x="5070" y="11187"/>
                    </a:cubicBezTo>
                    <a:cubicBezTo>
                      <a:pt x="4494" y="11187"/>
                      <a:pt x="4033" y="10899"/>
                      <a:pt x="3861" y="10381"/>
                    </a:cubicBezTo>
                    <a:close/>
                    <a:moveTo>
                      <a:pt x="12387" y="10727"/>
                    </a:moveTo>
                    <a:cubicBezTo>
                      <a:pt x="12387" y="11303"/>
                      <a:pt x="12329" y="12512"/>
                      <a:pt x="11926" y="13953"/>
                    </a:cubicBezTo>
                    <a:cubicBezTo>
                      <a:pt x="11868" y="14010"/>
                      <a:pt x="11811" y="14126"/>
                      <a:pt x="11753" y="14241"/>
                    </a:cubicBezTo>
                    <a:cubicBezTo>
                      <a:pt x="11753" y="14010"/>
                      <a:pt x="11638" y="13780"/>
                      <a:pt x="11465" y="13607"/>
                    </a:cubicBezTo>
                    <a:cubicBezTo>
                      <a:pt x="11292" y="13434"/>
                      <a:pt x="11062" y="13377"/>
                      <a:pt x="10831" y="13377"/>
                    </a:cubicBezTo>
                    <a:cubicBezTo>
                      <a:pt x="10313" y="13377"/>
                      <a:pt x="9910" y="13780"/>
                      <a:pt x="9910" y="14241"/>
                    </a:cubicBezTo>
                    <a:cubicBezTo>
                      <a:pt x="9852" y="14126"/>
                      <a:pt x="9794" y="14068"/>
                      <a:pt x="9794" y="13953"/>
                    </a:cubicBezTo>
                    <a:cubicBezTo>
                      <a:pt x="9334" y="12512"/>
                      <a:pt x="9276" y="11303"/>
                      <a:pt x="9218" y="10784"/>
                    </a:cubicBezTo>
                    <a:lnTo>
                      <a:pt x="9218" y="10784"/>
                    </a:lnTo>
                    <a:cubicBezTo>
                      <a:pt x="9490" y="10893"/>
                      <a:pt x="10045" y="10950"/>
                      <a:pt x="10633" y="10950"/>
                    </a:cubicBezTo>
                    <a:cubicBezTo>
                      <a:pt x="11291" y="10950"/>
                      <a:pt x="11992" y="10879"/>
                      <a:pt x="12387" y="10727"/>
                    </a:cubicBezTo>
                    <a:close/>
                    <a:moveTo>
                      <a:pt x="9218" y="13665"/>
                    </a:moveTo>
                    <a:cubicBezTo>
                      <a:pt x="9218" y="13838"/>
                      <a:pt x="9276" y="13953"/>
                      <a:pt x="9334" y="14068"/>
                    </a:cubicBezTo>
                    <a:cubicBezTo>
                      <a:pt x="9391" y="14298"/>
                      <a:pt x="9506" y="14471"/>
                      <a:pt x="9622" y="14644"/>
                    </a:cubicBezTo>
                    <a:cubicBezTo>
                      <a:pt x="9564" y="14817"/>
                      <a:pt x="9449" y="15047"/>
                      <a:pt x="9391" y="15163"/>
                    </a:cubicBezTo>
                    <a:cubicBezTo>
                      <a:pt x="9161" y="14702"/>
                      <a:pt x="8930" y="14241"/>
                      <a:pt x="8930" y="14068"/>
                    </a:cubicBezTo>
                    <a:cubicBezTo>
                      <a:pt x="8930" y="13895"/>
                      <a:pt x="9046" y="13722"/>
                      <a:pt x="9218" y="13665"/>
                    </a:cubicBezTo>
                    <a:close/>
                    <a:moveTo>
                      <a:pt x="12445" y="13665"/>
                    </a:moveTo>
                    <a:cubicBezTo>
                      <a:pt x="12617" y="13722"/>
                      <a:pt x="12733" y="13895"/>
                      <a:pt x="12733" y="14068"/>
                    </a:cubicBezTo>
                    <a:cubicBezTo>
                      <a:pt x="12733" y="14183"/>
                      <a:pt x="12502" y="14702"/>
                      <a:pt x="12272" y="15163"/>
                    </a:cubicBezTo>
                    <a:cubicBezTo>
                      <a:pt x="12214" y="14990"/>
                      <a:pt x="12099" y="14817"/>
                      <a:pt x="12041" y="14644"/>
                    </a:cubicBezTo>
                    <a:cubicBezTo>
                      <a:pt x="12157" y="14471"/>
                      <a:pt x="12272" y="14298"/>
                      <a:pt x="12329" y="14068"/>
                    </a:cubicBezTo>
                    <a:cubicBezTo>
                      <a:pt x="12387" y="13895"/>
                      <a:pt x="12445" y="13780"/>
                      <a:pt x="12445" y="13665"/>
                    </a:cubicBezTo>
                    <a:close/>
                    <a:moveTo>
                      <a:pt x="10831" y="13838"/>
                    </a:moveTo>
                    <a:cubicBezTo>
                      <a:pt x="10947" y="13838"/>
                      <a:pt x="11062" y="13838"/>
                      <a:pt x="11120" y="13953"/>
                    </a:cubicBezTo>
                    <a:cubicBezTo>
                      <a:pt x="11235" y="14010"/>
                      <a:pt x="11292" y="14126"/>
                      <a:pt x="11292" y="14241"/>
                    </a:cubicBezTo>
                    <a:cubicBezTo>
                      <a:pt x="11292" y="14414"/>
                      <a:pt x="11062" y="14875"/>
                      <a:pt x="10831" y="15393"/>
                    </a:cubicBezTo>
                    <a:lnTo>
                      <a:pt x="10831" y="15335"/>
                    </a:lnTo>
                    <a:cubicBezTo>
                      <a:pt x="10601" y="14875"/>
                      <a:pt x="10371" y="14414"/>
                      <a:pt x="10371" y="14241"/>
                    </a:cubicBezTo>
                    <a:cubicBezTo>
                      <a:pt x="10371" y="14010"/>
                      <a:pt x="10601" y="13838"/>
                      <a:pt x="10831" y="13838"/>
                    </a:cubicBezTo>
                    <a:close/>
                    <a:moveTo>
                      <a:pt x="5026" y="0"/>
                    </a:moveTo>
                    <a:cubicBezTo>
                      <a:pt x="4907" y="0"/>
                      <a:pt x="4788" y="4"/>
                      <a:pt x="4667" y="11"/>
                    </a:cubicBezTo>
                    <a:cubicBezTo>
                      <a:pt x="3745" y="69"/>
                      <a:pt x="2824" y="414"/>
                      <a:pt x="2075" y="990"/>
                    </a:cubicBezTo>
                    <a:cubicBezTo>
                      <a:pt x="1893" y="1126"/>
                      <a:pt x="1997" y="1405"/>
                      <a:pt x="2191" y="1405"/>
                    </a:cubicBezTo>
                    <a:cubicBezTo>
                      <a:pt x="2243" y="1405"/>
                      <a:pt x="2301" y="1385"/>
                      <a:pt x="2363" y="1336"/>
                    </a:cubicBezTo>
                    <a:cubicBezTo>
                      <a:pt x="3054" y="818"/>
                      <a:pt x="3861" y="529"/>
                      <a:pt x="4725" y="472"/>
                    </a:cubicBezTo>
                    <a:cubicBezTo>
                      <a:pt x="4831" y="465"/>
                      <a:pt x="4938" y="461"/>
                      <a:pt x="5044" y="461"/>
                    </a:cubicBezTo>
                    <a:cubicBezTo>
                      <a:pt x="5800" y="461"/>
                      <a:pt x="6545" y="644"/>
                      <a:pt x="7202" y="1048"/>
                    </a:cubicBezTo>
                    <a:cubicBezTo>
                      <a:pt x="7893" y="1451"/>
                      <a:pt x="8527" y="2027"/>
                      <a:pt x="8930" y="2776"/>
                    </a:cubicBezTo>
                    <a:cubicBezTo>
                      <a:pt x="9391" y="3525"/>
                      <a:pt x="9564" y="4447"/>
                      <a:pt x="9506" y="5311"/>
                    </a:cubicBezTo>
                    <a:cubicBezTo>
                      <a:pt x="9449" y="5830"/>
                      <a:pt x="9334" y="6348"/>
                      <a:pt x="9161" y="6809"/>
                    </a:cubicBezTo>
                    <a:cubicBezTo>
                      <a:pt x="9103" y="6867"/>
                      <a:pt x="9103" y="6924"/>
                      <a:pt x="9046" y="6982"/>
                    </a:cubicBezTo>
                    <a:cubicBezTo>
                      <a:pt x="9103" y="6636"/>
                      <a:pt x="9103" y="6348"/>
                      <a:pt x="9103" y="6002"/>
                    </a:cubicBezTo>
                    <a:cubicBezTo>
                      <a:pt x="9103" y="5776"/>
                      <a:pt x="8889" y="5621"/>
                      <a:pt x="8658" y="5621"/>
                    </a:cubicBezTo>
                    <a:cubicBezTo>
                      <a:pt x="8595" y="5621"/>
                      <a:pt x="8531" y="5632"/>
                      <a:pt x="8469" y="5657"/>
                    </a:cubicBezTo>
                    <a:cubicBezTo>
                      <a:pt x="8124" y="5887"/>
                      <a:pt x="7721" y="6002"/>
                      <a:pt x="7317" y="6002"/>
                    </a:cubicBezTo>
                    <a:cubicBezTo>
                      <a:pt x="6511" y="6002"/>
                      <a:pt x="5819" y="5599"/>
                      <a:pt x="5416" y="4850"/>
                    </a:cubicBezTo>
                    <a:cubicBezTo>
                      <a:pt x="5355" y="4729"/>
                      <a:pt x="5214" y="4655"/>
                      <a:pt x="5069" y="4655"/>
                    </a:cubicBezTo>
                    <a:cubicBezTo>
                      <a:pt x="4940" y="4655"/>
                      <a:pt x="4806" y="4714"/>
                      <a:pt x="4725" y="4850"/>
                    </a:cubicBezTo>
                    <a:cubicBezTo>
                      <a:pt x="4552" y="5081"/>
                      <a:pt x="4321" y="5196"/>
                      <a:pt x="4033" y="5196"/>
                    </a:cubicBezTo>
                    <a:cubicBezTo>
                      <a:pt x="3918" y="5196"/>
                      <a:pt x="3745" y="5138"/>
                      <a:pt x="3630" y="5081"/>
                    </a:cubicBezTo>
                    <a:cubicBezTo>
                      <a:pt x="3584" y="5050"/>
                      <a:pt x="3529" y="5036"/>
                      <a:pt x="3473" y="5036"/>
                    </a:cubicBezTo>
                    <a:cubicBezTo>
                      <a:pt x="3319" y="5036"/>
                      <a:pt x="3154" y="5142"/>
                      <a:pt x="3112" y="5311"/>
                    </a:cubicBezTo>
                    <a:cubicBezTo>
                      <a:pt x="2939" y="5657"/>
                      <a:pt x="2536" y="5945"/>
                      <a:pt x="2132" y="5945"/>
                    </a:cubicBezTo>
                    <a:cubicBezTo>
                      <a:pt x="1959" y="5945"/>
                      <a:pt x="1729" y="5887"/>
                      <a:pt x="1614" y="5772"/>
                    </a:cubicBezTo>
                    <a:cubicBezTo>
                      <a:pt x="1545" y="5731"/>
                      <a:pt x="1473" y="5713"/>
                      <a:pt x="1403" y="5713"/>
                    </a:cubicBezTo>
                    <a:cubicBezTo>
                      <a:pt x="1180" y="5713"/>
                      <a:pt x="980" y="5898"/>
                      <a:pt x="980" y="6118"/>
                    </a:cubicBezTo>
                    <a:lnTo>
                      <a:pt x="980" y="6521"/>
                    </a:lnTo>
                    <a:cubicBezTo>
                      <a:pt x="980" y="6694"/>
                      <a:pt x="980" y="6809"/>
                      <a:pt x="1038" y="6982"/>
                    </a:cubicBezTo>
                    <a:cubicBezTo>
                      <a:pt x="807" y="6579"/>
                      <a:pt x="692" y="6175"/>
                      <a:pt x="634" y="5772"/>
                    </a:cubicBezTo>
                    <a:cubicBezTo>
                      <a:pt x="462" y="4966"/>
                      <a:pt x="577" y="4159"/>
                      <a:pt x="807" y="3410"/>
                    </a:cubicBezTo>
                    <a:cubicBezTo>
                      <a:pt x="980" y="3007"/>
                      <a:pt x="1153" y="2661"/>
                      <a:pt x="1383" y="2315"/>
                    </a:cubicBezTo>
                    <a:cubicBezTo>
                      <a:pt x="1504" y="2154"/>
                      <a:pt x="1371" y="1964"/>
                      <a:pt x="1221" y="1964"/>
                    </a:cubicBezTo>
                    <a:cubicBezTo>
                      <a:pt x="1157" y="1964"/>
                      <a:pt x="1089" y="1999"/>
                      <a:pt x="1038" y="2085"/>
                    </a:cubicBezTo>
                    <a:cubicBezTo>
                      <a:pt x="750" y="2431"/>
                      <a:pt x="519" y="2834"/>
                      <a:pt x="404" y="3237"/>
                    </a:cubicBezTo>
                    <a:cubicBezTo>
                      <a:pt x="116" y="4101"/>
                      <a:pt x="1" y="4966"/>
                      <a:pt x="173" y="5830"/>
                    </a:cubicBezTo>
                    <a:cubicBezTo>
                      <a:pt x="346" y="6809"/>
                      <a:pt x="750" y="7673"/>
                      <a:pt x="1441" y="8365"/>
                    </a:cubicBezTo>
                    <a:cubicBezTo>
                      <a:pt x="1441" y="8365"/>
                      <a:pt x="1441" y="8422"/>
                      <a:pt x="1499" y="8422"/>
                    </a:cubicBezTo>
                    <a:cubicBezTo>
                      <a:pt x="1787" y="8998"/>
                      <a:pt x="2247" y="9517"/>
                      <a:pt x="2824" y="9862"/>
                    </a:cubicBezTo>
                    <a:cubicBezTo>
                      <a:pt x="1383" y="10669"/>
                      <a:pt x="462" y="12224"/>
                      <a:pt x="462" y="13895"/>
                    </a:cubicBezTo>
                    <a:cubicBezTo>
                      <a:pt x="462" y="14068"/>
                      <a:pt x="577" y="14154"/>
                      <a:pt x="692" y="14154"/>
                    </a:cubicBezTo>
                    <a:cubicBezTo>
                      <a:pt x="807" y="14154"/>
                      <a:pt x="922" y="14068"/>
                      <a:pt x="922" y="13895"/>
                    </a:cubicBezTo>
                    <a:cubicBezTo>
                      <a:pt x="922" y="12282"/>
                      <a:pt x="1844" y="10842"/>
                      <a:pt x="3284" y="10150"/>
                    </a:cubicBezTo>
                    <a:lnTo>
                      <a:pt x="3342" y="10150"/>
                    </a:lnTo>
                    <a:cubicBezTo>
                      <a:pt x="3457" y="11015"/>
                      <a:pt x="4149" y="11648"/>
                      <a:pt x="5013" y="11648"/>
                    </a:cubicBezTo>
                    <a:cubicBezTo>
                      <a:pt x="5935" y="11648"/>
                      <a:pt x="6626" y="11015"/>
                      <a:pt x="6741" y="10150"/>
                    </a:cubicBezTo>
                    <a:lnTo>
                      <a:pt x="6799" y="10150"/>
                    </a:lnTo>
                    <a:cubicBezTo>
                      <a:pt x="7836" y="10669"/>
                      <a:pt x="8585" y="11533"/>
                      <a:pt x="8988" y="12628"/>
                    </a:cubicBezTo>
                    <a:cubicBezTo>
                      <a:pt x="8988" y="12801"/>
                      <a:pt x="9046" y="12973"/>
                      <a:pt x="9103" y="13204"/>
                    </a:cubicBezTo>
                    <a:cubicBezTo>
                      <a:pt x="8700" y="13319"/>
                      <a:pt x="8469" y="13665"/>
                      <a:pt x="8469" y="14068"/>
                    </a:cubicBezTo>
                    <a:cubicBezTo>
                      <a:pt x="8469" y="14471"/>
                      <a:pt x="9046" y="15566"/>
                      <a:pt x="9218" y="15796"/>
                    </a:cubicBezTo>
                    <a:cubicBezTo>
                      <a:pt x="9247" y="15854"/>
                      <a:pt x="9319" y="15883"/>
                      <a:pt x="9398" y="15883"/>
                    </a:cubicBezTo>
                    <a:cubicBezTo>
                      <a:pt x="9478" y="15883"/>
                      <a:pt x="9564" y="15854"/>
                      <a:pt x="9622" y="15796"/>
                    </a:cubicBezTo>
                    <a:cubicBezTo>
                      <a:pt x="9622" y="15739"/>
                      <a:pt x="9852" y="15393"/>
                      <a:pt x="10025" y="14990"/>
                    </a:cubicBezTo>
                    <a:cubicBezTo>
                      <a:pt x="10025" y="14990"/>
                      <a:pt x="10083" y="14990"/>
                      <a:pt x="10140" y="15047"/>
                    </a:cubicBezTo>
                    <a:cubicBezTo>
                      <a:pt x="10313" y="15451"/>
                      <a:pt x="10543" y="15854"/>
                      <a:pt x="10659" y="15969"/>
                    </a:cubicBezTo>
                    <a:cubicBezTo>
                      <a:pt x="10687" y="16056"/>
                      <a:pt x="10759" y="16099"/>
                      <a:pt x="10839" y="16099"/>
                    </a:cubicBezTo>
                    <a:cubicBezTo>
                      <a:pt x="10918" y="16099"/>
                      <a:pt x="11004" y="16056"/>
                      <a:pt x="11062" y="15969"/>
                    </a:cubicBezTo>
                    <a:cubicBezTo>
                      <a:pt x="11120" y="15854"/>
                      <a:pt x="11350" y="15451"/>
                      <a:pt x="11523" y="15047"/>
                    </a:cubicBezTo>
                    <a:cubicBezTo>
                      <a:pt x="11580" y="14990"/>
                      <a:pt x="11580" y="14990"/>
                      <a:pt x="11638" y="14932"/>
                    </a:cubicBezTo>
                    <a:cubicBezTo>
                      <a:pt x="11811" y="15335"/>
                      <a:pt x="12041" y="15739"/>
                      <a:pt x="12041" y="15739"/>
                    </a:cubicBezTo>
                    <a:cubicBezTo>
                      <a:pt x="12099" y="15825"/>
                      <a:pt x="12185" y="15868"/>
                      <a:pt x="12265" y="15868"/>
                    </a:cubicBezTo>
                    <a:cubicBezTo>
                      <a:pt x="12344" y="15868"/>
                      <a:pt x="12416" y="15825"/>
                      <a:pt x="12445" y="15739"/>
                    </a:cubicBezTo>
                    <a:cubicBezTo>
                      <a:pt x="12560" y="15566"/>
                      <a:pt x="13194" y="14471"/>
                      <a:pt x="13194" y="14010"/>
                    </a:cubicBezTo>
                    <a:cubicBezTo>
                      <a:pt x="13194" y="13612"/>
                      <a:pt x="12912" y="13269"/>
                      <a:pt x="12571" y="13150"/>
                    </a:cubicBezTo>
                    <a:lnTo>
                      <a:pt x="12571" y="13150"/>
                    </a:lnTo>
                    <a:cubicBezTo>
                      <a:pt x="12904" y="11566"/>
                      <a:pt x="12848" y="10495"/>
                      <a:pt x="12848" y="10381"/>
                    </a:cubicBezTo>
                    <a:cubicBezTo>
                      <a:pt x="12848" y="9920"/>
                      <a:pt x="12733" y="9459"/>
                      <a:pt x="12560" y="9056"/>
                    </a:cubicBezTo>
                    <a:cubicBezTo>
                      <a:pt x="12518" y="8952"/>
                      <a:pt x="12439" y="8908"/>
                      <a:pt x="12360" y="8908"/>
                    </a:cubicBezTo>
                    <a:cubicBezTo>
                      <a:pt x="12221" y="8908"/>
                      <a:pt x="12083" y="9045"/>
                      <a:pt x="12157" y="9229"/>
                    </a:cubicBezTo>
                    <a:cubicBezTo>
                      <a:pt x="12272" y="9517"/>
                      <a:pt x="12329" y="9862"/>
                      <a:pt x="12329" y="10208"/>
                    </a:cubicBezTo>
                    <a:cubicBezTo>
                      <a:pt x="11868" y="10439"/>
                      <a:pt x="11235" y="10496"/>
                      <a:pt x="10774" y="10496"/>
                    </a:cubicBezTo>
                    <a:cubicBezTo>
                      <a:pt x="9910" y="10496"/>
                      <a:pt x="9449" y="10323"/>
                      <a:pt x="9218" y="10266"/>
                    </a:cubicBezTo>
                    <a:cubicBezTo>
                      <a:pt x="9218" y="9517"/>
                      <a:pt x="9506" y="8825"/>
                      <a:pt x="10025" y="8249"/>
                    </a:cubicBezTo>
                    <a:cubicBezTo>
                      <a:pt x="10313" y="7961"/>
                      <a:pt x="10601" y="7731"/>
                      <a:pt x="10774" y="7673"/>
                    </a:cubicBezTo>
                    <a:cubicBezTo>
                      <a:pt x="10889" y="7731"/>
                      <a:pt x="11177" y="7961"/>
                      <a:pt x="11465" y="8249"/>
                    </a:cubicBezTo>
                    <a:cubicBezTo>
                      <a:pt x="11519" y="8303"/>
                      <a:pt x="11579" y="8325"/>
                      <a:pt x="11636" y="8325"/>
                    </a:cubicBezTo>
                    <a:cubicBezTo>
                      <a:pt x="11825" y="8325"/>
                      <a:pt x="11988" y="8081"/>
                      <a:pt x="11811" y="7904"/>
                    </a:cubicBezTo>
                    <a:cubicBezTo>
                      <a:pt x="11350" y="7443"/>
                      <a:pt x="10889" y="7212"/>
                      <a:pt x="10831" y="7155"/>
                    </a:cubicBezTo>
                    <a:lnTo>
                      <a:pt x="10659" y="7155"/>
                    </a:lnTo>
                    <a:cubicBezTo>
                      <a:pt x="10601" y="7155"/>
                      <a:pt x="10140" y="7443"/>
                      <a:pt x="9679" y="7961"/>
                    </a:cubicBezTo>
                    <a:cubicBezTo>
                      <a:pt x="9218" y="8422"/>
                      <a:pt x="8700" y="9229"/>
                      <a:pt x="8758" y="10381"/>
                    </a:cubicBezTo>
                    <a:cubicBezTo>
                      <a:pt x="8758" y="10439"/>
                      <a:pt x="8700" y="10727"/>
                      <a:pt x="8758" y="11245"/>
                    </a:cubicBezTo>
                    <a:cubicBezTo>
                      <a:pt x="8354" y="10669"/>
                      <a:pt x="7836" y="10208"/>
                      <a:pt x="7260" y="9920"/>
                    </a:cubicBezTo>
                    <a:cubicBezTo>
                      <a:pt x="7778" y="9517"/>
                      <a:pt x="8239" y="9056"/>
                      <a:pt x="8527" y="8480"/>
                    </a:cubicBezTo>
                    <a:cubicBezTo>
                      <a:pt x="8585" y="8422"/>
                      <a:pt x="8642" y="8365"/>
                      <a:pt x="8700" y="8307"/>
                    </a:cubicBezTo>
                    <a:cubicBezTo>
                      <a:pt x="9103" y="7846"/>
                      <a:pt x="9334" y="7443"/>
                      <a:pt x="9564" y="6982"/>
                    </a:cubicBezTo>
                    <a:cubicBezTo>
                      <a:pt x="9794" y="6463"/>
                      <a:pt x="9910" y="5887"/>
                      <a:pt x="9967" y="5369"/>
                    </a:cubicBezTo>
                    <a:cubicBezTo>
                      <a:pt x="10025" y="4332"/>
                      <a:pt x="9794" y="3410"/>
                      <a:pt x="9334" y="2546"/>
                    </a:cubicBezTo>
                    <a:cubicBezTo>
                      <a:pt x="8873" y="1739"/>
                      <a:pt x="8239" y="1048"/>
                      <a:pt x="7432" y="587"/>
                    </a:cubicBezTo>
                    <a:cubicBezTo>
                      <a:pt x="6675" y="183"/>
                      <a:pt x="5873" y="0"/>
                      <a:pt x="502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64"/>
              <p:cNvSpPr/>
              <p:nvPr/>
            </p:nvSpPr>
            <p:spPr>
              <a:xfrm>
                <a:off x="5650650" y="2354825"/>
                <a:ext cx="44675" cy="44675"/>
              </a:xfrm>
              <a:custGeom>
                <a:rect b="b" l="l" r="r" t="t"/>
                <a:pathLst>
                  <a:path extrusionOk="0" h="1787" w="1787">
                    <a:moveTo>
                      <a:pt x="922" y="461"/>
                    </a:moveTo>
                    <a:cubicBezTo>
                      <a:pt x="1153" y="461"/>
                      <a:pt x="1326" y="692"/>
                      <a:pt x="1326" y="922"/>
                    </a:cubicBezTo>
                    <a:cubicBezTo>
                      <a:pt x="1326" y="1153"/>
                      <a:pt x="1153" y="1325"/>
                      <a:pt x="922" y="1325"/>
                    </a:cubicBezTo>
                    <a:cubicBezTo>
                      <a:pt x="692" y="1325"/>
                      <a:pt x="462" y="1153"/>
                      <a:pt x="462" y="922"/>
                    </a:cubicBezTo>
                    <a:cubicBezTo>
                      <a:pt x="462" y="692"/>
                      <a:pt x="692" y="461"/>
                      <a:pt x="922" y="461"/>
                    </a:cubicBezTo>
                    <a:close/>
                    <a:moveTo>
                      <a:pt x="922" y="0"/>
                    </a:moveTo>
                    <a:cubicBezTo>
                      <a:pt x="404" y="0"/>
                      <a:pt x="1" y="404"/>
                      <a:pt x="1" y="922"/>
                    </a:cubicBezTo>
                    <a:cubicBezTo>
                      <a:pt x="1" y="1383"/>
                      <a:pt x="404" y="1786"/>
                      <a:pt x="922" y="1786"/>
                    </a:cubicBezTo>
                    <a:cubicBezTo>
                      <a:pt x="1383" y="1786"/>
                      <a:pt x="1787" y="1383"/>
                      <a:pt x="1787" y="922"/>
                    </a:cubicBezTo>
                    <a:cubicBezTo>
                      <a:pt x="1787" y="404"/>
                      <a:pt x="1383" y="0"/>
                      <a:pt x="9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58" name="Google Shape;1458;p64"/>
          <p:cNvGrpSpPr/>
          <p:nvPr/>
        </p:nvGrpSpPr>
        <p:grpSpPr>
          <a:xfrm>
            <a:off x="5700080" y="1901550"/>
            <a:ext cx="595348" cy="595348"/>
            <a:chOff x="4588672" y="1393050"/>
            <a:chExt cx="707400" cy="707400"/>
          </a:xfrm>
        </p:grpSpPr>
        <p:sp>
          <p:nvSpPr>
            <p:cNvPr id="1459" name="Google Shape;1459;p64"/>
            <p:cNvSpPr/>
            <p:nvPr/>
          </p:nvSpPr>
          <p:spPr>
            <a:xfrm flipH="1">
              <a:off x="4588672" y="13930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60" name="Google Shape;1460;p64"/>
            <p:cNvGrpSpPr/>
            <p:nvPr/>
          </p:nvGrpSpPr>
          <p:grpSpPr>
            <a:xfrm>
              <a:off x="4744322" y="1545113"/>
              <a:ext cx="396100" cy="403275"/>
              <a:chOff x="5817725" y="2075425"/>
              <a:chExt cx="396100" cy="403275"/>
            </a:xfrm>
          </p:grpSpPr>
          <p:sp>
            <p:nvSpPr>
              <p:cNvPr id="1461" name="Google Shape;1461;p64"/>
              <p:cNvSpPr/>
              <p:nvPr/>
            </p:nvSpPr>
            <p:spPr>
              <a:xfrm>
                <a:off x="5873900" y="2075425"/>
                <a:ext cx="339925" cy="403275"/>
              </a:xfrm>
              <a:custGeom>
                <a:rect b="b" l="l" r="r" t="t"/>
                <a:pathLst>
                  <a:path extrusionOk="0" h="16131" w="13597">
                    <a:moveTo>
                      <a:pt x="10066" y="2299"/>
                    </a:moveTo>
                    <a:cubicBezTo>
                      <a:pt x="10536" y="2299"/>
                      <a:pt x="10893" y="2680"/>
                      <a:pt x="10946" y="3111"/>
                    </a:cubicBezTo>
                    <a:cubicBezTo>
                      <a:pt x="10946" y="3514"/>
                      <a:pt x="10658" y="3918"/>
                      <a:pt x="10313" y="4033"/>
                    </a:cubicBezTo>
                    <a:lnTo>
                      <a:pt x="10140" y="3629"/>
                    </a:lnTo>
                    <a:cubicBezTo>
                      <a:pt x="10140" y="3572"/>
                      <a:pt x="10082" y="3514"/>
                      <a:pt x="10025" y="3514"/>
                    </a:cubicBezTo>
                    <a:lnTo>
                      <a:pt x="9103" y="3111"/>
                    </a:lnTo>
                    <a:cubicBezTo>
                      <a:pt x="9161" y="2650"/>
                      <a:pt x="9506" y="2304"/>
                      <a:pt x="9967" y="2304"/>
                    </a:cubicBezTo>
                    <a:cubicBezTo>
                      <a:pt x="10000" y="2301"/>
                      <a:pt x="10033" y="2299"/>
                      <a:pt x="10066" y="2299"/>
                    </a:cubicBezTo>
                    <a:close/>
                    <a:moveTo>
                      <a:pt x="10082" y="518"/>
                    </a:moveTo>
                    <a:lnTo>
                      <a:pt x="10255" y="1095"/>
                    </a:lnTo>
                    <a:cubicBezTo>
                      <a:pt x="10255" y="1210"/>
                      <a:pt x="10313" y="1267"/>
                      <a:pt x="10428" y="1267"/>
                    </a:cubicBezTo>
                    <a:cubicBezTo>
                      <a:pt x="10601" y="1325"/>
                      <a:pt x="10774" y="1383"/>
                      <a:pt x="10946" y="1440"/>
                    </a:cubicBezTo>
                    <a:cubicBezTo>
                      <a:pt x="10975" y="1469"/>
                      <a:pt x="11018" y="1483"/>
                      <a:pt x="11062" y="1483"/>
                    </a:cubicBezTo>
                    <a:cubicBezTo>
                      <a:pt x="11105" y="1483"/>
                      <a:pt x="11148" y="1469"/>
                      <a:pt x="11177" y="1440"/>
                    </a:cubicBezTo>
                    <a:lnTo>
                      <a:pt x="11695" y="1037"/>
                    </a:lnTo>
                    <a:lnTo>
                      <a:pt x="11983" y="1325"/>
                    </a:lnTo>
                    <a:lnTo>
                      <a:pt x="11638" y="1844"/>
                    </a:lnTo>
                    <a:cubicBezTo>
                      <a:pt x="11638" y="1959"/>
                      <a:pt x="11638" y="2016"/>
                      <a:pt x="11638" y="2132"/>
                    </a:cubicBezTo>
                    <a:cubicBezTo>
                      <a:pt x="11753" y="2247"/>
                      <a:pt x="11868" y="2420"/>
                      <a:pt x="11868" y="2592"/>
                    </a:cubicBezTo>
                    <a:cubicBezTo>
                      <a:pt x="11926" y="2708"/>
                      <a:pt x="11983" y="2765"/>
                      <a:pt x="12099" y="2765"/>
                    </a:cubicBezTo>
                    <a:lnTo>
                      <a:pt x="12675" y="2823"/>
                    </a:lnTo>
                    <a:lnTo>
                      <a:pt x="12732" y="3284"/>
                    </a:lnTo>
                    <a:lnTo>
                      <a:pt x="12099" y="3399"/>
                    </a:lnTo>
                    <a:cubicBezTo>
                      <a:pt x="12041" y="3457"/>
                      <a:pt x="11983" y="3514"/>
                      <a:pt x="11926" y="3572"/>
                    </a:cubicBezTo>
                    <a:cubicBezTo>
                      <a:pt x="11926" y="3745"/>
                      <a:pt x="11811" y="3918"/>
                      <a:pt x="11753" y="4090"/>
                    </a:cubicBezTo>
                    <a:cubicBezTo>
                      <a:pt x="11695" y="4206"/>
                      <a:pt x="11695" y="4263"/>
                      <a:pt x="11753" y="4378"/>
                    </a:cubicBezTo>
                    <a:lnTo>
                      <a:pt x="12156" y="4839"/>
                    </a:lnTo>
                    <a:lnTo>
                      <a:pt x="11868" y="5127"/>
                    </a:lnTo>
                    <a:lnTo>
                      <a:pt x="11350" y="4839"/>
                    </a:lnTo>
                    <a:cubicBezTo>
                      <a:pt x="11321" y="4810"/>
                      <a:pt x="11278" y="4796"/>
                      <a:pt x="11235" y="4796"/>
                    </a:cubicBezTo>
                    <a:cubicBezTo>
                      <a:pt x="11191" y="4796"/>
                      <a:pt x="11148" y="4810"/>
                      <a:pt x="11119" y="4839"/>
                    </a:cubicBezTo>
                    <a:cubicBezTo>
                      <a:pt x="10946" y="4897"/>
                      <a:pt x="10831" y="4955"/>
                      <a:pt x="10658" y="5012"/>
                    </a:cubicBezTo>
                    <a:lnTo>
                      <a:pt x="10486" y="4494"/>
                    </a:lnTo>
                    <a:cubicBezTo>
                      <a:pt x="11004" y="4263"/>
                      <a:pt x="11407" y="3745"/>
                      <a:pt x="11407" y="3111"/>
                    </a:cubicBezTo>
                    <a:cubicBezTo>
                      <a:pt x="11352" y="2397"/>
                      <a:pt x="10773" y="1840"/>
                      <a:pt x="10020" y="1840"/>
                    </a:cubicBezTo>
                    <a:cubicBezTo>
                      <a:pt x="9984" y="1840"/>
                      <a:pt x="9947" y="1841"/>
                      <a:pt x="9909" y="1844"/>
                    </a:cubicBezTo>
                    <a:cubicBezTo>
                      <a:pt x="9276" y="1844"/>
                      <a:pt x="8757" y="2304"/>
                      <a:pt x="8642" y="2881"/>
                    </a:cubicBezTo>
                    <a:lnTo>
                      <a:pt x="8124" y="2650"/>
                    </a:lnTo>
                    <a:cubicBezTo>
                      <a:pt x="8124" y="2535"/>
                      <a:pt x="8181" y="2420"/>
                      <a:pt x="8239" y="2304"/>
                    </a:cubicBezTo>
                    <a:cubicBezTo>
                      <a:pt x="8296" y="2189"/>
                      <a:pt x="8296" y="2132"/>
                      <a:pt x="8239" y="2016"/>
                    </a:cubicBezTo>
                    <a:lnTo>
                      <a:pt x="7893" y="1555"/>
                    </a:lnTo>
                    <a:lnTo>
                      <a:pt x="8181" y="1210"/>
                    </a:lnTo>
                    <a:lnTo>
                      <a:pt x="8700" y="1555"/>
                    </a:lnTo>
                    <a:cubicBezTo>
                      <a:pt x="8728" y="1584"/>
                      <a:pt x="8772" y="1599"/>
                      <a:pt x="8815" y="1599"/>
                    </a:cubicBezTo>
                    <a:cubicBezTo>
                      <a:pt x="8858" y="1599"/>
                      <a:pt x="8901" y="1584"/>
                      <a:pt x="8930" y="1555"/>
                    </a:cubicBezTo>
                    <a:cubicBezTo>
                      <a:pt x="9103" y="1440"/>
                      <a:pt x="9276" y="1383"/>
                      <a:pt x="9449" y="1325"/>
                    </a:cubicBezTo>
                    <a:cubicBezTo>
                      <a:pt x="9506" y="1267"/>
                      <a:pt x="9564" y="1210"/>
                      <a:pt x="9621" y="1095"/>
                    </a:cubicBezTo>
                    <a:lnTo>
                      <a:pt x="9679" y="518"/>
                    </a:lnTo>
                    <a:close/>
                    <a:moveTo>
                      <a:pt x="9909" y="4321"/>
                    </a:moveTo>
                    <a:lnTo>
                      <a:pt x="10198" y="4955"/>
                    </a:lnTo>
                    <a:lnTo>
                      <a:pt x="10428" y="5703"/>
                    </a:lnTo>
                    <a:lnTo>
                      <a:pt x="9506" y="5243"/>
                    </a:lnTo>
                    <a:lnTo>
                      <a:pt x="9909" y="4321"/>
                    </a:lnTo>
                    <a:close/>
                    <a:moveTo>
                      <a:pt x="12790" y="7720"/>
                    </a:moveTo>
                    <a:lnTo>
                      <a:pt x="12272" y="8296"/>
                    </a:lnTo>
                    <a:lnTo>
                      <a:pt x="8930" y="8296"/>
                    </a:lnTo>
                    <a:lnTo>
                      <a:pt x="9449" y="7720"/>
                    </a:lnTo>
                    <a:close/>
                    <a:moveTo>
                      <a:pt x="6626" y="2477"/>
                    </a:moveTo>
                    <a:lnTo>
                      <a:pt x="9621" y="3802"/>
                    </a:lnTo>
                    <a:lnTo>
                      <a:pt x="8988" y="5243"/>
                    </a:lnTo>
                    <a:cubicBezTo>
                      <a:pt x="8930" y="5415"/>
                      <a:pt x="8988" y="5531"/>
                      <a:pt x="9103" y="5588"/>
                    </a:cubicBezTo>
                    <a:lnTo>
                      <a:pt x="10543" y="6222"/>
                    </a:lnTo>
                    <a:lnTo>
                      <a:pt x="10140" y="7201"/>
                    </a:lnTo>
                    <a:lnTo>
                      <a:pt x="9333" y="7201"/>
                    </a:lnTo>
                    <a:cubicBezTo>
                      <a:pt x="9276" y="7201"/>
                      <a:pt x="9218" y="7259"/>
                      <a:pt x="9161" y="7259"/>
                    </a:cubicBezTo>
                    <a:lnTo>
                      <a:pt x="8124" y="8354"/>
                    </a:lnTo>
                    <a:cubicBezTo>
                      <a:pt x="8124" y="8411"/>
                      <a:pt x="8066" y="8526"/>
                      <a:pt x="8066" y="8642"/>
                    </a:cubicBezTo>
                    <a:lnTo>
                      <a:pt x="8066" y="10831"/>
                    </a:lnTo>
                    <a:lnTo>
                      <a:pt x="8008" y="10831"/>
                    </a:lnTo>
                    <a:lnTo>
                      <a:pt x="5301" y="9621"/>
                    </a:lnTo>
                    <a:lnTo>
                      <a:pt x="5301" y="5415"/>
                    </a:lnTo>
                    <a:lnTo>
                      <a:pt x="6626" y="2477"/>
                    </a:lnTo>
                    <a:close/>
                    <a:moveTo>
                      <a:pt x="13136" y="8065"/>
                    </a:moveTo>
                    <a:lnTo>
                      <a:pt x="13136" y="11407"/>
                    </a:lnTo>
                    <a:lnTo>
                      <a:pt x="12617" y="11983"/>
                    </a:lnTo>
                    <a:lnTo>
                      <a:pt x="12617" y="11176"/>
                    </a:lnTo>
                    <a:cubicBezTo>
                      <a:pt x="12617" y="11004"/>
                      <a:pt x="12502" y="10917"/>
                      <a:pt x="12387" y="10917"/>
                    </a:cubicBezTo>
                    <a:cubicBezTo>
                      <a:pt x="12272" y="10917"/>
                      <a:pt x="12156" y="11004"/>
                      <a:pt x="12156" y="11176"/>
                    </a:cubicBezTo>
                    <a:lnTo>
                      <a:pt x="12156" y="12329"/>
                    </a:lnTo>
                    <a:lnTo>
                      <a:pt x="10313" y="12329"/>
                    </a:lnTo>
                    <a:lnTo>
                      <a:pt x="10428" y="12156"/>
                    </a:lnTo>
                    <a:cubicBezTo>
                      <a:pt x="10486" y="12041"/>
                      <a:pt x="10486" y="11925"/>
                      <a:pt x="10428" y="11810"/>
                    </a:cubicBezTo>
                    <a:lnTo>
                      <a:pt x="9909" y="11349"/>
                    </a:lnTo>
                    <a:cubicBezTo>
                      <a:pt x="9876" y="11316"/>
                      <a:pt x="9824" y="11283"/>
                      <a:pt x="9763" y="11283"/>
                    </a:cubicBezTo>
                    <a:cubicBezTo>
                      <a:pt x="9719" y="11283"/>
                      <a:pt x="9670" y="11301"/>
                      <a:pt x="9621" y="11349"/>
                    </a:cubicBezTo>
                    <a:lnTo>
                      <a:pt x="9218" y="11637"/>
                    </a:lnTo>
                    <a:cubicBezTo>
                      <a:pt x="9103" y="11580"/>
                      <a:pt x="9045" y="11522"/>
                      <a:pt x="8988" y="11522"/>
                    </a:cubicBezTo>
                    <a:lnTo>
                      <a:pt x="8872" y="11004"/>
                    </a:lnTo>
                    <a:cubicBezTo>
                      <a:pt x="8829" y="10874"/>
                      <a:pt x="8754" y="10809"/>
                      <a:pt x="8646" y="10809"/>
                    </a:cubicBezTo>
                    <a:cubicBezTo>
                      <a:pt x="8610" y="10809"/>
                      <a:pt x="8570" y="10816"/>
                      <a:pt x="8527" y="10831"/>
                    </a:cubicBezTo>
                    <a:cubicBezTo>
                      <a:pt x="8527" y="10543"/>
                      <a:pt x="8527" y="9160"/>
                      <a:pt x="8527" y="8757"/>
                    </a:cubicBezTo>
                    <a:lnTo>
                      <a:pt x="12156" y="8757"/>
                    </a:lnTo>
                    <a:lnTo>
                      <a:pt x="12156" y="9909"/>
                    </a:lnTo>
                    <a:cubicBezTo>
                      <a:pt x="12156" y="10053"/>
                      <a:pt x="12272" y="10125"/>
                      <a:pt x="12387" y="10125"/>
                    </a:cubicBezTo>
                    <a:cubicBezTo>
                      <a:pt x="12502" y="10125"/>
                      <a:pt x="12617" y="10053"/>
                      <a:pt x="12617" y="9909"/>
                    </a:cubicBezTo>
                    <a:lnTo>
                      <a:pt x="12617" y="8642"/>
                    </a:lnTo>
                    <a:lnTo>
                      <a:pt x="13136" y="8065"/>
                    </a:lnTo>
                    <a:close/>
                    <a:moveTo>
                      <a:pt x="4840" y="12617"/>
                    </a:moveTo>
                    <a:lnTo>
                      <a:pt x="4840" y="14518"/>
                    </a:lnTo>
                    <a:lnTo>
                      <a:pt x="4436" y="14518"/>
                    </a:lnTo>
                    <a:cubicBezTo>
                      <a:pt x="3976" y="14518"/>
                      <a:pt x="3630" y="14172"/>
                      <a:pt x="3630" y="13711"/>
                    </a:cubicBezTo>
                    <a:lnTo>
                      <a:pt x="3630" y="12617"/>
                    </a:lnTo>
                    <a:close/>
                    <a:moveTo>
                      <a:pt x="8469" y="11292"/>
                    </a:moveTo>
                    <a:lnTo>
                      <a:pt x="8527" y="11753"/>
                    </a:lnTo>
                    <a:cubicBezTo>
                      <a:pt x="8584" y="11868"/>
                      <a:pt x="8642" y="11925"/>
                      <a:pt x="8700" y="11925"/>
                    </a:cubicBezTo>
                    <a:cubicBezTo>
                      <a:pt x="8872" y="11983"/>
                      <a:pt x="8988" y="12041"/>
                      <a:pt x="9103" y="12098"/>
                    </a:cubicBezTo>
                    <a:cubicBezTo>
                      <a:pt x="9161" y="12127"/>
                      <a:pt x="9204" y="12141"/>
                      <a:pt x="9247" y="12141"/>
                    </a:cubicBezTo>
                    <a:cubicBezTo>
                      <a:pt x="9290" y="12141"/>
                      <a:pt x="9333" y="12127"/>
                      <a:pt x="9391" y="12098"/>
                    </a:cubicBezTo>
                    <a:lnTo>
                      <a:pt x="9737" y="11810"/>
                    </a:lnTo>
                    <a:lnTo>
                      <a:pt x="9967" y="12041"/>
                    </a:lnTo>
                    <a:lnTo>
                      <a:pt x="9679" y="12386"/>
                    </a:lnTo>
                    <a:cubicBezTo>
                      <a:pt x="9621" y="12501"/>
                      <a:pt x="9621" y="12559"/>
                      <a:pt x="9679" y="12674"/>
                    </a:cubicBezTo>
                    <a:cubicBezTo>
                      <a:pt x="9737" y="12790"/>
                      <a:pt x="9794" y="12905"/>
                      <a:pt x="9852" y="13078"/>
                    </a:cubicBezTo>
                    <a:cubicBezTo>
                      <a:pt x="9852" y="13135"/>
                      <a:pt x="9967" y="13193"/>
                      <a:pt x="10025" y="13250"/>
                    </a:cubicBezTo>
                    <a:lnTo>
                      <a:pt x="10486" y="13308"/>
                    </a:lnTo>
                    <a:lnTo>
                      <a:pt x="10486" y="13596"/>
                    </a:lnTo>
                    <a:lnTo>
                      <a:pt x="10025" y="13654"/>
                    </a:lnTo>
                    <a:cubicBezTo>
                      <a:pt x="9967" y="13711"/>
                      <a:pt x="9909" y="13769"/>
                      <a:pt x="9852" y="13827"/>
                    </a:cubicBezTo>
                    <a:cubicBezTo>
                      <a:pt x="9852" y="13999"/>
                      <a:pt x="9794" y="14115"/>
                      <a:pt x="9679" y="14230"/>
                    </a:cubicBezTo>
                    <a:cubicBezTo>
                      <a:pt x="9621" y="14345"/>
                      <a:pt x="9679" y="14403"/>
                      <a:pt x="9679" y="14518"/>
                    </a:cubicBezTo>
                    <a:lnTo>
                      <a:pt x="9967" y="14864"/>
                    </a:lnTo>
                    <a:lnTo>
                      <a:pt x="9794" y="15094"/>
                    </a:lnTo>
                    <a:lnTo>
                      <a:pt x="9391" y="14806"/>
                    </a:lnTo>
                    <a:cubicBezTo>
                      <a:pt x="9362" y="14777"/>
                      <a:pt x="9319" y="14763"/>
                      <a:pt x="9276" y="14763"/>
                    </a:cubicBezTo>
                    <a:cubicBezTo>
                      <a:pt x="9233" y="14763"/>
                      <a:pt x="9189" y="14777"/>
                      <a:pt x="9161" y="14806"/>
                    </a:cubicBezTo>
                    <a:cubicBezTo>
                      <a:pt x="9045" y="14864"/>
                      <a:pt x="8872" y="14921"/>
                      <a:pt x="8757" y="14979"/>
                    </a:cubicBezTo>
                    <a:cubicBezTo>
                      <a:pt x="8642" y="14979"/>
                      <a:pt x="8584" y="15036"/>
                      <a:pt x="8584" y="15152"/>
                    </a:cubicBezTo>
                    <a:lnTo>
                      <a:pt x="8469" y="15612"/>
                    </a:lnTo>
                    <a:lnTo>
                      <a:pt x="8239" y="15612"/>
                    </a:lnTo>
                    <a:lnTo>
                      <a:pt x="8124" y="15152"/>
                    </a:lnTo>
                    <a:cubicBezTo>
                      <a:pt x="8124" y="15036"/>
                      <a:pt x="8066" y="14979"/>
                      <a:pt x="7951" y="14921"/>
                    </a:cubicBezTo>
                    <a:cubicBezTo>
                      <a:pt x="7835" y="14921"/>
                      <a:pt x="7663" y="14864"/>
                      <a:pt x="7547" y="14806"/>
                    </a:cubicBezTo>
                    <a:cubicBezTo>
                      <a:pt x="7519" y="14777"/>
                      <a:pt x="7475" y="14763"/>
                      <a:pt x="7432" y="14763"/>
                    </a:cubicBezTo>
                    <a:cubicBezTo>
                      <a:pt x="7389" y="14763"/>
                      <a:pt x="7346" y="14777"/>
                      <a:pt x="7317" y="14806"/>
                    </a:cubicBezTo>
                    <a:lnTo>
                      <a:pt x="6914" y="15036"/>
                    </a:lnTo>
                    <a:lnTo>
                      <a:pt x="6741" y="14864"/>
                    </a:lnTo>
                    <a:lnTo>
                      <a:pt x="7029" y="14460"/>
                    </a:lnTo>
                    <a:cubicBezTo>
                      <a:pt x="7029" y="14403"/>
                      <a:pt x="7029" y="14287"/>
                      <a:pt x="7029" y="14230"/>
                    </a:cubicBezTo>
                    <a:cubicBezTo>
                      <a:pt x="6914" y="14115"/>
                      <a:pt x="6856" y="13942"/>
                      <a:pt x="6856" y="13827"/>
                    </a:cubicBezTo>
                    <a:cubicBezTo>
                      <a:pt x="6798" y="13711"/>
                      <a:pt x="6741" y="13654"/>
                      <a:pt x="6626" y="13654"/>
                    </a:cubicBezTo>
                    <a:lnTo>
                      <a:pt x="6222" y="13538"/>
                    </a:lnTo>
                    <a:lnTo>
                      <a:pt x="6222" y="13308"/>
                    </a:lnTo>
                    <a:lnTo>
                      <a:pt x="6626" y="13193"/>
                    </a:lnTo>
                    <a:cubicBezTo>
                      <a:pt x="6741" y="13193"/>
                      <a:pt x="6798" y="13135"/>
                      <a:pt x="6856" y="13020"/>
                    </a:cubicBezTo>
                    <a:cubicBezTo>
                      <a:pt x="6856" y="12905"/>
                      <a:pt x="6914" y="12790"/>
                      <a:pt x="6971" y="12674"/>
                    </a:cubicBezTo>
                    <a:cubicBezTo>
                      <a:pt x="7029" y="12559"/>
                      <a:pt x="7029" y="12444"/>
                      <a:pt x="6971" y="12386"/>
                    </a:cubicBezTo>
                    <a:lnTo>
                      <a:pt x="6741" y="11983"/>
                    </a:lnTo>
                    <a:lnTo>
                      <a:pt x="6914" y="11810"/>
                    </a:lnTo>
                    <a:lnTo>
                      <a:pt x="7259" y="12098"/>
                    </a:lnTo>
                    <a:cubicBezTo>
                      <a:pt x="7317" y="12127"/>
                      <a:pt x="7360" y="12141"/>
                      <a:pt x="7403" y="12141"/>
                    </a:cubicBezTo>
                    <a:cubicBezTo>
                      <a:pt x="7447" y="12141"/>
                      <a:pt x="7490" y="12127"/>
                      <a:pt x="7547" y="12098"/>
                    </a:cubicBezTo>
                    <a:cubicBezTo>
                      <a:pt x="7663" y="12041"/>
                      <a:pt x="7835" y="11983"/>
                      <a:pt x="7951" y="11925"/>
                    </a:cubicBezTo>
                    <a:cubicBezTo>
                      <a:pt x="8066" y="11925"/>
                      <a:pt x="8124" y="11810"/>
                      <a:pt x="8124" y="11753"/>
                    </a:cubicBezTo>
                    <a:lnTo>
                      <a:pt x="8181" y="11292"/>
                    </a:lnTo>
                    <a:close/>
                    <a:moveTo>
                      <a:pt x="10255" y="0"/>
                    </a:moveTo>
                    <a:lnTo>
                      <a:pt x="9449" y="58"/>
                    </a:lnTo>
                    <a:cubicBezTo>
                      <a:pt x="9333" y="58"/>
                      <a:pt x="9218" y="115"/>
                      <a:pt x="9218" y="230"/>
                    </a:cubicBezTo>
                    <a:lnTo>
                      <a:pt x="9103" y="922"/>
                    </a:lnTo>
                    <a:cubicBezTo>
                      <a:pt x="8988" y="922"/>
                      <a:pt x="8872" y="979"/>
                      <a:pt x="8757" y="1037"/>
                    </a:cubicBezTo>
                    <a:lnTo>
                      <a:pt x="8239" y="691"/>
                    </a:lnTo>
                    <a:cubicBezTo>
                      <a:pt x="8205" y="674"/>
                      <a:pt x="8171" y="667"/>
                      <a:pt x="8138" y="667"/>
                    </a:cubicBezTo>
                    <a:cubicBezTo>
                      <a:pt x="8056" y="667"/>
                      <a:pt x="7975" y="708"/>
                      <a:pt x="7893" y="749"/>
                    </a:cubicBezTo>
                    <a:lnTo>
                      <a:pt x="7375" y="1383"/>
                    </a:lnTo>
                    <a:cubicBezTo>
                      <a:pt x="7259" y="1440"/>
                      <a:pt x="7259" y="1555"/>
                      <a:pt x="7375" y="1671"/>
                    </a:cubicBezTo>
                    <a:lnTo>
                      <a:pt x="7778" y="2189"/>
                    </a:lnTo>
                    <a:cubicBezTo>
                      <a:pt x="7720" y="2247"/>
                      <a:pt x="7663" y="2362"/>
                      <a:pt x="7663" y="2477"/>
                    </a:cubicBezTo>
                    <a:lnTo>
                      <a:pt x="6568" y="1959"/>
                    </a:lnTo>
                    <a:cubicBezTo>
                      <a:pt x="6522" y="1943"/>
                      <a:pt x="6480" y="1936"/>
                      <a:pt x="6442" y="1936"/>
                    </a:cubicBezTo>
                    <a:cubicBezTo>
                      <a:pt x="6338" y="1936"/>
                      <a:pt x="6265" y="1990"/>
                      <a:pt x="6222" y="2074"/>
                    </a:cubicBezTo>
                    <a:lnTo>
                      <a:pt x="5301" y="4263"/>
                    </a:lnTo>
                    <a:lnTo>
                      <a:pt x="5301" y="576"/>
                    </a:lnTo>
                    <a:cubicBezTo>
                      <a:pt x="5301" y="403"/>
                      <a:pt x="5185" y="317"/>
                      <a:pt x="5070" y="317"/>
                    </a:cubicBezTo>
                    <a:cubicBezTo>
                      <a:pt x="4955" y="317"/>
                      <a:pt x="4840" y="403"/>
                      <a:pt x="4840" y="576"/>
                    </a:cubicBezTo>
                    <a:lnTo>
                      <a:pt x="4840" y="1613"/>
                    </a:lnTo>
                    <a:cubicBezTo>
                      <a:pt x="3169" y="1671"/>
                      <a:pt x="1671" y="2535"/>
                      <a:pt x="807" y="3918"/>
                    </a:cubicBezTo>
                    <a:cubicBezTo>
                      <a:pt x="686" y="4079"/>
                      <a:pt x="848" y="4269"/>
                      <a:pt x="1015" y="4269"/>
                    </a:cubicBezTo>
                    <a:cubicBezTo>
                      <a:pt x="1086" y="4269"/>
                      <a:pt x="1159" y="4234"/>
                      <a:pt x="1210" y="4148"/>
                    </a:cubicBezTo>
                    <a:cubicBezTo>
                      <a:pt x="2017" y="2938"/>
                      <a:pt x="3342" y="2132"/>
                      <a:pt x="4840" y="2074"/>
                    </a:cubicBezTo>
                    <a:lnTo>
                      <a:pt x="4840" y="12156"/>
                    </a:lnTo>
                    <a:lnTo>
                      <a:pt x="3342" y="12156"/>
                    </a:lnTo>
                    <a:cubicBezTo>
                      <a:pt x="3169" y="12156"/>
                      <a:pt x="2996" y="11983"/>
                      <a:pt x="2996" y="11753"/>
                    </a:cubicBezTo>
                    <a:lnTo>
                      <a:pt x="2996" y="10946"/>
                    </a:lnTo>
                    <a:cubicBezTo>
                      <a:pt x="2996" y="10888"/>
                      <a:pt x="2939" y="10773"/>
                      <a:pt x="2881" y="10716"/>
                    </a:cubicBezTo>
                    <a:cubicBezTo>
                      <a:pt x="1383" y="9909"/>
                      <a:pt x="461" y="8354"/>
                      <a:pt x="461" y="6625"/>
                    </a:cubicBezTo>
                    <a:cubicBezTo>
                      <a:pt x="461" y="6164"/>
                      <a:pt x="577" y="5703"/>
                      <a:pt x="692" y="5300"/>
                    </a:cubicBezTo>
                    <a:cubicBezTo>
                      <a:pt x="765" y="5118"/>
                      <a:pt x="607" y="5005"/>
                      <a:pt x="452" y="5005"/>
                    </a:cubicBezTo>
                    <a:cubicBezTo>
                      <a:pt x="362" y="5005"/>
                      <a:pt x="273" y="5043"/>
                      <a:pt x="231" y="5127"/>
                    </a:cubicBezTo>
                    <a:cubicBezTo>
                      <a:pt x="116" y="5646"/>
                      <a:pt x="0" y="6107"/>
                      <a:pt x="0" y="6625"/>
                    </a:cubicBezTo>
                    <a:cubicBezTo>
                      <a:pt x="0" y="8469"/>
                      <a:pt x="980" y="10139"/>
                      <a:pt x="2535" y="11061"/>
                    </a:cubicBezTo>
                    <a:lnTo>
                      <a:pt x="2535" y="11753"/>
                    </a:lnTo>
                    <a:cubicBezTo>
                      <a:pt x="2535" y="12156"/>
                      <a:pt x="2766" y="12444"/>
                      <a:pt x="3111" y="12559"/>
                    </a:cubicBezTo>
                    <a:lnTo>
                      <a:pt x="3111" y="13711"/>
                    </a:lnTo>
                    <a:cubicBezTo>
                      <a:pt x="3111" y="14403"/>
                      <a:pt x="3745" y="15036"/>
                      <a:pt x="4436" y="15036"/>
                    </a:cubicBezTo>
                    <a:lnTo>
                      <a:pt x="4840" y="15036"/>
                    </a:lnTo>
                    <a:lnTo>
                      <a:pt x="4840" y="15843"/>
                    </a:lnTo>
                    <a:cubicBezTo>
                      <a:pt x="4840" y="16016"/>
                      <a:pt x="4955" y="16102"/>
                      <a:pt x="5070" y="16102"/>
                    </a:cubicBezTo>
                    <a:cubicBezTo>
                      <a:pt x="5185" y="16102"/>
                      <a:pt x="5301" y="16016"/>
                      <a:pt x="5301" y="15843"/>
                    </a:cubicBezTo>
                    <a:lnTo>
                      <a:pt x="5301" y="10197"/>
                    </a:lnTo>
                    <a:lnTo>
                      <a:pt x="7720" y="11234"/>
                    </a:lnTo>
                    <a:lnTo>
                      <a:pt x="7663" y="11522"/>
                    </a:lnTo>
                    <a:cubicBezTo>
                      <a:pt x="7605" y="11580"/>
                      <a:pt x="7490" y="11580"/>
                      <a:pt x="7432" y="11637"/>
                    </a:cubicBezTo>
                    <a:lnTo>
                      <a:pt x="7029" y="11349"/>
                    </a:lnTo>
                    <a:cubicBezTo>
                      <a:pt x="6971" y="11320"/>
                      <a:pt x="6914" y="11306"/>
                      <a:pt x="6856" y="11306"/>
                    </a:cubicBezTo>
                    <a:cubicBezTo>
                      <a:pt x="6798" y="11306"/>
                      <a:pt x="6741" y="11320"/>
                      <a:pt x="6683" y="11349"/>
                    </a:cubicBezTo>
                    <a:lnTo>
                      <a:pt x="6222" y="11810"/>
                    </a:lnTo>
                    <a:cubicBezTo>
                      <a:pt x="6165" y="11925"/>
                      <a:pt x="6165" y="12041"/>
                      <a:pt x="6222" y="12156"/>
                    </a:cubicBezTo>
                    <a:lnTo>
                      <a:pt x="6510" y="12559"/>
                    </a:lnTo>
                    <a:cubicBezTo>
                      <a:pt x="6453" y="12617"/>
                      <a:pt x="6453" y="12732"/>
                      <a:pt x="6395" y="12790"/>
                    </a:cubicBezTo>
                    <a:lnTo>
                      <a:pt x="5877" y="12905"/>
                    </a:lnTo>
                    <a:cubicBezTo>
                      <a:pt x="5761" y="12905"/>
                      <a:pt x="5704" y="13020"/>
                      <a:pt x="5704" y="13135"/>
                    </a:cubicBezTo>
                    <a:lnTo>
                      <a:pt x="5704" y="13769"/>
                    </a:lnTo>
                    <a:cubicBezTo>
                      <a:pt x="5704" y="13884"/>
                      <a:pt x="5819" y="13999"/>
                      <a:pt x="5877" y="13999"/>
                    </a:cubicBezTo>
                    <a:lnTo>
                      <a:pt x="6395" y="14115"/>
                    </a:lnTo>
                    <a:cubicBezTo>
                      <a:pt x="6453" y="14172"/>
                      <a:pt x="6453" y="14287"/>
                      <a:pt x="6510" y="14345"/>
                    </a:cubicBezTo>
                    <a:lnTo>
                      <a:pt x="6222" y="14748"/>
                    </a:lnTo>
                    <a:cubicBezTo>
                      <a:pt x="6165" y="14864"/>
                      <a:pt x="6165" y="14979"/>
                      <a:pt x="6222" y="15094"/>
                    </a:cubicBezTo>
                    <a:lnTo>
                      <a:pt x="6741" y="15555"/>
                    </a:lnTo>
                    <a:cubicBezTo>
                      <a:pt x="6774" y="15588"/>
                      <a:pt x="6827" y="15621"/>
                      <a:pt x="6887" y="15621"/>
                    </a:cubicBezTo>
                    <a:cubicBezTo>
                      <a:pt x="6932" y="15621"/>
                      <a:pt x="6980" y="15604"/>
                      <a:pt x="7029" y="15555"/>
                    </a:cubicBezTo>
                    <a:lnTo>
                      <a:pt x="7432" y="15267"/>
                    </a:lnTo>
                    <a:cubicBezTo>
                      <a:pt x="7547" y="15324"/>
                      <a:pt x="7605" y="15382"/>
                      <a:pt x="7663" y="15382"/>
                    </a:cubicBezTo>
                    <a:lnTo>
                      <a:pt x="7778" y="15901"/>
                    </a:lnTo>
                    <a:cubicBezTo>
                      <a:pt x="7778" y="16016"/>
                      <a:pt x="7893" y="16073"/>
                      <a:pt x="8008" y="16073"/>
                    </a:cubicBezTo>
                    <a:lnTo>
                      <a:pt x="8700" y="16131"/>
                    </a:lnTo>
                    <a:cubicBezTo>
                      <a:pt x="8815" y="16131"/>
                      <a:pt x="8872" y="16016"/>
                      <a:pt x="8930" y="15901"/>
                    </a:cubicBezTo>
                    <a:lnTo>
                      <a:pt x="8988" y="15382"/>
                    </a:lnTo>
                    <a:cubicBezTo>
                      <a:pt x="9103" y="15382"/>
                      <a:pt x="9161" y="15324"/>
                      <a:pt x="9218" y="15324"/>
                    </a:cubicBezTo>
                    <a:lnTo>
                      <a:pt x="9621" y="15612"/>
                    </a:lnTo>
                    <a:cubicBezTo>
                      <a:pt x="9669" y="15636"/>
                      <a:pt x="9717" y="15650"/>
                      <a:pt x="9765" y="15650"/>
                    </a:cubicBezTo>
                    <a:cubicBezTo>
                      <a:pt x="9832" y="15650"/>
                      <a:pt x="9900" y="15622"/>
                      <a:pt x="9967" y="15555"/>
                    </a:cubicBezTo>
                    <a:lnTo>
                      <a:pt x="10428" y="15094"/>
                    </a:lnTo>
                    <a:cubicBezTo>
                      <a:pt x="10486" y="15036"/>
                      <a:pt x="10486" y="14921"/>
                      <a:pt x="10428" y="14806"/>
                    </a:cubicBezTo>
                    <a:lnTo>
                      <a:pt x="10140" y="14345"/>
                    </a:lnTo>
                    <a:cubicBezTo>
                      <a:pt x="10198" y="14287"/>
                      <a:pt x="10198" y="14230"/>
                      <a:pt x="10255" y="14115"/>
                    </a:cubicBezTo>
                    <a:lnTo>
                      <a:pt x="10774" y="14057"/>
                    </a:lnTo>
                    <a:cubicBezTo>
                      <a:pt x="10889" y="13999"/>
                      <a:pt x="10946" y="13942"/>
                      <a:pt x="10946" y="13827"/>
                    </a:cubicBezTo>
                    <a:lnTo>
                      <a:pt x="10946" y="13135"/>
                    </a:lnTo>
                    <a:cubicBezTo>
                      <a:pt x="10946" y="13020"/>
                      <a:pt x="10831" y="12905"/>
                      <a:pt x="10774" y="12905"/>
                    </a:cubicBezTo>
                    <a:lnTo>
                      <a:pt x="10255" y="12847"/>
                    </a:lnTo>
                    <a:lnTo>
                      <a:pt x="12329" y="12847"/>
                    </a:lnTo>
                    <a:cubicBezTo>
                      <a:pt x="12387" y="12847"/>
                      <a:pt x="12444" y="12790"/>
                      <a:pt x="12502" y="12732"/>
                    </a:cubicBezTo>
                    <a:lnTo>
                      <a:pt x="13539" y="11695"/>
                    </a:lnTo>
                    <a:cubicBezTo>
                      <a:pt x="13539" y="11637"/>
                      <a:pt x="13597" y="11580"/>
                      <a:pt x="13597" y="11522"/>
                    </a:cubicBezTo>
                    <a:lnTo>
                      <a:pt x="13597" y="7432"/>
                    </a:lnTo>
                    <a:cubicBezTo>
                      <a:pt x="13597" y="7317"/>
                      <a:pt x="13481" y="7201"/>
                      <a:pt x="13366" y="7201"/>
                    </a:cubicBezTo>
                    <a:lnTo>
                      <a:pt x="10658" y="7201"/>
                    </a:lnTo>
                    <a:lnTo>
                      <a:pt x="11119" y="6222"/>
                    </a:lnTo>
                    <a:cubicBezTo>
                      <a:pt x="11119" y="6164"/>
                      <a:pt x="11119" y="6107"/>
                      <a:pt x="11119" y="6049"/>
                    </a:cubicBezTo>
                    <a:lnTo>
                      <a:pt x="10889" y="5473"/>
                    </a:lnTo>
                    <a:cubicBezTo>
                      <a:pt x="11004" y="5415"/>
                      <a:pt x="11119" y="5358"/>
                      <a:pt x="11235" y="5300"/>
                    </a:cubicBezTo>
                    <a:lnTo>
                      <a:pt x="11811" y="5646"/>
                    </a:lnTo>
                    <a:cubicBezTo>
                      <a:pt x="11858" y="5670"/>
                      <a:pt x="11896" y="5684"/>
                      <a:pt x="11932" y="5684"/>
                    </a:cubicBezTo>
                    <a:cubicBezTo>
                      <a:pt x="11983" y="5684"/>
                      <a:pt x="12031" y="5656"/>
                      <a:pt x="12099" y="5588"/>
                    </a:cubicBezTo>
                    <a:lnTo>
                      <a:pt x="12675" y="5012"/>
                    </a:lnTo>
                    <a:cubicBezTo>
                      <a:pt x="12732" y="4897"/>
                      <a:pt x="12732" y="4782"/>
                      <a:pt x="12675" y="4666"/>
                    </a:cubicBezTo>
                    <a:lnTo>
                      <a:pt x="12272" y="4148"/>
                    </a:lnTo>
                    <a:cubicBezTo>
                      <a:pt x="12329" y="4033"/>
                      <a:pt x="12329" y="3918"/>
                      <a:pt x="12387" y="3802"/>
                    </a:cubicBezTo>
                    <a:lnTo>
                      <a:pt x="13020" y="3687"/>
                    </a:lnTo>
                    <a:cubicBezTo>
                      <a:pt x="13136" y="3629"/>
                      <a:pt x="13193" y="3514"/>
                      <a:pt x="13193" y="3399"/>
                    </a:cubicBezTo>
                    <a:lnTo>
                      <a:pt x="13193" y="2592"/>
                    </a:lnTo>
                    <a:cubicBezTo>
                      <a:pt x="13193" y="2477"/>
                      <a:pt x="13078" y="2420"/>
                      <a:pt x="12963" y="2362"/>
                    </a:cubicBezTo>
                    <a:lnTo>
                      <a:pt x="12329" y="2304"/>
                    </a:lnTo>
                    <a:cubicBezTo>
                      <a:pt x="12272" y="2189"/>
                      <a:pt x="12214" y="2074"/>
                      <a:pt x="12156" y="1959"/>
                    </a:cubicBezTo>
                    <a:lnTo>
                      <a:pt x="12502" y="1383"/>
                    </a:lnTo>
                    <a:cubicBezTo>
                      <a:pt x="12560" y="1325"/>
                      <a:pt x="12560" y="1152"/>
                      <a:pt x="12444" y="1095"/>
                    </a:cubicBezTo>
                    <a:lnTo>
                      <a:pt x="11811" y="576"/>
                    </a:lnTo>
                    <a:cubicBezTo>
                      <a:pt x="11777" y="509"/>
                      <a:pt x="11723" y="481"/>
                      <a:pt x="11662" y="481"/>
                    </a:cubicBezTo>
                    <a:cubicBezTo>
                      <a:pt x="11618" y="481"/>
                      <a:pt x="11570" y="495"/>
                      <a:pt x="11523" y="518"/>
                    </a:cubicBezTo>
                    <a:lnTo>
                      <a:pt x="11004" y="922"/>
                    </a:lnTo>
                    <a:cubicBezTo>
                      <a:pt x="10889" y="922"/>
                      <a:pt x="10774" y="864"/>
                      <a:pt x="10658" y="807"/>
                    </a:cubicBezTo>
                    <a:lnTo>
                      <a:pt x="10486" y="173"/>
                    </a:lnTo>
                    <a:cubicBezTo>
                      <a:pt x="10486" y="58"/>
                      <a:pt x="10370" y="0"/>
                      <a:pt x="102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64"/>
              <p:cNvSpPr/>
              <p:nvPr/>
            </p:nvSpPr>
            <p:spPr>
              <a:xfrm>
                <a:off x="6055375" y="2385075"/>
                <a:ext cx="54750" cy="54750"/>
              </a:xfrm>
              <a:custGeom>
                <a:rect b="b" l="l" r="r" t="t"/>
                <a:pathLst>
                  <a:path extrusionOk="0" h="2190" w="2190">
                    <a:moveTo>
                      <a:pt x="1095" y="461"/>
                    </a:moveTo>
                    <a:cubicBezTo>
                      <a:pt x="1268" y="461"/>
                      <a:pt x="1383" y="519"/>
                      <a:pt x="1498" y="634"/>
                    </a:cubicBezTo>
                    <a:cubicBezTo>
                      <a:pt x="1613" y="749"/>
                      <a:pt x="1671" y="922"/>
                      <a:pt x="1671" y="1095"/>
                    </a:cubicBezTo>
                    <a:cubicBezTo>
                      <a:pt x="1671" y="1210"/>
                      <a:pt x="1613" y="1383"/>
                      <a:pt x="1498" y="1498"/>
                    </a:cubicBezTo>
                    <a:cubicBezTo>
                      <a:pt x="1383" y="1613"/>
                      <a:pt x="1268" y="1671"/>
                      <a:pt x="1095" y="1671"/>
                    </a:cubicBezTo>
                    <a:cubicBezTo>
                      <a:pt x="922" y="1671"/>
                      <a:pt x="807" y="1613"/>
                      <a:pt x="692" y="1498"/>
                    </a:cubicBezTo>
                    <a:cubicBezTo>
                      <a:pt x="576" y="1383"/>
                      <a:pt x="519" y="1210"/>
                      <a:pt x="519" y="1095"/>
                    </a:cubicBezTo>
                    <a:cubicBezTo>
                      <a:pt x="519" y="922"/>
                      <a:pt x="576" y="749"/>
                      <a:pt x="692" y="634"/>
                    </a:cubicBezTo>
                    <a:cubicBezTo>
                      <a:pt x="807" y="519"/>
                      <a:pt x="922" y="461"/>
                      <a:pt x="1095" y="461"/>
                    </a:cubicBezTo>
                    <a:close/>
                    <a:moveTo>
                      <a:pt x="1095" y="0"/>
                    </a:moveTo>
                    <a:cubicBezTo>
                      <a:pt x="807" y="0"/>
                      <a:pt x="519" y="115"/>
                      <a:pt x="346" y="346"/>
                    </a:cubicBezTo>
                    <a:cubicBezTo>
                      <a:pt x="116" y="519"/>
                      <a:pt x="0" y="807"/>
                      <a:pt x="0" y="1095"/>
                    </a:cubicBezTo>
                    <a:cubicBezTo>
                      <a:pt x="0" y="1383"/>
                      <a:pt x="116" y="1613"/>
                      <a:pt x="346" y="1844"/>
                    </a:cubicBezTo>
                    <a:cubicBezTo>
                      <a:pt x="519" y="2074"/>
                      <a:pt x="807" y="2189"/>
                      <a:pt x="1095" y="2189"/>
                    </a:cubicBezTo>
                    <a:cubicBezTo>
                      <a:pt x="1383" y="2189"/>
                      <a:pt x="1671" y="2074"/>
                      <a:pt x="1844" y="1844"/>
                    </a:cubicBezTo>
                    <a:cubicBezTo>
                      <a:pt x="2074" y="1613"/>
                      <a:pt x="2190" y="1383"/>
                      <a:pt x="2190" y="1095"/>
                    </a:cubicBezTo>
                    <a:cubicBezTo>
                      <a:pt x="2190" y="807"/>
                      <a:pt x="2074" y="519"/>
                      <a:pt x="1844" y="346"/>
                    </a:cubicBezTo>
                    <a:cubicBezTo>
                      <a:pt x="1671" y="115"/>
                      <a:pt x="1383" y="0"/>
                      <a:pt x="109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 name="Google Shape;1463;p64"/>
              <p:cNvSpPr/>
              <p:nvPr/>
            </p:nvSpPr>
            <p:spPr>
              <a:xfrm>
                <a:off x="5867625" y="2111550"/>
                <a:ext cx="36550" cy="33025"/>
              </a:xfrm>
              <a:custGeom>
                <a:rect b="b" l="l" r="r" t="t"/>
                <a:pathLst>
                  <a:path extrusionOk="0" h="1321" w="1462">
                    <a:moveTo>
                      <a:pt x="355" y="0"/>
                    </a:moveTo>
                    <a:cubicBezTo>
                      <a:pt x="185" y="0"/>
                      <a:pt x="0" y="217"/>
                      <a:pt x="136" y="399"/>
                    </a:cubicBezTo>
                    <a:lnTo>
                      <a:pt x="943" y="1205"/>
                    </a:lnTo>
                    <a:cubicBezTo>
                      <a:pt x="1000" y="1263"/>
                      <a:pt x="1058" y="1320"/>
                      <a:pt x="1116" y="1320"/>
                    </a:cubicBezTo>
                    <a:cubicBezTo>
                      <a:pt x="1346" y="1320"/>
                      <a:pt x="1461" y="1032"/>
                      <a:pt x="1288" y="917"/>
                    </a:cubicBezTo>
                    <a:lnTo>
                      <a:pt x="482" y="53"/>
                    </a:lnTo>
                    <a:cubicBezTo>
                      <a:pt x="445" y="16"/>
                      <a:pt x="400" y="0"/>
                      <a:pt x="3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p64"/>
              <p:cNvSpPr/>
              <p:nvPr/>
            </p:nvSpPr>
            <p:spPr>
              <a:xfrm>
                <a:off x="5817725" y="2236725"/>
                <a:ext cx="43225" cy="11550"/>
              </a:xfrm>
              <a:custGeom>
                <a:rect b="b" l="l" r="r" t="t"/>
                <a:pathLst>
                  <a:path extrusionOk="0" h="462" w="1729">
                    <a:moveTo>
                      <a:pt x="289" y="0"/>
                    </a:moveTo>
                    <a:cubicBezTo>
                      <a:pt x="1" y="0"/>
                      <a:pt x="1" y="461"/>
                      <a:pt x="289" y="461"/>
                    </a:cubicBezTo>
                    <a:lnTo>
                      <a:pt x="1441" y="461"/>
                    </a:lnTo>
                    <a:cubicBezTo>
                      <a:pt x="1729" y="461"/>
                      <a:pt x="1729"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64"/>
              <p:cNvSpPr/>
              <p:nvPr/>
            </p:nvSpPr>
            <p:spPr>
              <a:xfrm>
                <a:off x="5869475" y="2341400"/>
                <a:ext cx="36575" cy="32625"/>
              </a:xfrm>
              <a:custGeom>
                <a:rect b="b" l="l" r="r" t="t"/>
                <a:pathLst>
                  <a:path extrusionOk="0" h="1305" w="1463">
                    <a:moveTo>
                      <a:pt x="1147" y="1"/>
                    </a:moveTo>
                    <a:cubicBezTo>
                      <a:pt x="1094" y="1"/>
                      <a:pt x="1038" y="23"/>
                      <a:pt x="984" y="77"/>
                    </a:cubicBezTo>
                    <a:lnTo>
                      <a:pt x="177" y="883"/>
                    </a:lnTo>
                    <a:cubicBezTo>
                      <a:pt x="1" y="1060"/>
                      <a:pt x="163" y="1305"/>
                      <a:pt x="352" y="1305"/>
                    </a:cubicBezTo>
                    <a:cubicBezTo>
                      <a:pt x="410" y="1305"/>
                      <a:pt x="470" y="1282"/>
                      <a:pt x="523" y="1229"/>
                    </a:cubicBezTo>
                    <a:lnTo>
                      <a:pt x="1330" y="422"/>
                    </a:lnTo>
                    <a:cubicBezTo>
                      <a:pt x="1462" y="245"/>
                      <a:pt x="1323" y="1"/>
                      <a:pt x="11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66" name="Google Shape;1466;p64"/>
          <p:cNvGrpSpPr/>
          <p:nvPr/>
        </p:nvGrpSpPr>
        <p:grpSpPr>
          <a:xfrm>
            <a:off x="4749577" y="4004729"/>
            <a:ext cx="595348" cy="595348"/>
            <a:chOff x="3564753" y="3892075"/>
            <a:chExt cx="707400" cy="707400"/>
          </a:xfrm>
        </p:grpSpPr>
        <p:sp>
          <p:nvSpPr>
            <p:cNvPr id="1467" name="Google Shape;1467;p64"/>
            <p:cNvSpPr/>
            <p:nvPr/>
          </p:nvSpPr>
          <p:spPr>
            <a:xfrm flipH="1">
              <a:off x="3564753" y="38920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68" name="Google Shape;1468;p64"/>
            <p:cNvGrpSpPr/>
            <p:nvPr/>
          </p:nvGrpSpPr>
          <p:grpSpPr>
            <a:xfrm>
              <a:off x="3716813" y="4049300"/>
              <a:ext cx="403300" cy="402000"/>
              <a:chOff x="3226675" y="3227475"/>
              <a:chExt cx="403300" cy="402000"/>
            </a:xfrm>
          </p:grpSpPr>
          <p:sp>
            <p:nvSpPr>
              <p:cNvPr id="1469" name="Google Shape;1469;p64"/>
              <p:cNvSpPr/>
              <p:nvPr/>
            </p:nvSpPr>
            <p:spPr>
              <a:xfrm>
                <a:off x="3421125" y="3363000"/>
                <a:ext cx="14425" cy="11550"/>
              </a:xfrm>
              <a:custGeom>
                <a:rect b="b" l="l" r="r" t="t"/>
                <a:pathLst>
                  <a:path extrusionOk="0" h="462" w="577">
                    <a:moveTo>
                      <a:pt x="288" y="1"/>
                    </a:moveTo>
                    <a:cubicBezTo>
                      <a:pt x="0" y="1"/>
                      <a:pt x="0" y="462"/>
                      <a:pt x="288" y="462"/>
                    </a:cubicBezTo>
                    <a:cubicBezTo>
                      <a:pt x="576" y="462"/>
                      <a:pt x="576"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64"/>
              <p:cNvSpPr/>
              <p:nvPr/>
            </p:nvSpPr>
            <p:spPr>
              <a:xfrm>
                <a:off x="3395200" y="336877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64"/>
              <p:cNvSpPr/>
              <p:nvPr/>
            </p:nvSpPr>
            <p:spPr>
              <a:xfrm>
                <a:off x="3376475" y="3387500"/>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64"/>
              <p:cNvSpPr/>
              <p:nvPr/>
            </p:nvSpPr>
            <p:spPr>
              <a:xfrm>
                <a:off x="3369275" y="3413425"/>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64"/>
              <p:cNvSpPr/>
              <p:nvPr/>
            </p:nvSpPr>
            <p:spPr>
              <a:xfrm>
                <a:off x="3375025" y="3439350"/>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64"/>
              <p:cNvSpPr/>
              <p:nvPr/>
            </p:nvSpPr>
            <p:spPr>
              <a:xfrm>
                <a:off x="3393750" y="34580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64"/>
              <p:cNvSpPr/>
              <p:nvPr/>
            </p:nvSpPr>
            <p:spPr>
              <a:xfrm>
                <a:off x="3419675" y="3465275"/>
                <a:ext cx="14425" cy="11550"/>
              </a:xfrm>
              <a:custGeom>
                <a:rect b="b" l="l" r="r" t="t"/>
                <a:pathLst>
                  <a:path extrusionOk="0" h="462"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64"/>
              <p:cNvSpPr/>
              <p:nvPr/>
            </p:nvSpPr>
            <p:spPr>
              <a:xfrm>
                <a:off x="3445600" y="34580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64"/>
              <p:cNvSpPr/>
              <p:nvPr/>
            </p:nvSpPr>
            <p:spPr>
              <a:xfrm>
                <a:off x="3464325" y="3440775"/>
                <a:ext cx="14425" cy="11550"/>
              </a:xfrm>
              <a:custGeom>
                <a:rect b="b" l="l" r="r" t="t"/>
                <a:pathLst>
                  <a:path extrusionOk="0" h="462" w="577">
                    <a:moveTo>
                      <a:pt x="288" y="1"/>
                    </a:moveTo>
                    <a:cubicBezTo>
                      <a:pt x="0" y="1"/>
                      <a:pt x="0" y="462"/>
                      <a:pt x="288" y="462"/>
                    </a:cubicBezTo>
                    <a:cubicBezTo>
                      <a:pt x="577" y="462"/>
                      <a:pt x="577"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64"/>
              <p:cNvSpPr/>
              <p:nvPr/>
            </p:nvSpPr>
            <p:spPr>
              <a:xfrm>
                <a:off x="3471525" y="3414850"/>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 name="Google Shape;1479;p64"/>
              <p:cNvSpPr/>
              <p:nvPr/>
            </p:nvSpPr>
            <p:spPr>
              <a:xfrm>
                <a:off x="3464325" y="3388925"/>
                <a:ext cx="15875" cy="11550"/>
              </a:xfrm>
              <a:custGeom>
                <a:rect b="b" l="l" r="r" t="t"/>
                <a:pathLst>
                  <a:path extrusionOk="0" h="462" w="635">
                    <a:moveTo>
                      <a:pt x="346" y="1"/>
                    </a:moveTo>
                    <a:cubicBezTo>
                      <a:pt x="0" y="1"/>
                      <a:pt x="0"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64"/>
              <p:cNvSpPr/>
              <p:nvPr/>
            </p:nvSpPr>
            <p:spPr>
              <a:xfrm>
                <a:off x="3401750" y="3369075"/>
                <a:ext cx="59325" cy="70875"/>
              </a:xfrm>
              <a:custGeom>
                <a:rect b="b" l="l" r="r" t="t"/>
                <a:pathLst>
                  <a:path extrusionOk="0" h="2835" w="2373">
                    <a:moveTo>
                      <a:pt x="1754" y="852"/>
                    </a:moveTo>
                    <a:lnTo>
                      <a:pt x="1754" y="852"/>
                    </a:lnTo>
                    <a:cubicBezTo>
                      <a:pt x="1639" y="1486"/>
                      <a:pt x="1466" y="2062"/>
                      <a:pt x="1409" y="2177"/>
                    </a:cubicBezTo>
                    <a:cubicBezTo>
                      <a:pt x="1239" y="2220"/>
                      <a:pt x="1163" y="2356"/>
                      <a:pt x="1043" y="2356"/>
                    </a:cubicBezTo>
                    <a:cubicBezTo>
                      <a:pt x="1000" y="2356"/>
                      <a:pt x="951" y="2338"/>
                      <a:pt x="890" y="2293"/>
                    </a:cubicBezTo>
                    <a:cubicBezTo>
                      <a:pt x="717" y="2177"/>
                      <a:pt x="660" y="1947"/>
                      <a:pt x="717" y="1774"/>
                    </a:cubicBezTo>
                    <a:cubicBezTo>
                      <a:pt x="833" y="1659"/>
                      <a:pt x="1236" y="1256"/>
                      <a:pt x="1754" y="852"/>
                    </a:cubicBezTo>
                    <a:close/>
                    <a:moveTo>
                      <a:pt x="2082" y="1"/>
                    </a:moveTo>
                    <a:cubicBezTo>
                      <a:pt x="2028" y="1"/>
                      <a:pt x="1974" y="15"/>
                      <a:pt x="1927" y="46"/>
                    </a:cubicBezTo>
                    <a:cubicBezTo>
                      <a:pt x="1697" y="219"/>
                      <a:pt x="545" y="1256"/>
                      <a:pt x="314" y="1544"/>
                    </a:cubicBezTo>
                    <a:cubicBezTo>
                      <a:pt x="1" y="2118"/>
                      <a:pt x="492" y="2835"/>
                      <a:pt x="1102" y="2835"/>
                    </a:cubicBezTo>
                    <a:cubicBezTo>
                      <a:pt x="1165" y="2835"/>
                      <a:pt x="1229" y="2827"/>
                      <a:pt x="1294" y="2811"/>
                    </a:cubicBezTo>
                    <a:cubicBezTo>
                      <a:pt x="1524" y="2754"/>
                      <a:pt x="1697" y="2581"/>
                      <a:pt x="1812" y="2408"/>
                    </a:cubicBezTo>
                    <a:cubicBezTo>
                      <a:pt x="1985" y="2120"/>
                      <a:pt x="2273" y="564"/>
                      <a:pt x="2331" y="276"/>
                    </a:cubicBezTo>
                    <a:cubicBezTo>
                      <a:pt x="2373" y="108"/>
                      <a:pt x="2230" y="1"/>
                      <a:pt x="208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64"/>
              <p:cNvSpPr/>
              <p:nvPr/>
            </p:nvSpPr>
            <p:spPr>
              <a:xfrm>
                <a:off x="3226675" y="3227475"/>
                <a:ext cx="403300" cy="402000"/>
              </a:xfrm>
              <a:custGeom>
                <a:rect b="b" l="l" r="r" t="t"/>
                <a:pathLst>
                  <a:path extrusionOk="0" h="16080" w="16132">
                    <a:moveTo>
                      <a:pt x="8700" y="2080"/>
                    </a:moveTo>
                    <a:cubicBezTo>
                      <a:pt x="8757" y="2080"/>
                      <a:pt x="8873" y="2138"/>
                      <a:pt x="8873" y="2196"/>
                    </a:cubicBezTo>
                    <a:cubicBezTo>
                      <a:pt x="8930" y="2311"/>
                      <a:pt x="8815" y="2426"/>
                      <a:pt x="8700" y="2426"/>
                    </a:cubicBezTo>
                    <a:lnTo>
                      <a:pt x="7375" y="2426"/>
                    </a:lnTo>
                    <a:cubicBezTo>
                      <a:pt x="7317" y="2426"/>
                      <a:pt x="7202" y="2311"/>
                      <a:pt x="7202" y="2253"/>
                    </a:cubicBezTo>
                    <a:cubicBezTo>
                      <a:pt x="7202" y="2138"/>
                      <a:pt x="7317" y="2080"/>
                      <a:pt x="7375" y="2080"/>
                    </a:cubicBezTo>
                    <a:close/>
                    <a:moveTo>
                      <a:pt x="8066" y="4961"/>
                    </a:moveTo>
                    <a:cubicBezTo>
                      <a:pt x="9564" y="4961"/>
                      <a:pt x="10774" y="6171"/>
                      <a:pt x="10774" y="7669"/>
                    </a:cubicBezTo>
                    <a:cubicBezTo>
                      <a:pt x="10774" y="9224"/>
                      <a:pt x="9564" y="10434"/>
                      <a:pt x="8066" y="10434"/>
                    </a:cubicBezTo>
                    <a:cubicBezTo>
                      <a:pt x="6511" y="10434"/>
                      <a:pt x="5301" y="9224"/>
                      <a:pt x="5301" y="7669"/>
                    </a:cubicBezTo>
                    <a:cubicBezTo>
                      <a:pt x="5301" y="6171"/>
                      <a:pt x="6511" y="4961"/>
                      <a:pt x="8066" y="4961"/>
                    </a:cubicBezTo>
                    <a:close/>
                    <a:moveTo>
                      <a:pt x="15867" y="13889"/>
                    </a:moveTo>
                    <a:cubicBezTo>
                      <a:pt x="15859" y="13890"/>
                      <a:pt x="15851" y="13891"/>
                      <a:pt x="15844" y="13891"/>
                    </a:cubicBezTo>
                    <a:lnTo>
                      <a:pt x="15901" y="13891"/>
                    </a:lnTo>
                    <a:cubicBezTo>
                      <a:pt x="15889" y="13891"/>
                      <a:pt x="15878" y="13890"/>
                      <a:pt x="15867" y="13889"/>
                    </a:cubicBezTo>
                    <a:close/>
                    <a:moveTo>
                      <a:pt x="5186" y="10952"/>
                    </a:moveTo>
                    <a:lnTo>
                      <a:pt x="5186" y="15619"/>
                    </a:lnTo>
                    <a:lnTo>
                      <a:pt x="461" y="15619"/>
                    </a:lnTo>
                    <a:lnTo>
                      <a:pt x="461" y="10952"/>
                    </a:lnTo>
                    <a:close/>
                    <a:moveTo>
                      <a:pt x="10428" y="10952"/>
                    </a:moveTo>
                    <a:lnTo>
                      <a:pt x="10428" y="15619"/>
                    </a:lnTo>
                    <a:lnTo>
                      <a:pt x="5704" y="15619"/>
                    </a:lnTo>
                    <a:lnTo>
                      <a:pt x="5704" y="10952"/>
                    </a:lnTo>
                    <a:close/>
                    <a:moveTo>
                      <a:pt x="8054" y="1"/>
                    </a:moveTo>
                    <a:cubicBezTo>
                      <a:pt x="6612" y="1"/>
                      <a:pt x="5210" y="423"/>
                      <a:pt x="3976" y="1216"/>
                    </a:cubicBezTo>
                    <a:cubicBezTo>
                      <a:pt x="3112" y="1850"/>
                      <a:pt x="2363" y="2599"/>
                      <a:pt x="1787" y="3521"/>
                    </a:cubicBezTo>
                    <a:lnTo>
                      <a:pt x="1614" y="2714"/>
                    </a:lnTo>
                    <a:cubicBezTo>
                      <a:pt x="1567" y="2620"/>
                      <a:pt x="1481" y="2526"/>
                      <a:pt x="1389" y="2526"/>
                    </a:cubicBezTo>
                    <a:cubicBezTo>
                      <a:pt x="1368" y="2526"/>
                      <a:pt x="1347" y="2531"/>
                      <a:pt x="1326" y="2541"/>
                    </a:cubicBezTo>
                    <a:cubicBezTo>
                      <a:pt x="1210" y="2599"/>
                      <a:pt x="1095" y="2714"/>
                      <a:pt x="1153" y="2829"/>
                    </a:cubicBezTo>
                    <a:lnTo>
                      <a:pt x="1498" y="4154"/>
                    </a:lnTo>
                    <a:cubicBezTo>
                      <a:pt x="1498" y="4327"/>
                      <a:pt x="1671" y="4385"/>
                      <a:pt x="1787" y="4385"/>
                    </a:cubicBezTo>
                    <a:lnTo>
                      <a:pt x="3169" y="3924"/>
                    </a:lnTo>
                    <a:cubicBezTo>
                      <a:pt x="3284" y="3924"/>
                      <a:pt x="3342" y="3751"/>
                      <a:pt x="3342" y="3636"/>
                    </a:cubicBezTo>
                    <a:cubicBezTo>
                      <a:pt x="3300" y="3552"/>
                      <a:pt x="3227" y="3498"/>
                      <a:pt x="3145" y="3498"/>
                    </a:cubicBezTo>
                    <a:cubicBezTo>
                      <a:pt x="3116" y="3498"/>
                      <a:pt x="3085" y="3505"/>
                      <a:pt x="3054" y="3521"/>
                    </a:cubicBezTo>
                    <a:lnTo>
                      <a:pt x="2247" y="3751"/>
                    </a:lnTo>
                    <a:cubicBezTo>
                      <a:pt x="2708" y="2887"/>
                      <a:pt x="3400" y="2196"/>
                      <a:pt x="4264" y="1619"/>
                    </a:cubicBezTo>
                    <a:cubicBezTo>
                      <a:pt x="5406" y="872"/>
                      <a:pt x="6716" y="461"/>
                      <a:pt x="8066" y="461"/>
                    </a:cubicBezTo>
                    <a:cubicBezTo>
                      <a:pt x="8486" y="461"/>
                      <a:pt x="8910" y="500"/>
                      <a:pt x="9334" y="583"/>
                    </a:cubicBezTo>
                    <a:cubicBezTo>
                      <a:pt x="11119" y="928"/>
                      <a:pt x="12675" y="1965"/>
                      <a:pt x="13654" y="3463"/>
                    </a:cubicBezTo>
                    <a:cubicBezTo>
                      <a:pt x="14403" y="4500"/>
                      <a:pt x="14807" y="5710"/>
                      <a:pt x="14807" y="6977"/>
                    </a:cubicBezTo>
                    <a:cubicBezTo>
                      <a:pt x="14864" y="8187"/>
                      <a:pt x="14576" y="9339"/>
                      <a:pt x="14058" y="10434"/>
                    </a:cubicBezTo>
                    <a:lnTo>
                      <a:pt x="11350" y="10434"/>
                    </a:lnTo>
                    <a:cubicBezTo>
                      <a:pt x="11465" y="10261"/>
                      <a:pt x="11580" y="10146"/>
                      <a:pt x="11638" y="9973"/>
                    </a:cubicBezTo>
                    <a:cubicBezTo>
                      <a:pt x="12790" y="8187"/>
                      <a:pt x="12502" y="5883"/>
                      <a:pt x="10889" y="4500"/>
                    </a:cubicBezTo>
                    <a:cubicBezTo>
                      <a:pt x="10255" y="3924"/>
                      <a:pt x="9449" y="3521"/>
                      <a:pt x="8585" y="3405"/>
                    </a:cubicBezTo>
                    <a:lnTo>
                      <a:pt x="8297" y="3405"/>
                    </a:lnTo>
                    <a:lnTo>
                      <a:pt x="8297" y="2887"/>
                    </a:lnTo>
                    <a:lnTo>
                      <a:pt x="8757" y="2887"/>
                    </a:lnTo>
                    <a:cubicBezTo>
                      <a:pt x="8930" y="2887"/>
                      <a:pt x="9103" y="2772"/>
                      <a:pt x="9161" y="2656"/>
                    </a:cubicBezTo>
                    <a:cubicBezTo>
                      <a:pt x="9506" y="2138"/>
                      <a:pt x="9161" y="1562"/>
                      <a:pt x="8700" y="1562"/>
                    </a:cubicBezTo>
                    <a:lnTo>
                      <a:pt x="7317" y="1562"/>
                    </a:lnTo>
                    <a:cubicBezTo>
                      <a:pt x="7144" y="1562"/>
                      <a:pt x="6972" y="1677"/>
                      <a:pt x="6914" y="1792"/>
                    </a:cubicBezTo>
                    <a:cubicBezTo>
                      <a:pt x="6511" y="2311"/>
                      <a:pt x="6914" y="2887"/>
                      <a:pt x="7375" y="2887"/>
                    </a:cubicBezTo>
                    <a:lnTo>
                      <a:pt x="7778" y="2887"/>
                    </a:lnTo>
                    <a:lnTo>
                      <a:pt x="7778" y="3405"/>
                    </a:lnTo>
                    <a:cubicBezTo>
                      <a:pt x="7778" y="3405"/>
                      <a:pt x="6626" y="3578"/>
                      <a:pt x="6107" y="3866"/>
                    </a:cubicBezTo>
                    <a:cubicBezTo>
                      <a:pt x="5855" y="3967"/>
                      <a:pt x="6001" y="4290"/>
                      <a:pt x="6235" y="4290"/>
                    </a:cubicBezTo>
                    <a:cubicBezTo>
                      <a:pt x="6268" y="4290"/>
                      <a:pt x="6302" y="4284"/>
                      <a:pt x="6338" y="4270"/>
                    </a:cubicBezTo>
                    <a:cubicBezTo>
                      <a:pt x="6847" y="4004"/>
                      <a:pt x="7424" y="3874"/>
                      <a:pt x="8007" y="3874"/>
                    </a:cubicBezTo>
                    <a:cubicBezTo>
                      <a:pt x="8942" y="3874"/>
                      <a:pt x="9891" y="4207"/>
                      <a:pt x="10601" y="4846"/>
                    </a:cubicBezTo>
                    <a:cubicBezTo>
                      <a:pt x="11292" y="5422"/>
                      <a:pt x="11696" y="6286"/>
                      <a:pt x="11868" y="7150"/>
                    </a:cubicBezTo>
                    <a:cubicBezTo>
                      <a:pt x="11984" y="8014"/>
                      <a:pt x="11753" y="8936"/>
                      <a:pt x="11235" y="9743"/>
                    </a:cubicBezTo>
                    <a:cubicBezTo>
                      <a:pt x="11119" y="9973"/>
                      <a:pt x="10889" y="10261"/>
                      <a:pt x="10659" y="10376"/>
                    </a:cubicBezTo>
                    <a:lnTo>
                      <a:pt x="9679" y="10376"/>
                    </a:lnTo>
                    <a:cubicBezTo>
                      <a:pt x="10659" y="9858"/>
                      <a:pt x="11292" y="8821"/>
                      <a:pt x="11292" y="7669"/>
                    </a:cubicBezTo>
                    <a:cubicBezTo>
                      <a:pt x="11292" y="5883"/>
                      <a:pt x="9852" y="4442"/>
                      <a:pt x="8066" y="4442"/>
                    </a:cubicBezTo>
                    <a:cubicBezTo>
                      <a:pt x="6280" y="4442"/>
                      <a:pt x="4840" y="5883"/>
                      <a:pt x="4840" y="7669"/>
                    </a:cubicBezTo>
                    <a:cubicBezTo>
                      <a:pt x="4840" y="8821"/>
                      <a:pt x="5474" y="9858"/>
                      <a:pt x="6395" y="10376"/>
                    </a:cubicBezTo>
                    <a:lnTo>
                      <a:pt x="5474" y="10376"/>
                    </a:lnTo>
                    <a:cubicBezTo>
                      <a:pt x="4667" y="9915"/>
                      <a:pt x="4264" y="8590"/>
                      <a:pt x="4264" y="7669"/>
                    </a:cubicBezTo>
                    <a:cubicBezTo>
                      <a:pt x="4264" y="6689"/>
                      <a:pt x="4609" y="5767"/>
                      <a:pt x="5301" y="5076"/>
                    </a:cubicBezTo>
                    <a:cubicBezTo>
                      <a:pt x="5433" y="4899"/>
                      <a:pt x="5261" y="4654"/>
                      <a:pt x="5095" y="4654"/>
                    </a:cubicBezTo>
                    <a:cubicBezTo>
                      <a:pt x="5045" y="4654"/>
                      <a:pt x="4995" y="4677"/>
                      <a:pt x="4955" y="4730"/>
                    </a:cubicBezTo>
                    <a:cubicBezTo>
                      <a:pt x="4206" y="5479"/>
                      <a:pt x="3803" y="6516"/>
                      <a:pt x="3803" y="7669"/>
                    </a:cubicBezTo>
                    <a:cubicBezTo>
                      <a:pt x="3803" y="8706"/>
                      <a:pt x="4149" y="9685"/>
                      <a:pt x="4782" y="10434"/>
                    </a:cubicBezTo>
                    <a:lnTo>
                      <a:pt x="2075" y="10434"/>
                    </a:lnTo>
                    <a:cubicBezTo>
                      <a:pt x="1614" y="9570"/>
                      <a:pt x="1383" y="8706"/>
                      <a:pt x="1326" y="7784"/>
                    </a:cubicBezTo>
                    <a:cubicBezTo>
                      <a:pt x="1326" y="7669"/>
                      <a:pt x="1210" y="7553"/>
                      <a:pt x="1038" y="7553"/>
                    </a:cubicBezTo>
                    <a:cubicBezTo>
                      <a:pt x="922" y="7553"/>
                      <a:pt x="807" y="7669"/>
                      <a:pt x="807" y="7841"/>
                    </a:cubicBezTo>
                    <a:cubicBezTo>
                      <a:pt x="922" y="8706"/>
                      <a:pt x="1556" y="10376"/>
                      <a:pt x="1556" y="10376"/>
                    </a:cubicBezTo>
                    <a:lnTo>
                      <a:pt x="289" y="10376"/>
                    </a:lnTo>
                    <a:cubicBezTo>
                      <a:pt x="116" y="10376"/>
                      <a:pt x="1" y="10492"/>
                      <a:pt x="1" y="10664"/>
                    </a:cubicBezTo>
                    <a:lnTo>
                      <a:pt x="1" y="15849"/>
                    </a:lnTo>
                    <a:cubicBezTo>
                      <a:pt x="1" y="15965"/>
                      <a:pt x="116" y="16080"/>
                      <a:pt x="289" y="16080"/>
                    </a:cubicBezTo>
                    <a:lnTo>
                      <a:pt x="15901" y="16080"/>
                    </a:lnTo>
                    <a:cubicBezTo>
                      <a:pt x="16016" y="16080"/>
                      <a:pt x="16132" y="15965"/>
                      <a:pt x="16132" y="15849"/>
                    </a:cubicBezTo>
                    <a:lnTo>
                      <a:pt x="16132" y="14870"/>
                    </a:lnTo>
                    <a:cubicBezTo>
                      <a:pt x="16132" y="14755"/>
                      <a:pt x="16016" y="14639"/>
                      <a:pt x="15901" y="14639"/>
                    </a:cubicBezTo>
                    <a:cubicBezTo>
                      <a:pt x="15786" y="14639"/>
                      <a:pt x="15671" y="14755"/>
                      <a:pt x="15671" y="14870"/>
                    </a:cubicBezTo>
                    <a:lnTo>
                      <a:pt x="15671" y="15561"/>
                    </a:lnTo>
                    <a:lnTo>
                      <a:pt x="10889" y="15561"/>
                    </a:lnTo>
                    <a:lnTo>
                      <a:pt x="10889" y="10895"/>
                    </a:lnTo>
                    <a:lnTo>
                      <a:pt x="15671" y="10895"/>
                    </a:lnTo>
                    <a:lnTo>
                      <a:pt x="15671" y="13660"/>
                    </a:lnTo>
                    <a:cubicBezTo>
                      <a:pt x="15671" y="13767"/>
                      <a:pt x="15721" y="13875"/>
                      <a:pt x="15867" y="13889"/>
                    </a:cubicBezTo>
                    <a:lnTo>
                      <a:pt x="15867" y="13889"/>
                    </a:lnTo>
                    <a:cubicBezTo>
                      <a:pt x="15974" y="13875"/>
                      <a:pt x="16074" y="13767"/>
                      <a:pt x="16074" y="13660"/>
                    </a:cubicBezTo>
                    <a:lnTo>
                      <a:pt x="16074" y="10664"/>
                    </a:lnTo>
                    <a:cubicBezTo>
                      <a:pt x="16074" y="10549"/>
                      <a:pt x="15959" y="10434"/>
                      <a:pt x="15844" y="10434"/>
                    </a:cubicBezTo>
                    <a:lnTo>
                      <a:pt x="14576" y="10434"/>
                    </a:lnTo>
                    <a:cubicBezTo>
                      <a:pt x="15095" y="9339"/>
                      <a:pt x="15325" y="8187"/>
                      <a:pt x="15267" y="6977"/>
                    </a:cubicBezTo>
                    <a:cubicBezTo>
                      <a:pt x="15267" y="5652"/>
                      <a:pt x="14807" y="4327"/>
                      <a:pt x="14058" y="3175"/>
                    </a:cubicBezTo>
                    <a:cubicBezTo>
                      <a:pt x="12963" y="1562"/>
                      <a:pt x="11292" y="467"/>
                      <a:pt x="9391" y="122"/>
                    </a:cubicBezTo>
                    <a:cubicBezTo>
                      <a:pt x="8944" y="40"/>
                      <a:pt x="8498" y="1"/>
                      <a:pt x="805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64"/>
              <p:cNvSpPr/>
              <p:nvPr/>
            </p:nvSpPr>
            <p:spPr>
              <a:xfrm>
                <a:off x="3394400" y="3526650"/>
                <a:ext cx="67875" cy="65025"/>
              </a:xfrm>
              <a:custGeom>
                <a:rect b="b" l="l" r="r" t="t"/>
                <a:pathLst>
                  <a:path extrusionOk="0" h="2601" w="2715">
                    <a:moveTo>
                      <a:pt x="664" y="0"/>
                    </a:moveTo>
                    <a:cubicBezTo>
                      <a:pt x="535" y="0"/>
                      <a:pt x="408" y="74"/>
                      <a:pt x="378" y="195"/>
                    </a:cubicBezTo>
                    <a:lnTo>
                      <a:pt x="32" y="2327"/>
                    </a:lnTo>
                    <a:cubicBezTo>
                      <a:pt x="0" y="2485"/>
                      <a:pt x="125" y="2574"/>
                      <a:pt x="254" y="2574"/>
                    </a:cubicBezTo>
                    <a:cubicBezTo>
                      <a:pt x="359" y="2574"/>
                      <a:pt x="467" y="2514"/>
                      <a:pt x="493" y="2384"/>
                    </a:cubicBezTo>
                    <a:lnTo>
                      <a:pt x="723" y="1117"/>
                    </a:lnTo>
                    <a:lnTo>
                      <a:pt x="1069" y="2384"/>
                    </a:lnTo>
                    <a:cubicBezTo>
                      <a:pt x="1098" y="2528"/>
                      <a:pt x="1213" y="2600"/>
                      <a:pt x="1328" y="2600"/>
                    </a:cubicBezTo>
                    <a:cubicBezTo>
                      <a:pt x="1444" y="2600"/>
                      <a:pt x="1559" y="2528"/>
                      <a:pt x="1588" y="2384"/>
                    </a:cubicBezTo>
                    <a:lnTo>
                      <a:pt x="1991" y="1117"/>
                    </a:lnTo>
                    <a:lnTo>
                      <a:pt x="2221" y="2384"/>
                    </a:lnTo>
                    <a:cubicBezTo>
                      <a:pt x="2246" y="2509"/>
                      <a:pt x="2346" y="2569"/>
                      <a:pt x="2448" y="2569"/>
                    </a:cubicBezTo>
                    <a:cubicBezTo>
                      <a:pt x="2580" y="2569"/>
                      <a:pt x="2715" y="2465"/>
                      <a:pt x="2682" y="2269"/>
                    </a:cubicBezTo>
                    <a:lnTo>
                      <a:pt x="2682" y="2269"/>
                    </a:lnTo>
                    <a:lnTo>
                      <a:pt x="2682" y="2327"/>
                    </a:lnTo>
                    <a:lnTo>
                      <a:pt x="2279" y="195"/>
                    </a:lnTo>
                    <a:cubicBezTo>
                      <a:pt x="2249" y="74"/>
                      <a:pt x="2122" y="0"/>
                      <a:pt x="2001" y="0"/>
                    </a:cubicBezTo>
                    <a:cubicBezTo>
                      <a:pt x="1892" y="0"/>
                      <a:pt x="1788" y="59"/>
                      <a:pt x="1760" y="195"/>
                    </a:cubicBezTo>
                    <a:lnTo>
                      <a:pt x="1357" y="1635"/>
                    </a:lnTo>
                    <a:lnTo>
                      <a:pt x="954" y="195"/>
                    </a:lnTo>
                    <a:cubicBezTo>
                      <a:pt x="899" y="59"/>
                      <a:pt x="781" y="0"/>
                      <a:pt x="6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64"/>
              <p:cNvSpPr/>
              <p:nvPr/>
            </p:nvSpPr>
            <p:spPr>
              <a:xfrm>
                <a:off x="3274200" y="3525750"/>
                <a:ext cx="47550" cy="65925"/>
              </a:xfrm>
              <a:custGeom>
                <a:rect b="b" l="l" r="r" t="t"/>
                <a:pathLst>
                  <a:path extrusionOk="0" h="2637" w="1902">
                    <a:moveTo>
                      <a:pt x="1614" y="1"/>
                    </a:moveTo>
                    <a:cubicBezTo>
                      <a:pt x="1499" y="1"/>
                      <a:pt x="1441" y="116"/>
                      <a:pt x="1441" y="289"/>
                    </a:cubicBezTo>
                    <a:lnTo>
                      <a:pt x="1441" y="1038"/>
                    </a:lnTo>
                    <a:lnTo>
                      <a:pt x="462" y="1038"/>
                    </a:lnTo>
                    <a:lnTo>
                      <a:pt x="462" y="231"/>
                    </a:lnTo>
                    <a:cubicBezTo>
                      <a:pt x="462" y="87"/>
                      <a:pt x="346" y="15"/>
                      <a:pt x="231" y="15"/>
                    </a:cubicBezTo>
                    <a:cubicBezTo>
                      <a:pt x="116" y="15"/>
                      <a:pt x="1" y="87"/>
                      <a:pt x="1" y="231"/>
                    </a:cubicBezTo>
                    <a:lnTo>
                      <a:pt x="1" y="2420"/>
                    </a:lnTo>
                    <a:cubicBezTo>
                      <a:pt x="1" y="2564"/>
                      <a:pt x="116" y="2636"/>
                      <a:pt x="231" y="2636"/>
                    </a:cubicBezTo>
                    <a:cubicBezTo>
                      <a:pt x="346" y="2636"/>
                      <a:pt x="462" y="2564"/>
                      <a:pt x="462" y="2420"/>
                    </a:cubicBezTo>
                    <a:lnTo>
                      <a:pt x="462" y="1499"/>
                    </a:lnTo>
                    <a:lnTo>
                      <a:pt x="1441" y="1499"/>
                    </a:lnTo>
                    <a:lnTo>
                      <a:pt x="1441" y="2420"/>
                    </a:lnTo>
                    <a:cubicBezTo>
                      <a:pt x="1441" y="2564"/>
                      <a:pt x="1556" y="2636"/>
                      <a:pt x="1671" y="2636"/>
                    </a:cubicBezTo>
                    <a:cubicBezTo>
                      <a:pt x="1787" y="2636"/>
                      <a:pt x="1902" y="2564"/>
                      <a:pt x="1902" y="2420"/>
                    </a:cubicBezTo>
                    <a:lnTo>
                      <a:pt x="1902" y="231"/>
                    </a:lnTo>
                    <a:cubicBezTo>
                      <a:pt x="1902" y="116"/>
                      <a:pt x="1787" y="1"/>
                      <a:pt x="161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 name="Google Shape;1484;p64"/>
              <p:cNvSpPr/>
              <p:nvPr/>
            </p:nvSpPr>
            <p:spPr>
              <a:xfrm>
                <a:off x="3532025" y="3526125"/>
                <a:ext cx="50425" cy="65900"/>
              </a:xfrm>
              <a:custGeom>
                <a:rect b="b" l="l" r="r" t="t"/>
                <a:pathLst>
                  <a:path extrusionOk="0" h="2636" w="2017">
                    <a:moveTo>
                      <a:pt x="1041" y="0"/>
                    </a:moveTo>
                    <a:cubicBezTo>
                      <a:pt x="949" y="0"/>
                      <a:pt x="851" y="13"/>
                      <a:pt x="749" y="43"/>
                    </a:cubicBezTo>
                    <a:cubicBezTo>
                      <a:pt x="288" y="216"/>
                      <a:pt x="0" y="1023"/>
                      <a:pt x="576" y="1311"/>
                    </a:cubicBezTo>
                    <a:cubicBezTo>
                      <a:pt x="576" y="1311"/>
                      <a:pt x="864" y="1426"/>
                      <a:pt x="1210" y="1541"/>
                    </a:cubicBezTo>
                    <a:cubicBezTo>
                      <a:pt x="1383" y="1656"/>
                      <a:pt x="1498" y="1772"/>
                      <a:pt x="1498" y="1887"/>
                    </a:cubicBezTo>
                    <a:cubicBezTo>
                      <a:pt x="1440" y="2002"/>
                      <a:pt x="1325" y="2175"/>
                      <a:pt x="1095" y="2175"/>
                    </a:cubicBezTo>
                    <a:cubicBezTo>
                      <a:pt x="864" y="2175"/>
                      <a:pt x="691" y="2060"/>
                      <a:pt x="519" y="1945"/>
                    </a:cubicBezTo>
                    <a:cubicBezTo>
                      <a:pt x="474" y="1885"/>
                      <a:pt x="417" y="1860"/>
                      <a:pt x="361" y="1860"/>
                    </a:cubicBezTo>
                    <a:cubicBezTo>
                      <a:pt x="201" y="1860"/>
                      <a:pt x="45" y="2062"/>
                      <a:pt x="173" y="2233"/>
                    </a:cubicBezTo>
                    <a:cubicBezTo>
                      <a:pt x="403" y="2463"/>
                      <a:pt x="749" y="2636"/>
                      <a:pt x="1095" y="2636"/>
                    </a:cubicBezTo>
                    <a:cubicBezTo>
                      <a:pt x="1498" y="2636"/>
                      <a:pt x="1901" y="2348"/>
                      <a:pt x="1959" y="1945"/>
                    </a:cubicBezTo>
                    <a:cubicBezTo>
                      <a:pt x="2016" y="1656"/>
                      <a:pt x="1844" y="1311"/>
                      <a:pt x="1325" y="1138"/>
                    </a:cubicBezTo>
                    <a:cubicBezTo>
                      <a:pt x="1095" y="1023"/>
                      <a:pt x="864" y="908"/>
                      <a:pt x="807" y="850"/>
                    </a:cubicBezTo>
                    <a:cubicBezTo>
                      <a:pt x="634" y="735"/>
                      <a:pt x="749" y="562"/>
                      <a:pt x="922" y="504"/>
                    </a:cubicBezTo>
                    <a:cubicBezTo>
                      <a:pt x="978" y="482"/>
                      <a:pt x="1034" y="472"/>
                      <a:pt x="1088" y="472"/>
                    </a:cubicBezTo>
                    <a:cubicBezTo>
                      <a:pt x="1311" y="472"/>
                      <a:pt x="1498" y="631"/>
                      <a:pt x="1498" y="677"/>
                    </a:cubicBezTo>
                    <a:cubicBezTo>
                      <a:pt x="1541" y="710"/>
                      <a:pt x="1587" y="724"/>
                      <a:pt x="1630" y="724"/>
                    </a:cubicBezTo>
                    <a:cubicBezTo>
                      <a:pt x="1819" y="724"/>
                      <a:pt x="1973" y="461"/>
                      <a:pt x="1786" y="274"/>
                    </a:cubicBezTo>
                    <a:cubicBezTo>
                      <a:pt x="1786" y="274"/>
                      <a:pt x="1473" y="0"/>
                      <a:pt x="10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85" name="Google Shape;1485;p64"/>
          <p:cNvGrpSpPr/>
          <p:nvPr/>
        </p:nvGrpSpPr>
        <p:grpSpPr>
          <a:xfrm>
            <a:off x="4749577" y="3357287"/>
            <a:ext cx="595348" cy="595348"/>
            <a:chOff x="3564728" y="3122775"/>
            <a:chExt cx="707400" cy="707400"/>
          </a:xfrm>
        </p:grpSpPr>
        <p:sp>
          <p:nvSpPr>
            <p:cNvPr id="1486" name="Google Shape;1486;p64"/>
            <p:cNvSpPr/>
            <p:nvPr/>
          </p:nvSpPr>
          <p:spPr>
            <a:xfrm flipH="1">
              <a:off x="3564728" y="31227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87" name="Google Shape;1487;p64"/>
            <p:cNvGrpSpPr/>
            <p:nvPr/>
          </p:nvGrpSpPr>
          <p:grpSpPr>
            <a:xfrm>
              <a:off x="3716788" y="3280063"/>
              <a:ext cx="403300" cy="401875"/>
              <a:chOff x="6376550" y="2723525"/>
              <a:chExt cx="403300" cy="401875"/>
            </a:xfrm>
          </p:grpSpPr>
          <p:sp>
            <p:nvSpPr>
              <p:cNvPr id="1488" name="Google Shape;1488;p64"/>
              <p:cNvSpPr/>
              <p:nvPr/>
            </p:nvSpPr>
            <p:spPr>
              <a:xfrm>
                <a:off x="6448575" y="2753775"/>
                <a:ext cx="38900" cy="74925"/>
              </a:xfrm>
              <a:custGeom>
                <a:rect b="b" l="l" r="r" t="t"/>
                <a:pathLst>
                  <a:path extrusionOk="0" h="2997" w="1556">
                    <a:moveTo>
                      <a:pt x="807" y="1"/>
                    </a:moveTo>
                    <a:cubicBezTo>
                      <a:pt x="634" y="1"/>
                      <a:pt x="519" y="116"/>
                      <a:pt x="519" y="231"/>
                    </a:cubicBezTo>
                    <a:lnTo>
                      <a:pt x="519" y="346"/>
                    </a:lnTo>
                    <a:cubicBezTo>
                      <a:pt x="288" y="461"/>
                      <a:pt x="173" y="634"/>
                      <a:pt x="115" y="865"/>
                    </a:cubicBezTo>
                    <a:cubicBezTo>
                      <a:pt x="58" y="1095"/>
                      <a:pt x="115" y="1268"/>
                      <a:pt x="288" y="1441"/>
                    </a:cubicBezTo>
                    <a:cubicBezTo>
                      <a:pt x="461" y="1556"/>
                      <a:pt x="634" y="1614"/>
                      <a:pt x="864" y="1729"/>
                    </a:cubicBezTo>
                    <a:cubicBezTo>
                      <a:pt x="1037" y="1729"/>
                      <a:pt x="1037" y="1844"/>
                      <a:pt x="1037" y="1959"/>
                    </a:cubicBezTo>
                    <a:cubicBezTo>
                      <a:pt x="980" y="2017"/>
                      <a:pt x="922" y="2190"/>
                      <a:pt x="749" y="2190"/>
                    </a:cubicBezTo>
                    <a:cubicBezTo>
                      <a:pt x="576" y="2190"/>
                      <a:pt x="576" y="2190"/>
                      <a:pt x="403" y="2075"/>
                    </a:cubicBezTo>
                    <a:cubicBezTo>
                      <a:pt x="380" y="2051"/>
                      <a:pt x="336" y="2037"/>
                      <a:pt x="289" y="2037"/>
                    </a:cubicBezTo>
                    <a:cubicBezTo>
                      <a:pt x="222" y="2037"/>
                      <a:pt x="149" y="2065"/>
                      <a:pt x="115" y="2132"/>
                    </a:cubicBezTo>
                    <a:cubicBezTo>
                      <a:pt x="0" y="2247"/>
                      <a:pt x="58" y="2363"/>
                      <a:pt x="173" y="2478"/>
                    </a:cubicBezTo>
                    <a:cubicBezTo>
                      <a:pt x="288" y="2535"/>
                      <a:pt x="403" y="2593"/>
                      <a:pt x="519" y="2651"/>
                    </a:cubicBezTo>
                    <a:lnTo>
                      <a:pt x="519" y="2708"/>
                    </a:lnTo>
                    <a:cubicBezTo>
                      <a:pt x="519" y="2881"/>
                      <a:pt x="634" y="2939"/>
                      <a:pt x="749" y="2996"/>
                    </a:cubicBezTo>
                    <a:cubicBezTo>
                      <a:pt x="864" y="2996"/>
                      <a:pt x="980" y="2881"/>
                      <a:pt x="980" y="2766"/>
                    </a:cubicBezTo>
                    <a:lnTo>
                      <a:pt x="980" y="2593"/>
                    </a:lnTo>
                    <a:cubicBezTo>
                      <a:pt x="1268" y="2535"/>
                      <a:pt x="1440" y="2247"/>
                      <a:pt x="1498" y="2017"/>
                    </a:cubicBezTo>
                    <a:cubicBezTo>
                      <a:pt x="1556" y="1671"/>
                      <a:pt x="1383" y="1383"/>
                      <a:pt x="1037" y="1268"/>
                    </a:cubicBezTo>
                    <a:cubicBezTo>
                      <a:pt x="864" y="1210"/>
                      <a:pt x="691" y="1153"/>
                      <a:pt x="576" y="1038"/>
                    </a:cubicBezTo>
                    <a:cubicBezTo>
                      <a:pt x="519" y="980"/>
                      <a:pt x="634" y="865"/>
                      <a:pt x="691" y="807"/>
                    </a:cubicBezTo>
                    <a:cubicBezTo>
                      <a:pt x="807" y="807"/>
                      <a:pt x="922" y="807"/>
                      <a:pt x="980" y="865"/>
                    </a:cubicBezTo>
                    <a:cubicBezTo>
                      <a:pt x="980" y="865"/>
                      <a:pt x="1056" y="916"/>
                      <a:pt x="1159" y="916"/>
                    </a:cubicBezTo>
                    <a:cubicBezTo>
                      <a:pt x="1210" y="916"/>
                      <a:pt x="1268" y="903"/>
                      <a:pt x="1325" y="865"/>
                    </a:cubicBezTo>
                    <a:cubicBezTo>
                      <a:pt x="1440" y="692"/>
                      <a:pt x="1325" y="519"/>
                      <a:pt x="1325" y="519"/>
                    </a:cubicBezTo>
                    <a:cubicBezTo>
                      <a:pt x="1268" y="461"/>
                      <a:pt x="1152" y="404"/>
                      <a:pt x="980" y="346"/>
                    </a:cubicBezTo>
                    <a:lnTo>
                      <a:pt x="980" y="231"/>
                    </a:lnTo>
                    <a:cubicBezTo>
                      <a:pt x="980" y="116"/>
                      <a:pt x="922"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64"/>
              <p:cNvSpPr/>
              <p:nvPr/>
            </p:nvSpPr>
            <p:spPr>
              <a:xfrm>
                <a:off x="6670375" y="2753775"/>
                <a:ext cx="38900" cy="74925"/>
              </a:xfrm>
              <a:custGeom>
                <a:rect b="b" l="l" r="r" t="t"/>
                <a:pathLst>
                  <a:path extrusionOk="0" h="2997" w="1556">
                    <a:moveTo>
                      <a:pt x="749" y="1"/>
                    </a:moveTo>
                    <a:cubicBezTo>
                      <a:pt x="634" y="1"/>
                      <a:pt x="461" y="116"/>
                      <a:pt x="461" y="231"/>
                    </a:cubicBezTo>
                    <a:lnTo>
                      <a:pt x="461" y="346"/>
                    </a:lnTo>
                    <a:cubicBezTo>
                      <a:pt x="288" y="461"/>
                      <a:pt x="115" y="634"/>
                      <a:pt x="58" y="865"/>
                    </a:cubicBezTo>
                    <a:cubicBezTo>
                      <a:pt x="0" y="1095"/>
                      <a:pt x="115" y="1268"/>
                      <a:pt x="231" y="1441"/>
                    </a:cubicBezTo>
                    <a:cubicBezTo>
                      <a:pt x="404" y="1556"/>
                      <a:pt x="634" y="1614"/>
                      <a:pt x="864" y="1729"/>
                    </a:cubicBezTo>
                    <a:cubicBezTo>
                      <a:pt x="980" y="1729"/>
                      <a:pt x="980" y="1844"/>
                      <a:pt x="980" y="1959"/>
                    </a:cubicBezTo>
                    <a:cubicBezTo>
                      <a:pt x="980" y="2016"/>
                      <a:pt x="868" y="2184"/>
                      <a:pt x="700" y="2190"/>
                    </a:cubicBezTo>
                    <a:lnTo>
                      <a:pt x="700" y="2190"/>
                    </a:lnTo>
                    <a:cubicBezTo>
                      <a:pt x="564" y="2189"/>
                      <a:pt x="507" y="2178"/>
                      <a:pt x="404" y="2075"/>
                    </a:cubicBezTo>
                    <a:cubicBezTo>
                      <a:pt x="356" y="2051"/>
                      <a:pt x="308" y="2037"/>
                      <a:pt x="260" y="2037"/>
                    </a:cubicBezTo>
                    <a:cubicBezTo>
                      <a:pt x="193" y="2037"/>
                      <a:pt x="125" y="2065"/>
                      <a:pt x="58" y="2132"/>
                    </a:cubicBezTo>
                    <a:cubicBezTo>
                      <a:pt x="0" y="2247"/>
                      <a:pt x="0" y="2363"/>
                      <a:pt x="115" y="2478"/>
                    </a:cubicBezTo>
                    <a:cubicBezTo>
                      <a:pt x="288" y="2535"/>
                      <a:pt x="404" y="2593"/>
                      <a:pt x="519" y="2651"/>
                    </a:cubicBezTo>
                    <a:lnTo>
                      <a:pt x="519" y="2708"/>
                    </a:lnTo>
                    <a:cubicBezTo>
                      <a:pt x="519" y="2881"/>
                      <a:pt x="576" y="2939"/>
                      <a:pt x="692" y="2996"/>
                    </a:cubicBezTo>
                    <a:cubicBezTo>
                      <a:pt x="864" y="2996"/>
                      <a:pt x="980" y="2881"/>
                      <a:pt x="980" y="2766"/>
                    </a:cubicBezTo>
                    <a:lnTo>
                      <a:pt x="980" y="2593"/>
                    </a:lnTo>
                    <a:cubicBezTo>
                      <a:pt x="1268" y="2535"/>
                      <a:pt x="1441" y="2247"/>
                      <a:pt x="1498" y="2017"/>
                    </a:cubicBezTo>
                    <a:cubicBezTo>
                      <a:pt x="1556" y="1671"/>
                      <a:pt x="1325" y="1383"/>
                      <a:pt x="1037" y="1268"/>
                    </a:cubicBezTo>
                    <a:cubicBezTo>
                      <a:pt x="864" y="1210"/>
                      <a:pt x="692" y="1153"/>
                      <a:pt x="576" y="1038"/>
                    </a:cubicBezTo>
                    <a:cubicBezTo>
                      <a:pt x="461" y="980"/>
                      <a:pt x="576" y="865"/>
                      <a:pt x="634" y="807"/>
                    </a:cubicBezTo>
                    <a:cubicBezTo>
                      <a:pt x="749" y="807"/>
                      <a:pt x="864" y="807"/>
                      <a:pt x="922" y="865"/>
                    </a:cubicBezTo>
                    <a:cubicBezTo>
                      <a:pt x="922" y="865"/>
                      <a:pt x="999" y="916"/>
                      <a:pt x="1101" y="916"/>
                    </a:cubicBezTo>
                    <a:cubicBezTo>
                      <a:pt x="1152" y="916"/>
                      <a:pt x="1210" y="903"/>
                      <a:pt x="1268" y="865"/>
                    </a:cubicBezTo>
                    <a:cubicBezTo>
                      <a:pt x="1441" y="692"/>
                      <a:pt x="1268" y="519"/>
                      <a:pt x="1268" y="519"/>
                    </a:cubicBezTo>
                    <a:cubicBezTo>
                      <a:pt x="1210" y="461"/>
                      <a:pt x="1095" y="404"/>
                      <a:pt x="980" y="346"/>
                    </a:cubicBezTo>
                    <a:lnTo>
                      <a:pt x="980" y="231"/>
                    </a:lnTo>
                    <a:cubicBezTo>
                      <a:pt x="980" y="116"/>
                      <a:pt x="864"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64"/>
              <p:cNvSpPr/>
              <p:nvPr/>
            </p:nvSpPr>
            <p:spPr>
              <a:xfrm>
                <a:off x="6376550" y="2723525"/>
                <a:ext cx="403300" cy="401875"/>
              </a:xfrm>
              <a:custGeom>
                <a:rect b="b" l="l" r="r" t="t"/>
                <a:pathLst>
                  <a:path extrusionOk="0" h="16075" w="16132">
                    <a:moveTo>
                      <a:pt x="12502" y="462"/>
                    </a:moveTo>
                    <a:cubicBezTo>
                      <a:pt x="13712" y="462"/>
                      <a:pt x="14691" y="1499"/>
                      <a:pt x="14691" y="2708"/>
                    </a:cubicBezTo>
                    <a:cubicBezTo>
                      <a:pt x="14691" y="3918"/>
                      <a:pt x="13712" y="4955"/>
                      <a:pt x="12502" y="4955"/>
                    </a:cubicBezTo>
                    <a:cubicBezTo>
                      <a:pt x="11235" y="4955"/>
                      <a:pt x="10255" y="3918"/>
                      <a:pt x="10255" y="2708"/>
                    </a:cubicBezTo>
                    <a:cubicBezTo>
                      <a:pt x="10255" y="1499"/>
                      <a:pt x="11235" y="462"/>
                      <a:pt x="12502" y="462"/>
                    </a:cubicBezTo>
                    <a:close/>
                    <a:moveTo>
                      <a:pt x="3745" y="5416"/>
                    </a:moveTo>
                    <a:lnTo>
                      <a:pt x="4379" y="7605"/>
                    </a:lnTo>
                    <a:lnTo>
                      <a:pt x="3688" y="8642"/>
                    </a:lnTo>
                    <a:lnTo>
                      <a:pt x="2939" y="7605"/>
                    </a:lnTo>
                    <a:lnTo>
                      <a:pt x="3630" y="5416"/>
                    </a:lnTo>
                    <a:close/>
                    <a:moveTo>
                      <a:pt x="12560" y="5416"/>
                    </a:moveTo>
                    <a:lnTo>
                      <a:pt x="13251" y="7605"/>
                    </a:lnTo>
                    <a:lnTo>
                      <a:pt x="12502" y="8642"/>
                    </a:lnTo>
                    <a:lnTo>
                      <a:pt x="11753" y="7605"/>
                    </a:lnTo>
                    <a:lnTo>
                      <a:pt x="12445" y="5416"/>
                    </a:lnTo>
                    <a:close/>
                    <a:moveTo>
                      <a:pt x="2075" y="4840"/>
                    </a:moveTo>
                    <a:cubicBezTo>
                      <a:pt x="2363" y="5128"/>
                      <a:pt x="2708" y="5301"/>
                      <a:pt x="3112" y="5359"/>
                    </a:cubicBezTo>
                    <a:lnTo>
                      <a:pt x="2478" y="7548"/>
                    </a:lnTo>
                    <a:cubicBezTo>
                      <a:pt x="2420" y="7663"/>
                      <a:pt x="2420" y="7721"/>
                      <a:pt x="2478" y="7778"/>
                    </a:cubicBezTo>
                    <a:lnTo>
                      <a:pt x="3169" y="8700"/>
                    </a:lnTo>
                    <a:cubicBezTo>
                      <a:pt x="2420" y="8642"/>
                      <a:pt x="1787" y="8412"/>
                      <a:pt x="1268" y="8066"/>
                    </a:cubicBezTo>
                    <a:cubicBezTo>
                      <a:pt x="865" y="7836"/>
                      <a:pt x="634" y="7605"/>
                      <a:pt x="519" y="7490"/>
                    </a:cubicBezTo>
                    <a:cubicBezTo>
                      <a:pt x="519" y="6395"/>
                      <a:pt x="1095" y="5416"/>
                      <a:pt x="2075" y="4840"/>
                    </a:cubicBezTo>
                    <a:close/>
                    <a:moveTo>
                      <a:pt x="5301" y="4840"/>
                    </a:moveTo>
                    <a:cubicBezTo>
                      <a:pt x="5762" y="5128"/>
                      <a:pt x="6165" y="5589"/>
                      <a:pt x="6453" y="6050"/>
                    </a:cubicBezTo>
                    <a:cubicBezTo>
                      <a:pt x="5589" y="6568"/>
                      <a:pt x="5013" y="7490"/>
                      <a:pt x="5013" y="8527"/>
                    </a:cubicBezTo>
                    <a:cubicBezTo>
                      <a:pt x="4725" y="8585"/>
                      <a:pt x="4494" y="8642"/>
                      <a:pt x="4206" y="8700"/>
                    </a:cubicBezTo>
                    <a:lnTo>
                      <a:pt x="4840" y="7778"/>
                    </a:lnTo>
                    <a:cubicBezTo>
                      <a:pt x="4898" y="7721"/>
                      <a:pt x="4898" y="7663"/>
                      <a:pt x="4898" y="7548"/>
                    </a:cubicBezTo>
                    <a:lnTo>
                      <a:pt x="4206" y="5359"/>
                    </a:lnTo>
                    <a:cubicBezTo>
                      <a:pt x="4609" y="5301"/>
                      <a:pt x="4955" y="5128"/>
                      <a:pt x="5301" y="4840"/>
                    </a:cubicBezTo>
                    <a:close/>
                    <a:moveTo>
                      <a:pt x="10889" y="4840"/>
                    </a:moveTo>
                    <a:cubicBezTo>
                      <a:pt x="11177" y="5070"/>
                      <a:pt x="11523" y="5243"/>
                      <a:pt x="11926" y="5359"/>
                    </a:cubicBezTo>
                    <a:lnTo>
                      <a:pt x="11292" y="7548"/>
                    </a:lnTo>
                    <a:cubicBezTo>
                      <a:pt x="11235" y="7663"/>
                      <a:pt x="11292" y="7721"/>
                      <a:pt x="11292" y="7778"/>
                    </a:cubicBezTo>
                    <a:lnTo>
                      <a:pt x="11984" y="8700"/>
                    </a:lnTo>
                    <a:cubicBezTo>
                      <a:pt x="11696" y="8642"/>
                      <a:pt x="11408" y="8642"/>
                      <a:pt x="11177" y="8527"/>
                    </a:cubicBezTo>
                    <a:lnTo>
                      <a:pt x="11177" y="8585"/>
                    </a:lnTo>
                    <a:cubicBezTo>
                      <a:pt x="11120" y="7490"/>
                      <a:pt x="10543" y="6568"/>
                      <a:pt x="9737" y="6050"/>
                    </a:cubicBezTo>
                    <a:cubicBezTo>
                      <a:pt x="10025" y="5531"/>
                      <a:pt x="10371" y="5128"/>
                      <a:pt x="10889" y="4840"/>
                    </a:cubicBezTo>
                    <a:close/>
                    <a:moveTo>
                      <a:pt x="14115" y="4840"/>
                    </a:moveTo>
                    <a:cubicBezTo>
                      <a:pt x="15037" y="5416"/>
                      <a:pt x="15613" y="6453"/>
                      <a:pt x="15671" y="7548"/>
                    </a:cubicBezTo>
                    <a:cubicBezTo>
                      <a:pt x="15556" y="7605"/>
                      <a:pt x="15325" y="7893"/>
                      <a:pt x="14864" y="8124"/>
                    </a:cubicBezTo>
                    <a:lnTo>
                      <a:pt x="14864" y="8181"/>
                    </a:lnTo>
                    <a:cubicBezTo>
                      <a:pt x="14461" y="8354"/>
                      <a:pt x="13827" y="8585"/>
                      <a:pt x="13021" y="8700"/>
                    </a:cubicBezTo>
                    <a:lnTo>
                      <a:pt x="13654" y="7778"/>
                    </a:lnTo>
                    <a:cubicBezTo>
                      <a:pt x="13712" y="7721"/>
                      <a:pt x="13712" y="7663"/>
                      <a:pt x="13712" y="7548"/>
                    </a:cubicBezTo>
                    <a:lnTo>
                      <a:pt x="13021" y="5359"/>
                    </a:lnTo>
                    <a:cubicBezTo>
                      <a:pt x="13424" y="5301"/>
                      <a:pt x="13770" y="5128"/>
                      <a:pt x="14115" y="4840"/>
                    </a:cubicBezTo>
                    <a:close/>
                    <a:moveTo>
                      <a:pt x="8066" y="6050"/>
                    </a:moveTo>
                    <a:cubicBezTo>
                      <a:pt x="9506" y="6050"/>
                      <a:pt x="10659" y="7202"/>
                      <a:pt x="10659" y="8642"/>
                    </a:cubicBezTo>
                    <a:cubicBezTo>
                      <a:pt x="10659" y="10083"/>
                      <a:pt x="9506" y="11235"/>
                      <a:pt x="8066" y="11235"/>
                    </a:cubicBezTo>
                    <a:cubicBezTo>
                      <a:pt x="6683" y="11235"/>
                      <a:pt x="5474" y="10083"/>
                      <a:pt x="5474" y="8642"/>
                    </a:cubicBezTo>
                    <a:cubicBezTo>
                      <a:pt x="5474" y="7260"/>
                      <a:pt x="6626" y="6050"/>
                      <a:pt x="8066" y="6050"/>
                    </a:cubicBezTo>
                    <a:close/>
                    <a:moveTo>
                      <a:pt x="8181" y="11753"/>
                    </a:moveTo>
                    <a:lnTo>
                      <a:pt x="8930" y="14288"/>
                    </a:lnTo>
                    <a:lnTo>
                      <a:pt x="8988" y="14288"/>
                    </a:lnTo>
                    <a:lnTo>
                      <a:pt x="8066" y="15556"/>
                    </a:lnTo>
                    <a:lnTo>
                      <a:pt x="7202" y="14288"/>
                    </a:lnTo>
                    <a:lnTo>
                      <a:pt x="8009" y="11753"/>
                    </a:lnTo>
                    <a:close/>
                    <a:moveTo>
                      <a:pt x="6223" y="11120"/>
                    </a:moveTo>
                    <a:cubicBezTo>
                      <a:pt x="6568" y="11408"/>
                      <a:pt x="7029" y="11580"/>
                      <a:pt x="7490" y="11696"/>
                    </a:cubicBezTo>
                    <a:lnTo>
                      <a:pt x="6741" y="14288"/>
                    </a:lnTo>
                    <a:cubicBezTo>
                      <a:pt x="6683" y="14346"/>
                      <a:pt x="6683" y="14403"/>
                      <a:pt x="6741" y="14461"/>
                    </a:cubicBezTo>
                    <a:lnTo>
                      <a:pt x="7548" y="15613"/>
                    </a:lnTo>
                    <a:cubicBezTo>
                      <a:pt x="6511" y="15556"/>
                      <a:pt x="5762" y="15210"/>
                      <a:pt x="5243" y="14864"/>
                    </a:cubicBezTo>
                    <a:cubicBezTo>
                      <a:pt x="4782" y="14576"/>
                      <a:pt x="4494" y="14288"/>
                      <a:pt x="4379" y="14173"/>
                    </a:cubicBezTo>
                    <a:cubicBezTo>
                      <a:pt x="4437" y="12905"/>
                      <a:pt x="5128" y="11753"/>
                      <a:pt x="6223" y="11120"/>
                    </a:cubicBezTo>
                    <a:close/>
                    <a:moveTo>
                      <a:pt x="3688" y="1"/>
                    </a:moveTo>
                    <a:cubicBezTo>
                      <a:pt x="3054" y="1"/>
                      <a:pt x="2478" y="174"/>
                      <a:pt x="2017" y="577"/>
                    </a:cubicBezTo>
                    <a:cubicBezTo>
                      <a:pt x="1836" y="713"/>
                      <a:pt x="1976" y="992"/>
                      <a:pt x="2156" y="992"/>
                    </a:cubicBezTo>
                    <a:cubicBezTo>
                      <a:pt x="2204" y="992"/>
                      <a:pt x="2256" y="971"/>
                      <a:pt x="2305" y="922"/>
                    </a:cubicBezTo>
                    <a:cubicBezTo>
                      <a:pt x="2708" y="634"/>
                      <a:pt x="3169" y="462"/>
                      <a:pt x="3630" y="462"/>
                    </a:cubicBezTo>
                    <a:cubicBezTo>
                      <a:pt x="4898" y="462"/>
                      <a:pt x="5877" y="1499"/>
                      <a:pt x="5877" y="2708"/>
                    </a:cubicBezTo>
                    <a:cubicBezTo>
                      <a:pt x="5877" y="3918"/>
                      <a:pt x="4898" y="4955"/>
                      <a:pt x="3630" y="4955"/>
                    </a:cubicBezTo>
                    <a:cubicBezTo>
                      <a:pt x="2420" y="4955"/>
                      <a:pt x="1441" y="3918"/>
                      <a:pt x="1441" y="2708"/>
                    </a:cubicBezTo>
                    <a:cubicBezTo>
                      <a:pt x="1441" y="2420"/>
                      <a:pt x="1498" y="2132"/>
                      <a:pt x="1614" y="1844"/>
                    </a:cubicBezTo>
                    <a:cubicBezTo>
                      <a:pt x="1687" y="1660"/>
                      <a:pt x="1526" y="1523"/>
                      <a:pt x="1370" y="1523"/>
                    </a:cubicBezTo>
                    <a:cubicBezTo>
                      <a:pt x="1281" y="1523"/>
                      <a:pt x="1194" y="1567"/>
                      <a:pt x="1153" y="1671"/>
                    </a:cubicBezTo>
                    <a:cubicBezTo>
                      <a:pt x="1038" y="2017"/>
                      <a:pt x="980" y="2363"/>
                      <a:pt x="980" y="2708"/>
                    </a:cubicBezTo>
                    <a:cubicBezTo>
                      <a:pt x="980" y="3400"/>
                      <a:pt x="1210" y="4033"/>
                      <a:pt x="1671" y="4552"/>
                    </a:cubicBezTo>
                    <a:cubicBezTo>
                      <a:pt x="634" y="5186"/>
                      <a:pt x="1" y="6338"/>
                      <a:pt x="1" y="7605"/>
                    </a:cubicBezTo>
                    <a:cubicBezTo>
                      <a:pt x="1" y="7605"/>
                      <a:pt x="58" y="7663"/>
                      <a:pt x="58" y="7721"/>
                    </a:cubicBezTo>
                    <a:cubicBezTo>
                      <a:pt x="116" y="7778"/>
                      <a:pt x="1210" y="9161"/>
                      <a:pt x="3572" y="9161"/>
                    </a:cubicBezTo>
                    <a:cubicBezTo>
                      <a:pt x="4091" y="9161"/>
                      <a:pt x="4552" y="9161"/>
                      <a:pt x="5013" y="9046"/>
                    </a:cubicBezTo>
                    <a:cubicBezTo>
                      <a:pt x="5070" y="9679"/>
                      <a:pt x="5416" y="10313"/>
                      <a:pt x="5819" y="10774"/>
                    </a:cubicBezTo>
                    <a:cubicBezTo>
                      <a:pt x="4609" y="11523"/>
                      <a:pt x="3918" y="12848"/>
                      <a:pt x="3918" y="14288"/>
                    </a:cubicBezTo>
                    <a:cubicBezTo>
                      <a:pt x="3918" y="14346"/>
                      <a:pt x="3918" y="14346"/>
                      <a:pt x="3976" y="14403"/>
                    </a:cubicBezTo>
                    <a:cubicBezTo>
                      <a:pt x="4033" y="14461"/>
                      <a:pt x="5301" y="16074"/>
                      <a:pt x="8009" y="16074"/>
                    </a:cubicBezTo>
                    <a:lnTo>
                      <a:pt x="8181" y="16074"/>
                    </a:lnTo>
                    <a:cubicBezTo>
                      <a:pt x="9046" y="16074"/>
                      <a:pt x="9910" y="15901"/>
                      <a:pt x="10716" y="15556"/>
                    </a:cubicBezTo>
                    <a:cubicBezTo>
                      <a:pt x="11120" y="15325"/>
                      <a:pt x="12214" y="14807"/>
                      <a:pt x="12214" y="14288"/>
                    </a:cubicBezTo>
                    <a:cubicBezTo>
                      <a:pt x="12214" y="13712"/>
                      <a:pt x="12099" y="13136"/>
                      <a:pt x="11868" y="12617"/>
                    </a:cubicBezTo>
                    <a:cubicBezTo>
                      <a:pt x="11827" y="12513"/>
                      <a:pt x="11748" y="12469"/>
                      <a:pt x="11669" y="12469"/>
                    </a:cubicBezTo>
                    <a:cubicBezTo>
                      <a:pt x="11529" y="12469"/>
                      <a:pt x="11392" y="12606"/>
                      <a:pt x="11465" y="12790"/>
                    </a:cubicBezTo>
                    <a:cubicBezTo>
                      <a:pt x="11638" y="13251"/>
                      <a:pt x="11753" y="13712"/>
                      <a:pt x="11753" y="14231"/>
                    </a:cubicBezTo>
                    <a:cubicBezTo>
                      <a:pt x="11580" y="14461"/>
                      <a:pt x="10601" y="15440"/>
                      <a:pt x="8585" y="15613"/>
                    </a:cubicBezTo>
                    <a:lnTo>
                      <a:pt x="9391" y="14461"/>
                    </a:lnTo>
                    <a:cubicBezTo>
                      <a:pt x="9449" y="14403"/>
                      <a:pt x="9449" y="14346"/>
                      <a:pt x="9449" y="14288"/>
                    </a:cubicBezTo>
                    <a:lnTo>
                      <a:pt x="8642" y="11696"/>
                    </a:lnTo>
                    <a:cubicBezTo>
                      <a:pt x="9103" y="11580"/>
                      <a:pt x="9564" y="11408"/>
                      <a:pt x="9967" y="11120"/>
                    </a:cubicBezTo>
                    <a:cubicBezTo>
                      <a:pt x="10255" y="11292"/>
                      <a:pt x="10543" y="11523"/>
                      <a:pt x="10774" y="11753"/>
                    </a:cubicBezTo>
                    <a:cubicBezTo>
                      <a:pt x="10834" y="11813"/>
                      <a:pt x="10901" y="11838"/>
                      <a:pt x="10965" y="11838"/>
                    </a:cubicBezTo>
                    <a:cubicBezTo>
                      <a:pt x="11145" y="11838"/>
                      <a:pt x="11290" y="11636"/>
                      <a:pt x="11120" y="11465"/>
                    </a:cubicBezTo>
                    <a:cubicBezTo>
                      <a:pt x="10889" y="11177"/>
                      <a:pt x="10601" y="10947"/>
                      <a:pt x="10313" y="10774"/>
                    </a:cubicBezTo>
                    <a:cubicBezTo>
                      <a:pt x="10716" y="10313"/>
                      <a:pt x="11062" y="9679"/>
                      <a:pt x="11120" y="9046"/>
                    </a:cubicBezTo>
                    <a:cubicBezTo>
                      <a:pt x="11496" y="9140"/>
                      <a:pt x="11911" y="9234"/>
                      <a:pt x="12301" y="9234"/>
                    </a:cubicBezTo>
                    <a:cubicBezTo>
                      <a:pt x="12389" y="9234"/>
                      <a:pt x="12475" y="9229"/>
                      <a:pt x="12560" y="9218"/>
                    </a:cubicBezTo>
                    <a:cubicBezTo>
                      <a:pt x="13770" y="9161"/>
                      <a:pt x="14634" y="8815"/>
                      <a:pt x="15152" y="8527"/>
                    </a:cubicBezTo>
                    <a:cubicBezTo>
                      <a:pt x="15498" y="8297"/>
                      <a:pt x="16132" y="7836"/>
                      <a:pt x="16132" y="7605"/>
                    </a:cubicBezTo>
                    <a:cubicBezTo>
                      <a:pt x="16132" y="6338"/>
                      <a:pt x="15498" y="5186"/>
                      <a:pt x="14461" y="4552"/>
                    </a:cubicBezTo>
                    <a:cubicBezTo>
                      <a:pt x="14922" y="4033"/>
                      <a:pt x="15210" y="3400"/>
                      <a:pt x="15210" y="2708"/>
                    </a:cubicBezTo>
                    <a:cubicBezTo>
                      <a:pt x="15210" y="1211"/>
                      <a:pt x="14000" y="1"/>
                      <a:pt x="12502" y="1"/>
                    </a:cubicBezTo>
                    <a:cubicBezTo>
                      <a:pt x="11004" y="1"/>
                      <a:pt x="9794" y="1211"/>
                      <a:pt x="9794" y="2708"/>
                    </a:cubicBezTo>
                    <a:cubicBezTo>
                      <a:pt x="9794" y="3400"/>
                      <a:pt x="10083" y="4033"/>
                      <a:pt x="10486" y="4552"/>
                    </a:cubicBezTo>
                    <a:cubicBezTo>
                      <a:pt x="10025" y="4840"/>
                      <a:pt x="9564" y="5301"/>
                      <a:pt x="9276" y="5819"/>
                    </a:cubicBezTo>
                    <a:cubicBezTo>
                      <a:pt x="8901" y="5647"/>
                      <a:pt x="8484" y="5560"/>
                      <a:pt x="8066" y="5560"/>
                    </a:cubicBezTo>
                    <a:cubicBezTo>
                      <a:pt x="7648" y="5560"/>
                      <a:pt x="7231" y="5647"/>
                      <a:pt x="6856" y="5819"/>
                    </a:cubicBezTo>
                    <a:cubicBezTo>
                      <a:pt x="6568" y="5301"/>
                      <a:pt x="6165" y="4840"/>
                      <a:pt x="5646" y="4552"/>
                    </a:cubicBezTo>
                    <a:cubicBezTo>
                      <a:pt x="6107" y="4033"/>
                      <a:pt x="6338" y="3400"/>
                      <a:pt x="6338" y="2708"/>
                    </a:cubicBezTo>
                    <a:cubicBezTo>
                      <a:pt x="6338" y="1211"/>
                      <a:pt x="5128" y="1"/>
                      <a:pt x="36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 name="Google Shape;1491;p64"/>
              <p:cNvSpPr/>
              <p:nvPr/>
            </p:nvSpPr>
            <p:spPr>
              <a:xfrm>
                <a:off x="6558025" y="2897425"/>
                <a:ext cx="41800" cy="83925"/>
              </a:xfrm>
              <a:custGeom>
                <a:rect b="b" l="l" r="r" t="t"/>
                <a:pathLst>
                  <a:path extrusionOk="0" h="3357" w="1672">
                    <a:moveTo>
                      <a:pt x="831" y="1"/>
                    </a:moveTo>
                    <a:cubicBezTo>
                      <a:pt x="694" y="1"/>
                      <a:pt x="577" y="104"/>
                      <a:pt x="577" y="246"/>
                    </a:cubicBezTo>
                    <a:lnTo>
                      <a:pt x="577" y="419"/>
                    </a:lnTo>
                    <a:cubicBezTo>
                      <a:pt x="346" y="476"/>
                      <a:pt x="173" y="707"/>
                      <a:pt x="116" y="937"/>
                    </a:cubicBezTo>
                    <a:cubicBezTo>
                      <a:pt x="58" y="1225"/>
                      <a:pt x="116" y="1456"/>
                      <a:pt x="289" y="1571"/>
                    </a:cubicBezTo>
                    <a:cubicBezTo>
                      <a:pt x="461" y="1686"/>
                      <a:pt x="750" y="1802"/>
                      <a:pt x="980" y="1917"/>
                    </a:cubicBezTo>
                    <a:cubicBezTo>
                      <a:pt x="1153" y="1974"/>
                      <a:pt x="1153" y="2147"/>
                      <a:pt x="1153" y="2205"/>
                    </a:cubicBezTo>
                    <a:cubicBezTo>
                      <a:pt x="1153" y="2320"/>
                      <a:pt x="1038" y="2493"/>
                      <a:pt x="807" y="2493"/>
                    </a:cubicBezTo>
                    <a:cubicBezTo>
                      <a:pt x="577" y="2493"/>
                      <a:pt x="519" y="2493"/>
                      <a:pt x="404" y="2378"/>
                    </a:cubicBezTo>
                    <a:cubicBezTo>
                      <a:pt x="356" y="2354"/>
                      <a:pt x="299" y="2340"/>
                      <a:pt x="243" y="2340"/>
                    </a:cubicBezTo>
                    <a:cubicBezTo>
                      <a:pt x="165" y="2340"/>
                      <a:pt x="92" y="2368"/>
                      <a:pt x="58" y="2435"/>
                    </a:cubicBezTo>
                    <a:cubicBezTo>
                      <a:pt x="1" y="2550"/>
                      <a:pt x="1" y="2723"/>
                      <a:pt x="116" y="2781"/>
                    </a:cubicBezTo>
                    <a:cubicBezTo>
                      <a:pt x="289" y="2896"/>
                      <a:pt x="634" y="2954"/>
                      <a:pt x="634" y="2954"/>
                    </a:cubicBezTo>
                    <a:lnTo>
                      <a:pt x="634" y="3127"/>
                    </a:lnTo>
                    <a:cubicBezTo>
                      <a:pt x="634" y="3242"/>
                      <a:pt x="692" y="3357"/>
                      <a:pt x="807" y="3357"/>
                    </a:cubicBezTo>
                    <a:cubicBezTo>
                      <a:pt x="922" y="3357"/>
                      <a:pt x="1038" y="3242"/>
                      <a:pt x="1038" y="3127"/>
                    </a:cubicBezTo>
                    <a:lnTo>
                      <a:pt x="1038" y="2954"/>
                    </a:lnTo>
                    <a:cubicBezTo>
                      <a:pt x="1038" y="2954"/>
                      <a:pt x="1556" y="2550"/>
                      <a:pt x="1614" y="2262"/>
                    </a:cubicBezTo>
                    <a:cubicBezTo>
                      <a:pt x="1671" y="1917"/>
                      <a:pt x="1498" y="1571"/>
                      <a:pt x="1153" y="1456"/>
                    </a:cubicBezTo>
                    <a:lnTo>
                      <a:pt x="1095" y="1456"/>
                    </a:lnTo>
                    <a:cubicBezTo>
                      <a:pt x="922" y="1398"/>
                      <a:pt x="692" y="1283"/>
                      <a:pt x="577" y="1225"/>
                    </a:cubicBezTo>
                    <a:cubicBezTo>
                      <a:pt x="461" y="1110"/>
                      <a:pt x="577" y="880"/>
                      <a:pt x="692" y="880"/>
                    </a:cubicBezTo>
                    <a:cubicBezTo>
                      <a:pt x="726" y="863"/>
                      <a:pt x="764" y="856"/>
                      <a:pt x="805" y="856"/>
                    </a:cubicBezTo>
                    <a:cubicBezTo>
                      <a:pt x="903" y="856"/>
                      <a:pt x="1014" y="897"/>
                      <a:pt x="1095" y="937"/>
                    </a:cubicBezTo>
                    <a:cubicBezTo>
                      <a:pt x="1095" y="937"/>
                      <a:pt x="1172" y="989"/>
                      <a:pt x="1257" y="989"/>
                    </a:cubicBezTo>
                    <a:cubicBezTo>
                      <a:pt x="1300" y="989"/>
                      <a:pt x="1345" y="976"/>
                      <a:pt x="1383" y="937"/>
                    </a:cubicBezTo>
                    <a:cubicBezTo>
                      <a:pt x="1556" y="707"/>
                      <a:pt x="1383" y="592"/>
                      <a:pt x="1383" y="592"/>
                    </a:cubicBezTo>
                    <a:cubicBezTo>
                      <a:pt x="1326" y="534"/>
                      <a:pt x="1095" y="419"/>
                      <a:pt x="1095" y="419"/>
                    </a:cubicBezTo>
                    <a:lnTo>
                      <a:pt x="1095" y="246"/>
                    </a:lnTo>
                    <a:cubicBezTo>
                      <a:pt x="1095" y="131"/>
                      <a:pt x="1038" y="73"/>
                      <a:pt x="922" y="16"/>
                    </a:cubicBezTo>
                    <a:cubicBezTo>
                      <a:pt x="892" y="5"/>
                      <a:pt x="861" y="1"/>
                      <a:pt x="8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92" name="Google Shape;1492;p64"/>
          <p:cNvGrpSpPr/>
          <p:nvPr/>
        </p:nvGrpSpPr>
        <p:grpSpPr>
          <a:xfrm>
            <a:off x="4749577" y="2623706"/>
            <a:ext cx="595348" cy="595348"/>
            <a:chOff x="3577015" y="2251125"/>
            <a:chExt cx="707400" cy="707400"/>
          </a:xfrm>
        </p:grpSpPr>
        <p:sp>
          <p:nvSpPr>
            <p:cNvPr id="1493" name="Google Shape;1493;p64"/>
            <p:cNvSpPr/>
            <p:nvPr/>
          </p:nvSpPr>
          <p:spPr>
            <a:xfrm flipH="1">
              <a:off x="3577015" y="22511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94" name="Google Shape;1494;p64"/>
            <p:cNvGrpSpPr/>
            <p:nvPr/>
          </p:nvGrpSpPr>
          <p:grpSpPr>
            <a:xfrm>
              <a:off x="3728350" y="2410700"/>
              <a:ext cx="404725" cy="401850"/>
              <a:chOff x="2414375" y="2742250"/>
              <a:chExt cx="404725" cy="401850"/>
            </a:xfrm>
          </p:grpSpPr>
          <p:sp>
            <p:nvSpPr>
              <p:cNvPr id="1495" name="Google Shape;1495;p64"/>
              <p:cNvSpPr/>
              <p:nvPr/>
            </p:nvSpPr>
            <p:spPr>
              <a:xfrm>
                <a:off x="2535350" y="2802750"/>
                <a:ext cx="41800" cy="11550"/>
              </a:xfrm>
              <a:custGeom>
                <a:rect b="b" l="l" r="r" t="t"/>
                <a:pathLst>
                  <a:path extrusionOk="0" h="462" w="1672">
                    <a:moveTo>
                      <a:pt x="231" y="0"/>
                    </a:moveTo>
                    <a:cubicBezTo>
                      <a:pt x="116" y="0"/>
                      <a:pt x="0" y="58"/>
                      <a:pt x="0" y="231"/>
                    </a:cubicBezTo>
                    <a:cubicBezTo>
                      <a:pt x="0" y="346"/>
                      <a:pt x="58" y="461"/>
                      <a:pt x="231" y="461"/>
                    </a:cubicBezTo>
                    <a:lnTo>
                      <a:pt x="1441" y="461"/>
                    </a:lnTo>
                    <a:cubicBezTo>
                      <a:pt x="1556" y="461"/>
                      <a:pt x="1671" y="404"/>
                      <a:pt x="1671" y="288"/>
                    </a:cubicBezTo>
                    <a:cubicBezTo>
                      <a:pt x="1671" y="116"/>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64"/>
              <p:cNvSpPr/>
              <p:nvPr/>
            </p:nvSpPr>
            <p:spPr>
              <a:xfrm>
                <a:off x="2535350" y="2834425"/>
                <a:ext cx="41800" cy="13000"/>
              </a:xfrm>
              <a:custGeom>
                <a:rect b="b" l="l" r="r" t="t"/>
                <a:pathLst>
                  <a:path extrusionOk="0" h="520" w="1672">
                    <a:moveTo>
                      <a:pt x="231" y="1"/>
                    </a:moveTo>
                    <a:cubicBezTo>
                      <a:pt x="116" y="1"/>
                      <a:pt x="0" y="116"/>
                      <a:pt x="0" y="231"/>
                    </a:cubicBezTo>
                    <a:cubicBezTo>
                      <a:pt x="0" y="346"/>
                      <a:pt x="58" y="519"/>
                      <a:pt x="231" y="519"/>
                    </a:cubicBezTo>
                    <a:lnTo>
                      <a:pt x="1441" y="519"/>
                    </a:lnTo>
                    <a:cubicBezTo>
                      <a:pt x="1556" y="519"/>
                      <a:pt x="1671" y="404"/>
                      <a:pt x="1671" y="289"/>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64"/>
              <p:cNvSpPr/>
              <p:nvPr/>
            </p:nvSpPr>
            <p:spPr>
              <a:xfrm>
                <a:off x="2535350" y="2867550"/>
                <a:ext cx="41800" cy="11550"/>
              </a:xfrm>
              <a:custGeom>
                <a:rect b="b" l="l" r="r" t="t"/>
                <a:pathLst>
                  <a:path extrusionOk="0" h="462" w="1672">
                    <a:moveTo>
                      <a:pt x="231" y="1"/>
                    </a:moveTo>
                    <a:cubicBezTo>
                      <a:pt x="116" y="1"/>
                      <a:pt x="0" y="58"/>
                      <a:pt x="0" y="174"/>
                    </a:cubicBezTo>
                    <a:cubicBezTo>
                      <a:pt x="0" y="346"/>
                      <a:pt x="58" y="462"/>
                      <a:pt x="231" y="462"/>
                    </a:cubicBezTo>
                    <a:lnTo>
                      <a:pt x="1441" y="462"/>
                    </a:lnTo>
                    <a:cubicBezTo>
                      <a:pt x="1556" y="462"/>
                      <a:pt x="1671" y="346"/>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64"/>
              <p:cNvSpPr/>
              <p:nvPr/>
            </p:nvSpPr>
            <p:spPr>
              <a:xfrm>
                <a:off x="2535350" y="2899250"/>
                <a:ext cx="41800" cy="11550"/>
              </a:xfrm>
              <a:custGeom>
                <a:rect b="b" l="l" r="r" t="t"/>
                <a:pathLst>
                  <a:path extrusionOk="0" h="462" w="1672">
                    <a:moveTo>
                      <a:pt x="231" y="0"/>
                    </a:moveTo>
                    <a:cubicBezTo>
                      <a:pt x="116" y="0"/>
                      <a:pt x="0" y="58"/>
                      <a:pt x="0" y="231"/>
                    </a:cubicBezTo>
                    <a:cubicBezTo>
                      <a:pt x="0" y="346"/>
                      <a:pt x="58"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p64"/>
              <p:cNvSpPr/>
              <p:nvPr/>
            </p:nvSpPr>
            <p:spPr>
              <a:xfrm>
                <a:off x="2535350" y="2930925"/>
                <a:ext cx="41800" cy="11550"/>
              </a:xfrm>
              <a:custGeom>
                <a:rect b="b" l="l" r="r" t="t"/>
                <a:pathLst>
                  <a:path extrusionOk="0" h="462" w="1672">
                    <a:moveTo>
                      <a:pt x="231" y="1"/>
                    </a:moveTo>
                    <a:cubicBezTo>
                      <a:pt x="116" y="1"/>
                      <a:pt x="0" y="58"/>
                      <a:pt x="0" y="173"/>
                    </a:cubicBezTo>
                    <a:cubicBezTo>
                      <a:pt x="0" y="346"/>
                      <a:pt x="58" y="462"/>
                      <a:pt x="231" y="462"/>
                    </a:cubicBezTo>
                    <a:lnTo>
                      <a:pt x="1441" y="462"/>
                    </a:lnTo>
                    <a:cubicBezTo>
                      <a:pt x="1556" y="462"/>
                      <a:pt x="1671" y="404"/>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64"/>
              <p:cNvSpPr/>
              <p:nvPr/>
            </p:nvSpPr>
            <p:spPr>
              <a:xfrm>
                <a:off x="2535350" y="2962625"/>
                <a:ext cx="41800" cy="11525"/>
              </a:xfrm>
              <a:custGeom>
                <a:rect b="b" l="l" r="r" t="t"/>
                <a:pathLst>
                  <a:path extrusionOk="0" h="461" w="1672">
                    <a:moveTo>
                      <a:pt x="231" y="0"/>
                    </a:moveTo>
                    <a:cubicBezTo>
                      <a:pt x="116" y="0"/>
                      <a:pt x="0" y="115"/>
                      <a:pt x="0" y="231"/>
                    </a:cubicBezTo>
                    <a:cubicBezTo>
                      <a:pt x="0" y="346"/>
                      <a:pt x="58"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64"/>
              <p:cNvSpPr/>
              <p:nvPr/>
            </p:nvSpPr>
            <p:spPr>
              <a:xfrm>
                <a:off x="2535350" y="2995750"/>
                <a:ext cx="41800" cy="11525"/>
              </a:xfrm>
              <a:custGeom>
                <a:rect b="b" l="l" r="r" t="t"/>
                <a:pathLst>
                  <a:path extrusionOk="0" h="461" w="1672">
                    <a:moveTo>
                      <a:pt x="231" y="0"/>
                    </a:moveTo>
                    <a:cubicBezTo>
                      <a:pt x="116" y="0"/>
                      <a:pt x="0" y="58"/>
                      <a:pt x="0" y="173"/>
                    </a:cubicBezTo>
                    <a:cubicBezTo>
                      <a:pt x="0" y="346"/>
                      <a:pt x="58" y="461"/>
                      <a:pt x="231" y="461"/>
                    </a:cubicBezTo>
                    <a:lnTo>
                      <a:pt x="1441" y="461"/>
                    </a:lnTo>
                    <a:cubicBezTo>
                      <a:pt x="1556" y="461"/>
                      <a:pt x="1671" y="346"/>
                      <a:pt x="1671" y="231"/>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64"/>
              <p:cNvSpPr/>
              <p:nvPr/>
            </p:nvSpPr>
            <p:spPr>
              <a:xfrm>
                <a:off x="2611675" y="2867550"/>
                <a:ext cx="41800" cy="11550"/>
              </a:xfrm>
              <a:custGeom>
                <a:rect b="b" l="l" r="r" t="t"/>
                <a:pathLst>
                  <a:path extrusionOk="0" h="462" w="1672">
                    <a:moveTo>
                      <a:pt x="231" y="1"/>
                    </a:moveTo>
                    <a:cubicBezTo>
                      <a:pt x="116" y="1"/>
                      <a:pt x="1" y="58"/>
                      <a:pt x="1" y="174"/>
                    </a:cubicBezTo>
                    <a:cubicBezTo>
                      <a:pt x="1" y="346"/>
                      <a:pt x="116" y="462"/>
                      <a:pt x="231" y="462"/>
                    </a:cubicBezTo>
                    <a:lnTo>
                      <a:pt x="1441" y="462"/>
                    </a:lnTo>
                    <a:cubicBezTo>
                      <a:pt x="1556" y="462"/>
                      <a:pt x="1671" y="346"/>
                      <a:pt x="1671" y="231"/>
                    </a:cubicBezTo>
                    <a:cubicBezTo>
                      <a:pt x="1671" y="116"/>
                      <a:pt x="1556" y="1"/>
                      <a:pt x="14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64"/>
              <p:cNvSpPr/>
              <p:nvPr/>
            </p:nvSpPr>
            <p:spPr>
              <a:xfrm>
                <a:off x="2611675" y="2899250"/>
                <a:ext cx="41800" cy="11550"/>
              </a:xfrm>
              <a:custGeom>
                <a:rect b="b" l="l" r="r" t="t"/>
                <a:pathLst>
                  <a:path extrusionOk="0" h="462" w="1672">
                    <a:moveTo>
                      <a:pt x="231" y="0"/>
                    </a:moveTo>
                    <a:cubicBezTo>
                      <a:pt x="116" y="0"/>
                      <a:pt x="1" y="58"/>
                      <a:pt x="1" y="231"/>
                    </a:cubicBezTo>
                    <a:cubicBezTo>
                      <a:pt x="1" y="346"/>
                      <a:pt x="116" y="461"/>
                      <a:pt x="231" y="461"/>
                    </a:cubicBezTo>
                    <a:lnTo>
                      <a:pt x="1441" y="461"/>
                    </a:lnTo>
                    <a:cubicBezTo>
                      <a:pt x="1556" y="461"/>
                      <a:pt x="1671" y="403"/>
                      <a:pt x="1671" y="288"/>
                    </a:cubicBezTo>
                    <a:cubicBezTo>
                      <a:pt x="1671" y="115"/>
                      <a:pt x="1556" y="0"/>
                      <a:pt x="144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64"/>
              <p:cNvSpPr/>
              <p:nvPr/>
            </p:nvSpPr>
            <p:spPr>
              <a:xfrm>
                <a:off x="2461900" y="2905000"/>
                <a:ext cx="11550" cy="27400"/>
              </a:xfrm>
              <a:custGeom>
                <a:rect b="b" l="l" r="r" t="t"/>
                <a:pathLst>
                  <a:path extrusionOk="0" h="1096" w="462">
                    <a:moveTo>
                      <a:pt x="173" y="1"/>
                    </a:moveTo>
                    <a:cubicBezTo>
                      <a:pt x="58" y="1"/>
                      <a:pt x="0" y="116"/>
                      <a:pt x="0" y="231"/>
                    </a:cubicBezTo>
                    <a:lnTo>
                      <a:pt x="0" y="807"/>
                    </a:lnTo>
                    <a:cubicBezTo>
                      <a:pt x="0" y="980"/>
                      <a:pt x="58" y="1038"/>
                      <a:pt x="173" y="1095"/>
                    </a:cubicBezTo>
                    <a:cubicBezTo>
                      <a:pt x="346" y="1095"/>
                      <a:pt x="461" y="980"/>
                      <a:pt x="461" y="865"/>
                    </a:cubicBezTo>
                    <a:lnTo>
                      <a:pt x="461" y="231"/>
                    </a:lnTo>
                    <a:cubicBezTo>
                      <a:pt x="461" y="116"/>
                      <a:pt x="346" y="1"/>
                      <a:pt x="17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64"/>
              <p:cNvSpPr/>
              <p:nvPr/>
            </p:nvSpPr>
            <p:spPr>
              <a:xfrm>
                <a:off x="2484925" y="2905000"/>
                <a:ext cx="13000" cy="27400"/>
              </a:xfrm>
              <a:custGeom>
                <a:rect b="b" l="l" r="r" t="t"/>
                <a:pathLst>
                  <a:path extrusionOk="0" h="1096" w="520">
                    <a:moveTo>
                      <a:pt x="231" y="1"/>
                    </a:moveTo>
                    <a:cubicBezTo>
                      <a:pt x="116" y="1"/>
                      <a:pt x="1" y="116"/>
                      <a:pt x="1" y="231"/>
                    </a:cubicBezTo>
                    <a:lnTo>
                      <a:pt x="1" y="807"/>
                    </a:lnTo>
                    <a:cubicBezTo>
                      <a:pt x="1" y="980"/>
                      <a:pt x="116" y="1038"/>
                      <a:pt x="231" y="1095"/>
                    </a:cubicBezTo>
                    <a:cubicBezTo>
                      <a:pt x="404" y="1095"/>
                      <a:pt x="519" y="980"/>
                      <a:pt x="519" y="865"/>
                    </a:cubicBezTo>
                    <a:lnTo>
                      <a:pt x="519" y="231"/>
                    </a:lnTo>
                    <a:cubicBezTo>
                      <a:pt x="519" y="116"/>
                      <a:pt x="404" y="1"/>
                      <a:pt x="2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64"/>
              <p:cNvSpPr/>
              <p:nvPr/>
            </p:nvSpPr>
            <p:spPr>
              <a:xfrm>
                <a:off x="2461900" y="2944950"/>
                <a:ext cx="11550" cy="26325"/>
              </a:xfrm>
              <a:custGeom>
                <a:rect b="b" l="l" r="r" t="t"/>
                <a:pathLst>
                  <a:path extrusionOk="0" h="1053" w="462">
                    <a:moveTo>
                      <a:pt x="259" y="1"/>
                    </a:moveTo>
                    <a:cubicBezTo>
                      <a:pt x="232" y="1"/>
                      <a:pt x="204" y="6"/>
                      <a:pt x="173" y="16"/>
                    </a:cubicBezTo>
                    <a:cubicBezTo>
                      <a:pt x="58" y="16"/>
                      <a:pt x="0" y="131"/>
                      <a:pt x="0" y="246"/>
                    </a:cubicBezTo>
                    <a:lnTo>
                      <a:pt x="0" y="822"/>
                    </a:lnTo>
                    <a:cubicBezTo>
                      <a:pt x="0" y="938"/>
                      <a:pt x="58" y="1053"/>
                      <a:pt x="173" y="1053"/>
                    </a:cubicBezTo>
                    <a:cubicBezTo>
                      <a:pt x="346" y="1053"/>
                      <a:pt x="461" y="995"/>
                      <a:pt x="461" y="822"/>
                    </a:cubicBezTo>
                    <a:lnTo>
                      <a:pt x="461" y="246"/>
                    </a:lnTo>
                    <a:cubicBezTo>
                      <a:pt x="461" y="104"/>
                      <a:pt x="383" y="1"/>
                      <a:pt x="2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64"/>
              <p:cNvSpPr/>
              <p:nvPr/>
            </p:nvSpPr>
            <p:spPr>
              <a:xfrm>
                <a:off x="2484925" y="2944950"/>
                <a:ext cx="13000" cy="26325"/>
              </a:xfrm>
              <a:custGeom>
                <a:rect b="b" l="l" r="r" t="t"/>
                <a:pathLst>
                  <a:path extrusionOk="0" h="1053" w="520">
                    <a:moveTo>
                      <a:pt x="318" y="1"/>
                    </a:moveTo>
                    <a:cubicBezTo>
                      <a:pt x="291" y="1"/>
                      <a:pt x="262" y="6"/>
                      <a:pt x="231" y="16"/>
                    </a:cubicBezTo>
                    <a:cubicBezTo>
                      <a:pt x="116" y="16"/>
                      <a:pt x="1" y="131"/>
                      <a:pt x="1" y="246"/>
                    </a:cubicBezTo>
                    <a:lnTo>
                      <a:pt x="1" y="822"/>
                    </a:lnTo>
                    <a:cubicBezTo>
                      <a:pt x="1" y="938"/>
                      <a:pt x="116" y="1053"/>
                      <a:pt x="231" y="1053"/>
                    </a:cubicBezTo>
                    <a:cubicBezTo>
                      <a:pt x="404" y="1053"/>
                      <a:pt x="519" y="995"/>
                      <a:pt x="519" y="822"/>
                    </a:cubicBezTo>
                    <a:lnTo>
                      <a:pt x="519" y="246"/>
                    </a:lnTo>
                    <a:cubicBezTo>
                      <a:pt x="519" y="104"/>
                      <a:pt x="441" y="1"/>
                      <a:pt x="31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64"/>
              <p:cNvSpPr/>
              <p:nvPr/>
            </p:nvSpPr>
            <p:spPr>
              <a:xfrm>
                <a:off x="2461900" y="2984225"/>
                <a:ext cx="11550" cy="27375"/>
              </a:xfrm>
              <a:custGeom>
                <a:rect b="b" l="l" r="r" t="t"/>
                <a:pathLst>
                  <a:path extrusionOk="0" h="1095" w="462">
                    <a:moveTo>
                      <a:pt x="173" y="0"/>
                    </a:moveTo>
                    <a:cubicBezTo>
                      <a:pt x="58" y="0"/>
                      <a:pt x="0" y="115"/>
                      <a:pt x="0" y="231"/>
                    </a:cubicBezTo>
                    <a:lnTo>
                      <a:pt x="0" y="807"/>
                    </a:lnTo>
                    <a:cubicBezTo>
                      <a:pt x="0" y="980"/>
                      <a:pt x="58" y="1037"/>
                      <a:pt x="173" y="1095"/>
                    </a:cubicBezTo>
                    <a:cubicBezTo>
                      <a:pt x="346" y="1095"/>
                      <a:pt x="461" y="980"/>
                      <a:pt x="461" y="864"/>
                    </a:cubicBezTo>
                    <a:lnTo>
                      <a:pt x="461" y="231"/>
                    </a:lnTo>
                    <a:cubicBezTo>
                      <a:pt x="461" y="115"/>
                      <a:pt x="346" y="0"/>
                      <a:pt x="17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64"/>
              <p:cNvSpPr/>
              <p:nvPr/>
            </p:nvSpPr>
            <p:spPr>
              <a:xfrm>
                <a:off x="2484925" y="2984225"/>
                <a:ext cx="13000" cy="27375"/>
              </a:xfrm>
              <a:custGeom>
                <a:rect b="b" l="l" r="r" t="t"/>
                <a:pathLst>
                  <a:path extrusionOk="0" h="1095" w="520">
                    <a:moveTo>
                      <a:pt x="231" y="0"/>
                    </a:moveTo>
                    <a:cubicBezTo>
                      <a:pt x="116" y="0"/>
                      <a:pt x="1" y="115"/>
                      <a:pt x="1" y="231"/>
                    </a:cubicBezTo>
                    <a:lnTo>
                      <a:pt x="1" y="807"/>
                    </a:lnTo>
                    <a:cubicBezTo>
                      <a:pt x="1" y="980"/>
                      <a:pt x="116" y="1037"/>
                      <a:pt x="231" y="1095"/>
                    </a:cubicBezTo>
                    <a:cubicBezTo>
                      <a:pt x="404" y="1095"/>
                      <a:pt x="519" y="980"/>
                      <a:pt x="519" y="864"/>
                    </a:cubicBezTo>
                    <a:lnTo>
                      <a:pt x="519" y="231"/>
                    </a:lnTo>
                    <a:cubicBezTo>
                      <a:pt x="519" y="115"/>
                      <a:pt x="404"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64"/>
              <p:cNvSpPr/>
              <p:nvPr/>
            </p:nvSpPr>
            <p:spPr>
              <a:xfrm>
                <a:off x="2414375" y="2742250"/>
                <a:ext cx="404725" cy="401850"/>
              </a:xfrm>
              <a:custGeom>
                <a:rect b="b" l="l" r="r" t="t"/>
                <a:pathLst>
                  <a:path extrusionOk="0" h="16074" w="16189">
                    <a:moveTo>
                      <a:pt x="6395" y="462"/>
                    </a:moveTo>
                    <a:lnTo>
                      <a:pt x="6395" y="1153"/>
                    </a:lnTo>
                    <a:lnTo>
                      <a:pt x="4897" y="1153"/>
                    </a:lnTo>
                    <a:lnTo>
                      <a:pt x="4897" y="462"/>
                    </a:lnTo>
                    <a:close/>
                    <a:moveTo>
                      <a:pt x="12201" y="5184"/>
                    </a:moveTo>
                    <a:cubicBezTo>
                      <a:pt x="12340" y="5184"/>
                      <a:pt x="12475" y="5258"/>
                      <a:pt x="12502" y="5416"/>
                    </a:cubicBezTo>
                    <a:lnTo>
                      <a:pt x="12502" y="7663"/>
                    </a:lnTo>
                    <a:lnTo>
                      <a:pt x="11868" y="7663"/>
                    </a:lnTo>
                    <a:lnTo>
                      <a:pt x="11868" y="5474"/>
                    </a:lnTo>
                    <a:cubicBezTo>
                      <a:pt x="11868" y="5287"/>
                      <a:pt x="12037" y="5184"/>
                      <a:pt x="12201" y="5184"/>
                    </a:cubicBezTo>
                    <a:close/>
                    <a:moveTo>
                      <a:pt x="13268" y="4733"/>
                    </a:moveTo>
                    <a:cubicBezTo>
                      <a:pt x="13407" y="4733"/>
                      <a:pt x="13539" y="4875"/>
                      <a:pt x="13539" y="5070"/>
                    </a:cubicBezTo>
                    <a:lnTo>
                      <a:pt x="13539" y="7663"/>
                    </a:lnTo>
                    <a:lnTo>
                      <a:pt x="12963" y="7663"/>
                    </a:lnTo>
                    <a:lnTo>
                      <a:pt x="12963" y="5013"/>
                    </a:lnTo>
                    <a:cubicBezTo>
                      <a:pt x="12963" y="4955"/>
                      <a:pt x="13020" y="4898"/>
                      <a:pt x="13078" y="4840"/>
                    </a:cubicBezTo>
                    <a:cubicBezTo>
                      <a:pt x="13134" y="4766"/>
                      <a:pt x="13201" y="4733"/>
                      <a:pt x="13268" y="4733"/>
                    </a:cubicBezTo>
                    <a:close/>
                    <a:moveTo>
                      <a:pt x="14345" y="5186"/>
                    </a:moveTo>
                    <a:cubicBezTo>
                      <a:pt x="14518" y="5186"/>
                      <a:pt x="14633" y="5358"/>
                      <a:pt x="14633" y="5474"/>
                    </a:cubicBezTo>
                    <a:lnTo>
                      <a:pt x="14633" y="7663"/>
                    </a:lnTo>
                    <a:lnTo>
                      <a:pt x="14057" y="7663"/>
                    </a:lnTo>
                    <a:lnTo>
                      <a:pt x="14057" y="5474"/>
                    </a:lnTo>
                    <a:cubicBezTo>
                      <a:pt x="14057" y="5301"/>
                      <a:pt x="14172" y="5186"/>
                      <a:pt x="14345" y="5186"/>
                    </a:cubicBezTo>
                    <a:close/>
                    <a:moveTo>
                      <a:pt x="8699" y="8124"/>
                    </a:moveTo>
                    <a:cubicBezTo>
                      <a:pt x="8642" y="8354"/>
                      <a:pt x="8526" y="8469"/>
                      <a:pt x="8296" y="8527"/>
                    </a:cubicBezTo>
                    <a:lnTo>
                      <a:pt x="8354" y="8124"/>
                    </a:lnTo>
                    <a:close/>
                    <a:moveTo>
                      <a:pt x="14633" y="8124"/>
                    </a:moveTo>
                    <a:lnTo>
                      <a:pt x="14633" y="8527"/>
                    </a:lnTo>
                    <a:cubicBezTo>
                      <a:pt x="14518" y="8469"/>
                      <a:pt x="14460" y="8469"/>
                      <a:pt x="14403" y="8354"/>
                    </a:cubicBezTo>
                    <a:cubicBezTo>
                      <a:pt x="14288" y="8297"/>
                      <a:pt x="14288" y="8239"/>
                      <a:pt x="14230" y="8124"/>
                    </a:cubicBezTo>
                    <a:close/>
                    <a:moveTo>
                      <a:pt x="11465" y="8873"/>
                    </a:moveTo>
                    <a:cubicBezTo>
                      <a:pt x="11753" y="8873"/>
                      <a:pt x="12041" y="9046"/>
                      <a:pt x="12214" y="9334"/>
                    </a:cubicBezTo>
                    <a:cubicBezTo>
                      <a:pt x="12329" y="9449"/>
                      <a:pt x="12386" y="9622"/>
                      <a:pt x="12386" y="9794"/>
                    </a:cubicBezTo>
                    <a:cubicBezTo>
                      <a:pt x="12386" y="10313"/>
                      <a:pt x="11983" y="10716"/>
                      <a:pt x="11465" y="10716"/>
                    </a:cubicBezTo>
                    <a:cubicBezTo>
                      <a:pt x="10946" y="10716"/>
                      <a:pt x="10543" y="10313"/>
                      <a:pt x="10543" y="9794"/>
                    </a:cubicBezTo>
                    <a:cubicBezTo>
                      <a:pt x="10543" y="9276"/>
                      <a:pt x="10946" y="8873"/>
                      <a:pt x="11465" y="8873"/>
                    </a:cubicBezTo>
                    <a:close/>
                    <a:moveTo>
                      <a:pt x="8354" y="11062"/>
                    </a:moveTo>
                    <a:cubicBezTo>
                      <a:pt x="8526" y="11119"/>
                      <a:pt x="8642" y="11235"/>
                      <a:pt x="8699" y="11408"/>
                    </a:cubicBezTo>
                    <a:lnTo>
                      <a:pt x="8354" y="11408"/>
                    </a:lnTo>
                    <a:lnTo>
                      <a:pt x="8354" y="11062"/>
                    </a:lnTo>
                    <a:close/>
                    <a:moveTo>
                      <a:pt x="14633" y="11004"/>
                    </a:moveTo>
                    <a:lnTo>
                      <a:pt x="14633" y="11408"/>
                    </a:lnTo>
                    <a:lnTo>
                      <a:pt x="14230" y="11408"/>
                    </a:lnTo>
                    <a:cubicBezTo>
                      <a:pt x="14288" y="11235"/>
                      <a:pt x="14460" y="11119"/>
                      <a:pt x="14633" y="11004"/>
                    </a:cubicBezTo>
                    <a:close/>
                    <a:moveTo>
                      <a:pt x="3860" y="5819"/>
                    </a:moveTo>
                    <a:lnTo>
                      <a:pt x="3860" y="11465"/>
                    </a:lnTo>
                    <a:lnTo>
                      <a:pt x="1325" y="11465"/>
                    </a:lnTo>
                    <a:lnTo>
                      <a:pt x="1325" y="5819"/>
                    </a:lnTo>
                    <a:close/>
                    <a:moveTo>
                      <a:pt x="10024" y="4149"/>
                    </a:moveTo>
                    <a:lnTo>
                      <a:pt x="10024" y="7663"/>
                    </a:lnTo>
                    <a:lnTo>
                      <a:pt x="8987" y="7720"/>
                    </a:lnTo>
                    <a:lnTo>
                      <a:pt x="8123" y="7663"/>
                    </a:lnTo>
                    <a:cubicBezTo>
                      <a:pt x="8123" y="7663"/>
                      <a:pt x="7835" y="7778"/>
                      <a:pt x="7835" y="7893"/>
                    </a:cubicBezTo>
                    <a:lnTo>
                      <a:pt x="7835" y="10774"/>
                    </a:lnTo>
                    <a:lnTo>
                      <a:pt x="7893" y="10774"/>
                    </a:lnTo>
                    <a:lnTo>
                      <a:pt x="7893" y="11465"/>
                    </a:lnTo>
                    <a:lnTo>
                      <a:pt x="7432" y="11465"/>
                    </a:lnTo>
                    <a:lnTo>
                      <a:pt x="7432" y="4149"/>
                    </a:lnTo>
                    <a:close/>
                    <a:moveTo>
                      <a:pt x="13711" y="8124"/>
                    </a:moveTo>
                    <a:cubicBezTo>
                      <a:pt x="13769" y="8354"/>
                      <a:pt x="13884" y="8527"/>
                      <a:pt x="14057" y="8700"/>
                    </a:cubicBezTo>
                    <a:cubicBezTo>
                      <a:pt x="14230" y="8873"/>
                      <a:pt x="14403" y="8988"/>
                      <a:pt x="14633" y="9046"/>
                    </a:cubicBezTo>
                    <a:lnTo>
                      <a:pt x="14633" y="10543"/>
                    </a:lnTo>
                    <a:cubicBezTo>
                      <a:pt x="14172" y="10659"/>
                      <a:pt x="13827" y="11004"/>
                      <a:pt x="13711" y="11465"/>
                    </a:cubicBezTo>
                    <a:lnTo>
                      <a:pt x="10946" y="11465"/>
                    </a:lnTo>
                    <a:cubicBezTo>
                      <a:pt x="10916" y="11470"/>
                      <a:pt x="10886" y="11473"/>
                      <a:pt x="10857" y="11473"/>
                    </a:cubicBezTo>
                    <a:cubicBezTo>
                      <a:pt x="10552" y="11473"/>
                      <a:pt x="10307" y="11210"/>
                      <a:pt x="10255" y="10947"/>
                    </a:cubicBezTo>
                    <a:lnTo>
                      <a:pt x="10255" y="10486"/>
                    </a:lnTo>
                    <a:cubicBezTo>
                      <a:pt x="10485" y="10889"/>
                      <a:pt x="11004" y="11177"/>
                      <a:pt x="11465" y="11177"/>
                    </a:cubicBezTo>
                    <a:cubicBezTo>
                      <a:pt x="12271" y="11177"/>
                      <a:pt x="12905" y="10601"/>
                      <a:pt x="12905" y="9794"/>
                    </a:cubicBezTo>
                    <a:cubicBezTo>
                      <a:pt x="12905" y="9564"/>
                      <a:pt x="12790" y="9276"/>
                      <a:pt x="12674" y="9046"/>
                    </a:cubicBezTo>
                    <a:cubicBezTo>
                      <a:pt x="12386" y="8642"/>
                      <a:pt x="11983" y="8412"/>
                      <a:pt x="11465" y="8412"/>
                    </a:cubicBezTo>
                    <a:lnTo>
                      <a:pt x="11407" y="8412"/>
                    </a:lnTo>
                    <a:cubicBezTo>
                      <a:pt x="10773" y="8412"/>
                      <a:pt x="10197" y="8873"/>
                      <a:pt x="10082" y="9506"/>
                    </a:cubicBezTo>
                    <a:cubicBezTo>
                      <a:pt x="9967" y="9276"/>
                      <a:pt x="9679" y="9161"/>
                      <a:pt x="9448" y="9161"/>
                    </a:cubicBezTo>
                    <a:cubicBezTo>
                      <a:pt x="8987" y="9161"/>
                      <a:pt x="8642" y="9506"/>
                      <a:pt x="8642" y="9967"/>
                    </a:cubicBezTo>
                    <a:lnTo>
                      <a:pt x="8642" y="10659"/>
                    </a:lnTo>
                    <a:cubicBezTo>
                      <a:pt x="8584" y="10601"/>
                      <a:pt x="8469" y="10601"/>
                      <a:pt x="8354" y="10543"/>
                    </a:cubicBezTo>
                    <a:lnTo>
                      <a:pt x="8354" y="9046"/>
                    </a:lnTo>
                    <a:cubicBezTo>
                      <a:pt x="8757" y="8930"/>
                      <a:pt x="9103" y="8585"/>
                      <a:pt x="9218" y="8124"/>
                    </a:cubicBezTo>
                    <a:close/>
                    <a:moveTo>
                      <a:pt x="15411" y="7188"/>
                    </a:moveTo>
                    <a:cubicBezTo>
                      <a:pt x="15569" y="7188"/>
                      <a:pt x="15728" y="7288"/>
                      <a:pt x="15728" y="7490"/>
                    </a:cubicBezTo>
                    <a:lnTo>
                      <a:pt x="15728" y="10659"/>
                    </a:lnTo>
                    <a:cubicBezTo>
                      <a:pt x="15728" y="11408"/>
                      <a:pt x="15440" y="12156"/>
                      <a:pt x="14979" y="12733"/>
                    </a:cubicBezTo>
                    <a:cubicBezTo>
                      <a:pt x="14806" y="13021"/>
                      <a:pt x="14691" y="13309"/>
                      <a:pt x="14691" y="13654"/>
                    </a:cubicBezTo>
                    <a:lnTo>
                      <a:pt x="14691" y="13770"/>
                    </a:lnTo>
                    <a:lnTo>
                      <a:pt x="14691" y="13827"/>
                    </a:lnTo>
                    <a:lnTo>
                      <a:pt x="11349" y="13827"/>
                    </a:lnTo>
                    <a:lnTo>
                      <a:pt x="11349" y="13712"/>
                    </a:lnTo>
                    <a:cubicBezTo>
                      <a:pt x="11349" y="13193"/>
                      <a:pt x="11119" y="12848"/>
                      <a:pt x="10658" y="12675"/>
                    </a:cubicBezTo>
                    <a:cubicBezTo>
                      <a:pt x="9852" y="12387"/>
                      <a:pt x="9218" y="11868"/>
                      <a:pt x="9160" y="11235"/>
                    </a:cubicBezTo>
                    <a:cubicBezTo>
                      <a:pt x="9160" y="11119"/>
                      <a:pt x="9103" y="11004"/>
                      <a:pt x="9103" y="10889"/>
                    </a:cubicBezTo>
                    <a:lnTo>
                      <a:pt x="9103" y="9967"/>
                    </a:lnTo>
                    <a:cubicBezTo>
                      <a:pt x="9103" y="9737"/>
                      <a:pt x="9275" y="9622"/>
                      <a:pt x="9448" y="9622"/>
                    </a:cubicBezTo>
                    <a:cubicBezTo>
                      <a:pt x="9621" y="9622"/>
                      <a:pt x="9794" y="9737"/>
                      <a:pt x="9794" y="9967"/>
                    </a:cubicBezTo>
                    <a:lnTo>
                      <a:pt x="9794" y="10889"/>
                    </a:lnTo>
                    <a:cubicBezTo>
                      <a:pt x="9794" y="11465"/>
                      <a:pt x="10312" y="11926"/>
                      <a:pt x="10889" y="11926"/>
                    </a:cubicBezTo>
                    <a:lnTo>
                      <a:pt x="14864" y="11926"/>
                    </a:lnTo>
                    <a:cubicBezTo>
                      <a:pt x="14979" y="11926"/>
                      <a:pt x="15094" y="11811"/>
                      <a:pt x="15094" y="11696"/>
                    </a:cubicBezTo>
                    <a:lnTo>
                      <a:pt x="15094" y="7490"/>
                    </a:lnTo>
                    <a:cubicBezTo>
                      <a:pt x="15094" y="7288"/>
                      <a:pt x="15253" y="7188"/>
                      <a:pt x="15411" y="7188"/>
                    </a:cubicBezTo>
                    <a:close/>
                    <a:moveTo>
                      <a:pt x="4667" y="1"/>
                    </a:moveTo>
                    <a:cubicBezTo>
                      <a:pt x="4551" y="1"/>
                      <a:pt x="4436" y="116"/>
                      <a:pt x="4436" y="231"/>
                    </a:cubicBezTo>
                    <a:lnTo>
                      <a:pt x="4436" y="1153"/>
                    </a:lnTo>
                    <a:lnTo>
                      <a:pt x="4090" y="1153"/>
                    </a:lnTo>
                    <a:cubicBezTo>
                      <a:pt x="3975" y="1153"/>
                      <a:pt x="3860" y="1268"/>
                      <a:pt x="3860" y="1383"/>
                    </a:cubicBezTo>
                    <a:lnTo>
                      <a:pt x="3860" y="2651"/>
                    </a:lnTo>
                    <a:cubicBezTo>
                      <a:pt x="3860" y="2788"/>
                      <a:pt x="3978" y="2860"/>
                      <a:pt x="4095" y="2860"/>
                    </a:cubicBezTo>
                    <a:cubicBezTo>
                      <a:pt x="4224" y="2860"/>
                      <a:pt x="4351" y="2774"/>
                      <a:pt x="4321" y="2593"/>
                    </a:cubicBezTo>
                    <a:lnTo>
                      <a:pt x="4321" y="1671"/>
                    </a:lnTo>
                    <a:lnTo>
                      <a:pt x="6913" y="1671"/>
                    </a:lnTo>
                    <a:lnTo>
                      <a:pt x="6913" y="11465"/>
                    </a:lnTo>
                    <a:lnTo>
                      <a:pt x="4321" y="11465"/>
                    </a:lnTo>
                    <a:lnTo>
                      <a:pt x="4321" y="5589"/>
                    </a:lnTo>
                    <a:lnTo>
                      <a:pt x="4321" y="5531"/>
                    </a:lnTo>
                    <a:lnTo>
                      <a:pt x="4321" y="3918"/>
                    </a:lnTo>
                    <a:cubicBezTo>
                      <a:pt x="4353" y="3755"/>
                      <a:pt x="4201" y="3647"/>
                      <a:pt x="4063" y="3647"/>
                    </a:cubicBezTo>
                    <a:cubicBezTo>
                      <a:pt x="3958" y="3647"/>
                      <a:pt x="3860" y="3711"/>
                      <a:pt x="3860" y="3861"/>
                    </a:cubicBezTo>
                    <a:lnTo>
                      <a:pt x="3860" y="5358"/>
                    </a:lnTo>
                    <a:lnTo>
                      <a:pt x="1037" y="5358"/>
                    </a:lnTo>
                    <a:cubicBezTo>
                      <a:pt x="922" y="5358"/>
                      <a:pt x="807" y="5474"/>
                      <a:pt x="807" y="5589"/>
                    </a:cubicBezTo>
                    <a:lnTo>
                      <a:pt x="807" y="11465"/>
                    </a:lnTo>
                    <a:lnTo>
                      <a:pt x="288" y="11465"/>
                    </a:lnTo>
                    <a:cubicBezTo>
                      <a:pt x="0" y="11465"/>
                      <a:pt x="0" y="11926"/>
                      <a:pt x="288" y="11926"/>
                    </a:cubicBezTo>
                    <a:lnTo>
                      <a:pt x="8815" y="11926"/>
                    </a:lnTo>
                    <a:cubicBezTo>
                      <a:pt x="9160" y="12560"/>
                      <a:pt x="9794" y="12905"/>
                      <a:pt x="10485" y="13136"/>
                    </a:cubicBezTo>
                    <a:cubicBezTo>
                      <a:pt x="10716" y="13251"/>
                      <a:pt x="10889" y="13424"/>
                      <a:pt x="10889" y="13712"/>
                    </a:cubicBezTo>
                    <a:lnTo>
                      <a:pt x="10889" y="13885"/>
                    </a:lnTo>
                    <a:lnTo>
                      <a:pt x="10658" y="13885"/>
                    </a:lnTo>
                    <a:cubicBezTo>
                      <a:pt x="10543" y="13885"/>
                      <a:pt x="10428" y="14000"/>
                      <a:pt x="10428" y="14115"/>
                    </a:cubicBezTo>
                    <a:lnTo>
                      <a:pt x="10428" y="15844"/>
                    </a:lnTo>
                    <a:cubicBezTo>
                      <a:pt x="10428" y="15959"/>
                      <a:pt x="10543" y="16074"/>
                      <a:pt x="10658" y="16074"/>
                    </a:cubicBezTo>
                    <a:lnTo>
                      <a:pt x="13423" y="16074"/>
                    </a:lnTo>
                    <a:cubicBezTo>
                      <a:pt x="13711" y="16074"/>
                      <a:pt x="13711" y="15613"/>
                      <a:pt x="13423" y="15613"/>
                    </a:cubicBezTo>
                    <a:lnTo>
                      <a:pt x="10889" y="15613"/>
                    </a:lnTo>
                    <a:lnTo>
                      <a:pt x="10889" y="14346"/>
                    </a:lnTo>
                    <a:lnTo>
                      <a:pt x="15094" y="14346"/>
                    </a:lnTo>
                    <a:lnTo>
                      <a:pt x="15094" y="15613"/>
                    </a:lnTo>
                    <a:lnTo>
                      <a:pt x="14691" y="15613"/>
                    </a:lnTo>
                    <a:cubicBezTo>
                      <a:pt x="14403" y="15613"/>
                      <a:pt x="14403" y="16074"/>
                      <a:pt x="14691" y="16074"/>
                    </a:cubicBezTo>
                    <a:lnTo>
                      <a:pt x="15325" y="16074"/>
                    </a:lnTo>
                    <a:cubicBezTo>
                      <a:pt x="15497" y="16074"/>
                      <a:pt x="15613" y="15959"/>
                      <a:pt x="15613" y="15844"/>
                    </a:cubicBezTo>
                    <a:lnTo>
                      <a:pt x="15613" y="14115"/>
                    </a:lnTo>
                    <a:cubicBezTo>
                      <a:pt x="15613" y="14000"/>
                      <a:pt x="15497" y="13885"/>
                      <a:pt x="15325" y="13885"/>
                    </a:cubicBezTo>
                    <a:lnTo>
                      <a:pt x="15094" y="13885"/>
                    </a:lnTo>
                    <a:lnTo>
                      <a:pt x="15094" y="13770"/>
                    </a:lnTo>
                    <a:cubicBezTo>
                      <a:pt x="15094" y="13482"/>
                      <a:pt x="15152" y="13251"/>
                      <a:pt x="15325" y="13078"/>
                    </a:cubicBezTo>
                    <a:cubicBezTo>
                      <a:pt x="15901" y="12387"/>
                      <a:pt x="16189" y="11523"/>
                      <a:pt x="16189" y="10659"/>
                    </a:cubicBezTo>
                    <a:lnTo>
                      <a:pt x="16189" y="7490"/>
                    </a:lnTo>
                    <a:cubicBezTo>
                      <a:pt x="16189" y="7074"/>
                      <a:pt x="15818" y="6732"/>
                      <a:pt x="15404" y="6732"/>
                    </a:cubicBezTo>
                    <a:cubicBezTo>
                      <a:pt x="15302" y="6732"/>
                      <a:pt x="15197" y="6753"/>
                      <a:pt x="15094" y="6799"/>
                    </a:cubicBezTo>
                    <a:lnTo>
                      <a:pt x="15094" y="5531"/>
                    </a:lnTo>
                    <a:cubicBezTo>
                      <a:pt x="15094" y="5068"/>
                      <a:pt x="14721" y="4716"/>
                      <a:pt x="14306" y="4716"/>
                    </a:cubicBezTo>
                    <a:cubicBezTo>
                      <a:pt x="14205" y="4716"/>
                      <a:pt x="14101" y="4737"/>
                      <a:pt x="13999" y="4782"/>
                    </a:cubicBezTo>
                    <a:cubicBezTo>
                      <a:pt x="13882" y="4459"/>
                      <a:pt x="13569" y="4285"/>
                      <a:pt x="13260" y="4285"/>
                    </a:cubicBezTo>
                    <a:cubicBezTo>
                      <a:pt x="12964" y="4285"/>
                      <a:pt x="12672" y="4444"/>
                      <a:pt x="12559" y="4782"/>
                    </a:cubicBezTo>
                    <a:cubicBezTo>
                      <a:pt x="12458" y="4737"/>
                      <a:pt x="12352" y="4716"/>
                      <a:pt x="12247" y="4716"/>
                    </a:cubicBezTo>
                    <a:cubicBezTo>
                      <a:pt x="11817" y="4716"/>
                      <a:pt x="11407" y="5068"/>
                      <a:pt x="11407" y="5531"/>
                    </a:cubicBezTo>
                    <a:lnTo>
                      <a:pt x="11407" y="7663"/>
                    </a:lnTo>
                    <a:lnTo>
                      <a:pt x="10485" y="7663"/>
                    </a:lnTo>
                    <a:lnTo>
                      <a:pt x="10485" y="3918"/>
                    </a:lnTo>
                    <a:cubicBezTo>
                      <a:pt x="10485" y="3803"/>
                      <a:pt x="10370" y="3688"/>
                      <a:pt x="10255" y="3688"/>
                    </a:cubicBezTo>
                    <a:lnTo>
                      <a:pt x="8930" y="3688"/>
                    </a:lnTo>
                    <a:lnTo>
                      <a:pt x="8930" y="1499"/>
                    </a:lnTo>
                    <a:cubicBezTo>
                      <a:pt x="8930" y="1383"/>
                      <a:pt x="8872" y="1326"/>
                      <a:pt x="8757" y="1268"/>
                    </a:cubicBezTo>
                    <a:cubicBezTo>
                      <a:pt x="8642" y="1268"/>
                      <a:pt x="8469" y="1383"/>
                      <a:pt x="8469" y="1499"/>
                    </a:cubicBezTo>
                    <a:lnTo>
                      <a:pt x="8469" y="3688"/>
                    </a:lnTo>
                    <a:lnTo>
                      <a:pt x="7432" y="3688"/>
                    </a:lnTo>
                    <a:lnTo>
                      <a:pt x="7432" y="1383"/>
                    </a:lnTo>
                    <a:cubicBezTo>
                      <a:pt x="7432" y="1268"/>
                      <a:pt x="7317" y="1153"/>
                      <a:pt x="7201" y="1153"/>
                    </a:cubicBezTo>
                    <a:lnTo>
                      <a:pt x="6856" y="1153"/>
                    </a:lnTo>
                    <a:lnTo>
                      <a:pt x="6856" y="231"/>
                    </a:lnTo>
                    <a:cubicBezTo>
                      <a:pt x="6856" y="116"/>
                      <a:pt x="6741" y="1"/>
                      <a:pt x="662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11" name="Google Shape;1511;p64"/>
          <p:cNvGrpSpPr/>
          <p:nvPr/>
        </p:nvGrpSpPr>
        <p:grpSpPr>
          <a:xfrm>
            <a:off x="4749577" y="1901571"/>
            <a:ext cx="595348" cy="595348"/>
            <a:chOff x="3688597" y="1393075"/>
            <a:chExt cx="707400" cy="707400"/>
          </a:xfrm>
        </p:grpSpPr>
        <p:sp>
          <p:nvSpPr>
            <p:cNvPr id="1512" name="Google Shape;1512;p64"/>
            <p:cNvSpPr/>
            <p:nvPr/>
          </p:nvSpPr>
          <p:spPr>
            <a:xfrm flipH="1">
              <a:off x="3688597" y="13930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3" name="Google Shape;1513;p64"/>
            <p:cNvGrpSpPr/>
            <p:nvPr/>
          </p:nvGrpSpPr>
          <p:grpSpPr>
            <a:xfrm>
              <a:off x="3841363" y="1547163"/>
              <a:ext cx="401875" cy="399175"/>
              <a:chOff x="4846975" y="2092700"/>
              <a:chExt cx="401875" cy="399175"/>
            </a:xfrm>
          </p:grpSpPr>
          <p:sp>
            <p:nvSpPr>
              <p:cNvPr id="1514" name="Google Shape;1514;p64"/>
              <p:cNvSpPr/>
              <p:nvPr/>
            </p:nvSpPr>
            <p:spPr>
              <a:xfrm>
                <a:off x="4846975" y="2259775"/>
                <a:ext cx="401875" cy="232100"/>
              </a:xfrm>
              <a:custGeom>
                <a:rect b="b" l="l" r="r" t="t"/>
                <a:pathLst>
                  <a:path extrusionOk="0" h="9284" w="16075">
                    <a:moveTo>
                      <a:pt x="2939" y="1383"/>
                    </a:moveTo>
                    <a:cubicBezTo>
                      <a:pt x="3746" y="1383"/>
                      <a:pt x="4552" y="1786"/>
                      <a:pt x="5013" y="2477"/>
                    </a:cubicBezTo>
                    <a:cubicBezTo>
                      <a:pt x="5013" y="2650"/>
                      <a:pt x="4955" y="2823"/>
                      <a:pt x="4955" y="2938"/>
                    </a:cubicBezTo>
                    <a:cubicBezTo>
                      <a:pt x="5013" y="3111"/>
                      <a:pt x="4955" y="3284"/>
                      <a:pt x="4898" y="3399"/>
                    </a:cubicBezTo>
                    <a:cubicBezTo>
                      <a:pt x="4783" y="3514"/>
                      <a:pt x="4725" y="3572"/>
                      <a:pt x="4667" y="3687"/>
                    </a:cubicBezTo>
                    <a:cubicBezTo>
                      <a:pt x="4552" y="3630"/>
                      <a:pt x="4379" y="3572"/>
                      <a:pt x="4206" y="3572"/>
                    </a:cubicBezTo>
                    <a:lnTo>
                      <a:pt x="1672" y="3572"/>
                    </a:lnTo>
                    <a:cubicBezTo>
                      <a:pt x="1133" y="3572"/>
                      <a:pt x="695" y="3925"/>
                      <a:pt x="546" y="4395"/>
                    </a:cubicBezTo>
                    <a:lnTo>
                      <a:pt x="546" y="4395"/>
                    </a:lnTo>
                    <a:cubicBezTo>
                      <a:pt x="500" y="4238"/>
                      <a:pt x="462" y="4049"/>
                      <a:pt x="462" y="3860"/>
                    </a:cubicBezTo>
                    <a:cubicBezTo>
                      <a:pt x="462" y="2477"/>
                      <a:pt x="1556" y="1383"/>
                      <a:pt x="2939" y="1383"/>
                    </a:cubicBezTo>
                    <a:close/>
                    <a:moveTo>
                      <a:pt x="7145" y="2765"/>
                    </a:moveTo>
                    <a:cubicBezTo>
                      <a:pt x="7433" y="3342"/>
                      <a:pt x="7836" y="3687"/>
                      <a:pt x="8412" y="3860"/>
                    </a:cubicBezTo>
                    <a:cubicBezTo>
                      <a:pt x="8741" y="3970"/>
                      <a:pt x="9069" y="4010"/>
                      <a:pt x="9383" y="4010"/>
                    </a:cubicBezTo>
                    <a:cubicBezTo>
                      <a:pt x="9565" y="4010"/>
                      <a:pt x="9741" y="3996"/>
                      <a:pt x="9910" y="3975"/>
                    </a:cubicBezTo>
                    <a:lnTo>
                      <a:pt x="9910" y="3975"/>
                    </a:lnTo>
                    <a:cubicBezTo>
                      <a:pt x="9737" y="4839"/>
                      <a:pt x="8931" y="5531"/>
                      <a:pt x="7951" y="5531"/>
                    </a:cubicBezTo>
                    <a:cubicBezTo>
                      <a:pt x="6972" y="5531"/>
                      <a:pt x="6108" y="4724"/>
                      <a:pt x="6050" y="3745"/>
                    </a:cubicBezTo>
                    <a:cubicBezTo>
                      <a:pt x="6626" y="3514"/>
                      <a:pt x="6914" y="3111"/>
                      <a:pt x="7145" y="2765"/>
                    </a:cubicBezTo>
                    <a:close/>
                    <a:moveTo>
                      <a:pt x="7951" y="461"/>
                    </a:moveTo>
                    <a:cubicBezTo>
                      <a:pt x="9391" y="461"/>
                      <a:pt x="10486" y="1556"/>
                      <a:pt x="10486" y="2938"/>
                    </a:cubicBezTo>
                    <a:cubicBezTo>
                      <a:pt x="10486" y="3226"/>
                      <a:pt x="10486" y="3514"/>
                      <a:pt x="10659" y="3745"/>
                    </a:cubicBezTo>
                    <a:cubicBezTo>
                      <a:pt x="10832" y="3918"/>
                      <a:pt x="10947" y="4206"/>
                      <a:pt x="10947" y="4436"/>
                    </a:cubicBezTo>
                    <a:cubicBezTo>
                      <a:pt x="10947" y="4667"/>
                      <a:pt x="10832" y="4897"/>
                      <a:pt x="10716" y="5127"/>
                    </a:cubicBezTo>
                    <a:cubicBezTo>
                      <a:pt x="10601" y="5185"/>
                      <a:pt x="10544" y="5358"/>
                      <a:pt x="10428" y="5416"/>
                    </a:cubicBezTo>
                    <a:cubicBezTo>
                      <a:pt x="10198" y="5531"/>
                      <a:pt x="10140" y="5761"/>
                      <a:pt x="10198" y="5992"/>
                    </a:cubicBezTo>
                    <a:cubicBezTo>
                      <a:pt x="10198" y="6049"/>
                      <a:pt x="10198" y="6107"/>
                      <a:pt x="10198" y="6164"/>
                    </a:cubicBezTo>
                    <a:cubicBezTo>
                      <a:pt x="9968" y="5934"/>
                      <a:pt x="9737" y="5704"/>
                      <a:pt x="9449" y="5473"/>
                    </a:cubicBezTo>
                    <a:cubicBezTo>
                      <a:pt x="9968" y="5070"/>
                      <a:pt x="10371" y="4436"/>
                      <a:pt x="10428" y="3687"/>
                    </a:cubicBezTo>
                    <a:cubicBezTo>
                      <a:pt x="10371" y="3514"/>
                      <a:pt x="10313" y="3457"/>
                      <a:pt x="10140" y="3457"/>
                    </a:cubicBezTo>
                    <a:cubicBezTo>
                      <a:pt x="9924" y="3500"/>
                      <a:pt x="9665" y="3532"/>
                      <a:pt x="9392" y="3532"/>
                    </a:cubicBezTo>
                    <a:cubicBezTo>
                      <a:pt x="8574" y="3532"/>
                      <a:pt x="7634" y="3241"/>
                      <a:pt x="7375" y="2074"/>
                    </a:cubicBezTo>
                    <a:cubicBezTo>
                      <a:pt x="7346" y="1959"/>
                      <a:pt x="7245" y="1901"/>
                      <a:pt x="7145" y="1901"/>
                    </a:cubicBezTo>
                    <a:cubicBezTo>
                      <a:pt x="7044" y="1901"/>
                      <a:pt x="6943" y="1959"/>
                      <a:pt x="6914" y="2074"/>
                    </a:cubicBezTo>
                    <a:cubicBezTo>
                      <a:pt x="6914" y="2074"/>
                      <a:pt x="6684" y="3111"/>
                      <a:pt x="5704" y="3342"/>
                    </a:cubicBezTo>
                    <a:cubicBezTo>
                      <a:pt x="5647" y="3342"/>
                      <a:pt x="5531" y="3457"/>
                      <a:pt x="5531" y="3572"/>
                    </a:cubicBezTo>
                    <a:cubicBezTo>
                      <a:pt x="5531" y="4321"/>
                      <a:pt x="5935" y="5070"/>
                      <a:pt x="6511" y="5473"/>
                    </a:cubicBezTo>
                    <a:cubicBezTo>
                      <a:pt x="6223" y="5704"/>
                      <a:pt x="5935" y="5934"/>
                      <a:pt x="5704" y="6222"/>
                    </a:cubicBezTo>
                    <a:cubicBezTo>
                      <a:pt x="5704" y="6164"/>
                      <a:pt x="5704" y="6107"/>
                      <a:pt x="5704" y="5992"/>
                    </a:cubicBezTo>
                    <a:cubicBezTo>
                      <a:pt x="5762" y="5761"/>
                      <a:pt x="5704" y="5531"/>
                      <a:pt x="5531" y="5416"/>
                    </a:cubicBezTo>
                    <a:cubicBezTo>
                      <a:pt x="5186" y="5185"/>
                      <a:pt x="4955" y="4839"/>
                      <a:pt x="4955" y="4436"/>
                    </a:cubicBezTo>
                    <a:cubicBezTo>
                      <a:pt x="4955" y="4148"/>
                      <a:pt x="5071" y="3918"/>
                      <a:pt x="5243" y="3687"/>
                    </a:cubicBezTo>
                    <a:cubicBezTo>
                      <a:pt x="5416" y="3514"/>
                      <a:pt x="5474" y="3226"/>
                      <a:pt x="5474" y="2938"/>
                    </a:cubicBezTo>
                    <a:cubicBezTo>
                      <a:pt x="5474" y="1556"/>
                      <a:pt x="6568" y="461"/>
                      <a:pt x="7951" y="461"/>
                    </a:cubicBezTo>
                    <a:close/>
                    <a:moveTo>
                      <a:pt x="13827" y="3975"/>
                    </a:moveTo>
                    <a:cubicBezTo>
                      <a:pt x="14000" y="4321"/>
                      <a:pt x="14346" y="4724"/>
                      <a:pt x="14922" y="4897"/>
                    </a:cubicBezTo>
                    <a:cubicBezTo>
                      <a:pt x="14864" y="5934"/>
                      <a:pt x="14000" y="6683"/>
                      <a:pt x="12963" y="6683"/>
                    </a:cubicBezTo>
                    <a:cubicBezTo>
                      <a:pt x="12099" y="6683"/>
                      <a:pt x="11350" y="6164"/>
                      <a:pt x="11120" y="5358"/>
                    </a:cubicBezTo>
                    <a:cubicBezTo>
                      <a:pt x="11177" y="5300"/>
                      <a:pt x="11177" y="5185"/>
                      <a:pt x="11235" y="5127"/>
                    </a:cubicBezTo>
                    <a:cubicBezTo>
                      <a:pt x="11379" y="5142"/>
                      <a:pt x="11519" y="5149"/>
                      <a:pt x="11656" y="5149"/>
                    </a:cubicBezTo>
                    <a:cubicBezTo>
                      <a:pt x="12067" y="5149"/>
                      <a:pt x="12445" y="5084"/>
                      <a:pt x="12790" y="4955"/>
                    </a:cubicBezTo>
                    <a:cubicBezTo>
                      <a:pt x="13251" y="4724"/>
                      <a:pt x="13597" y="4436"/>
                      <a:pt x="13827" y="3975"/>
                    </a:cubicBezTo>
                    <a:close/>
                    <a:moveTo>
                      <a:pt x="4206" y="4033"/>
                    </a:moveTo>
                    <a:cubicBezTo>
                      <a:pt x="4322" y="4033"/>
                      <a:pt x="4437" y="4090"/>
                      <a:pt x="4552" y="4148"/>
                    </a:cubicBezTo>
                    <a:cubicBezTo>
                      <a:pt x="4494" y="4206"/>
                      <a:pt x="4494" y="4321"/>
                      <a:pt x="4494" y="4436"/>
                    </a:cubicBezTo>
                    <a:cubicBezTo>
                      <a:pt x="4494" y="4782"/>
                      <a:pt x="4610" y="5127"/>
                      <a:pt x="4840" y="5416"/>
                    </a:cubicBezTo>
                    <a:cubicBezTo>
                      <a:pt x="4552" y="6164"/>
                      <a:pt x="3803" y="6741"/>
                      <a:pt x="2939" y="6741"/>
                    </a:cubicBezTo>
                    <a:cubicBezTo>
                      <a:pt x="1844" y="6741"/>
                      <a:pt x="980" y="5819"/>
                      <a:pt x="980" y="4782"/>
                    </a:cubicBezTo>
                    <a:cubicBezTo>
                      <a:pt x="980" y="4379"/>
                      <a:pt x="1326" y="4033"/>
                      <a:pt x="1672" y="4033"/>
                    </a:cubicBezTo>
                    <a:close/>
                    <a:moveTo>
                      <a:pt x="10774" y="5704"/>
                    </a:moveTo>
                    <a:cubicBezTo>
                      <a:pt x="10947" y="6107"/>
                      <a:pt x="11177" y="6453"/>
                      <a:pt x="11523" y="6683"/>
                    </a:cubicBezTo>
                    <a:cubicBezTo>
                      <a:pt x="11177" y="6913"/>
                      <a:pt x="10889" y="7201"/>
                      <a:pt x="10716" y="7490"/>
                    </a:cubicBezTo>
                    <a:cubicBezTo>
                      <a:pt x="10659" y="7259"/>
                      <a:pt x="10601" y="6971"/>
                      <a:pt x="10486" y="6741"/>
                    </a:cubicBezTo>
                    <a:cubicBezTo>
                      <a:pt x="10601" y="6453"/>
                      <a:pt x="10659" y="6164"/>
                      <a:pt x="10601" y="5876"/>
                    </a:cubicBezTo>
                    <a:cubicBezTo>
                      <a:pt x="10601" y="5876"/>
                      <a:pt x="10601" y="5819"/>
                      <a:pt x="10659" y="5819"/>
                    </a:cubicBezTo>
                    <a:cubicBezTo>
                      <a:pt x="10716" y="5761"/>
                      <a:pt x="10716" y="5761"/>
                      <a:pt x="10774" y="5704"/>
                    </a:cubicBezTo>
                    <a:close/>
                    <a:moveTo>
                      <a:pt x="5128" y="5761"/>
                    </a:moveTo>
                    <a:cubicBezTo>
                      <a:pt x="5186" y="5761"/>
                      <a:pt x="5186" y="5819"/>
                      <a:pt x="5243" y="5819"/>
                    </a:cubicBezTo>
                    <a:cubicBezTo>
                      <a:pt x="5243" y="5819"/>
                      <a:pt x="5301" y="5876"/>
                      <a:pt x="5243" y="5934"/>
                    </a:cubicBezTo>
                    <a:cubicBezTo>
                      <a:pt x="5186" y="6222"/>
                      <a:pt x="5243" y="6510"/>
                      <a:pt x="5416" y="6798"/>
                    </a:cubicBezTo>
                    <a:cubicBezTo>
                      <a:pt x="5359" y="7029"/>
                      <a:pt x="5243" y="7259"/>
                      <a:pt x="5243" y="7490"/>
                    </a:cubicBezTo>
                    <a:lnTo>
                      <a:pt x="5243" y="7547"/>
                    </a:lnTo>
                    <a:cubicBezTo>
                      <a:pt x="5013" y="7201"/>
                      <a:pt x="4725" y="6913"/>
                      <a:pt x="4437" y="6683"/>
                    </a:cubicBezTo>
                    <a:cubicBezTo>
                      <a:pt x="4725" y="6453"/>
                      <a:pt x="5013" y="6107"/>
                      <a:pt x="5128" y="5761"/>
                    </a:cubicBezTo>
                    <a:close/>
                    <a:moveTo>
                      <a:pt x="7951" y="0"/>
                    </a:moveTo>
                    <a:cubicBezTo>
                      <a:pt x="6626" y="0"/>
                      <a:pt x="5589" y="807"/>
                      <a:pt x="5186" y="1959"/>
                    </a:cubicBezTo>
                    <a:cubicBezTo>
                      <a:pt x="4610" y="1325"/>
                      <a:pt x="3803" y="922"/>
                      <a:pt x="2939" y="922"/>
                    </a:cubicBezTo>
                    <a:cubicBezTo>
                      <a:pt x="1326" y="922"/>
                      <a:pt x="1" y="2247"/>
                      <a:pt x="1" y="3918"/>
                    </a:cubicBezTo>
                    <a:cubicBezTo>
                      <a:pt x="1" y="4667"/>
                      <a:pt x="289" y="5358"/>
                      <a:pt x="807" y="5934"/>
                    </a:cubicBezTo>
                    <a:cubicBezTo>
                      <a:pt x="807" y="5934"/>
                      <a:pt x="1211" y="6510"/>
                      <a:pt x="1499" y="6741"/>
                    </a:cubicBezTo>
                    <a:cubicBezTo>
                      <a:pt x="692" y="7201"/>
                      <a:pt x="231" y="8123"/>
                      <a:pt x="231" y="9045"/>
                    </a:cubicBezTo>
                    <a:cubicBezTo>
                      <a:pt x="231" y="9189"/>
                      <a:pt x="347" y="9261"/>
                      <a:pt x="462" y="9261"/>
                    </a:cubicBezTo>
                    <a:cubicBezTo>
                      <a:pt x="577" y="9261"/>
                      <a:pt x="692" y="9189"/>
                      <a:pt x="692" y="9045"/>
                    </a:cubicBezTo>
                    <a:cubicBezTo>
                      <a:pt x="692" y="8181"/>
                      <a:pt x="1153" y="7374"/>
                      <a:pt x="1960" y="6971"/>
                    </a:cubicBezTo>
                    <a:cubicBezTo>
                      <a:pt x="2276" y="7115"/>
                      <a:pt x="2622" y="7187"/>
                      <a:pt x="2968" y="7187"/>
                    </a:cubicBezTo>
                    <a:cubicBezTo>
                      <a:pt x="3313" y="7187"/>
                      <a:pt x="3659" y="7115"/>
                      <a:pt x="3976" y="6971"/>
                    </a:cubicBezTo>
                    <a:cubicBezTo>
                      <a:pt x="4725" y="7374"/>
                      <a:pt x="5243" y="8181"/>
                      <a:pt x="5243" y="9045"/>
                    </a:cubicBezTo>
                    <a:cubicBezTo>
                      <a:pt x="5243" y="9196"/>
                      <a:pt x="5369" y="9283"/>
                      <a:pt x="5489" y="9283"/>
                    </a:cubicBezTo>
                    <a:cubicBezTo>
                      <a:pt x="5599" y="9283"/>
                      <a:pt x="5704" y="9210"/>
                      <a:pt x="5704" y="9045"/>
                    </a:cubicBezTo>
                    <a:lnTo>
                      <a:pt x="5704" y="7835"/>
                    </a:lnTo>
                    <a:cubicBezTo>
                      <a:pt x="5704" y="6971"/>
                      <a:pt x="6165" y="6164"/>
                      <a:pt x="6972" y="5819"/>
                    </a:cubicBezTo>
                    <a:cubicBezTo>
                      <a:pt x="7289" y="5963"/>
                      <a:pt x="7634" y="6035"/>
                      <a:pt x="7980" y="6035"/>
                    </a:cubicBezTo>
                    <a:cubicBezTo>
                      <a:pt x="8326" y="6035"/>
                      <a:pt x="8671" y="5963"/>
                      <a:pt x="8988" y="5819"/>
                    </a:cubicBezTo>
                    <a:cubicBezTo>
                      <a:pt x="9737" y="6164"/>
                      <a:pt x="10256" y="6971"/>
                      <a:pt x="10256" y="7835"/>
                    </a:cubicBezTo>
                    <a:lnTo>
                      <a:pt x="10256" y="9045"/>
                    </a:lnTo>
                    <a:cubicBezTo>
                      <a:pt x="10256" y="9196"/>
                      <a:pt x="10381" y="9283"/>
                      <a:pt x="10502" y="9283"/>
                    </a:cubicBezTo>
                    <a:cubicBezTo>
                      <a:pt x="10611" y="9283"/>
                      <a:pt x="10716" y="9210"/>
                      <a:pt x="10716" y="9045"/>
                    </a:cubicBezTo>
                    <a:cubicBezTo>
                      <a:pt x="10716" y="8181"/>
                      <a:pt x="11235" y="7374"/>
                      <a:pt x="11984" y="6971"/>
                    </a:cubicBezTo>
                    <a:cubicBezTo>
                      <a:pt x="12301" y="7115"/>
                      <a:pt x="12646" y="7187"/>
                      <a:pt x="12992" y="7187"/>
                    </a:cubicBezTo>
                    <a:cubicBezTo>
                      <a:pt x="13338" y="7187"/>
                      <a:pt x="13683" y="7115"/>
                      <a:pt x="14000" y="6971"/>
                    </a:cubicBezTo>
                    <a:cubicBezTo>
                      <a:pt x="14749" y="7374"/>
                      <a:pt x="15268" y="8181"/>
                      <a:pt x="15268" y="9045"/>
                    </a:cubicBezTo>
                    <a:cubicBezTo>
                      <a:pt x="15268" y="9189"/>
                      <a:pt x="15383" y="9261"/>
                      <a:pt x="15498" y="9261"/>
                    </a:cubicBezTo>
                    <a:cubicBezTo>
                      <a:pt x="15613" y="9261"/>
                      <a:pt x="15729" y="9189"/>
                      <a:pt x="15729" y="9045"/>
                    </a:cubicBezTo>
                    <a:cubicBezTo>
                      <a:pt x="15729" y="8815"/>
                      <a:pt x="15729" y="8584"/>
                      <a:pt x="15671" y="8354"/>
                    </a:cubicBezTo>
                    <a:cubicBezTo>
                      <a:pt x="15959" y="8066"/>
                      <a:pt x="16074" y="7662"/>
                      <a:pt x="16074" y="7259"/>
                    </a:cubicBezTo>
                    <a:lnTo>
                      <a:pt x="16074" y="5588"/>
                    </a:lnTo>
                    <a:cubicBezTo>
                      <a:pt x="16074" y="5473"/>
                      <a:pt x="16017" y="5358"/>
                      <a:pt x="15844" y="5358"/>
                    </a:cubicBezTo>
                    <a:cubicBezTo>
                      <a:pt x="15729" y="5358"/>
                      <a:pt x="15613" y="5473"/>
                      <a:pt x="15613" y="5588"/>
                    </a:cubicBezTo>
                    <a:lnTo>
                      <a:pt x="15613" y="7259"/>
                    </a:lnTo>
                    <a:cubicBezTo>
                      <a:pt x="15613" y="7490"/>
                      <a:pt x="15556" y="7662"/>
                      <a:pt x="15441" y="7835"/>
                    </a:cubicBezTo>
                    <a:cubicBezTo>
                      <a:pt x="15210" y="7374"/>
                      <a:pt x="14864" y="6971"/>
                      <a:pt x="14461" y="6683"/>
                    </a:cubicBezTo>
                    <a:cubicBezTo>
                      <a:pt x="15037" y="6280"/>
                      <a:pt x="15383" y="5531"/>
                      <a:pt x="15383" y="4782"/>
                    </a:cubicBezTo>
                    <a:cubicBezTo>
                      <a:pt x="15383" y="4667"/>
                      <a:pt x="15325" y="4551"/>
                      <a:pt x="15210" y="4551"/>
                    </a:cubicBezTo>
                    <a:cubicBezTo>
                      <a:pt x="14288" y="4263"/>
                      <a:pt x="14058" y="3342"/>
                      <a:pt x="14058" y="3284"/>
                    </a:cubicBezTo>
                    <a:cubicBezTo>
                      <a:pt x="14029" y="3169"/>
                      <a:pt x="13928" y="3111"/>
                      <a:pt x="13827" y="3111"/>
                    </a:cubicBezTo>
                    <a:cubicBezTo>
                      <a:pt x="13727" y="3111"/>
                      <a:pt x="13626" y="3169"/>
                      <a:pt x="13597" y="3284"/>
                    </a:cubicBezTo>
                    <a:cubicBezTo>
                      <a:pt x="13335" y="4438"/>
                      <a:pt x="12404" y="4732"/>
                      <a:pt x="11587" y="4732"/>
                    </a:cubicBezTo>
                    <a:cubicBezTo>
                      <a:pt x="11507" y="4732"/>
                      <a:pt x="11428" y="4729"/>
                      <a:pt x="11350" y="4724"/>
                    </a:cubicBezTo>
                    <a:cubicBezTo>
                      <a:pt x="11350" y="4667"/>
                      <a:pt x="11350" y="4551"/>
                      <a:pt x="11350" y="4494"/>
                    </a:cubicBezTo>
                    <a:cubicBezTo>
                      <a:pt x="11350" y="4090"/>
                      <a:pt x="11235" y="3745"/>
                      <a:pt x="11005" y="3457"/>
                    </a:cubicBezTo>
                    <a:cubicBezTo>
                      <a:pt x="10947" y="3342"/>
                      <a:pt x="10947" y="3111"/>
                      <a:pt x="10947" y="2996"/>
                    </a:cubicBezTo>
                    <a:cubicBezTo>
                      <a:pt x="10947" y="2881"/>
                      <a:pt x="10947" y="2765"/>
                      <a:pt x="10947" y="2650"/>
                    </a:cubicBezTo>
                    <a:cubicBezTo>
                      <a:pt x="11408" y="2017"/>
                      <a:pt x="12157" y="1671"/>
                      <a:pt x="12963" y="1671"/>
                    </a:cubicBezTo>
                    <a:cubicBezTo>
                      <a:pt x="14404" y="1671"/>
                      <a:pt x="15613" y="2881"/>
                      <a:pt x="15613" y="4321"/>
                    </a:cubicBezTo>
                    <a:cubicBezTo>
                      <a:pt x="15613" y="4465"/>
                      <a:pt x="15729" y="4537"/>
                      <a:pt x="15844" y="4537"/>
                    </a:cubicBezTo>
                    <a:cubicBezTo>
                      <a:pt x="15959" y="4537"/>
                      <a:pt x="16074" y="4465"/>
                      <a:pt x="16074" y="4321"/>
                    </a:cubicBezTo>
                    <a:cubicBezTo>
                      <a:pt x="16074" y="2593"/>
                      <a:pt x="14692" y="1210"/>
                      <a:pt x="12963" y="1210"/>
                    </a:cubicBezTo>
                    <a:cubicBezTo>
                      <a:pt x="12157" y="1210"/>
                      <a:pt x="11408" y="1498"/>
                      <a:pt x="10832" y="2074"/>
                    </a:cubicBezTo>
                    <a:cubicBezTo>
                      <a:pt x="10428" y="864"/>
                      <a:pt x="9276" y="0"/>
                      <a:pt x="795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64"/>
              <p:cNvSpPr/>
              <p:nvPr/>
            </p:nvSpPr>
            <p:spPr>
              <a:xfrm>
                <a:off x="5150450" y="2401900"/>
                <a:ext cx="42325" cy="17750"/>
              </a:xfrm>
              <a:custGeom>
                <a:rect b="b" l="l" r="r" t="t"/>
                <a:pathLst>
                  <a:path extrusionOk="0" h="710" w="1693">
                    <a:moveTo>
                      <a:pt x="315" y="0"/>
                    </a:moveTo>
                    <a:cubicBezTo>
                      <a:pt x="139" y="0"/>
                      <a:pt x="0" y="245"/>
                      <a:pt x="133" y="422"/>
                    </a:cubicBezTo>
                    <a:cubicBezTo>
                      <a:pt x="363" y="595"/>
                      <a:pt x="594" y="710"/>
                      <a:pt x="824" y="710"/>
                    </a:cubicBezTo>
                    <a:cubicBezTo>
                      <a:pt x="1112" y="710"/>
                      <a:pt x="1343" y="595"/>
                      <a:pt x="1516" y="422"/>
                    </a:cubicBezTo>
                    <a:cubicBezTo>
                      <a:pt x="1693" y="245"/>
                      <a:pt x="1530" y="0"/>
                      <a:pt x="1367" y="0"/>
                    </a:cubicBezTo>
                    <a:cubicBezTo>
                      <a:pt x="1317" y="0"/>
                      <a:pt x="1268" y="23"/>
                      <a:pt x="1228" y="76"/>
                    </a:cubicBezTo>
                    <a:cubicBezTo>
                      <a:pt x="1112" y="191"/>
                      <a:pt x="997" y="249"/>
                      <a:pt x="824" y="249"/>
                    </a:cubicBezTo>
                    <a:cubicBezTo>
                      <a:pt x="709" y="249"/>
                      <a:pt x="594" y="191"/>
                      <a:pt x="479" y="76"/>
                    </a:cubicBezTo>
                    <a:cubicBezTo>
                      <a:pt x="425" y="23"/>
                      <a:pt x="368" y="0"/>
                      <a:pt x="31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64"/>
              <p:cNvSpPr/>
              <p:nvPr/>
            </p:nvSpPr>
            <p:spPr>
              <a:xfrm>
                <a:off x="4901725" y="2401625"/>
                <a:ext cx="38900" cy="18025"/>
              </a:xfrm>
              <a:custGeom>
                <a:rect b="b" l="l" r="r" t="t"/>
                <a:pathLst>
                  <a:path extrusionOk="0" h="721" w="1556">
                    <a:moveTo>
                      <a:pt x="231" y="1"/>
                    </a:moveTo>
                    <a:cubicBezTo>
                      <a:pt x="173" y="1"/>
                      <a:pt x="115" y="30"/>
                      <a:pt x="58" y="87"/>
                    </a:cubicBezTo>
                    <a:cubicBezTo>
                      <a:pt x="0" y="202"/>
                      <a:pt x="0" y="318"/>
                      <a:pt x="58" y="433"/>
                    </a:cubicBezTo>
                    <a:cubicBezTo>
                      <a:pt x="288" y="606"/>
                      <a:pt x="519" y="721"/>
                      <a:pt x="749" y="721"/>
                    </a:cubicBezTo>
                    <a:cubicBezTo>
                      <a:pt x="1037" y="721"/>
                      <a:pt x="1267" y="606"/>
                      <a:pt x="1440" y="433"/>
                    </a:cubicBezTo>
                    <a:cubicBezTo>
                      <a:pt x="1556" y="318"/>
                      <a:pt x="1556" y="202"/>
                      <a:pt x="1440" y="87"/>
                    </a:cubicBezTo>
                    <a:cubicBezTo>
                      <a:pt x="1412" y="30"/>
                      <a:pt x="1354" y="1"/>
                      <a:pt x="1296" y="1"/>
                    </a:cubicBezTo>
                    <a:cubicBezTo>
                      <a:pt x="1239" y="1"/>
                      <a:pt x="1181" y="30"/>
                      <a:pt x="1152" y="87"/>
                    </a:cubicBezTo>
                    <a:cubicBezTo>
                      <a:pt x="1037" y="202"/>
                      <a:pt x="922" y="260"/>
                      <a:pt x="749" y="260"/>
                    </a:cubicBezTo>
                    <a:cubicBezTo>
                      <a:pt x="634" y="260"/>
                      <a:pt x="519" y="202"/>
                      <a:pt x="403" y="87"/>
                    </a:cubicBezTo>
                    <a:cubicBezTo>
                      <a:pt x="346" y="30"/>
                      <a:pt x="288" y="1"/>
                      <a:pt x="23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64"/>
              <p:cNvSpPr/>
              <p:nvPr/>
            </p:nvSpPr>
            <p:spPr>
              <a:xfrm>
                <a:off x="5027025" y="2372475"/>
                <a:ext cx="38900" cy="16950"/>
              </a:xfrm>
              <a:custGeom>
                <a:rect b="b" l="l" r="r" t="t"/>
                <a:pathLst>
                  <a:path extrusionOk="0" h="678" w="1556">
                    <a:moveTo>
                      <a:pt x="231" y="0"/>
                    </a:moveTo>
                    <a:cubicBezTo>
                      <a:pt x="173" y="0"/>
                      <a:pt x="115" y="15"/>
                      <a:pt x="58" y="43"/>
                    </a:cubicBezTo>
                    <a:cubicBezTo>
                      <a:pt x="0" y="159"/>
                      <a:pt x="0" y="274"/>
                      <a:pt x="58" y="389"/>
                    </a:cubicBezTo>
                    <a:cubicBezTo>
                      <a:pt x="288" y="562"/>
                      <a:pt x="519" y="677"/>
                      <a:pt x="749" y="677"/>
                    </a:cubicBezTo>
                    <a:cubicBezTo>
                      <a:pt x="1037" y="677"/>
                      <a:pt x="1268" y="562"/>
                      <a:pt x="1440" y="389"/>
                    </a:cubicBezTo>
                    <a:cubicBezTo>
                      <a:pt x="1556" y="274"/>
                      <a:pt x="1556" y="159"/>
                      <a:pt x="1440" y="43"/>
                    </a:cubicBezTo>
                    <a:cubicBezTo>
                      <a:pt x="1412" y="15"/>
                      <a:pt x="1354" y="0"/>
                      <a:pt x="1296" y="0"/>
                    </a:cubicBezTo>
                    <a:cubicBezTo>
                      <a:pt x="1239" y="0"/>
                      <a:pt x="1181" y="15"/>
                      <a:pt x="1152" y="43"/>
                    </a:cubicBezTo>
                    <a:cubicBezTo>
                      <a:pt x="1037" y="159"/>
                      <a:pt x="922" y="216"/>
                      <a:pt x="749" y="216"/>
                    </a:cubicBezTo>
                    <a:cubicBezTo>
                      <a:pt x="634" y="216"/>
                      <a:pt x="519" y="159"/>
                      <a:pt x="403" y="43"/>
                    </a:cubicBezTo>
                    <a:cubicBezTo>
                      <a:pt x="346" y="15"/>
                      <a:pt x="288"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 name="Google Shape;1518;p64"/>
              <p:cNvSpPr/>
              <p:nvPr/>
            </p:nvSpPr>
            <p:spPr>
              <a:xfrm>
                <a:off x="5115850" y="2157900"/>
                <a:ext cx="80500" cy="113825"/>
              </a:xfrm>
              <a:custGeom>
                <a:rect b="b" l="l" r="r" t="t"/>
                <a:pathLst>
                  <a:path extrusionOk="0" h="4553" w="3220">
                    <a:moveTo>
                      <a:pt x="340" y="0"/>
                    </a:moveTo>
                    <a:cubicBezTo>
                      <a:pt x="127" y="0"/>
                      <a:pt x="1" y="302"/>
                      <a:pt x="192" y="446"/>
                    </a:cubicBezTo>
                    <a:cubicBezTo>
                      <a:pt x="1575" y="1310"/>
                      <a:pt x="2554" y="2750"/>
                      <a:pt x="2727" y="4363"/>
                    </a:cubicBezTo>
                    <a:cubicBezTo>
                      <a:pt x="2753" y="4493"/>
                      <a:pt x="2861" y="4553"/>
                      <a:pt x="2966" y="4553"/>
                    </a:cubicBezTo>
                    <a:cubicBezTo>
                      <a:pt x="3094" y="4553"/>
                      <a:pt x="3219" y="4464"/>
                      <a:pt x="3188" y="4306"/>
                    </a:cubicBezTo>
                    <a:cubicBezTo>
                      <a:pt x="2957" y="2520"/>
                      <a:pt x="1978" y="964"/>
                      <a:pt x="480" y="42"/>
                    </a:cubicBezTo>
                    <a:cubicBezTo>
                      <a:pt x="431" y="13"/>
                      <a:pt x="384" y="0"/>
                      <a:pt x="34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64"/>
              <p:cNvSpPr/>
              <p:nvPr/>
            </p:nvSpPr>
            <p:spPr>
              <a:xfrm>
                <a:off x="4898825" y="2157900"/>
                <a:ext cx="82600" cy="113425"/>
              </a:xfrm>
              <a:custGeom>
                <a:rect b="b" l="l" r="r" t="t"/>
                <a:pathLst>
                  <a:path extrusionOk="0" h="4537" w="3304">
                    <a:moveTo>
                      <a:pt x="2964" y="0"/>
                    </a:moveTo>
                    <a:cubicBezTo>
                      <a:pt x="2920" y="0"/>
                      <a:pt x="2873" y="13"/>
                      <a:pt x="2824" y="42"/>
                    </a:cubicBezTo>
                    <a:cubicBezTo>
                      <a:pt x="1326" y="964"/>
                      <a:pt x="289" y="2520"/>
                      <a:pt x="58" y="4306"/>
                    </a:cubicBezTo>
                    <a:cubicBezTo>
                      <a:pt x="1" y="4421"/>
                      <a:pt x="116" y="4536"/>
                      <a:pt x="231" y="4536"/>
                    </a:cubicBezTo>
                    <a:cubicBezTo>
                      <a:pt x="347" y="4536"/>
                      <a:pt x="462" y="4478"/>
                      <a:pt x="519" y="4363"/>
                    </a:cubicBezTo>
                    <a:cubicBezTo>
                      <a:pt x="750" y="2692"/>
                      <a:pt x="1672" y="1310"/>
                      <a:pt x="3112" y="446"/>
                    </a:cubicBezTo>
                    <a:cubicBezTo>
                      <a:pt x="3303" y="302"/>
                      <a:pt x="3177" y="0"/>
                      <a:pt x="29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64"/>
              <p:cNvSpPr/>
              <p:nvPr/>
            </p:nvSpPr>
            <p:spPr>
              <a:xfrm>
                <a:off x="4991000" y="2092700"/>
                <a:ext cx="115250" cy="151250"/>
              </a:xfrm>
              <a:custGeom>
                <a:rect b="b" l="l" r="r" t="t"/>
                <a:pathLst>
                  <a:path extrusionOk="0" h="6050" w="4610">
                    <a:moveTo>
                      <a:pt x="2766" y="5012"/>
                    </a:moveTo>
                    <a:lnTo>
                      <a:pt x="2766" y="5300"/>
                    </a:lnTo>
                    <a:cubicBezTo>
                      <a:pt x="2766" y="5473"/>
                      <a:pt x="2709" y="5531"/>
                      <a:pt x="2536" y="5531"/>
                    </a:cubicBezTo>
                    <a:lnTo>
                      <a:pt x="2017" y="5531"/>
                    </a:lnTo>
                    <a:cubicBezTo>
                      <a:pt x="1902" y="5531"/>
                      <a:pt x="1787" y="5473"/>
                      <a:pt x="1787" y="5300"/>
                    </a:cubicBezTo>
                    <a:lnTo>
                      <a:pt x="1787" y="5012"/>
                    </a:lnTo>
                    <a:close/>
                    <a:moveTo>
                      <a:pt x="2248" y="0"/>
                    </a:moveTo>
                    <a:cubicBezTo>
                      <a:pt x="1960" y="0"/>
                      <a:pt x="1672" y="58"/>
                      <a:pt x="1384" y="173"/>
                    </a:cubicBezTo>
                    <a:cubicBezTo>
                      <a:pt x="1127" y="276"/>
                      <a:pt x="1236" y="652"/>
                      <a:pt x="1466" y="652"/>
                    </a:cubicBezTo>
                    <a:cubicBezTo>
                      <a:pt x="1495" y="652"/>
                      <a:pt x="1525" y="647"/>
                      <a:pt x="1556" y="634"/>
                    </a:cubicBezTo>
                    <a:cubicBezTo>
                      <a:pt x="1787" y="519"/>
                      <a:pt x="2017" y="461"/>
                      <a:pt x="2248" y="461"/>
                    </a:cubicBezTo>
                    <a:cubicBezTo>
                      <a:pt x="2766" y="461"/>
                      <a:pt x="3227" y="634"/>
                      <a:pt x="3573" y="980"/>
                    </a:cubicBezTo>
                    <a:cubicBezTo>
                      <a:pt x="3918" y="1325"/>
                      <a:pt x="4149" y="1786"/>
                      <a:pt x="4149" y="2305"/>
                    </a:cubicBezTo>
                    <a:cubicBezTo>
                      <a:pt x="4149" y="2996"/>
                      <a:pt x="3746" y="3572"/>
                      <a:pt x="3170" y="3918"/>
                    </a:cubicBezTo>
                    <a:cubicBezTo>
                      <a:pt x="3112" y="3975"/>
                      <a:pt x="3054" y="4033"/>
                      <a:pt x="3054" y="4091"/>
                    </a:cubicBezTo>
                    <a:lnTo>
                      <a:pt x="3054" y="4436"/>
                    </a:lnTo>
                    <a:cubicBezTo>
                      <a:pt x="3054" y="4436"/>
                      <a:pt x="3054" y="4494"/>
                      <a:pt x="2997" y="4494"/>
                    </a:cubicBezTo>
                    <a:lnTo>
                      <a:pt x="1614" y="4494"/>
                    </a:lnTo>
                    <a:cubicBezTo>
                      <a:pt x="1614" y="4494"/>
                      <a:pt x="1556" y="4494"/>
                      <a:pt x="1556" y="4436"/>
                    </a:cubicBezTo>
                    <a:lnTo>
                      <a:pt x="1556" y="4091"/>
                    </a:lnTo>
                    <a:cubicBezTo>
                      <a:pt x="1556" y="4033"/>
                      <a:pt x="1499" y="3975"/>
                      <a:pt x="1441" y="3918"/>
                    </a:cubicBezTo>
                    <a:cubicBezTo>
                      <a:pt x="807" y="3572"/>
                      <a:pt x="462" y="2938"/>
                      <a:pt x="462" y="2305"/>
                    </a:cubicBezTo>
                    <a:cubicBezTo>
                      <a:pt x="462" y="1959"/>
                      <a:pt x="577" y="1613"/>
                      <a:pt x="750" y="1325"/>
                    </a:cubicBezTo>
                    <a:cubicBezTo>
                      <a:pt x="873" y="1120"/>
                      <a:pt x="703" y="943"/>
                      <a:pt x="532" y="943"/>
                    </a:cubicBezTo>
                    <a:cubicBezTo>
                      <a:pt x="464" y="943"/>
                      <a:pt x="396" y="971"/>
                      <a:pt x="347" y="1037"/>
                    </a:cubicBezTo>
                    <a:cubicBezTo>
                      <a:pt x="116" y="1441"/>
                      <a:pt x="1" y="1844"/>
                      <a:pt x="1" y="2247"/>
                    </a:cubicBezTo>
                    <a:cubicBezTo>
                      <a:pt x="1" y="3111"/>
                      <a:pt x="404" y="3803"/>
                      <a:pt x="1096" y="4264"/>
                    </a:cubicBezTo>
                    <a:lnTo>
                      <a:pt x="1096" y="4494"/>
                    </a:lnTo>
                    <a:cubicBezTo>
                      <a:pt x="1096" y="4724"/>
                      <a:pt x="1211" y="4840"/>
                      <a:pt x="1326" y="4955"/>
                    </a:cubicBezTo>
                    <a:lnTo>
                      <a:pt x="1326" y="5358"/>
                    </a:lnTo>
                    <a:cubicBezTo>
                      <a:pt x="1326" y="5704"/>
                      <a:pt x="1672" y="6049"/>
                      <a:pt x="2017" y="6049"/>
                    </a:cubicBezTo>
                    <a:lnTo>
                      <a:pt x="2593" y="6049"/>
                    </a:lnTo>
                    <a:cubicBezTo>
                      <a:pt x="2939" y="6049"/>
                      <a:pt x="3285" y="5704"/>
                      <a:pt x="3285" y="5358"/>
                    </a:cubicBezTo>
                    <a:lnTo>
                      <a:pt x="3285" y="4897"/>
                    </a:lnTo>
                    <a:cubicBezTo>
                      <a:pt x="3400" y="4840"/>
                      <a:pt x="3515" y="4667"/>
                      <a:pt x="3515" y="4494"/>
                    </a:cubicBezTo>
                    <a:lnTo>
                      <a:pt x="3515" y="4264"/>
                    </a:lnTo>
                    <a:cubicBezTo>
                      <a:pt x="4207" y="3860"/>
                      <a:pt x="4610" y="3111"/>
                      <a:pt x="4610" y="2305"/>
                    </a:cubicBezTo>
                    <a:cubicBezTo>
                      <a:pt x="4610" y="1671"/>
                      <a:pt x="4379" y="1095"/>
                      <a:pt x="3918" y="634"/>
                    </a:cubicBezTo>
                    <a:cubicBezTo>
                      <a:pt x="3458" y="231"/>
                      <a:pt x="2881" y="0"/>
                      <a:pt x="224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64"/>
              <p:cNvSpPr/>
              <p:nvPr/>
            </p:nvSpPr>
            <p:spPr>
              <a:xfrm>
                <a:off x="5018375" y="2124025"/>
                <a:ext cx="60525" cy="54050"/>
              </a:xfrm>
              <a:custGeom>
                <a:rect b="b" l="l" r="r" t="t"/>
                <a:pathLst>
                  <a:path extrusionOk="0" h="2162" w="2421">
                    <a:moveTo>
                      <a:pt x="1210" y="706"/>
                    </a:moveTo>
                    <a:lnTo>
                      <a:pt x="1268" y="879"/>
                    </a:lnTo>
                    <a:cubicBezTo>
                      <a:pt x="1326" y="937"/>
                      <a:pt x="1383" y="994"/>
                      <a:pt x="1441" y="994"/>
                    </a:cubicBezTo>
                    <a:lnTo>
                      <a:pt x="1614" y="1052"/>
                    </a:lnTo>
                    <a:lnTo>
                      <a:pt x="1498" y="1167"/>
                    </a:lnTo>
                    <a:cubicBezTo>
                      <a:pt x="1441" y="1167"/>
                      <a:pt x="1383" y="1282"/>
                      <a:pt x="1441" y="1340"/>
                    </a:cubicBezTo>
                    <a:lnTo>
                      <a:pt x="1441" y="1513"/>
                    </a:lnTo>
                    <a:lnTo>
                      <a:pt x="1326" y="1455"/>
                    </a:lnTo>
                    <a:cubicBezTo>
                      <a:pt x="1268" y="1426"/>
                      <a:pt x="1225" y="1412"/>
                      <a:pt x="1189" y="1412"/>
                    </a:cubicBezTo>
                    <a:cubicBezTo>
                      <a:pt x="1153" y="1412"/>
                      <a:pt x="1124" y="1426"/>
                      <a:pt x="1095" y="1455"/>
                    </a:cubicBezTo>
                    <a:lnTo>
                      <a:pt x="922" y="1513"/>
                    </a:lnTo>
                    <a:lnTo>
                      <a:pt x="922" y="1513"/>
                    </a:lnTo>
                    <a:lnTo>
                      <a:pt x="980" y="1340"/>
                    </a:lnTo>
                    <a:cubicBezTo>
                      <a:pt x="980" y="1282"/>
                      <a:pt x="980" y="1225"/>
                      <a:pt x="922" y="1167"/>
                    </a:cubicBezTo>
                    <a:lnTo>
                      <a:pt x="807" y="1052"/>
                    </a:lnTo>
                    <a:lnTo>
                      <a:pt x="922" y="994"/>
                    </a:lnTo>
                    <a:cubicBezTo>
                      <a:pt x="1038" y="994"/>
                      <a:pt x="1095" y="937"/>
                      <a:pt x="1095" y="879"/>
                    </a:cubicBezTo>
                    <a:lnTo>
                      <a:pt x="1210" y="706"/>
                    </a:lnTo>
                    <a:close/>
                    <a:moveTo>
                      <a:pt x="1203" y="0"/>
                    </a:moveTo>
                    <a:cubicBezTo>
                      <a:pt x="1124" y="0"/>
                      <a:pt x="1038" y="44"/>
                      <a:pt x="980" y="130"/>
                    </a:cubicBezTo>
                    <a:lnTo>
                      <a:pt x="749" y="591"/>
                    </a:lnTo>
                    <a:lnTo>
                      <a:pt x="231" y="648"/>
                    </a:lnTo>
                    <a:cubicBezTo>
                      <a:pt x="58" y="648"/>
                      <a:pt x="1" y="937"/>
                      <a:pt x="116" y="1052"/>
                    </a:cubicBezTo>
                    <a:lnTo>
                      <a:pt x="519" y="1397"/>
                    </a:lnTo>
                    <a:lnTo>
                      <a:pt x="404" y="1916"/>
                    </a:lnTo>
                    <a:cubicBezTo>
                      <a:pt x="356" y="2058"/>
                      <a:pt x="504" y="2161"/>
                      <a:pt x="654" y="2161"/>
                    </a:cubicBezTo>
                    <a:cubicBezTo>
                      <a:pt x="686" y="2161"/>
                      <a:pt x="719" y="2157"/>
                      <a:pt x="749" y="2146"/>
                    </a:cubicBezTo>
                    <a:lnTo>
                      <a:pt x="1210" y="1916"/>
                    </a:lnTo>
                    <a:lnTo>
                      <a:pt x="1614" y="2146"/>
                    </a:lnTo>
                    <a:cubicBezTo>
                      <a:pt x="1644" y="2157"/>
                      <a:pt x="1677" y="2161"/>
                      <a:pt x="1709" y="2161"/>
                    </a:cubicBezTo>
                    <a:cubicBezTo>
                      <a:pt x="1859" y="2161"/>
                      <a:pt x="2007" y="2058"/>
                      <a:pt x="1959" y="1916"/>
                    </a:cubicBezTo>
                    <a:lnTo>
                      <a:pt x="1902" y="1397"/>
                    </a:lnTo>
                    <a:lnTo>
                      <a:pt x="2247" y="1052"/>
                    </a:lnTo>
                    <a:cubicBezTo>
                      <a:pt x="2420" y="879"/>
                      <a:pt x="2305" y="648"/>
                      <a:pt x="2132" y="648"/>
                    </a:cubicBezTo>
                    <a:lnTo>
                      <a:pt x="1614" y="591"/>
                    </a:lnTo>
                    <a:lnTo>
                      <a:pt x="1383" y="130"/>
                    </a:lnTo>
                    <a:cubicBezTo>
                      <a:pt x="1354" y="44"/>
                      <a:pt x="1282" y="0"/>
                      <a:pt x="120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22" name="Google Shape;1522;p64"/>
          <p:cNvGrpSpPr/>
          <p:nvPr/>
        </p:nvGrpSpPr>
        <p:grpSpPr>
          <a:xfrm>
            <a:off x="4749577" y="1183223"/>
            <a:ext cx="595348" cy="595348"/>
            <a:chOff x="3688597" y="539525"/>
            <a:chExt cx="707400" cy="707400"/>
          </a:xfrm>
        </p:grpSpPr>
        <p:sp>
          <p:nvSpPr>
            <p:cNvPr id="1523" name="Google Shape;1523;p64"/>
            <p:cNvSpPr/>
            <p:nvPr/>
          </p:nvSpPr>
          <p:spPr>
            <a:xfrm flipH="1">
              <a:off x="3688597" y="5395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24" name="Google Shape;1524;p64"/>
            <p:cNvGrpSpPr/>
            <p:nvPr/>
          </p:nvGrpSpPr>
          <p:grpSpPr>
            <a:xfrm>
              <a:off x="3841372" y="692300"/>
              <a:ext cx="401850" cy="401850"/>
              <a:chOff x="4270875" y="2075425"/>
              <a:chExt cx="401850" cy="401850"/>
            </a:xfrm>
          </p:grpSpPr>
          <p:sp>
            <p:nvSpPr>
              <p:cNvPr id="1525" name="Google Shape;1525;p64"/>
              <p:cNvSpPr/>
              <p:nvPr/>
            </p:nvSpPr>
            <p:spPr>
              <a:xfrm>
                <a:off x="4472525" y="2370000"/>
                <a:ext cx="33150" cy="61900"/>
              </a:xfrm>
              <a:custGeom>
                <a:rect b="b" l="l" r="r" t="t"/>
                <a:pathLst>
                  <a:path extrusionOk="0" h="2476" w="1326">
                    <a:moveTo>
                      <a:pt x="662" y="0"/>
                    </a:moveTo>
                    <a:cubicBezTo>
                      <a:pt x="587" y="0"/>
                      <a:pt x="509" y="46"/>
                      <a:pt x="461" y="142"/>
                    </a:cubicBezTo>
                    <a:lnTo>
                      <a:pt x="403" y="200"/>
                    </a:lnTo>
                    <a:lnTo>
                      <a:pt x="403" y="258"/>
                    </a:lnTo>
                    <a:cubicBezTo>
                      <a:pt x="230" y="315"/>
                      <a:pt x="115" y="488"/>
                      <a:pt x="58" y="661"/>
                    </a:cubicBezTo>
                    <a:cubicBezTo>
                      <a:pt x="58" y="891"/>
                      <a:pt x="115" y="1064"/>
                      <a:pt x="230" y="1179"/>
                    </a:cubicBezTo>
                    <a:cubicBezTo>
                      <a:pt x="403" y="1295"/>
                      <a:pt x="576" y="1352"/>
                      <a:pt x="749" y="1410"/>
                    </a:cubicBezTo>
                    <a:cubicBezTo>
                      <a:pt x="749" y="1410"/>
                      <a:pt x="864" y="1467"/>
                      <a:pt x="807" y="1583"/>
                    </a:cubicBezTo>
                    <a:cubicBezTo>
                      <a:pt x="807" y="1640"/>
                      <a:pt x="749" y="1698"/>
                      <a:pt x="634" y="1698"/>
                    </a:cubicBezTo>
                    <a:cubicBezTo>
                      <a:pt x="519" y="1698"/>
                      <a:pt x="461" y="1698"/>
                      <a:pt x="403" y="1640"/>
                    </a:cubicBezTo>
                    <a:cubicBezTo>
                      <a:pt x="356" y="1616"/>
                      <a:pt x="308" y="1602"/>
                      <a:pt x="260" y="1602"/>
                    </a:cubicBezTo>
                    <a:cubicBezTo>
                      <a:pt x="193" y="1602"/>
                      <a:pt x="125" y="1630"/>
                      <a:pt x="58" y="1698"/>
                    </a:cubicBezTo>
                    <a:cubicBezTo>
                      <a:pt x="0" y="1813"/>
                      <a:pt x="0" y="1986"/>
                      <a:pt x="115" y="2044"/>
                    </a:cubicBezTo>
                    <a:cubicBezTo>
                      <a:pt x="230" y="2101"/>
                      <a:pt x="346" y="2159"/>
                      <a:pt x="403" y="2159"/>
                    </a:cubicBezTo>
                    <a:lnTo>
                      <a:pt x="403" y="2216"/>
                    </a:lnTo>
                    <a:cubicBezTo>
                      <a:pt x="403" y="2389"/>
                      <a:pt x="519" y="2476"/>
                      <a:pt x="634" y="2476"/>
                    </a:cubicBezTo>
                    <a:cubicBezTo>
                      <a:pt x="749" y="2476"/>
                      <a:pt x="864" y="2389"/>
                      <a:pt x="864" y="2216"/>
                    </a:cubicBezTo>
                    <a:lnTo>
                      <a:pt x="864" y="2159"/>
                    </a:lnTo>
                    <a:cubicBezTo>
                      <a:pt x="1095" y="2044"/>
                      <a:pt x="1267" y="1871"/>
                      <a:pt x="1267" y="1640"/>
                    </a:cubicBezTo>
                    <a:cubicBezTo>
                      <a:pt x="1325" y="1352"/>
                      <a:pt x="1210" y="1064"/>
                      <a:pt x="922" y="1007"/>
                    </a:cubicBezTo>
                    <a:cubicBezTo>
                      <a:pt x="749" y="949"/>
                      <a:pt x="634" y="891"/>
                      <a:pt x="519" y="834"/>
                    </a:cubicBezTo>
                    <a:cubicBezTo>
                      <a:pt x="519" y="776"/>
                      <a:pt x="519" y="718"/>
                      <a:pt x="576" y="718"/>
                    </a:cubicBezTo>
                    <a:cubicBezTo>
                      <a:pt x="615" y="699"/>
                      <a:pt x="653" y="693"/>
                      <a:pt x="687" y="693"/>
                    </a:cubicBezTo>
                    <a:cubicBezTo>
                      <a:pt x="755" y="693"/>
                      <a:pt x="807" y="718"/>
                      <a:pt x="807" y="718"/>
                    </a:cubicBezTo>
                    <a:cubicBezTo>
                      <a:pt x="856" y="755"/>
                      <a:pt x="905" y="771"/>
                      <a:pt x="950" y="771"/>
                    </a:cubicBezTo>
                    <a:cubicBezTo>
                      <a:pt x="1117" y="771"/>
                      <a:pt x="1231" y="554"/>
                      <a:pt x="1095" y="373"/>
                    </a:cubicBezTo>
                    <a:cubicBezTo>
                      <a:pt x="1095" y="315"/>
                      <a:pt x="979" y="258"/>
                      <a:pt x="864" y="258"/>
                    </a:cubicBezTo>
                    <a:cubicBezTo>
                      <a:pt x="864" y="90"/>
                      <a:pt x="766" y="0"/>
                      <a:pt x="6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64"/>
              <p:cNvSpPr/>
              <p:nvPr/>
            </p:nvSpPr>
            <p:spPr>
              <a:xfrm>
                <a:off x="4605025" y="2209725"/>
                <a:ext cx="33150" cy="62675"/>
              </a:xfrm>
              <a:custGeom>
                <a:rect b="b" l="l" r="r" t="t"/>
                <a:pathLst>
                  <a:path extrusionOk="0" h="2507" w="1326">
                    <a:moveTo>
                      <a:pt x="663" y="0"/>
                    </a:moveTo>
                    <a:cubicBezTo>
                      <a:pt x="533" y="0"/>
                      <a:pt x="403" y="72"/>
                      <a:pt x="403" y="216"/>
                    </a:cubicBezTo>
                    <a:lnTo>
                      <a:pt x="403" y="274"/>
                    </a:lnTo>
                    <a:cubicBezTo>
                      <a:pt x="231" y="389"/>
                      <a:pt x="115" y="504"/>
                      <a:pt x="58" y="735"/>
                    </a:cubicBezTo>
                    <a:cubicBezTo>
                      <a:pt x="58" y="908"/>
                      <a:pt x="115" y="1138"/>
                      <a:pt x="231" y="1196"/>
                    </a:cubicBezTo>
                    <a:cubicBezTo>
                      <a:pt x="403" y="1311"/>
                      <a:pt x="576" y="1368"/>
                      <a:pt x="749" y="1484"/>
                    </a:cubicBezTo>
                    <a:cubicBezTo>
                      <a:pt x="749" y="1484"/>
                      <a:pt x="864" y="1484"/>
                      <a:pt x="864" y="1599"/>
                    </a:cubicBezTo>
                    <a:cubicBezTo>
                      <a:pt x="807" y="1656"/>
                      <a:pt x="807" y="1772"/>
                      <a:pt x="634" y="1772"/>
                    </a:cubicBezTo>
                    <a:cubicBezTo>
                      <a:pt x="519" y="1772"/>
                      <a:pt x="519" y="1772"/>
                      <a:pt x="403" y="1714"/>
                    </a:cubicBezTo>
                    <a:cubicBezTo>
                      <a:pt x="355" y="1665"/>
                      <a:pt x="306" y="1648"/>
                      <a:pt x="257" y="1648"/>
                    </a:cubicBezTo>
                    <a:cubicBezTo>
                      <a:pt x="191" y="1648"/>
                      <a:pt x="124" y="1681"/>
                      <a:pt x="58" y="1714"/>
                    </a:cubicBezTo>
                    <a:cubicBezTo>
                      <a:pt x="0" y="1829"/>
                      <a:pt x="0" y="2002"/>
                      <a:pt x="115" y="2117"/>
                    </a:cubicBezTo>
                    <a:cubicBezTo>
                      <a:pt x="231" y="2175"/>
                      <a:pt x="346" y="2175"/>
                      <a:pt x="403" y="2233"/>
                    </a:cubicBezTo>
                    <a:lnTo>
                      <a:pt x="403" y="2290"/>
                    </a:lnTo>
                    <a:cubicBezTo>
                      <a:pt x="403" y="2434"/>
                      <a:pt x="519" y="2506"/>
                      <a:pt x="634" y="2506"/>
                    </a:cubicBezTo>
                    <a:cubicBezTo>
                      <a:pt x="749" y="2506"/>
                      <a:pt x="864" y="2434"/>
                      <a:pt x="864" y="2290"/>
                    </a:cubicBezTo>
                    <a:lnTo>
                      <a:pt x="864" y="2175"/>
                    </a:lnTo>
                    <a:cubicBezTo>
                      <a:pt x="1095" y="2117"/>
                      <a:pt x="1268" y="1945"/>
                      <a:pt x="1325" y="1714"/>
                    </a:cubicBezTo>
                    <a:cubicBezTo>
                      <a:pt x="1325" y="1426"/>
                      <a:pt x="1210" y="1138"/>
                      <a:pt x="922" y="1023"/>
                    </a:cubicBezTo>
                    <a:cubicBezTo>
                      <a:pt x="807" y="1023"/>
                      <a:pt x="634" y="965"/>
                      <a:pt x="519" y="850"/>
                    </a:cubicBezTo>
                    <a:cubicBezTo>
                      <a:pt x="519" y="850"/>
                      <a:pt x="576" y="792"/>
                      <a:pt x="576" y="735"/>
                    </a:cubicBezTo>
                    <a:cubicBezTo>
                      <a:pt x="749" y="735"/>
                      <a:pt x="807" y="792"/>
                      <a:pt x="807" y="792"/>
                    </a:cubicBezTo>
                    <a:cubicBezTo>
                      <a:pt x="856" y="829"/>
                      <a:pt x="905" y="845"/>
                      <a:pt x="951" y="845"/>
                    </a:cubicBezTo>
                    <a:cubicBezTo>
                      <a:pt x="1120" y="845"/>
                      <a:pt x="1243" y="628"/>
                      <a:pt x="1152" y="447"/>
                    </a:cubicBezTo>
                    <a:cubicBezTo>
                      <a:pt x="1095" y="389"/>
                      <a:pt x="980" y="331"/>
                      <a:pt x="922" y="274"/>
                    </a:cubicBezTo>
                    <a:lnTo>
                      <a:pt x="922" y="216"/>
                    </a:lnTo>
                    <a:cubicBezTo>
                      <a:pt x="922" y="72"/>
                      <a:pt x="792" y="0"/>
                      <a:pt x="6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 name="Google Shape;1527;p64"/>
              <p:cNvSpPr/>
              <p:nvPr/>
            </p:nvSpPr>
            <p:spPr>
              <a:xfrm>
                <a:off x="4476825" y="2096300"/>
                <a:ext cx="34600" cy="63400"/>
              </a:xfrm>
              <a:custGeom>
                <a:rect b="b" l="l" r="r" t="t"/>
                <a:pathLst>
                  <a:path extrusionOk="0" h="2536" w="1384">
                    <a:moveTo>
                      <a:pt x="692" y="0"/>
                    </a:moveTo>
                    <a:cubicBezTo>
                      <a:pt x="577" y="0"/>
                      <a:pt x="462" y="87"/>
                      <a:pt x="462" y="260"/>
                    </a:cubicBezTo>
                    <a:lnTo>
                      <a:pt x="462" y="317"/>
                    </a:lnTo>
                    <a:cubicBezTo>
                      <a:pt x="289" y="375"/>
                      <a:pt x="174" y="548"/>
                      <a:pt x="116" y="720"/>
                    </a:cubicBezTo>
                    <a:cubicBezTo>
                      <a:pt x="58" y="951"/>
                      <a:pt x="174" y="1124"/>
                      <a:pt x="289" y="1239"/>
                    </a:cubicBezTo>
                    <a:cubicBezTo>
                      <a:pt x="404" y="1354"/>
                      <a:pt x="635" y="1412"/>
                      <a:pt x="807" y="1469"/>
                    </a:cubicBezTo>
                    <a:cubicBezTo>
                      <a:pt x="807" y="1469"/>
                      <a:pt x="865" y="1527"/>
                      <a:pt x="865" y="1642"/>
                    </a:cubicBezTo>
                    <a:cubicBezTo>
                      <a:pt x="865" y="1700"/>
                      <a:pt x="807" y="1757"/>
                      <a:pt x="692" y="1757"/>
                    </a:cubicBezTo>
                    <a:cubicBezTo>
                      <a:pt x="577" y="1757"/>
                      <a:pt x="519" y="1757"/>
                      <a:pt x="462" y="1700"/>
                    </a:cubicBezTo>
                    <a:cubicBezTo>
                      <a:pt x="414" y="1676"/>
                      <a:pt x="356" y="1662"/>
                      <a:pt x="301" y="1662"/>
                    </a:cubicBezTo>
                    <a:cubicBezTo>
                      <a:pt x="223" y="1662"/>
                      <a:pt x="150" y="1690"/>
                      <a:pt x="116" y="1757"/>
                    </a:cubicBezTo>
                    <a:cubicBezTo>
                      <a:pt x="1" y="1873"/>
                      <a:pt x="58" y="2046"/>
                      <a:pt x="174" y="2103"/>
                    </a:cubicBezTo>
                    <a:cubicBezTo>
                      <a:pt x="289" y="2161"/>
                      <a:pt x="347" y="2218"/>
                      <a:pt x="462" y="2218"/>
                    </a:cubicBezTo>
                    <a:lnTo>
                      <a:pt x="462" y="2276"/>
                    </a:lnTo>
                    <a:cubicBezTo>
                      <a:pt x="462" y="2449"/>
                      <a:pt x="577" y="2535"/>
                      <a:pt x="692" y="2535"/>
                    </a:cubicBezTo>
                    <a:cubicBezTo>
                      <a:pt x="807" y="2535"/>
                      <a:pt x="923" y="2449"/>
                      <a:pt x="923" y="2276"/>
                    </a:cubicBezTo>
                    <a:lnTo>
                      <a:pt x="923" y="2218"/>
                    </a:lnTo>
                    <a:cubicBezTo>
                      <a:pt x="1153" y="2103"/>
                      <a:pt x="1268" y="1930"/>
                      <a:pt x="1326" y="1700"/>
                    </a:cubicBezTo>
                    <a:cubicBezTo>
                      <a:pt x="1384" y="1412"/>
                      <a:pt x="1211" y="1124"/>
                      <a:pt x="923" y="1066"/>
                    </a:cubicBezTo>
                    <a:cubicBezTo>
                      <a:pt x="807" y="1009"/>
                      <a:pt x="635" y="951"/>
                      <a:pt x="577" y="893"/>
                    </a:cubicBezTo>
                    <a:cubicBezTo>
                      <a:pt x="577" y="836"/>
                      <a:pt x="577" y="778"/>
                      <a:pt x="635" y="778"/>
                    </a:cubicBezTo>
                    <a:cubicBezTo>
                      <a:pt x="673" y="759"/>
                      <a:pt x="711" y="752"/>
                      <a:pt x="746" y="752"/>
                    </a:cubicBezTo>
                    <a:cubicBezTo>
                      <a:pt x="814" y="752"/>
                      <a:pt x="865" y="778"/>
                      <a:pt x="865" y="778"/>
                    </a:cubicBezTo>
                    <a:cubicBezTo>
                      <a:pt x="902" y="815"/>
                      <a:pt x="944" y="831"/>
                      <a:pt x="986" y="831"/>
                    </a:cubicBezTo>
                    <a:cubicBezTo>
                      <a:pt x="1140" y="831"/>
                      <a:pt x="1289" y="614"/>
                      <a:pt x="1153" y="432"/>
                    </a:cubicBezTo>
                    <a:cubicBezTo>
                      <a:pt x="1095" y="375"/>
                      <a:pt x="1038" y="317"/>
                      <a:pt x="923" y="317"/>
                    </a:cubicBezTo>
                    <a:lnTo>
                      <a:pt x="923" y="260"/>
                    </a:lnTo>
                    <a:cubicBezTo>
                      <a:pt x="923" y="87"/>
                      <a:pt x="807" y="0"/>
                      <a:pt x="6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64"/>
              <p:cNvSpPr/>
              <p:nvPr/>
            </p:nvSpPr>
            <p:spPr>
              <a:xfrm>
                <a:off x="4306875" y="2162200"/>
                <a:ext cx="33150" cy="62675"/>
              </a:xfrm>
              <a:custGeom>
                <a:rect b="b" l="l" r="r" t="t"/>
                <a:pathLst>
                  <a:path extrusionOk="0" h="2507" w="1326">
                    <a:moveTo>
                      <a:pt x="634" y="0"/>
                    </a:moveTo>
                    <a:cubicBezTo>
                      <a:pt x="519" y="0"/>
                      <a:pt x="404" y="72"/>
                      <a:pt x="404" y="216"/>
                    </a:cubicBezTo>
                    <a:lnTo>
                      <a:pt x="404" y="274"/>
                    </a:lnTo>
                    <a:cubicBezTo>
                      <a:pt x="231" y="389"/>
                      <a:pt x="116" y="562"/>
                      <a:pt x="58" y="735"/>
                    </a:cubicBezTo>
                    <a:cubicBezTo>
                      <a:pt x="58" y="907"/>
                      <a:pt x="116" y="1138"/>
                      <a:pt x="231" y="1253"/>
                    </a:cubicBezTo>
                    <a:cubicBezTo>
                      <a:pt x="346" y="1311"/>
                      <a:pt x="577" y="1426"/>
                      <a:pt x="750" y="1484"/>
                    </a:cubicBezTo>
                    <a:cubicBezTo>
                      <a:pt x="750" y="1484"/>
                      <a:pt x="865" y="1484"/>
                      <a:pt x="807" y="1599"/>
                    </a:cubicBezTo>
                    <a:cubicBezTo>
                      <a:pt x="807" y="1656"/>
                      <a:pt x="750" y="1772"/>
                      <a:pt x="634" y="1772"/>
                    </a:cubicBezTo>
                    <a:cubicBezTo>
                      <a:pt x="519" y="1772"/>
                      <a:pt x="462" y="1772"/>
                      <a:pt x="404" y="1714"/>
                    </a:cubicBezTo>
                    <a:cubicBezTo>
                      <a:pt x="346" y="1685"/>
                      <a:pt x="289" y="1671"/>
                      <a:pt x="231" y="1671"/>
                    </a:cubicBezTo>
                    <a:cubicBezTo>
                      <a:pt x="174" y="1671"/>
                      <a:pt x="116" y="1685"/>
                      <a:pt x="58" y="1714"/>
                    </a:cubicBezTo>
                    <a:cubicBezTo>
                      <a:pt x="1" y="1829"/>
                      <a:pt x="1" y="2002"/>
                      <a:pt x="116" y="2117"/>
                    </a:cubicBezTo>
                    <a:cubicBezTo>
                      <a:pt x="231" y="2175"/>
                      <a:pt x="289" y="2232"/>
                      <a:pt x="404" y="2232"/>
                    </a:cubicBezTo>
                    <a:lnTo>
                      <a:pt x="404" y="2290"/>
                    </a:lnTo>
                    <a:cubicBezTo>
                      <a:pt x="404" y="2434"/>
                      <a:pt x="519" y="2506"/>
                      <a:pt x="634" y="2506"/>
                    </a:cubicBezTo>
                    <a:cubicBezTo>
                      <a:pt x="750" y="2506"/>
                      <a:pt x="865" y="2434"/>
                      <a:pt x="865" y="2290"/>
                    </a:cubicBezTo>
                    <a:lnTo>
                      <a:pt x="865" y="2175"/>
                    </a:lnTo>
                    <a:cubicBezTo>
                      <a:pt x="1095" y="2117"/>
                      <a:pt x="1268" y="1944"/>
                      <a:pt x="1268" y="1714"/>
                    </a:cubicBezTo>
                    <a:cubicBezTo>
                      <a:pt x="1326" y="1426"/>
                      <a:pt x="1153" y="1138"/>
                      <a:pt x="865" y="1023"/>
                    </a:cubicBezTo>
                    <a:cubicBezTo>
                      <a:pt x="750" y="1023"/>
                      <a:pt x="634" y="965"/>
                      <a:pt x="519" y="850"/>
                    </a:cubicBezTo>
                    <a:cubicBezTo>
                      <a:pt x="519" y="850"/>
                      <a:pt x="519" y="792"/>
                      <a:pt x="577" y="735"/>
                    </a:cubicBezTo>
                    <a:cubicBezTo>
                      <a:pt x="692" y="735"/>
                      <a:pt x="807" y="792"/>
                      <a:pt x="807" y="792"/>
                    </a:cubicBezTo>
                    <a:cubicBezTo>
                      <a:pt x="844" y="829"/>
                      <a:pt x="886" y="845"/>
                      <a:pt x="928" y="845"/>
                    </a:cubicBezTo>
                    <a:cubicBezTo>
                      <a:pt x="1082" y="845"/>
                      <a:pt x="1231" y="628"/>
                      <a:pt x="1095" y="447"/>
                    </a:cubicBezTo>
                    <a:cubicBezTo>
                      <a:pt x="1038" y="389"/>
                      <a:pt x="980" y="331"/>
                      <a:pt x="865" y="274"/>
                    </a:cubicBezTo>
                    <a:lnTo>
                      <a:pt x="865" y="216"/>
                    </a:lnTo>
                    <a:cubicBezTo>
                      <a:pt x="865" y="72"/>
                      <a:pt x="750" y="0"/>
                      <a:pt x="6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64"/>
              <p:cNvSpPr/>
              <p:nvPr/>
            </p:nvSpPr>
            <p:spPr>
              <a:xfrm>
                <a:off x="4270875" y="2075425"/>
                <a:ext cx="401850" cy="401850"/>
              </a:xfrm>
              <a:custGeom>
                <a:rect b="b" l="l" r="r" t="t"/>
                <a:pathLst>
                  <a:path extrusionOk="0" h="16074" w="16074">
                    <a:moveTo>
                      <a:pt x="8988" y="461"/>
                    </a:moveTo>
                    <a:cubicBezTo>
                      <a:pt x="9852" y="461"/>
                      <a:pt x="10543" y="1210"/>
                      <a:pt x="10543" y="2074"/>
                    </a:cubicBezTo>
                    <a:cubicBezTo>
                      <a:pt x="10543" y="2938"/>
                      <a:pt x="9852" y="3687"/>
                      <a:pt x="8988" y="3687"/>
                    </a:cubicBezTo>
                    <a:cubicBezTo>
                      <a:pt x="8066" y="3687"/>
                      <a:pt x="7375" y="2938"/>
                      <a:pt x="7375" y="2074"/>
                    </a:cubicBezTo>
                    <a:cubicBezTo>
                      <a:pt x="7375" y="1210"/>
                      <a:pt x="8066" y="461"/>
                      <a:pt x="8988" y="461"/>
                    </a:cubicBezTo>
                    <a:close/>
                    <a:moveTo>
                      <a:pt x="14058" y="5012"/>
                    </a:moveTo>
                    <a:cubicBezTo>
                      <a:pt x="14922" y="5012"/>
                      <a:pt x="15613" y="5703"/>
                      <a:pt x="15613" y="6568"/>
                    </a:cubicBezTo>
                    <a:cubicBezTo>
                      <a:pt x="15613" y="7489"/>
                      <a:pt x="14922" y="8181"/>
                      <a:pt x="14058" y="8181"/>
                    </a:cubicBezTo>
                    <a:cubicBezTo>
                      <a:pt x="13136" y="8181"/>
                      <a:pt x="12444" y="7489"/>
                      <a:pt x="12444" y="6568"/>
                    </a:cubicBezTo>
                    <a:cubicBezTo>
                      <a:pt x="12444" y="5703"/>
                      <a:pt x="13136" y="5012"/>
                      <a:pt x="14058" y="5012"/>
                    </a:cubicBezTo>
                    <a:close/>
                    <a:moveTo>
                      <a:pt x="11004" y="2535"/>
                    </a:moveTo>
                    <a:cubicBezTo>
                      <a:pt x="12041" y="2996"/>
                      <a:pt x="12905" y="3687"/>
                      <a:pt x="13654" y="4551"/>
                    </a:cubicBezTo>
                    <a:cubicBezTo>
                      <a:pt x="12675" y="4782"/>
                      <a:pt x="11984" y="5588"/>
                      <a:pt x="11984" y="6568"/>
                    </a:cubicBezTo>
                    <a:cubicBezTo>
                      <a:pt x="11984" y="7720"/>
                      <a:pt x="12905" y="8642"/>
                      <a:pt x="14058" y="8642"/>
                    </a:cubicBezTo>
                    <a:cubicBezTo>
                      <a:pt x="14403" y="8642"/>
                      <a:pt x="14806" y="8526"/>
                      <a:pt x="15095" y="8354"/>
                    </a:cubicBezTo>
                    <a:lnTo>
                      <a:pt x="15095" y="8354"/>
                    </a:lnTo>
                    <a:cubicBezTo>
                      <a:pt x="15152" y="8987"/>
                      <a:pt x="15095" y="9563"/>
                      <a:pt x="14979" y="10197"/>
                    </a:cubicBezTo>
                    <a:lnTo>
                      <a:pt x="13078" y="9621"/>
                    </a:lnTo>
                    <a:lnTo>
                      <a:pt x="13021" y="9621"/>
                    </a:lnTo>
                    <a:cubicBezTo>
                      <a:pt x="12560" y="9506"/>
                      <a:pt x="12156" y="9160"/>
                      <a:pt x="11811" y="8757"/>
                    </a:cubicBezTo>
                    <a:cubicBezTo>
                      <a:pt x="11413" y="8319"/>
                      <a:pt x="11097" y="8129"/>
                      <a:pt x="10675" y="8129"/>
                    </a:cubicBezTo>
                    <a:cubicBezTo>
                      <a:pt x="10485" y="8129"/>
                      <a:pt x="10274" y="8167"/>
                      <a:pt x="10025" y="8238"/>
                    </a:cubicBezTo>
                    <a:cubicBezTo>
                      <a:pt x="9712" y="8372"/>
                      <a:pt x="9296" y="8506"/>
                      <a:pt x="8991" y="8506"/>
                    </a:cubicBezTo>
                    <a:cubicBezTo>
                      <a:pt x="8902" y="8506"/>
                      <a:pt x="8822" y="8495"/>
                      <a:pt x="8757" y="8469"/>
                    </a:cubicBezTo>
                    <a:cubicBezTo>
                      <a:pt x="8527" y="8411"/>
                      <a:pt x="8412" y="8296"/>
                      <a:pt x="8354" y="8123"/>
                    </a:cubicBezTo>
                    <a:cubicBezTo>
                      <a:pt x="8066" y="7489"/>
                      <a:pt x="8815" y="6107"/>
                      <a:pt x="9218" y="5415"/>
                    </a:cubicBezTo>
                    <a:cubicBezTo>
                      <a:pt x="9506" y="4897"/>
                      <a:pt x="9737" y="4378"/>
                      <a:pt x="9852" y="3918"/>
                    </a:cubicBezTo>
                    <a:cubicBezTo>
                      <a:pt x="10428" y="3687"/>
                      <a:pt x="10831" y="3169"/>
                      <a:pt x="11004" y="2535"/>
                    </a:cubicBezTo>
                    <a:close/>
                    <a:moveTo>
                      <a:pt x="4379" y="7835"/>
                    </a:moveTo>
                    <a:cubicBezTo>
                      <a:pt x="5301" y="7835"/>
                      <a:pt x="5992" y="8526"/>
                      <a:pt x="5992" y="9391"/>
                    </a:cubicBezTo>
                    <a:cubicBezTo>
                      <a:pt x="5992" y="10312"/>
                      <a:pt x="5301" y="11004"/>
                      <a:pt x="4379" y="11004"/>
                    </a:cubicBezTo>
                    <a:cubicBezTo>
                      <a:pt x="3515" y="11004"/>
                      <a:pt x="2823" y="10312"/>
                      <a:pt x="2823" y="9391"/>
                    </a:cubicBezTo>
                    <a:cubicBezTo>
                      <a:pt x="2823" y="8526"/>
                      <a:pt x="3515" y="7835"/>
                      <a:pt x="4379" y="7835"/>
                    </a:cubicBezTo>
                    <a:close/>
                    <a:moveTo>
                      <a:pt x="4033" y="4033"/>
                    </a:moveTo>
                    <a:lnTo>
                      <a:pt x="4033" y="4033"/>
                    </a:lnTo>
                    <a:cubicBezTo>
                      <a:pt x="4437" y="4090"/>
                      <a:pt x="4782" y="4263"/>
                      <a:pt x="4955" y="4551"/>
                    </a:cubicBezTo>
                    <a:cubicBezTo>
                      <a:pt x="5128" y="4724"/>
                      <a:pt x="5128" y="5012"/>
                      <a:pt x="5013" y="5300"/>
                    </a:cubicBezTo>
                    <a:cubicBezTo>
                      <a:pt x="4897" y="5761"/>
                      <a:pt x="4552" y="6625"/>
                      <a:pt x="4264" y="7374"/>
                    </a:cubicBezTo>
                    <a:cubicBezTo>
                      <a:pt x="3169" y="7432"/>
                      <a:pt x="2305" y="8296"/>
                      <a:pt x="2305" y="9391"/>
                    </a:cubicBezTo>
                    <a:cubicBezTo>
                      <a:pt x="2305" y="9967"/>
                      <a:pt x="2535" y="10485"/>
                      <a:pt x="2939" y="10888"/>
                    </a:cubicBezTo>
                    <a:cubicBezTo>
                      <a:pt x="2535" y="11061"/>
                      <a:pt x="2247" y="11234"/>
                      <a:pt x="2017" y="11464"/>
                    </a:cubicBezTo>
                    <a:cubicBezTo>
                      <a:pt x="1671" y="10716"/>
                      <a:pt x="1498" y="9909"/>
                      <a:pt x="1498" y="9045"/>
                    </a:cubicBezTo>
                    <a:cubicBezTo>
                      <a:pt x="1441" y="8238"/>
                      <a:pt x="1556" y="7489"/>
                      <a:pt x="1786" y="6740"/>
                    </a:cubicBezTo>
                    <a:lnTo>
                      <a:pt x="2074" y="6740"/>
                    </a:lnTo>
                    <a:cubicBezTo>
                      <a:pt x="3227" y="6740"/>
                      <a:pt x="4148" y="5819"/>
                      <a:pt x="4148" y="4724"/>
                    </a:cubicBezTo>
                    <a:cubicBezTo>
                      <a:pt x="4148" y="4494"/>
                      <a:pt x="4148" y="4263"/>
                      <a:pt x="4033" y="4033"/>
                    </a:cubicBezTo>
                    <a:close/>
                    <a:moveTo>
                      <a:pt x="8700" y="11349"/>
                    </a:moveTo>
                    <a:cubicBezTo>
                      <a:pt x="9622" y="11349"/>
                      <a:pt x="10313" y="12098"/>
                      <a:pt x="10313" y="12962"/>
                    </a:cubicBezTo>
                    <a:cubicBezTo>
                      <a:pt x="10313" y="13884"/>
                      <a:pt x="9622" y="14575"/>
                      <a:pt x="8700" y="14575"/>
                    </a:cubicBezTo>
                    <a:cubicBezTo>
                      <a:pt x="7836" y="14575"/>
                      <a:pt x="7144" y="13884"/>
                      <a:pt x="7144" y="12962"/>
                    </a:cubicBezTo>
                    <a:cubicBezTo>
                      <a:pt x="7144" y="12098"/>
                      <a:pt x="7836" y="11349"/>
                      <a:pt x="8700" y="11349"/>
                    </a:cubicBezTo>
                    <a:close/>
                    <a:moveTo>
                      <a:pt x="5144" y="13425"/>
                    </a:moveTo>
                    <a:cubicBezTo>
                      <a:pt x="5245" y="13425"/>
                      <a:pt x="5340" y="13520"/>
                      <a:pt x="5474" y="13654"/>
                    </a:cubicBezTo>
                    <a:cubicBezTo>
                      <a:pt x="5823" y="13959"/>
                      <a:pt x="6139" y="14099"/>
                      <a:pt x="6547" y="14099"/>
                    </a:cubicBezTo>
                    <a:cubicBezTo>
                      <a:pt x="6677" y="14099"/>
                      <a:pt x="6818" y="14085"/>
                      <a:pt x="6971" y="14057"/>
                    </a:cubicBezTo>
                    <a:cubicBezTo>
                      <a:pt x="7317" y="14633"/>
                      <a:pt x="7951" y="15036"/>
                      <a:pt x="8700" y="15036"/>
                    </a:cubicBezTo>
                    <a:cubicBezTo>
                      <a:pt x="9045" y="15036"/>
                      <a:pt x="9391" y="14979"/>
                      <a:pt x="9679" y="14806"/>
                    </a:cubicBezTo>
                    <a:cubicBezTo>
                      <a:pt x="9910" y="14979"/>
                      <a:pt x="10198" y="15152"/>
                      <a:pt x="10486" y="15267"/>
                    </a:cubicBezTo>
                    <a:cubicBezTo>
                      <a:pt x="9766" y="15507"/>
                      <a:pt x="9005" y="15627"/>
                      <a:pt x="8239" y="15627"/>
                    </a:cubicBezTo>
                    <a:cubicBezTo>
                      <a:pt x="8085" y="15627"/>
                      <a:pt x="7932" y="15622"/>
                      <a:pt x="7778" y="15612"/>
                    </a:cubicBezTo>
                    <a:cubicBezTo>
                      <a:pt x="6511" y="15497"/>
                      <a:pt x="5301" y="15094"/>
                      <a:pt x="4264" y="14287"/>
                    </a:cubicBezTo>
                    <a:cubicBezTo>
                      <a:pt x="4494" y="14057"/>
                      <a:pt x="4667" y="13827"/>
                      <a:pt x="4897" y="13596"/>
                    </a:cubicBezTo>
                    <a:cubicBezTo>
                      <a:pt x="4994" y="13475"/>
                      <a:pt x="5071" y="13425"/>
                      <a:pt x="5144" y="13425"/>
                    </a:cubicBezTo>
                    <a:close/>
                    <a:moveTo>
                      <a:pt x="8930" y="0"/>
                    </a:moveTo>
                    <a:cubicBezTo>
                      <a:pt x="7951" y="0"/>
                      <a:pt x="7144" y="691"/>
                      <a:pt x="6914" y="1671"/>
                    </a:cubicBezTo>
                    <a:cubicBezTo>
                      <a:pt x="5704" y="1901"/>
                      <a:pt x="4494" y="2420"/>
                      <a:pt x="3572" y="3284"/>
                    </a:cubicBezTo>
                    <a:cubicBezTo>
                      <a:pt x="3169" y="2881"/>
                      <a:pt x="2651" y="2650"/>
                      <a:pt x="2074" y="2650"/>
                    </a:cubicBezTo>
                    <a:cubicBezTo>
                      <a:pt x="1671" y="2650"/>
                      <a:pt x="1268" y="2765"/>
                      <a:pt x="922" y="2996"/>
                    </a:cubicBezTo>
                    <a:cubicBezTo>
                      <a:pt x="731" y="3139"/>
                      <a:pt x="857" y="3441"/>
                      <a:pt x="1070" y="3441"/>
                    </a:cubicBezTo>
                    <a:cubicBezTo>
                      <a:pt x="1114" y="3441"/>
                      <a:pt x="1161" y="3428"/>
                      <a:pt x="1210" y="3399"/>
                    </a:cubicBezTo>
                    <a:cubicBezTo>
                      <a:pt x="1441" y="3226"/>
                      <a:pt x="1786" y="3111"/>
                      <a:pt x="2074" y="3111"/>
                    </a:cubicBezTo>
                    <a:cubicBezTo>
                      <a:pt x="2939" y="3111"/>
                      <a:pt x="3688" y="3802"/>
                      <a:pt x="3688" y="4724"/>
                    </a:cubicBezTo>
                    <a:cubicBezTo>
                      <a:pt x="3688" y="5588"/>
                      <a:pt x="2939" y="6280"/>
                      <a:pt x="2074" y="6280"/>
                    </a:cubicBezTo>
                    <a:cubicBezTo>
                      <a:pt x="1210" y="6280"/>
                      <a:pt x="461" y="5588"/>
                      <a:pt x="461" y="4724"/>
                    </a:cubicBezTo>
                    <a:cubicBezTo>
                      <a:pt x="461" y="4551"/>
                      <a:pt x="519" y="4378"/>
                      <a:pt x="519" y="4263"/>
                    </a:cubicBezTo>
                    <a:cubicBezTo>
                      <a:pt x="593" y="4079"/>
                      <a:pt x="431" y="3942"/>
                      <a:pt x="290" y="3942"/>
                    </a:cubicBezTo>
                    <a:cubicBezTo>
                      <a:pt x="210" y="3942"/>
                      <a:pt x="137" y="3986"/>
                      <a:pt x="116" y="4090"/>
                    </a:cubicBezTo>
                    <a:cubicBezTo>
                      <a:pt x="58" y="4321"/>
                      <a:pt x="0" y="4494"/>
                      <a:pt x="0" y="4724"/>
                    </a:cubicBezTo>
                    <a:cubicBezTo>
                      <a:pt x="0" y="5588"/>
                      <a:pt x="577" y="6337"/>
                      <a:pt x="1326" y="6625"/>
                    </a:cubicBezTo>
                    <a:cubicBezTo>
                      <a:pt x="1095" y="7432"/>
                      <a:pt x="980" y="8238"/>
                      <a:pt x="980" y="9045"/>
                    </a:cubicBezTo>
                    <a:cubicBezTo>
                      <a:pt x="1037" y="10716"/>
                      <a:pt x="1671" y="12271"/>
                      <a:pt x="2708" y="13538"/>
                    </a:cubicBezTo>
                    <a:cubicBezTo>
                      <a:pt x="4033" y="15036"/>
                      <a:pt x="5819" y="15958"/>
                      <a:pt x="7720" y="16073"/>
                    </a:cubicBezTo>
                    <a:lnTo>
                      <a:pt x="8239" y="16073"/>
                    </a:lnTo>
                    <a:cubicBezTo>
                      <a:pt x="10140" y="16073"/>
                      <a:pt x="11984" y="15382"/>
                      <a:pt x="13309" y="14115"/>
                    </a:cubicBezTo>
                    <a:cubicBezTo>
                      <a:pt x="13441" y="13938"/>
                      <a:pt x="13302" y="13693"/>
                      <a:pt x="13126" y="13693"/>
                    </a:cubicBezTo>
                    <a:cubicBezTo>
                      <a:pt x="13073" y="13693"/>
                      <a:pt x="13016" y="13715"/>
                      <a:pt x="12963" y="13769"/>
                    </a:cubicBezTo>
                    <a:cubicBezTo>
                      <a:pt x="12387" y="14287"/>
                      <a:pt x="11753" y="14691"/>
                      <a:pt x="11062" y="15036"/>
                    </a:cubicBezTo>
                    <a:cubicBezTo>
                      <a:pt x="10716" y="14864"/>
                      <a:pt x="10370" y="14691"/>
                      <a:pt x="10082" y="14518"/>
                    </a:cubicBezTo>
                    <a:cubicBezTo>
                      <a:pt x="10486" y="14115"/>
                      <a:pt x="10774" y="13596"/>
                      <a:pt x="10774" y="12962"/>
                    </a:cubicBezTo>
                    <a:cubicBezTo>
                      <a:pt x="10774" y="11810"/>
                      <a:pt x="9852" y="10888"/>
                      <a:pt x="8700" y="10888"/>
                    </a:cubicBezTo>
                    <a:cubicBezTo>
                      <a:pt x="7548" y="10888"/>
                      <a:pt x="6626" y="11810"/>
                      <a:pt x="6626" y="12962"/>
                    </a:cubicBezTo>
                    <a:cubicBezTo>
                      <a:pt x="6626" y="13193"/>
                      <a:pt x="6683" y="13423"/>
                      <a:pt x="6741" y="13596"/>
                    </a:cubicBezTo>
                    <a:cubicBezTo>
                      <a:pt x="6650" y="13609"/>
                      <a:pt x="6566" y="13616"/>
                      <a:pt x="6486" y="13616"/>
                    </a:cubicBezTo>
                    <a:cubicBezTo>
                      <a:pt x="6211" y="13616"/>
                      <a:pt x="5998" y="13531"/>
                      <a:pt x="5819" y="13308"/>
                    </a:cubicBezTo>
                    <a:cubicBezTo>
                      <a:pt x="5598" y="13087"/>
                      <a:pt x="5359" y="12952"/>
                      <a:pt x="5122" y="12952"/>
                    </a:cubicBezTo>
                    <a:cubicBezTo>
                      <a:pt x="4927" y="12952"/>
                      <a:pt x="4734" y="13043"/>
                      <a:pt x="4552" y="13250"/>
                    </a:cubicBezTo>
                    <a:cubicBezTo>
                      <a:pt x="4321" y="13481"/>
                      <a:pt x="4091" y="13769"/>
                      <a:pt x="3918" y="13999"/>
                    </a:cubicBezTo>
                    <a:cubicBezTo>
                      <a:pt x="3630" y="13769"/>
                      <a:pt x="3342" y="13481"/>
                      <a:pt x="3054" y="13193"/>
                    </a:cubicBezTo>
                    <a:cubicBezTo>
                      <a:pt x="2766" y="12790"/>
                      <a:pt x="2478" y="12386"/>
                      <a:pt x="2247" y="11925"/>
                    </a:cubicBezTo>
                    <a:cubicBezTo>
                      <a:pt x="2478" y="11580"/>
                      <a:pt x="2939" y="11349"/>
                      <a:pt x="3342" y="11234"/>
                    </a:cubicBezTo>
                    <a:cubicBezTo>
                      <a:pt x="3688" y="11407"/>
                      <a:pt x="4033" y="11464"/>
                      <a:pt x="4379" y="11464"/>
                    </a:cubicBezTo>
                    <a:cubicBezTo>
                      <a:pt x="5531" y="11464"/>
                      <a:pt x="6453" y="10543"/>
                      <a:pt x="6453" y="9448"/>
                    </a:cubicBezTo>
                    <a:cubicBezTo>
                      <a:pt x="6453" y="8411"/>
                      <a:pt x="5704" y="7547"/>
                      <a:pt x="4782" y="7374"/>
                    </a:cubicBezTo>
                    <a:cubicBezTo>
                      <a:pt x="5070" y="6683"/>
                      <a:pt x="5358" y="5876"/>
                      <a:pt x="5474" y="5473"/>
                    </a:cubicBezTo>
                    <a:cubicBezTo>
                      <a:pt x="5646" y="5012"/>
                      <a:pt x="5589" y="4609"/>
                      <a:pt x="5358" y="4263"/>
                    </a:cubicBezTo>
                    <a:cubicBezTo>
                      <a:pt x="5070" y="3860"/>
                      <a:pt x="4552" y="3629"/>
                      <a:pt x="3976" y="3572"/>
                    </a:cubicBezTo>
                    <a:cubicBezTo>
                      <a:pt x="4782" y="2823"/>
                      <a:pt x="5819" y="2362"/>
                      <a:pt x="6914" y="2132"/>
                    </a:cubicBezTo>
                    <a:cubicBezTo>
                      <a:pt x="6914" y="3226"/>
                      <a:pt x="7836" y="4148"/>
                      <a:pt x="8988" y="4148"/>
                    </a:cubicBezTo>
                    <a:cubicBezTo>
                      <a:pt x="9103" y="4148"/>
                      <a:pt x="9218" y="4148"/>
                      <a:pt x="9276" y="4090"/>
                    </a:cubicBezTo>
                    <a:lnTo>
                      <a:pt x="9276" y="4090"/>
                    </a:lnTo>
                    <a:cubicBezTo>
                      <a:pt x="9161" y="4436"/>
                      <a:pt x="9045" y="4782"/>
                      <a:pt x="8815" y="5185"/>
                    </a:cubicBezTo>
                    <a:cubicBezTo>
                      <a:pt x="8181" y="6337"/>
                      <a:pt x="7548" y="7547"/>
                      <a:pt x="7893" y="8296"/>
                    </a:cubicBezTo>
                    <a:cubicBezTo>
                      <a:pt x="8008" y="8642"/>
                      <a:pt x="8239" y="8814"/>
                      <a:pt x="8585" y="8930"/>
                    </a:cubicBezTo>
                    <a:cubicBezTo>
                      <a:pt x="8700" y="8973"/>
                      <a:pt x="8826" y="8991"/>
                      <a:pt x="8958" y="8991"/>
                    </a:cubicBezTo>
                    <a:cubicBezTo>
                      <a:pt x="9355" y="8991"/>
                      <a:pt x="9809" y="8829"/>
                      <a:pt x="10198" y="8699"/>
                    </a:cubicBezTo>
                    <a:cubicBezTo>
                      <a:pt x="10390" y="8642"/>
                      <a:pt x="10543" y="8610"/>
                      <a:pt x="10678" y="8610"/>
                    </a:cubicBezTo>
                    <a:cubicBezTo>
                      <a:pt x="10947" y="8610"/>
                      <a:pt x="11139" y="8738"/>
                      <a:pt x="11407" y="9045"/>
                    </a:cubicBezTo>
                    <a:cubicBezTo>
                      <a:pt x="11811" y="9563"/>
                      <a:pt x="12329" y="9909"/>
                      <a:pt x="12905" y="10082"/>
                    </a:cubicBezTo>
                    <a:lnTo>
                      <a:pt x="14864" y="10658"/>
                    </a:lnTo>
                    <a:cubicBezTo>
                      <a:pt x="14634" y="11407"/>
                      <a:pt x="14346" y="12098"/>
                      <a:pt x="13885" y="12674"/>
                    </a:cubicBezTo>
                    <a:cubicBezTo>
                      <a:pt x="13757" y="12845"/>
                      <a:pt x="13945" y="13047"/>
                      <a:pt x="14121" y="13047"/>
                    </a:cubicBezTo>
                    <a:cubicBezTo>
                      <a:pt x="14183" y="13047"/>
                      <a:pt x="14243" y="13022"/>
                      <a:pt x="14288" y="12962"/>
                    </a:cubicBezTo>
                    <a:cubicBezTo>
                      <a:pt x="14806" y="12213"/>
                      <a:pt x="15152" y="11407"/>
                      <a:pt x="15383" y="10543"/>
                    </a:cubicBezTo>
                    <a:cubicBezTo>
                      <a:pt x="15498" y="9736"/>
                      <a:pt x="15613" y="8814"/>
                      <a:pt x="15498" y="8008"/>
                    </a:cubicBezTo>
                    <a:cubicBezTo>
                      <a:pt x="15901" y="7662"/>
                      <a:pt x="16074" y="7144"/>
                      <a:pt x="16074" y="6568"/>
                    </a:cubicBezTo>
                    <a:cubicBezTo>
                      <a:pt x="16074" y="5531"/>
                      <a:pt x="15267" y="4609"/>
                      <a:pt x="14173" y="4551"/>
                    </a:cubicBezTo>
                    <a:cubicBezTo>
                      <a:pt x="13366" y="3457"/>
                      <a:pt x="12272" y="2592"/>
                      <a:pt x="11062" y="2074"/>
                    </a:cubicBezTo>
                    <a:cubicBezTo>
                      <a:pt x="11004" y="922"/>
                      <a:pt x="10082" y="0"/>
                      <a:pt x="893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64"/>
              <p:cNvSpPr/>
              <p:nvPr/>
            </p:nvSpPr>
            <p:spPr>
              <a:xfrm>
                <a:off x="4363050" y="2280300"/>
                <a:ext cx="34600" cy="62675"/>
              </a:xfrm>
              <a:custGeom>
                <a:rect b="b" l="l" r="r" t="t"/>
                <a:pathLst>
                  <a:path extrusionOk="0" h="2507" w="1384">
                    <a:moveTo>
                      <a:pt x="692" y="0"/>
                    </a:moveTo>
                    <a:cubicBezTo>
                      <a:pt x="577" y="0"/>
                      <a:pt x="461" y="72"/>
                      <a:pt x="461" y="216"/>
                    </a:cubicBezTo>
                    <a:lnTo>
                      <a:pt x="461" y="274"/>
                    </a:lnTo>
                    <a:cubicBezTo>
                      <a:pt x="289" y="389"/>
                      <a:pt x="173" y="504"/>
                      <a:pt x="116" y="735"/>
                    </a:cubicBezTo>
                    <a:cubicBezTo>
                      <a:pt x="58" y="907"/>
                      <a:pt x="116" y="1080"/>
                      <a:pt x="289" y="1196"/>
                    </a:cubicBezTo>
                    <a:cubicBezTo>
                      <a:pt x="404" y="1311"/>
                      <a:pt x="577" y="1368"/>
                      <a:pt x="750" y="1484"/>
                    </a:cubicBezTo>
                    <a:cubicBezTo>
                      <a:pt x="807" y="1484"/>
                      <a:pt x="865" y="1484"/>
                      <a:pt x="865" y="1599"/>
                    </a:cubicBezTo>
                    <a:cubicBezTo>
                      <a:pt x="865" y="1656"/>
                      <a:pt x="807" y="1772"/>
                      <a:pt x="692" y="1772"/>
                    </a:cubicBezTo>
                    <a:cubicBezTo>
                      <a:pt x="577" y="1772"/>
                      <a:pt x="519" y="1772"/>
                      <a:pt x="404" y="1714"/>
                    </a:cubicBezTo>
                    <a:cubicBezTo>
                      <a:pt x="380" y="1665"/>
                      <a:pt x="335" y="1647"/>
                      <a:pt x="286" y="1647"/>
                    </a:cubicBezTo>
                    <a:cubicBezTo>
                      <a:pt x="221" y="1647"/>
                      <a:pt x="149" y="1681"/>
                      <a:pt x="116" y="1714"/>
                    </a:cubicBezTo>
                    <a:cubicBezTo>
                      <a:pt x="1" y="1829"/>
                      <a:pt x="58" y="2002"/>
                      <a:pt x="173" y="2117"/>
                    </a:cubicBezTo>
                    <a:cubicBezTo>
                      <a:pt x="289" y="2175"/>
                      <a:pt x="346" y="2175"/>
                      <a:pt x="461" y="2233"/>
                    </a:cubicBezTo>
                    <a:lnTo>
                      <a:pt x="461" y="2290"/>
                    </a:lnTo>
                    <a:cubicBezTo>
                      <a:pt x="461" y="2434"/>
                      <a:pt x="577" y="2506"/>
                      <a:pt x="692" y="2506"/>
                    </a:cubicBezTo>
                    <a:cubicBezTo>
                      <a:pt x="807" y="2506"/>
                      <a:pt x="922" y="2434"/>
                      <a:pt x="922" y="2290"/>
                    </a:cubicBezTo>
                    <a:lnTo>
                      <a:pt x="922" y="2175"/>
                    </a:lnTo>
                    <a:cubicBezTo>
                      <a:pt x="1153" y="2117"/>
                      <a:pt x="1268" y="1944"/>
                      <a:pt x="1326" y="1714"/>
                    </a:cubicBezTo>
                    <a:cubicBezTo>
                      <a:pt x="1383" y="1426"/>
                      <a:pt x="1210" y="1138"/>
                      <a:pt x="922" y="1023"/>
                    </a:cubicBezTo>
                    <a:cubicBezTo>
                      <a:pt x="807" y="1023"/>
                      <a:pt x="634" y="965"/>
                      <a:pt x="577" y="850"/>
                    </a:cubicBezTo>
                    <a:cubicBezTo>
                      <a:pt x="577" y="850"/>
                      <a:pt x="577" y="792"/>
                      <a:pt x="634" y="735"/>
                    </a:cubicBezTo>
                    <a:cubicBezTo>
                      <a:pt x="750" y="735"/>
                      <a:pt x="807" y="792"/>
                      <a:pt x="865" y="792"/>
                    </a:cubicBezTo>
                    <a:cubicBezTo>
                      <a:pt x="902" y="829"/>
                      <a:pt x="944" y="845"/>
                      <a:pt x="985" y="845"/>
                    </a:cubicBezTo>
                    <a:cubicBezTo>
                      <a:pt x="1139" y="845"/>
                      <a:pt x="1289" y="628"/>
                      <a:pt x="1153" y="447"/>
                    </a:cubicBezTo>
                    <a:cubicBezTo>
                      <a:pt x="1095" y="389"/>
                      <a:pt x="1038" y="331"/>
                      <a:pt x="922" y="274"/>
                    </a:cubicBezTo>
                    <a:lnTo>
                      <a:pt x="922" y="216"/>
                    </a:lnTo>
                    <a:cubicBezTo>
                      <a:pt x="922" y="72"/>
                      <a:pt x="807" y="0"/>
                      <a:pt x="69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31" name="Google Shape;1531;p64"/>
          <p:cNvGrpSpPr/>
          <p:nvPr/>
        </p:nvGrpSpPr>
        <p:grpSpPr>
          <a:xfrm>
            <a:off x="3799075" y="4004729"/>
            <a:ext cx="595348" cy="595348"/>
            <a:chOff x="2698715" y="3892075"/>
            <a:chExt cx="707400" cy="707400"/>
          </a:xfrm>
        </p:grpSpPr>
        <p:sp>
          <p:nvSpPr>
            <p:cNvPr id="1532" name="Google Shape;1532;p64"/>
            <p:cNvSpPr/>
            <p:nvPr/>
          </p:nvSpPr>
          <p:spPr>
            <a:xfrm flipH="1">
              <a:off x="2698715" y="38920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33" name="Google Shape;1533;p64"/>
            <p:cNvGrpSpPr/>
            <p:nvPr/>
          </p:nvGrpSpPr>
          <p:grpSpPr>
            <a:xfrm>
              <a:off x="2862338" y="4044850"/>
              <a:ext cx="404725" cy="401850"/>
              <a:chOff x="2650575" y="3227625"/>
              <a:chExt cx="404725" cy="401850"/>
            </a:xfrm>
          </p:grpSpPr>
          <p:sp>
            <p:nvSpPr>
              <p:cNvPr id="1534" name="Google Shape;1534;p64"/>
              <p:cNvSpPr/>
              <p:nvPr/>
            </p:nvSpPr>
            <p:spPr>
              <a:xfrm>
                <a:off x="2734100" y="3442225"/>
                <a:ext cx="118125" cy="116675"/>
              </a:xfrm>
              <a:custGeom>
                <a:rect b="b" l="l" r="r" t="t"/>
                <a:pathLst>
                  <a:path extrusionOk="0" h="4667" w="4725">
                    <a:moveTo>
                      <a:pt x="2363" y="461"/>
                    </a:moveTo>
                    <a:cubicBezTo>
                      <a:pt x="3400" y="461"/>
                      <a:pt x="4206" y="1325"/>
                      <a:pt x="4206" y="2362"/>
                    </a:cubicBezTo>
                    <a:cubicBezTo>
                      <a:pt x="4206" y="3342"/>
                      <a:pt x="3400" y="4206"/>
                      <a:pt x="2363" y="4206"/>
                    </a:cubicBezTo>
                    <a:cubicBezTo>
                      <a:pt x="1326" y="4206"/>
                      <a:pt x="462" y="3342"/>
                      <a:pt x="462" y="2362"/>
                    </a:cubicBezTo>
                    <a:cubicBezTo>
                      <a:pt x="462" y="1325"/>
                      <a:pt x="1326" y="461"/>
                      <a:pt x="2363" y="461"/>
                    </a:cubicBezTo>
                    <a:close/>
                    <a:moveTo>
                      <a:pt x="2363" y="0"/>
                    </a:moveTo>
                    <a:cubicBezTo>
                      <a:pt x="1038" y="0"/>
                      <a:pt x="1" y="1037"/>
                      <a:pt x="1" y="2362"/>
                    </a:cubicBezTo>
                    <a:cubicBezTo>
                      <a:pt x="1" y="3630"/>
                      <a:pt x="1038" y="4667"/>
                      <a:pt x="2363" y="4667"/>
                    </a:cubicBezTo>
                    <a:cubicBezTo>
                      <a:pt x="3630" y="4667"/>
                      <a:pt x="4725" y="3630"/>
                      <a:pt x="4725" y="2362"/>
                    </a:cubicBezTo>
                    <a:cubicBezTo>
                      <a:pt x="4725" y="1037"/>
                      <a:pt x="3630" y="0"/>
                      <a:pt x="23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64"/>
              <p:cNvSpPr/>
              <p:nvPr/>
            </p:nvSpPr>
            <p:spPr>
              <a:xfrm>
                <a:off x="2771325" y="3464875"/>
                <a:ext cx="43450" cy="71375"/>
              </a:xfrm>
              <a:custGeom>
                <a:rect b="b" l="l" r="r" t="t"/>
                <a:pathLst>
                  <a:path extrusionOk="0" h="2855" w="1738">
                    <a:moveTo>
                      <a:pt x="785" y="1"/>
                    </a:moveTo>
                    <a:cubicBezTo>
                      <a:pt x="662" y="1"/>
                      <a:pt x="586" y="95"/>
                      <a:pt x="586" y="189"/>
                    </a:cubicBezTo>
                    <a:lnTo>
                      <a:pt x="586" y="304"/>
                    </a:lnTo>
                    <a:cubicBezTo>
                      <a:pt x="413" y="419"/>
                      <a:pt x="240" y="592"/>
                      <a:pt x="182" y="823"/>
                    </a:cubicBezTo>
                    <a:cubicBezTo>
                      <a:pt x="125" y="996"/>
                      <a:pt x="240" y="1226"/>
                      <a:pt x="355" y="1341"/>
                    </a:cubicBezTo>
                    <a:cubicBezTo>
                      <a:pt x="528" y="1456"/>
                      <a:pt x="758" y="1572"/>
                      <a:pt x="931" y="1629"/>
                    </a:cubicBezTo>
                    <a:cubicBezTo>
                      <a:pt x="1162" y="1744"/>
                      <a:pt x="1047" y="2033"/>
                      <a:pt x="816" y="2033"/>
                    </a:cubicBezTo>
                    <a:cubicBezTo>
                      <a:pt x="643" y="2033"/>
                      <a:pt x="643" y="2033"/>
                      <a:pt x="470" y="1975"/>
                    </a:cubicBezTo>
                    <a:cubicBezTo>
                      <a:pt x="431" y="1945"/>
                      <a:pt x="390" y="1933"/>
                      <a:pt x="351" y="1933"/>
                    </a:cubicBezTo>
                    <a:cubicBezTo>
                      <a:pt x="159" y="1933"/>
                      <a:pt x="1" y="2235"/>
                      <a:pt x="240" y="2378"/>
                    </a:cubicBezTo>
                    <a:cubicBezTo>
                      <a:pt x="355" y="2436"/>
                      <a:pt x="470" y="2493"/>
                      <a:pt x="586" y="2493"/>
                    </a:cubicBezTo>
                    <a:lnTo>
                      <a:pt x="586" y="2609"/>
                    </a:lnTo>
                    <a:cubicBezTo>
                      <a:pt x="586" y="2724"/>
                      <a:pt x="701" y="2839"/>
                      <a:pt x="816" y="2839"/>
                    </a:cubicBezTo>
                    <a:cubicBezTo>
                      <a:pt x="837" y="2849"/>
                      <a:pt x="857" y="2854"/>
                      <a:pt x="877" y="2854"/>
                    </a:cubicBezTo>
                    <a:cubicBezTo>
                      <a:pt x="969" y="2854"/>
                      <a:pt x="1047" y="2751"/>
                      <a:pt x="1047" y="2609"/>
                    </a:cubicBezTo>
                    <a:lnTo>
                      <a:pt x="1047" y="2493"/>
                    </a:lnTo>
                    <a:cubicBezTo>
                      <a:pt x="1680" y="2321"/>
                      <a:pt x="1738" y="1399"/>
                      <a:pt x="1104" y="1168"/>
                    </a:cubicBezTo>
                    <a:lnTo>
                      <a:pt x="1104" y="1168"/>
                    </a:lnTo>
                    <a:lnTo>
                      <a:pt x="1104" y="1226"/>
                    </a:lnTo>
                    <a:cubicBezTo>
                      <a:pt x="931" y="1168"/>
                      <a:pt x="758" y="1053"/>
                      <a:pt x="701" y="996"/>
                    </a:cubicBezTo>
                    <a:cubicBezTo>
                      <a:pt x="586" y="938"/>
                      <a:pt x="643" y="823"/>
                      <a:pt x="758" y="765"/>
                    </a:cubicBezTo>
                    <a:cubicBezTo>
                      <a:pt x="874" y="765"/>
                      <a:pt x="989" y="765"/>
                      <a:pt x="1047" y="823"/>
                    </a:cubicBezTo>
                    <a:cubicBezTo>
                      <a:pt x="1096" y="860"/>
                      <a:pt x="1147" y="875"/>
                      <a:pt x="1196" y="875"/>
                    </a:cubicBezTo>
                    <a:cubicBezTo>
                      <a:pt x="1376" y="875"/>
                      <a:pt x="1516" y="658"/>
                      <a:pt x="1335" y="477"/>
                    </a:cubicBezTo>
                    <a:cubicBezTo>
                      <a:pt x="1277" y="419"/>
                      <a:pt x="1219" y="362"/>
                      <a:pt x="1047" y="304"/>
                    </a:cubicBezTo>
                    <a:lnTo>
                      <a:pt x="1047" y="247"/>
                    </a:lnTo>
                    <a:cubicBezTo>
                      <a:pt x="1047" y="131"/>
                      <a:pt x="989" y="16"/>
                      <a:pt x="874" y="16"/>
                    </a:cubicBezTo>
                    <a:cubicBezTo>
                      <a:pt x="842" y="6"/>
                      <a:pt x="812" y="1"/>
                      <a:pt x="78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64"/>
              <p:cNvSpPr/>
              <p:nvPr/>
            </p:nvSpPr>
            <p:spPr>
              <a:xfrm>
                <a:off x="2650575" y="3227625"/>
                <a:ext cx="404725" cy="401850"/>
              </a:xfrm>
              <a:custGeom>
                <a:rect b="b" l="l" r="r" t="t"/>
                <a:pathLst>
                  <a:path extrusionOk="0" h="16074" w="16189">
                    <a:moveTo>
                      <a:pt x="1441" y="8123"/>
                    </a:moveTo>
                    <a:cubicBezTo>
                      <a:pt x="1325" y="8584"/>
                      <a:pt x="980" y="8988"/>
                      <a:pt x="461" y="9103"/>
                    </a:cubicBezTo>
                    <a:lnTo>
                      <a:pt x="461" y="8123"/>
                    </a:lnTo>
                    <a:close/>
                    <a:moveTo>
                      <a:pt x="12329" y="9276"/>
                    </a:moveTo>
                    <a:lnTo>
                      <a:pt x="12329" y="11350"/>
                    </a:lnTo>
                    <a:lnTo>
                      <a:pt x="11234" y="10889"/>
                    </a:lnTo>
                    <a:lnTo>
                      <a:pt x="11004" y="10889"/>
                    </a:lnTo>
                    <a:lnTo>
                      <a:pt x="9967" y="11350"/>
                    </a:lnTo>
                    <a:lnTo>
                      <a:pt x="9967" y="9276"/>
                    </a:lnTo>
                    <a:cubicBezTo>
                      <a:pt x="10370" y="9391"/>
                      <a:pt x="10601" y="9909"/>
                      <a:pt x="11119" y="9909"/>
                    </a:cubicBezTo>
                    <a:cubicBezTo>
                      <a:pt x="11638" y="9909"/>
                      <a:pt x="11868" y="9391"/>
                      <a:pt x="12329" y="9276"/>
                    </a:cubicBezTo>
                    <a:close/>
                    <a:moveTo>
                      <a:pt x="461" y="12732"/>
                    </a:moveTo>
                    <a:cubicBezTo>
                      <a:pt x="922" y="12790"/>
                      <a:pt x="1325" y="13193"/>
                      <a:pt x="1441" y="13712"/>
                    </a:cubicBezTo>
                    <a:lnTo>
                      <a:pt x="461" y="13712"/>
                    </a:lnTo>
                    <a:lnTo>
                      <a:pt x="461" y="12732"/>
                    </a:lnTo>
                    <a:close/>
                    <a:moveTo>
                      <a:pt x="7951" y="8123"/>
                    </a:moveTo>
                    <a:cubicBezTo>
                      <a:pt x="8066" y="8239"/>
                      <a:pt x="8123" y="8412"/>
                      <a:pt x="8181" y="8584"/>
                    </a:cubicBezTo>
                    <a:cubicBezTo>
                      <a:pt x="8239" y="8815"/>
                      <a:pt x="8411" y="9103"/>
                      <a:pt x="8642" y="9276"/>
                    </a:cubicBezTo>
                    <a:cubicBezTo>
                      <a:pt x="8777" y="9343"/>
                      <a:pt x="8951" y="9371"/>
                      <a:pt x="9131" y="9371"/>
                    </a:cubicBezTo>
                    <a:cubicBezTo>
                      <a:pt x="9258" y="9371"/>
                      <a:pt x="9387" y="9357"/>
                      <a:pt x="9506" y="9333"/>
                    </a:cubicBezTo>
                    <a:lnTo>
                      <a:pt x="9506" y="11753"/>
                    </a:lnTo>
                    <a:cubicBezTo>
                      <a:pt x="9506" y="11895"/>
                      <a:pt x="9623" y="11998"/>
                      <a:pt x="9729" y="11998"/>
                    </a:cubicBezTo>
                    <a:cubicBezTo>
                      <a:pt x="9751" y="11998"/>
                      <a:pt x="9774" y="11994"/>
                      <a:pt x="9794" y="11983"/>
                    </a:cubicBezTo>
                    <a:lnTo>
                      <a:pt x="10889" y="11465"/>
                    </a:lnTo>
                    <a:lnTo>
                      <a:pt x="10889" y="12271"/>
                    </a:lnTo>
                    <a:cubicBezTo>
                      <a:pt x="10140" y="12329"/>
                      <a:pt x="9564" y="12963"/>
                      <a:pt x="9448" y="13712"/>
                    </a:cubicBezTo>
                    <a:lnTo>
                      <a:pt x="1901" y="13712"/>
                    </a:lnTo>
                    <a:cubicBezTo>
                      <a:pt x="1786" y="12963"/>
                      <a:pt x="1210" y="12329"/>
                      <a:pt x="461" y="12271"/>
                    </a:cubicBezTo>
                    <a:lnTo>
                      <a:pt x="461" y="9564"/>
                    </a:lnTo>
                    <a:cubicBezTo>
                      <a:pt x="1210" y="9449"/>
                      <a:pt x="1786" y="8872"/>
                      <a:pt x="1901" y="8123"/>
                    </a:cubicBezTo>
                    <a:close/>
                    <a:moveTo>
                      <a:pt x="10889" y="12732"/>
                    </a:moveTo>
                    <a:lnTo>
                      <a:pt x="10889" y="13712"/>
                    </a:lnTo>
                    <a:lnTo>
                      <a:pt x="9909" y="13712"/>
                    </a:lnTo>
                    <a:cubicBezTo>
                      <a:pt x="10025" y="13193"/>
                      <a:pt x="10428" y="12848"/>
                      <a:pt x="10889" y="12732"/>
                    </a:cubicBezTo>
                    <a:close/>
                    <a:moveTo>
                      <a:pt x="10889" y="14173"/>
                    </a:moveTo>
                    <a:lnTo>
                      <a:pt x="10889" y="14633"/>
                    </a:lnTo>
                    <a:lnTo>
                      <a:pt x="461" y="14633"/>
                    </a:lnTo>
                    <a:lnTo>
                      <a:pt x="461" y="14173"/>
                    </a:lnTo>
                    <a:close/>
                    <a:moveTo>
                      <a:pt x="11148" y="0"/>
                    </a:moveTo>
                    <a:cubicBezTo>
                      <a:pt x="10903" y="0"/>
                      <a:pt x="10658" y="116"/>
                      <a:pt x="10370" y="346"/>
                    </a:cubicBezTo>
                    <a:cubicBezTo>
                      <a:pt x="10150" y="522"/>
                      <a:pt x="9964" y="597"/>
                      <a:pt x="9734" y="597"/>
                    </a:cubicBezTo>
                    <a:cubicBezTo>
                      <a:pt x="9663" y="597"/>
                      <a:pt x="9588" y="590"/>
                      <a:pt x="9506" y="577"/>
                    </a:cubicBezTo>
                    <a:cubicBezTo>
                      <a:pt x="9362" y="548"/>
                      <a:pt x="9218" y="519"/>
                      <a:pt x="9074" y="519"/>
                    </a:cubicBezTo>
                    <a:cubicBezTo>
                      <a:pt x="8930" y="519"/>
                      <a:pt x="8786" y="548"/>
                      <a:pt x="8642" y="634"/>
                    </a:cubicBezTo>
                    <a:cubicBezTo>
                      <a:pt x="8411" y="807"/>
                      <a:pt x="8296" y="1095"/>
                      <a:pt x="8181" y="1325"/>
                    </a:cubicBezTo>
                    <a:cubicBezTo>
                      <a:pt x="8107" y="1509"/>
                      <a:pt x="8269" y="1646"/>
                      <a:pt x="8425" y="1646"/>
                    </a:cubicBezTo>
                    <a:cubicBezTo>
                      <a:pt x="8513" y="1646"/>
                      <a:pt x="8600" y="1602"/>
                      <a:pt x="8642" y="1498"/>
                    </a:cubicBezTo>
                    <a:cubicBezTo>
                      <a:pt x="8699" y="1325"/>
                      <a:pt x="8757" y="1095"/>
                      <a:pt x="8872" y="1037"/>
                    </a:cubicBezTo>
                    <a:cubicBezTo>
                      <a:pt x="8911" y="1018"/>
                      <a:pt x="8962" y="1012"/>
                      <a:pt x="9022" y="1012"/>
                    </a:cubicBezTo>
                    <a:cubicBezTo>
                      <a:pt x="9141" y="1012"/>
                      <a:pt x="9295" y="1037"/>
                      <a:pt x="9448" y="1037"/>
                    </a:cubicBezTo>
                    <a:cubicBezTo>
                      <a:pt x="9548" y="1050"/>
                      <a:pt x="9641" y="1057"/>
                      <a:pt x="9732" y="1057"/>
                    </a:cubicBezTo>
                    <a:cubicBezTo>
                      <a:pt x="10061" y="1057"/>
                      <a:pt x="10342" y="963"/>
                      <a:pt x="10658" y="692"/>
                    </a:cubicBezTo>
                    <a:cubicBezTo>
                      <a:pt x="10860" y="548"/>
                      <a:pt x="11004" y="476"/>
                      <a:pt x="11148" y="476"/>
                    </a:cubicBezTo>
                    <a:cubicBezTo>
                      <a:pt x="11292" y="476"/>
                      <a:pt x="11436" y="548"/>
                      <a:pt x="11638" y="692"/>
                    </a:cubicBezTo>
                    <a:cubicBezTo>
                      <a:pt x="11954" y="963"/>
                      <a:pt x="12235" y="1057"/>
                      <a:pt x="12564" y="1057"/>
                    </a:cubicBezTo>
                    <a:cubicBezTo>
                      <a:pt x="12654" y="1057"/>
                      <a:pt x="12748" y="1050"/>
                      <a:pt x="12847" y="1037"/>
                    </a:cubicBezTo>
                    <a:cubicBezTo>
                      <a:pt x="12951" y="1026"/>
                      <a:pt x="13039" y="1019"/>
                      <a:pt x="13114" y="1019"/>
                    </a:cubicBezTo>
                    <a:cubicBezTo>
                      <a:pt x="13417" y="1019"/>
                      <a:pt x="13527" y="1130"/>
                      <a:pt x="13712" y="1498"/>
                    </a:cubicBezTo>
                    <a:cubicBezTo>
                      <a:pt x="13884" y="1959"/>
                      <a:pt x="14115" y="2247"/>
                      <a:pt x="14576" y="2420"/>
                    </a:cubicBezTo>
                    <a:cubicBezTo>
                      <a:pt x="15037" y="2593"/>
                      <a:pt x="15152" y="2766"/>
                      <a:pt x="15037" y="3227"/>
                    </a:cubicBezTo>
                    <a:cubicBezTo>
                      <a:pt x="14979" y="3745"/>
                      <a:pt x="15094" y="4091"/>
                      <a:pt x="15382" y="4494"/>
                    </a:cubicBezTo>
                    <a:cubicBezTo>
                      <a:pt x="15670" y="4840"/>
                      <a:pt x="15670" y="5070"/>
                      <a:pt x="15382" y="5473"/>
                    </a:cubicBezTo>
                    <a:cubicBezTo>
                      <a:pt x="15094" y="5819"/>
                      <a:pt x="14979" y="6165"/>
                      <a:pt x="15037" y="6683"/>
                    </a:cubicBezTo>
                    <a:cubicBezTo>
                      <a:pt x="15152" y="7144"/>
                      <a:pt x="15037" y="7317"/>
                      <a:pt x="14576" y="7490"/>
                    </a:cubicBezTo>
                    <a:cubicBezTo>
                      <a:pt x="14115" y="7663"/>
                      <a:pt x="13884" y="7951"/>
                      <a:pt x="13712" y="8412"/>
                    </a:cubicBezTo>
                    <a:cubicBezTo>
                      <a:pt x="13527" y="8780"/>
                      <a:pt x="13417" y="8891"/>
                      <a:pt x="13114" y="8891"/>
                    </a:cubicBezTo>
                    <a:cubicBezTo>
                      <a:pt x="13039" y="8891"/>
                      <a:pt x="12951" y="8884"/>
                      <a:pt x="12847" y="8872"/>
                    </a:cubicBezTo>
                    <a:cubicBezTo>
                      <a:pt x="12748" y="8860"/>
                      <a:pt x="12654" y="8853"/>
                      <a:pt x="12564" y="8853"/>
                    </a:cubicBezTo>
                    <a:cubicBezTo>
                      <a:pt x="12235" y="8853"/>
                      <a:pt x="11954" y="8947"/>
                      <a:pt x="11638" y="9218"/>
                    </a:cubicBezTo>
                    <a:cubicBezTo>
                      <a:pt x="11465" y="9333"/>
                      <a:pt x="11292" y="9449"/>
                      <a:pt x="11177" y="9449"/>
                    </a:cubicBezTo>
                    <a:cubicBezTo>
                      <a:pt x="10831" y="9449"/>
                      <a:pt x="10543" y="9045"/>
                      <a:pt x="10197" y="8930"/>
                    </a:cubicBezTo>
                    <a:cubicBezTo>
                      <a:pt x="10029" y="8863"/>
                      <a:pt x="9880" y="8835"/>
                      <a:pt x="9739" y="8835"/>
                    </a:cubicBezTo>
                    <a:cubicBezTo>
                      <a:pt x="9639" y="8835"/>
                      <a:pt x="9544" y="8849"/>
                      <a:pt x="9448" y="8872"/>
                    </a:cubicBezTo>
                    <a:cubicBezTo>
                      <a:pt x="9345" y="8884"/>
                      <a:pt x="9257" y="8891"/>
                      <a:pt x="9182" y="8891"/>
                    </a:cubicBezTo>
                    <a:cubicBezTo>
                      <a:pt x="8879" y="8891"/>
                      <a:pt x="8769" y="8780"/>
                      <a:pt x="8584" y="8412"/>
                    </a:cubicBezTo>
                    <a:cubicBezTo>
                      <a:pt x="8411" y="7893"/>
                      <a:pt x="8181" y="7720"/>
                      <a:pt x="7720" y="7490"/>
                    </a:cubicBezTo>
                    <a:cubicBezTo>
                      <a:pt x="7259" y="7317"/>
                      <a:pt x="7144" y="7144"/>
                      <a:pt x="7259" y="6683"/>
                    </a:cubicBezTo>
                    <a:cubicBezTo>
                      <a:pt x="7317" y="6165"/>
                      <a:pt x="7202" y="5877"/>
                      <a:pt x="6914" y="5473"/>
                    </a:cubicBezTo>
                    <a:cubicBezTo>
                      <a:pt x="6625" y="5070"/>
                      <a:pt x="6625" y="4840"/>
                      <a:pt x="6914" y="4494"/>
                    </a:cubicBezTo>
                    <a:cubicBezTo>
                      <a:pt x="7202" y="4091"/>
                      <a:pt x="7317" y="3745"/>
                      <a:pt x="7259" y="3227"/>
                    </a:cubicBezTo>
                    <a:cubicBezTo>
                      <a:pt x="7202" y="3054"/>
                      <a:pt x="7202" y="2823"/>
                      <a:pt x="7259" y="2708"/>
                    </a:cubicBezTo>
                    <a:cubicBezTo>
                      <a:pt x="7317" y="2593"/>
                      <a:pt x="7490" y="2535"/>
                      <a:pt x="7605" y="2478"/>
                    </a:cubicBezTo>
                    <a:cubicBezTo>
                      <a:pt x="7861" y="2375"/>
                      <a:pt x="7752" y="1998"/>
                      <a:pt x="7522" y="1998"/>
                    </a:cubicBezTo>
                    <a:cubicBezTo>
                      <a:pt x="7494" y="1998"/>
                      <a:pt x="7464" y="2004"/>
                      <a:pt x="7432" y="2017"/>
                    </a:cubicBezTo>
                    <a:cubicBezTo>
                      <a:pt x="7202" y="2132"/>
                      <a:pt x="6971" y="2247"/>
                      <a:pt x="6856" y="2478"/>
                    </a:cubicBezTo>
                    <a:cubicBezTo>
                      <a:pt x="6683" y="2708"/>
                      <a:pt x="6741" y="3054"/>
                      <a:pt x="6741" y="3284"/>
                    </a:cubicBezTo>
                    <a:cubicBezTo>
                      <a:pt x="6798" y="3687"/>
                      <a:pt x="6741" y="3860"/>
                      <a:pt x="6510" y="4148"/>
                    </a:cubicBezTo>
                    <a:cubicBezTo>
                      <a:pt x="6107" y="4724"/>
                      <a:pt x="6107" y="5185"/>
                      <a:pt x="6510" y="5704"/>
                    </a:cubicBezTo>
                    <a:cubicBezTo>
                      <a:pt x="6798" y="6050"/>
                      <a:pt x="6798" y="6222"/>
                      <a:pt x="6741" y="6626"/>
                    </a:cubicBezTo>
                    <a:cubicBezTo>
                      <a:pt x="6741" y="6971"/>
                      <a:pt x="6683" y="7375"/>
                      <a:pt x="7029" y="7663"/>
                    </a:cubicBezTo>
                    <a:lnTo>
                      <a:pt x="231" y="7663"/>
                    </a:lnTo>
                    <a:cubicBezTo>
                      <a:pt x="115" y="7663"/>
                      <a:pt x="0" y="7778"/>
                      <a:pt x="0" y="7893"/>
                    </a:cubicBezTo>
                    <a:lnTo>
                      <a:pt x="0" y="15843"/>
                    </a:lnTo>
                    <a:cubicBezTo>
                      <a:pt x="0" y="15959"/>
                      <a:pt x="115" y="16074"/>
                      <a:pt x="231" y="16074"/>
                    </a:cubicBezTo>
                    <a:lnTo>
                      <a:pt x="1671" y="16074"/>
                    </a:lnTo>
                    <a:cubicBezTo>
                      <a:pt x="2017" y="16074"/>
                      <a:pt x="2017" y="15670"/>
                      <a:pt x="1671" y="15670"/>
                    </a:cubicBezTo>
                    <a:lnTo>
                      <a:pt x="461" y="15670"/>
                    </a:lnTo>
                    <a:lnTo>
                      <a:pt x="461" y="15152"/>
                    </a:lnTo>
                    <a:lnTo>
                      <a:pt x="10889" y="15152"/>
                    </a:lnTo>
                    <a:lnTo>
                      <a:pt x="10889" y="15670"/>
                    </a:lnTo>
                    <a:lnTo>
                      <a:pt x="3169" y="15670"/>
                    </a:lnTo>
                    <a:cubicBezTo>
                      <a:pt x="3169" y="15670"/>
                      <a:pt x="2881" y="16074"/>
                      <a:pt x="3169" y="16074"/>
                    </a:cubicBezTo>
                    <a:lnTo>
                      <a:pt x="11177" y="16074"/>
                    </a:lnTo>
                    <a:cubicBezTo>
                      <a:pt x="11292" y="16074"/>
                      <a:pt x="11407" y="16016"/>
                      <a:pt x="11407" y="15843"/>
                    </a:cubicBezTo>
                    <a:lnTo>
                      <a:pt x="11407" y="11465"/>
                    </a:lnTo>
                    <a:lnTo>
                      <a:pt x="12502" y="11983"/>
                    </a:lnTo>
                    <a:cubicBezTo>
                      <a:pt x="12518" y="11989"/>
                      <a:pt x="12533" y="11991"/>
                      <a:pt x="12547" y="11991"/>
                    </a:cubicBezTo>
                    <a:cubicBezTo>
                      <a:pt x="12695" y="11991"/>
                      <a:pt x="12790" y="11753"/>
                      <a:pt x="12790" y="11753"/>
                    </a:cubicBezTo>
                    <a:lnTo>
                      <a:pt x="12790" y="9333"/>
                    </a:lnTo>
                    <a:cubicBezTo>
                      <a:pt x="12904" y="9352"/>
                      <a:pt x="13009" y="9362"/>
                      <a:pt x="13108" y="9362"/>
                    </a:cubicBezTo>
                    <a:cubicBezTo>
                      <a:pt x="13609" y="9362"/>
                      <a:pt x="13922" y="9114"/>
                      <a:pt x="14115" y="8584"/>
                    </a:cubicBezTo>
                    <a:cubicBezTo>
                      <a:pt x="14288" y="8181"/>
                      <a:pt x="14403" y="8066"/>
                      <a:pt x="14749" y="7893"/>
                    </a:cubicBezTo>
                    <a:cubicBezTo>
                      <a:pt x="15440" y="7663"/>
                      <a:pt x="15613" y="7317"/>
                      <a:pt x="15555" y="6626"/>
                    </a:cubicBezTo>
                    <a:cubicBezTo>
                      <a:pt x="15498" y="6222"/>
                      <a:pt x="15555" y="6050"/>
                      <a:pt x="15786" y="5704"/>
                    </a:cubicBezTo>
                    <a:lnTo>
                      <a:pt x="15728" y="5704"/>
                    </a:lnTo>
                    <a:cubicBezTo>
                      <a:pt x="16189" y="5185"/>
                      <a:pt x="16189" y="4724"/>
                      <a:pt x="15728" y="4148"/>
                    </a:cubicBezTo>
                    <a:cubicBezTo>
                      <a:pt x="15498" y="3860"/>
                      <a:pt x="15498" y="3687"/>
                      <a:pt x="15498" y="3284"/>
                    </a:cubicBezTo>
                    <a:cubicBezTo>
                      <a:pt x="15613" y="2593"/>
                      <a:pt x="15382" y="2247"/>
                      <a:pt x="14749" y="1959"/>
                    </a:cubicBezTo>
                    <a:cubicBezTo>
                      <a:pt x="14403" y="1844"/>
                      <a:pt x="14230" y="1671"/>
                      <a:pt x="14115" y="1325"/>
                    </a:cubicBezTo>
                    <a:cubicBezTo>
                      <a:pt x="13874" y="796"/>
                      <a:pt x="13593" y="548"/>
                      <a:pt x="13104" y="548"/>
                    </a:cubicBezTo>
                    <a:cubicBezTo>
                      <a:pt x="13008" y="548"/>
                      <a:pt x="12904" y="558"/>
                      <a:pt x="12790" y="577"/>
                    </a:cubicBezTo>
                    <a:cubicBezTo>
                      <a:pt x="12695" y="590"/>
                      <a:pt x="12612" y="597"/>
                      <a:pt x="12538" y="597"/>
                    </a:cubicBezTo>
                    <a:cubicBezTo>
                      <a:pt x="12299" y="597"/>
                      <a:pt x="12146" y="522"/>
                      <a:pt x="11926" y="346"/>
                    </a:cubicBezTo>
                    <a:cubicBezTo>
                      <a:pt x="11638" y="116"/>
                      <a:pt x="11393" y="0"/>
                      <a:pt x="1114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64"/>
              <p:cNvSpPr/>
              <p:nvPr/>
            </p:nvSpPr>
            <p:spPr>
              <a:xfrm>
                <a:off x="2850775" y="3272275"/>
                <a:ext cx="157000" cy="157000"/>
              </a:xfrm>
              <a:custGeom>
                <a:rect b="b" l="l" r="r" t="t"/>
                <a:pathLst>
                  <a:path extrusionOk="0" h="6280" w="6280">
                    <a:moveTo>
                      <a:pt x="3111" y="519"/>
                    </a:moveTo>
                    <a:cubicBezTo>
                      <a:pt x="4609" y="519"/>
                      <a:pt x="5819" y="1671"/>
                      <a:pt x="5819" y="3169"/>
                    </a:cubicBezTo>
                    <a:cubicBezTo>
                      <a:pt x="5819" y="4609"/>
                      <a:pt x="4609" y="5819"/>
                      <a:pt x="3111" y="5819"/>
                    </a:cubicBezTo>
                    <a:cubicBezTo>
                      <a:pt x="1671" y="5819"/>
                      <a:pt x="461" y="4609"/>
                      <a:pt x="461" y="3169"/>
                    </a:cubicBezTo>
                    <a:cubicBezTo>
                      <a:pt x="461" y="1671"/>
                      <a:pt x="1671" y="519"/>
                      <a:pt x="3111" y="519"/>
                    </a:cubicBezTo>
                    <a:close/>
                    <a:moveTo>
                      <a:pt x="3111" y="0"/>
                    </a:moveTo>
                    <a:cubicBezTo>
                      <a:pt x="1383" y="0"/>
                      <a:pt x="0" y="1441"/>
                      <a:pt x="0" y="3169"/>
                    </a:cubicBezTo>
                    <a:cubicBezTo>
                      <a:pt x="0" y="4897"/>
                      <a:pt x="1383" y="6280"/>
                      <a:pt x="3111" y="6280"/>
                    </a:cubicBezTo>
                    <a:cubicBezTo>
                      <a:pt x="4897" y="6280"/>
                      <a:pt x="6280" y="4897"/>
                      <a:pt x="6280" y="3169"/>
                    </a:cubicBezTo>
                    <a:cubicBezTo>
                      <a:pt x="6280" y="1441"/>
                      <a:pt x="4897" y="0"/>
                      <a:pt x="311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64"/>
              <p:cNvSpPr/>
              <p:nvPr/>
            </p:nvSpPr>
            <p:spPr>
              <a:xfrm>
                <a:off x="2882350" y="3319350"/>
                <a:ext cx="93850" cy="63475"/>
              </a:xfrm>
              <a:custGeom>
                <a:rect b="b" l="l" r="r" t="t"/>
                <a:pathLst>
                  <a:path extrusionOk="0" h="2539" w="3754">
                    <a:moveTo>
                      <a:pt x="3428" y="0"/>
                    </a:moveTo>
                    <a:cubicBezTo>
                      <a:pt x="3378" y="0"/>
                      <a:pt x="3329" y="23"/>
                      <a:pt x="3288" y="76"/>
                    </a:cubicBezTo>
                    <a:lnTo>
                      <a:pt x="1330" y="1977"/>
                    </a:lnTo>
                    <a:lnTo>
                      <a:pt x="465" y="1113"/>
                    </a:lnTo>
                    <a:cubicBezTo>
                      <a:pt x="425" y="1060"/>
                      <a:pt x="376" y="1037"/>
                      <a:pt x="326" y="1037"/>
                    </a:cubicBezTo>
                    <a:cubicBezTo>
                      <a:pt x="163" y="1037"/>
                      <a:pt x="1" y="1282"/>
                      <a:pt x="177" y="1459"/>
                    </a:cubicBezTo>
                    <a:lnTo>
                      <a:pt x="1214" y="2496"/>
                    </a:lnTo>
                    <a:cubicBezTo>
                      <a:pt x="1243" y="2525"/>
                      <a:pt x="1286" y="2539"/>
                      <a:pt x="1337" y="2539"/>
                    </a:cubicBezTo>
                    <a:cubicBezTo>
                      <a:pt x="1387" y="2539"/>
                      <a:pt x="1445" y="2525"/>
                      <a:pt x="1502" y="2496"/>
                    </a:cubicBezTo>
                    <a:lnTo>
                      <a:pt x="3576" y="422"/>
                    </a:lnTo>
                    <a:cubicBezTo>
                      <a:pt x="3753" y="245"/>
                      <a:pt x="3591" y="0"/>
                      <a:pt x="34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39" name="Google Shape;1539;p64"/>
          <p:cNvGrpSpPr/>
          <p:nvPr/>
        </p:nvGrpSpPr>
        <p:grpSpPr>
          <a:xfrm>
            <a:off x="3799075" y="3357287"/>
            <a:ext cx="595348" cy="595348"/>
            <a:chOff x="2698690" y="3122775"/>
            <a:chExt cx="707400" cy="707400"/>
          </a:xfrm>
        </p:grpSpPr>
        <p:sp>
          <p:nvSpPr>
            <p:cNvPr id="1540" name="Google Shape;1540;p64"/>
            <p:cNvSpPr/>
            <p:nvPr/>
          </p:nvSpPr>
          <p:spPr>
            <a:xfrm flipH="1">
              <a:off x="2698690" y="31227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41" name="Google Shape;1541;p64"/>
            <p:cNvGrpSpPr/>
            <p:nvPr/>
          </p:nvGrpSpPr>
          <p:grpSpPr>
            <a:xfrm>
              <a:off x="2851450" y="3270488"/>
              <a:ext cx="401875" cy="402925"/>
              <a:chOff x="5891175" y="2723525"/>
              <a:chExt cx="401875" cy="402925"/>
            </a:xfrm>
          </p:grpSpPr>
          <p:sp>
            <p:nvSpPr>
              <p:cNvPr id="1542" name="Google Shape;1542;p64"/>
              <p:cNvSpPr/>
              <p:nvPr/>
            </p:nvSpPr>
            <p:spPr>
              <a:xfrm>
                <a:off x="5891175" y="2723525"/>
                <a:ext cx="401875" cy="402925"/>
              </a:xfrm>
              <a:custGeom>
                <a:rect b="b" l="l" r="r" t="t"/>
                <a:pathLst>
                  <a:path extrusionOk="0" h="16117" w="16075">
                    <a:moveTo>
                      <a:pt x="14922" y="2075"/>
                    </a:moveTo>
                    <a:lnTo>
                      <a:pt x="14922" y="11004"/>
                    </a:lnTo>
                    <a:lnTo>
                      <a:pt x="1211" y="11004"/>
                    </a:lnTo>
                    <a:lnTo>
                      <a:pt x="1211" y="2075"/>
                    </a:lnTo>
                    <a:close/>
                    <a:moveTo>
                      <a:pt x="8008" y="14589"/>
                    </a:moveTo>
                    <a:cubicBezTo>
                      <a:pt x="8212" y="14589"/>
                      <a:pt x="8401" y="14696"/>
                      <a:pt x="8527" y="14864"/>
                    </a:cubicBezTo>
                    <a:cubicBezTo>
                      <a:pt x="8642" y="15095"/>
                      <a:pt x="8527" y="15440"/>
                      <a:pt x="8297" y="15556"/>
                    </a:cubicBezTo>
                    <a:cubicBezTo>
                      <a:pt x="8206" y="15592"/>
                      <a:pt x="8114" y="15611"/>
                      <a:pt x="8029" y="15611"/>
                    </a:cubicBezTo>
                    <a:cubicBezTo>
                      <a:pt x="7844" y="15611"/>
                      <a:pt x="7684" y="15522"/>
                      <a:pt x="7605" y="15325"/>
                    </a:cubicBezTo>
                    <a:cubicBezTo>
                      <a:pt x="7433" y="15095"/>
                      <a:pt x="7548" y="14749"/>
                      <a:pt x="7778" y="14634"/>
                    </a:cubicBezTo>
                    <a:cubicBezTo>
                      <a:pt x="7855" y="14603"/>
                      <a:pt x="7933" y="14589"/>
                      <a:pt x="8008" y="14589"/>
                    </a:cubicBezTo>
                    <a:close/>
                    <a:moveTo>
                      <a:pt x="231" y="1"/>
                    </a:moveTo>
                    <a:cubicBezTo>
                      <a:pt x="116" y="1"/>
                      <a:pt x="1" y="116"/>
                      <a:pt x="1" y="231"/>
                    </a:cubicBezTo>
                    <a:lnTo>
                      <a:pt x="1" y="1902"/>
                    </a:lnTo>
                    <a:cubicBezTo>
                      <a:pt x="1" y="2017"/>
                      <a:pt x="116" y="2132"/>
                      <a:pt x="231" y="2132"/>
                    </a:cubicBezTo>
                    <a:lnTo>
                      <a:pt x="750" y="2132"/>
                    </a:lnTo>
                    <a:lnTo>
                      <a:pt x="750" y="11868"/>
                    </a:lnTo>
                    <a:cubicBezTo>
                      <a:pt x="750" y="12272"/>
                      <a:pt x="1095" y="12617"/>
                      <a:pt x="1499" y="12617"/>
                    </a:cubicBezTo>
                    <a:lnTo>
                      <a:pt x="7836" y="12617"/>
                    </a:lnTo>
                    <a:lnTo>
                      <a:pt x="7836" y="14173"/>
                    </a:lnTo>
                    <a:cubicBezTo>
                      <a:pt x="7778" y="14173"/>
                      <a:pt x="7663" y="14173"/>
                      <a:pt x="7605" y="14231"/>
                    </a:cubicBezTo>
                    <a:cubicBezTo>
                      <a:pt x="7144" y="14461"/>
                      <a:pt x="6914" y="15095"/>
                      <a:pt x="7144" y="15556"/>
                    </a:cubicBezTo>
                    <a:cubicBezTo>
                      <a:pt x="7348" y="15923"/>
                      <a:pt x="7697" y="16117"/>
                      <a:pt x="8067" y="16117"/>
                    </a:cubicBezTo>
                    <a:cubicBezTo>
                      <a:pt x="8220" y="16117"/>
                      <a:pt x="8376" y="16084"/>
                      <a:pt x="8527" y="16016"/>
                    </a:cubicBezTo>
                    <a:cubicBezTo>
                      <a:pt x="8988" y="15728"/>
                      <a:pt x="9161" y="15152"/>
                      <a:pt x="8930" y="14691"/>
                    </a:cubicBezTo>
                    <a:cubicBezTo>
                      <a:pt x="8815" y="14403"/>
                      <a:pt x="8585" y="14231"/>
                      <a:pt x="8297" y="14173"/>
                    </a:cubicBezTo>
                    <a:lnTo>
                      <a:pt x="8297" y="12617"/>
                    </a:lnTo>
                    <a:lnTo>
                      <a:pt x="11235" y="12617"/>
                    </a:lnTo>
                    <a:cubicBezTo>
                      <a:pt x="11350" y="12617"/>
                      <a:pt x="11465" y="12560"/>
                      <a:pt x="11465" y="12445"/>
                    </a:cubicBezTo>
                    <a:cubicBezTo>
                      <a:pt x="11465" y="12272"/>
                      <a:pt x="11350" y="12157"/>
                      <a:pt x="11235" y="12157"/>
                    </a:cubicBezTo>
                    <a:lnTo>
                      <a:pt x="1614" y="12157"/>
                    </a:lnTo>
                    <a:cubicBezTo>
                      <a:pt x="1383" y="12157"/>
                      <a:pt x="1211" y="11984"/>
                      <a:pt x="1211" y="11753"/>
                    </a:cubicBezTo>
                    <a:lnTo>
                      <a:pt x="1211" y="11523"/>
                    </a:lnTo>
                    <a:lnTo>
                      <a:pt x="14864" y="11523"/>
                    </a:lnTo>
                    <a:lnTo>
                      <a:pt x="14864" y="11753"/>
                    </a:lnTo>
                    <a:cubicBezTo>
                      <a:pt x="14864" y="11753"/>
                      <a:pt x="14692" y="12157"/>
                      <a:pt x="14461" y="12157"/>
                    </a:cubicBezTo>
                    <a:lnTo>
                      <a:pt x="12502" y="12157"/>
                    </a:lnTo>
                    <a:cubicBezTo>
                      <a:pt x="12329" y="12157"/>
                      <a:pt x="12214" y="12272"/>
                      <a:pt x="12214" y="12387"/>
                    </a:cubicBezTo>
                    <a:cubicBezTo>
                      <a:pt x="12214" y="12502"/>
                      <a:pt x="12329" y="12617"/>
                      <a:pt x="12502" y="12617"/>
                    </a:cubicBezTo>
                    <a:lnTo>
                      <a:pt x="14461" y="12617"/>
                    </a:lnTo>
                    <a:cubicBezTo>
                      <a:pt x="14980" y="12617"/>
                      <a:pt x="15325" y="11753"/>
                      <a:pt x="15325" y="11753"/>
                    </a:cubicBezTo>
                    <a:lnTo>
                      <a:pt x="15325" y="2075"/>
                    </a:lnTo>
                    <a:lnTo>
                      <a:pt x="15844" y="2075"/>
                    </a:lnTo>
                    <a:cubicBezTo>
                      <a:pt x="15959" y="2075"/>
                      <a:pt x="16074" y="2017"/>
                      <a:pt x="16074" y="1844"/>
                    </a:cubicBezTo>
                    <a:lnTo>
                      <a:pt x="16074" y="231"/>
                    </a:lnTo>
                    <a:cubicBezTo>
                      <a:pt x="16074" y="116"/>
                      <a:pt x="15959" y="1"/>
                      <a:pt x="15844" y="1"/>
                    </a:cubicBezTo>
                    <a:lnTo>
                      <a:pt x="4610" y="1"/>
                    </a:lnTo>
                    <a:cubicBezTo>
                      <a:pt x="4264" y="1"/>
                      <a:pt x="4264" y="462"/>
                      <a:pt x="4610" y="462"/>
                    </a:cubicBezTo>
                    <a:lnTo>
                      <a:pt x="15613" y="462"/>
                    </a:lnTo>
                    <a:lnTo>
                      <a:pt x="15613" y="1614"/>
                    </a:lnTo>
                    <a:lnTo>
                      <a:pt x="462" y="1614"/>
                    </a:lnTo>
                    <a:lnTo>
                      <a:pt x="462" y="462"/>
                    </a:lnTo>
                    <a:lnTo>
                      <a:pt x="3342" y="462"/>
                    </a:lnTo>
                    <a:cubicBezTo>
                      <a:pt x="3630" y="462"/>
                      <a:pt x="3630" y="1"/>
                      <a:pt x="334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 name="Google Shape;1543;p64"/>
              <p:cNvSpPr/>
              <p:nvPr/>
            </p:nvSpPr>
            <p:spPr>
              <a:xfrm>
                <a:off x="6072550" y="2832275"/>
                <a:ext cx="48100" cy="42975"/>
              </a:xfrm>
              <a:custGeom>
                <a:rect b="b" l="l" r="r" t="t"/>
                <a:pathLst>
                  <a:path extrusionOk="0" h="1719" w="1924">
                    <a:moveTo>
                      <a:pt x="1618" y="0"/>
                    </a:moveTo>
                    <a:cubicBezTo>
                      <a:pt x="1560" y="0"/>
                      <a:pt x="1503" y="29"/>
                      <a:pt x="1445" y="87"/>
                    </a:cubicBezTo>
                    <a:lnTo>
                      <a:pt x="984" y="548"/>
                    </a:lnTo>
                    <a:lnTo>
                      <a:pt x="523" y="87"/>
                    </a:lnTo>
                    <a:cubicBezTo>
                      <a:pt x="463" y="27"/>
                      <a:pt x="396" y="2"/>
                      <a:pt x="332" y="2"/>
                    </a:cubicBezTo>
                    <a:cubicBezTo>
                      <a:pt x="152" y="2"/>
                      <a:pt x="7" y="204"/>
                      <a:pt x="178" y="375"/>
                    </a:cubicBezTo>
                    <a:lnTo>
                      <a:pt x="638" y="836"/>
                    </a:lnTo>
                    <a:lnTo>
                      <a:pt x="178" y="1297"/>
                    </a:lnTo>
                    <a:cubicBezTo>
                      <a:pt x="1" y="1473"/>
                      <a:pt x="163" y="1718"/>
                      <a:pt x="353" y="1718"/>
                    </a:cubicBezTo>
                    <a:cubicBezTo>
                      <a:pt x="410" y="1718"/>
                      <a:pt x="470" y="1696"/>
                      <a:pt x="523" y="1642"/>
                    </a:cubicBezTo>
                    <a:lnTo>
                      <a:pt x="984" y="1181"/>
                    </a:lnTo>
                    <a:lnTo>
                      <a:pt x="1445" y="1642"/>
                    </a:lnTo>
                    <a:cubicBezTo>
                      <a:pt x="1499" y="1696"/>
                      <a:pt x="1555" y="1718"/>
                      <a:pt x="1608" y="1718"/>
                    </a:cubicBezTo>
                    <a:cubicBezTo>
                      <a:pt x="1784" y="1718"/>
                      <a:pt x="1923" y="1473"/>
                      <a:pt x="1791" y="1297"/>
                    </a:cubicBezTo>
                    <a:lnTo>
                      <a:pt x="1330" y="836"/>
                    </a:lnTo>
                    <a:lnTo>
                      <a:pt x="1791" y="375"/>
                    </a:lnTo>
                    <a:cubicBezTo>
                      <a:pt x="1848" y="317"/>
                      <a:pt x="1848" y="144"/>
                      <a:pt x="1791" y="87"/>
                    </a:cubicBezTo>
                    <a:cubicBezTo>
                      <a:pt x="1733" y="29"/>
                      <a:pt x="1675" y="0"/>
                      <a:pt x="161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4" name="Google Shape;1544;p64"/>
              <p:cNvSpPr/>
              <p:nvPr/>
            </p:nvSpPr>
            <p:spPr>
              <a:xfrm>
                <a:off x="5984375" y="2918675"/>
                <a:ext cx="48050" cy="43000"/>
              </a:xfrm>
              <a:custGeom>
                <a:rect b="b" l="l" r="r" t="t"/>
                <a:pathLst>
                  <a:path extrusionOk="0" h="1720" w="1922">
                    <a:moveTo>
                      <a:pt x="1573" y="1"/>
                    </a:moveTo>
                    <a:cubicBezTo>
                      <a:pt x="1515" y="1"/>
                      <a:pt x="1458" y="30"/>
                      <a:pt x="1400" y="87"/>
                    </a:cubicBezTo>
                    <a:lnTo>
                      <a:pt x="939" y="548"/>
                    </a:lnTo>
                    <a:lnTo>
                      <a:pt x="478" y="87"/>
                    </a:lnTo>
                    <a:cubicBezTo>
                      <a:pt x="425" y="34"/>
                      <a:pt x="368" y="11"/>
                      <a:pt x="315" y="11"/>
                    </a:cubicBezTo>
                    <a:cubicBezTo>
                      <a:pt x="139" y="11"/>
                      <a:pt x="0" y="256"/>
                      <a:pt x="133" y="433"/>
                    </a:cubicBezTo>
                    <a:lnTo>
                      <a:pt x="594" y="894"/>
                    </a:lnTo>
                    <a:lnTo>
                      <a:pt x="133" y="1355"/>
                    </a:lnTo>
                    <a:cubicBezTo>
                      <a:pt x="1" y="1487"/>
                      <a:pt x="137" y="1720"/>
                      <a:pt x="312" y="1720"/>
                    </a:cubicBezTo>
                    <a:cubicBezTo>
                      <a:pt x="366" y="1720"/>
                      <a:pt x="424" y="1697"/>
                      <a:pt x="478" y="1643"/>
                    </a:cubicBezTo>
                    <a:lnTo>
                      <a:pt x="939" y="1182"/>
                    </a:lnTo>
                    <a:lnTo>
                      <a:pt x="1400" y="1643"/>
                    </a:lnTo>
                    <a:cubicBezTo>
                      <a:pt x="1455" y="1697"/>
                      <a:pt x="1515" y="1720"/>
                      <a:pt x="1574" y="1720"/>
                    </a:cubicBezTo>
                    <a:cubicBezTo>
                      <a:pt x="1762" y="1720"/>
                      <a:pt x="1922" y="1487"/>
                      <a:pt x="1746" y="1355"/>
                    </a:cubicBezTo>
                    <a:lnTo>
                      <a:pt x="1285" y="894"/>
                    </a:lnTo>
                    <a:lnTo>
                      <a:pt x="1746" y="433"/>
                    </a:lnTo>
                    <a:cubicBezTo>
                      <a:pt x="1803" y="318"/>
                      <a:pt x="1803" y="145"/>
                      <a:pt x="1746" y="87"/>
                    </a:cubicBezTo>
                    <a:cubicBezTo>
                      <a:pt x="1688" y="30"/>
                      <a:pt x="1631" y="1"/>
                      <a:pt x="157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64"/>
              <p:cNvSpPr/>
              <p:nvPr/>
            </p:nvSpPr>
            <p:spPr>
              <a:xfrm>
                <a:off x="5967425" y="2816700"/>
                <a:ext cx="47750" cy="42950"/>
              </a:xfrm>
              <a:custGeom>
                <a:rect b="b" l="l" r="r" t="t"/>
                <a:pathLst>
                  <a:path extrusionOk="0" h="1718" w="1910">
                    <a:moveTo>
                      <a:pt x="352" y="0"/>
                    </a:moveTo>
                    <a:cubicBezTo>
                      <a:pt x="163" y="0"/>
                      <a:pt x="0" y="245"/>
                      <a:pt x="177" y="422"/>
                    </a:cubicBezTo>
                    <a:lnTo>
                      <a:pt x="638" y="883"/>
                    </a:lnTo>
                    <a:lnTo>
                      <a:pt x="177" y="1343"/>
                    </a:lnTo>
                    <a:cubicBezTo>
                      <a:pt x="62" y="1401"/>
                      <a:pt x="62" y="1574"/>
                      <a:pt x="177" y="1632"/>
                    </a:cubicBezTo>
                    <a:cubicBezTo>
                      <a:pt x="235" y="1689"/>
                      <a:pt x="292" y="1718"/>
                      <a:pt x="350" y="1718"/>
                    </a:cubicBezTo>
                    <a:cubicBezTo>
                      <a:pt x="407" y="1718"/>
                      <a:pt x="465" y="1689"/>
                      <a:pt x="523" y="1632"/>
                    </a:cubicBezTo>
                    <a:lnTo>
                      <a:pt x="984" y="1171"/>
                    </a:lnTo>
                    <a:lnTo>
                      <a:pt x="1444" y="1632"/>
                    </a:lnTo>
                    <a:cubicBezTo>
                      <a:pt x="1499" y="1686"/>
                      <a:pt x="1557" y="1708"/>
                      <a:pt x="1610" y="1708"/>
                    </a:cubicBezTo>
                    <a:cubicBezTo>
                      <a:pt x="1782" y="1708"/>
                      <a:pt x="1908" y="1475"/>
                      <a:pt x="1732" y="1343"/>
                    </a:cubicBezTo>
                    <a:lnTo>
                      <a:pt x="1272" y="883"/>
                    </a:lnTo>
                    <a:lnTo>
                      <a:pt x="1732" y="422"/>
                    </a:lnTo>
                    <a:cubicBezTo>
                      <a:pt x="1909" y="245"/>
                      <a:pt x="1747" y="0"/>
                      <a:pt x="1583" y="0"/>
                    </a:cubicBezTo>
                    <a:cubicBezTo>
                      <a:pt x="1534" y="0"/>
                      <a:pt x="1485" y="22"/>
                      <a:pt x="1444" y="76"/>
                    </a:cubicBezTo>
                    <a:lnTo>
                      <a:pt x="984" y="537"/>
                    </a:lnTo>
                    <a:lnTo>
                      <a:pt x="523" y="76"/>
                    </a:lnTo>
                    <a:cubicBezTo>
                      <a:pt x="469" y="22"/>
                      <a:pt x="409" y="0"/>
                      <a:pt x="35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4"/>
              <p:cNvSpPr/>
              <p:nvPr/>
            </p:nvSpPr>
            <p:spPr>
              <a:xfrm>
                <a:off x="5950225" y="2796975"/>
                <a:ext cx="256625" cy="177550"/>
              </a:xfrm>
              <a:custGeom>
                <a:rect b="b" l="l" r="r" t="t"/>
                <a:pathLst>
                  <a:path extrusionOk="0" h="7102" w="10265">
                    <a:moveTo>
                      <a:pt x="4552" y="1"/>
                    </a:moveTo>
                    <a:cubicBezTo>
                      <a:pt x="4034" y="1"/>
                      <a:pt x="3573" y="462"/>
                      <a:pt x="3573" y="1038"/>
                    </a:cubicBezTo>
                    <a:lnTo>
                      <a:pt x="3573" y="2939"/>
                    </a:lnTo>
                    <a:cubicBezTo>
                      <a:pt x="3573" y="3227"/>
                      <a:pt x="3342" y="3457"/>
                      <a:pt x="2997" y="3457"/>
                    </a:cubicBezTo>
                    <a:lnTo>
                      <a:pt x="1038" y="3457"/>
                    </a:lnTo>
                    <a:cubicBezTo>
                      <a:pt x="462" y="3457"/>
                      <a:pt x="1" y="3918"/>
                      <a:pt x="1" y="4494"/>
                    </a:cubicBezTo>
                    <a:lnTo>
                      <a:pt x="1" y="6857"/>
                    </a:lnTo>
                    <a:cubicBezTo>
                      <a:pt x="1" y="6999"/>
                      <a:pt x="79" y="7102"/>
                      <a:pt x="203" y="7102"/>
                    </a:cubicBezTo>
                    <a:cubicBezTo>
                      <a:pt x="229" y="7102"/>
                      <a:pt x="258" y="7097"/>
                      <a:pt x="289" y="7087"/>
                    </a:cubicBezTo>
                    <a:cubicBezTo>
                      <a:pt x="404" y="7087"/>
                      <a:pt x="462" y="6972"/>
                      <a:pt x="462" y="6857"/>
                    </a:cubicBezTo>
                    <a:lnTo>
                      <a:pt x="462" y="4494"/>
                    </a:lnTo>
                    <a:cubicBezTo>
                      <a:pt x="462" y="4206"/>
                      <a:pt x="692" y="3918"/>
                      <a:pt x="1038" y="3918"/>
                    </a:cubicBezTo>
                    <a:lnTo>
                      <a:pt x="2997" y="3918"/>
                    </a:lnTo>
                    <a:cubicBezTo>
                      <a:pt x="3573" y="3918"/>
                      <a:pt x="4034" y="3457"/>
                      <a:pt x="4034" y="2939"/>
                    </a:cubicBezTo>
                    <a:lnTo>
                      <a:pt x="4034" y="1038"/>
                    </a:lnTo>
                    <a:cubicBezTo>
                      <a:pt x="4034" y="750"/>
                      <a:pt x="4264" y="462"/>
                      <a:pt x="4552" y="462"/>
                    </a:cubicBezTo>
                    <a:lnTo>
                      <a:pt x="8585" y="462"/>
                    </a:lnTo>
                    <a:cubicBezTo>
                      <a:pt x="8930" y="462"/>
                      <a:pt x="9161" y="750"/>
                      <a:pt x="9161" y="1038"/>
                    </a:cubicBezTo>
                    <a:lnTo>
                      <a:pt x="9161" y="1902"/>
                    </a:lnTo>
                    <a:lnTo>
                      <a:pt x="9046" y="1729"/>
                    </a:lnTo>
                    <a:cubicBezTo>
                      <a:pt x="8997" y="1692"/>
                      <a:pt x="8942" y="1676"/>
                      <a:pt x="8889" y="1676"/>
                    </a:cubicBezTo>
                    <a:cubicBezTo>
                      <a:pt x="8694" y="1676"/>
                      <a:pt x="8519" y="1893"/>
                      <a:pt x="8700" y="2075"/>
                    </a:cubicBezTo>
                    <a:lnTo>
                      <a:pt x="9219" y="2593"/>
                    </a:lnTo>
                    <a:cubicBezTo>
                      <a:pt x="9276" y="2651"/>
                      <a:pt x="9334" y="2680"/>
                      <a:pt x="9391" y="2680"/>
                    </a:cubicBezTo>
                    <a:cubicBezTo>
                      <a:pt x="9449" y="2680"/>
                      <a:pt x="9507" y="2651"/>
                      <a:pt x="9564" y="2593"/>
                    </a:cubicBezTo>
                    <a:lnTo>
                      <a:pt x="10083" y="2075"/>
                    </a:lnTo>
                    <a:cubicBezTo>
                      <a:pt x="10264" y="1893"/>
                      <a:pt x="10089" y="1676"/>
                      <a:pt x="9893" y="1676"/>
                    </a:cubicBezTo>
                    <a:cubicBezTo>
                      <a:pt x="9840" y="1676"/>
                      <a:pt x="9786" y="1692"/>
                      <a:pt x="9737" y="1729"/>
                    </a:cubicBezTo>
                    <a:lnTo>
                      <a:pt x="9622" y="1844"/>
                    </a:lnTo>
                    <a:lnTo>
                      <a:pt x="9622" y="1038"/>
                    </a:lnTo>
                    <a:cubicBezTo>
                      <a:pt x="9622" y="462"/>
                      <a:pt x="9161" y="1"/>
                      <a:pt x="858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7" name="Google Shape;1547;p64"/>
              <p:cNvSpPr/>
              <p:nvPr/>
            </p:nvSpPr>
            <p:spPr>
              <a:xfrm>
                <a:off x="6134575" y="2874750"/>
                <a:ext cx="99425" cy="100850"/>
              </a:xfrm>
              <a:custGeom>
                <a:rect b="b" l="l" r="r" t="t"/>
                <a:pathLst>
                  <a:path extrusionOk="0" h="4034" w="3977">
                    <a:moveTo>
                      <a:pt x="2017" y="519"/>
                    </a:moveTo>
                    <a:cubicBezTo>
                      <a:pt x="2824" y="519"/>
                      <a:pt x="3515" y="1153"/>
                      <a:pt x="3515" y="2017"/>
                    </a:cubicBezTo>
                    <a:cubicBezTo>
                      <a:pt x="3515" y="2881"/>
                      <a:pt x="2824" y="3573"/>
                      <a:pt x="2017" y="3573"/>
                    </a:cubicBezTo>
                    <a:cubicBezTo>
                      <a:pt x="1153" y="3573"/>
                      <a:pt x="462" y="2881"/>
                      <a:pt x="462" y="2017"/>
                    </a:cubicBezTo>
                    <a:cubicBezTo>
                      <a:pt x="462" y="1153"/>
                      <a:pt x="1153" y="519"/>
                      <a:pt x="2017" y="519"/>
                    </a:cubicBezTo>
                    <a:close/>
                    <a:moveTo>
                      <a:pt x="2017" y="1"/>
                    </a:moveTo>
                    <a:cubicBezTo>
                      <a:pt x="923" y="1"/>
                      <a:pt x="1" y="923"/>
                      <a:pt x="1" y="2017"/>
                    </a:cubicBezTo>
                    <a:cubicBezTo>
                      <a:pt x="1" y="3112"/>
                      <a:pt x="923" y="4034"/>
                      <a:pt x="2017" y="4034"/>
                    </a:cubicBezTo>
                    <a:cubicBezTo>
                      <a:pt x="3112" y="4034"/>
                      <a:pt x="3976" y="3112"/>
                      <a:pt x="3976" y="2017"/>
                    </a:cubicBezTo>
                    <a:cubicBezTo>
                      <a:pt x="3976" y="923"/>
                      <a:pt x="3112" y="1"/>
                      <a:pt x="20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64"/>
              <p:cNvSpPr/>
              <p:nvPr/>
            </p:nvSpPr>
            <p:spPr>
              <a:xfrm>
                <a:off x="6169475" y="2894925"/>
                <a:ext cx="32825" cy="60875"/>
              </a:xfrm>
              <a:custGeom>
                <a:rect b="b" l="l" r="r" t="t"/>
                <a:pathLst>
                  <a:path extrusionOk="0" h="2435" w="1313">
                    <a:moveTo>
                      <a:pt x="679" y="0"/>
                    </a:moveTo>
                    <a:cubicBezTo>
                      <a:pt x="506" y="0"/>
                      <a:pt x="391" y="116"/>
                      <a:pt x="391" y="231"/>
                    </a:cubicBezTo>
                    <a:lnTo>
                      <a:pt x="391" y="288"/>
                    </a:lnTo>
                    <a:cubicBezTo>
                      <a:pt x="218" y="404"/>
                      <a:pt x="103" y="519"/>
                      <a:pt x="45" y="749"/>
                    </a:cubicBezTo>
                    <a:cubicBezTo>
                      <a:pt x="45" y="922"/>
                      <a:pt x="103" y="1095"/>
                      <a:pt x="218" y="1210"/>
                    </a:cubicBezTo>
                    <a:cubicBezTo>
                      <a:pt x="333" y="1325"/>
                      <a:pt x="506" y="1383"/>
                      <a:pt x="679" y="1441"/>
                    </a:cubicBezTo>
                    <a:cubicBezTo>
                      <a:pt x="679" y="1441"/>
                      <a:pt x="737" y="1498"/>
                      <a:pt x="737" y="1556"/>
                    </a:cubicBezTo>
                    <a:cubicBezTo>
                      <a:pt x="737" y="1613"/>
                      <a:pt x="679" y="1729"/>
                      <a:pt x="621" y="1729"/>
                    </a:cubicBezTo>
                    <a:cubicBezTo>
                      <a:pt x="506" y="1729"/>
                      <a:pt x="449" y="1729"/>
                      <a:pt x="391" y="1671"/>
                    </a:cubicBezTo>
                    <a:cubicBezTo>
                      <a:pt x="352" y="1645"/>
                      <a:pt x="310" y="1634"/>
                      <a:pt x="269" y="1634"/>
                    </a:cubicBezTo>
                    <a:cubicBezTo>
                      <a:pt x="129" y="1634"/>
                      <a:pt x="1" y="1768"/>
                      <a:pt x="45" y="1902"/>
                    </a:cubicBezTo>
                    <a:cubicBezTo>
                      <a:pt x="45" y="1959"/>
                      <a:pt x="45" y="2017"/>
                      <a:pt x="103" y="2017"/>
                    </a:cubicBezTo>
                    <a:cubicBezTo>
                      <a:pt x="218" y="2132"/>
                      <a:pt x="276" y="2132"/>
                      <a:pt x="391" y="2190"/>
                    </a:cubicBezTo>
                    <a:cubicBezTo>
                      <a:pt x="391" y="2305"/>
                      <a:pt x="449" y="2420"/>
                      <a:pt x="564" y="2420"/>
                    </a:cubicBezTo>
                    <a:cubicBezTo>
                      <a:pt x="584" y="2430"/>
                      <a:pt x="605" y="2435"/>
                      <a:pt x="624" y="2435"/>
                    </a:cubicBezTo>
                    <a:cubicBezTo>
                      <a:pt x="716" y="2435"/>
                      <a:pt x="794" y="2332"/>
                      <a:pt x="794" y="2190"/>
                    </a:cubicBezTo>
                    <a:lnTo>
                      <a:pt x="794" y="2132"/>
                    </a:lnTo>
                    <a:cubicBezTo>
                      <a:pt x="794" y="2132"/>
                      <a:pt x="1197" y="1902"/>
                      <a:pt x="1255" y="1671"/>
                    </a:cubicBezTo>
                    <a:cubicBezTo>
                      <a:pt x="1313" y="1383"/>
                      <a:pt x="1140" y="1095"/>
                      <a:pt x="852" y="980"/>
                    </a:cubicBezTo>
                    <a:cubicBezTo>
                      <a:pt x="737" y="980"/>
                      <a:pt x="564" y="922"/>
                      <a:pt x="506" y="865"/>
                    </a:cubicBezTo>
                    <a:cubicBezTo>
                      <a:pt x="506" y="807"/>
                      <a:pt x="506" y="749"/>
                      <a:pt x="564" y="749"/>
                    </a:cubicBezTo>
                    <a:cubicBezTo>
                      <a:pt x="602" y="730"/>
                      <a:pt x="634" y="724"/>
                      <a:pt x="660" y="724"/>
                    </a:cubicBezTo>
                    <a:cubicBezTo>
                      <a:pt x="711" y="724"/>
                      <a:pt x="737" y="749"/>
                      <a:pt x="737" y="749"/>
                    </a:cubicBezTo>
                    <a:cubicBezTo>
                      <a:pt x="737" y="749"/>
                      <a:pt x="839" y="826"/>
                      <a:pt x="941" y="826"/>
                    </a:cubicBezTo>
                    <a:cubicBezTo>
                      <a:pt x="993" y="826"/>
                      <a:pt x="1044" y="807"/>
                      <a:pt x="1082" y="749"/>
                    </a:cubicBezTo>
                    <a:cubicBezTo>
                      <a:pt x="1197" y="576"/>
                      <a:pt x="1082" y="404"/>
                      <a:pt x="1082" y="404"/>
                    </a:cubicBezTo>
                    <a:cubicBezTo>
                      <a:pt x="1025" y="404"/>
                      <a:pt x="852" y="288"/>
                      <a:pt x="852" y="288"/>
                    </a:cubicBezTo>
                    <a:cubicBezTo>
                      <a:pt x="852" y="116"/>
                      <a:pt x="794" y="0"/>
                      <a:pt x="6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49" name="Google Shape;1549;p64"/>
          <p:cNvGrpSpPr/>
          <p:nvPr/>
        </p:nvGrpSpPr>
        <p:grpSpPr>
          <a:xfrm>
            <a:off x="3799075" y="2623706"/>
            <a:ext cx="595348" cy="595348"/>
            <a:chOff x="2710978" y="2251125"/>
            <a:chExt cx="707400" cy="707400"/>
          </a:xfrm>
        </p:grpSpPr>
        <p:sp>
          <p:nvSpPr>
            <p:cNvPr id="1550" name="Google Shape;1550;p64"/>
            <p:cNvSpPr/>
            <p:nvPr/>
          </p:nvSpPr>
          <p:spPr>
            <a:xfrm flipH="1">
              <a:off x="2710978" y="22511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51" name="Google Shape;1551;p64"/>
            <p:cNvGrpSpPr/>
            <p:nvPr/>
          </p:nvGrpSpPr>
          <p:grpSpPr>
            <a:xfrm>
              <a:off x="2862313" y="2410588"/>
              <a:ext cx="404750" cy="402050"/>
              <a:chOff x="1838250" y="2740625"/>
              <a:chExt cx="404750" cy="402050"/>
            </a:xfrm>
          </p:grpSpPr>
          <p:sp>
            <p:nvSpPr>
              <p:cNvPr id="1552" name="Google Shape;1552;p64"/>
              <p:cNvSpPr/>
              <p:nvPr/>
            </p:nvSpPr>
            <p:spPr>
              <a:xfrm>
                <a:off x="1937625" y="2926600"/>
                <a:ext cx="142625" cy="142625"/>
              </a:xfrm>
              <a:custGeom>
                <a:rect b="b" l="l" r="r" t="t"/>
                <a:pathLst>
                  <a:path extrusionOk="0" h="5705" w="5705">
                    <a:moveTo>
                      <a:pt x="2824" y="462"/>
                    </a:moveTo>
                    <a:cubicBezTo>
                      <a:pt x="4149" y="462"/>
                      <a:pt x="5186" y="1499"/>
                      <a:pt x="5186" y="2824"/>
                    </a:cubicBezTo>
                    <a:cubicBezTo>
                      <a:pt x="5186" y="4149"/>
                      <a:pt x="4149" y="5186"/>
                      <a:pt x="2824" y="5186"/>
                    </a:cubicBezTo>
                    <a:cubicBezTo>
                      <a:pt x="1499" y="5186"/>
                      <a:pt x="462" y="4149"/>
                      <a:pt x="462" y="2824"/>
                    </a:cubicBezTo>
                    <a:cubicBezTo>
                      <a:pt x="462" y="1499"/>
                      <a:pt x="1499" y="462"/>
                      <a:pt x="2824" y="462"/>
                    </a:cubicBezTo>
                    <a:close/>
                    <a:moveTo>
                      <a:pt x="2824" y="1"/>
                    </a:moveTo>
                    <a:cubicBezTo>
                      <a:pt x="1268" y="1"/>
                      <a:pt x="1" y="1268"/>
                      <a:pt x="1" y="2824"/>
                    </a:cubicBezTo>
                    <a:cubicBezTo>
                      <a:pt x="1" y="4379"/>
                      <a:pt x="1268" y="5704"/>
                      <a:pt x="2824" y="5704"/>
                    </a:cubicBezTo>
                    <a:cubicBezTo>
                      <a:pt x="4379" y="5704"/>
                      <a:pt x="5704" y="4379"/>
                      <a:pt x="5704" y="2824"/>
                    </a:cubicBezTo>
                    <a:cubicBezTo>
                      <a:pt x="5704" y="1268"/>
                      <a:pt x="4379" y="1"/>
                      <a:pt x="282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64"/>
              <p:cNvSpPr/>
              <p:nvPr/>
            </p:nvSpPr>
            <p:spPr>
              <a:xfrm>
                <a:off x="1989475" y="2958650"/>
                <a:ext cx="38925" cy="77075"/>
              </a:xfrm>
              <a:custGeom>
                <a:rect b="b" l="l" r="r" t="t"/>
                <a:pathLst>
                  <a:path extrusionOk="0" h="3083" w="1557">
                    <a:moveTo>
                      <a:pt x="750" y="1"/>
                    </a:moveTo>
                    <a:cubicBezTo>
                      <a:pt x="635" y="1"/>
                      <a:pt x="519" y="73"/>
                      <a:pt x="519" y="217"/>
                    </a:cubicBezTo>
                    <a:lnTo>
                      <a:pt x="519" y="332"/>
                    </a:lnTo>
                    <a:cubicBezTo>
                      <a:pt x="289" y="447"/>
                      <a:pt x="116" y="620"/>
                      <a:pt x="116" y="850"/>
                    </a:cubicBezTo>
                    <a:cubicBezTo>
                      <a:pt x="58" y="1081"/>
                      <a:pt x="116" y="1311"/>
                      <a:pt x="289" y="1427"/>
                    </a:cubicBezTo>
                    <a:cubicBezTo>
                      <a:pt x="462" y="1599"/>
                      <a:pt x="635" y="1657"/>
                      <a:pt x="865" y="1772"/>
                    </a:cubicBezTo>
                    <a:cubicBezTo>
                      <a:pt x="1038" y="1772"/>
                      <a:pt x="1038" y="1945"/>
                      <a:pt x="1038" y="2003"/>
                    </a:cubicBezTo>
                    <a:cubicBezTo>
                      <a:pt x="980" y="2118"/>
                      <a:pt x="923" y="2233"/>
                      <a:pt x="750" y="2233"/>
                    </a:cubicBezTo>
                    <a:cubicBezTo>
                      <a:pt x="577" y="2233"/>
                      <a:pt x="519" y="2233"/>
                      <a:pt x="347" y="2175"/>
                    </a:cubicBezTo>
                    <a:cubicBezTo>
                      <a:pt x="306" y="2135"/>
                      <a:pt x="258" y="2115"/>
                      <a:pt x="213" y="2115"/>
                    </a:cubicBezTo>
                    <a:cubicBezTo>
                      <a:pt x="131" y="2115"/>
                      <a:pt x="58" y="2179"/>
                      <a:pt x="58" y="2291"/>
                    </a:cubicBezTo>
                    <a:cubicBezTo>
                      <a:pt x="1" y="2406"/>
                      <a:pt x="58" y="2521"/>
                      <a:pt x="116" y="2579"/>
                    </a:cubicBezTo>
                    <a:cubicBezTo>
                      <a:pt x="289" y="2636"/>
                      <a:pt x="404" y="2694"/>
                      <a:pt x="519" y="2694"/>
                    </a:cubicBezTo>
                    <a:lnTo>
                      <a:pt x="519" y="2867"/>
                    </a:lnTo>
                    <a:cubicBezTo>
                      <a:pt x="519" y="3011"/>
                      <a:pt x="620" y="3083"/>
                      <a:pt x="721" y="3083"/>
                    </a:cubicBezTo>
                    <a:cubicBezTo>
                      <a:pt x="822" y="3083"/>
                      <a:pt x="923" y="3011"/>
                      <a:pt x="923" y="2867"/>
                    </a:cubicBezTo>
                    <a:lnTo>
                      <a:pt x="980" y="2867"/>
                    </a:lnTo>
                    <a:lnTo>
                      <a:pt x="980" y="2694"/>
                    </a:lnTo>
                    <a:cubicBezTo>
                      <a:pt x="980" y="2694"/>
                      <a:pt x="1441" y="2348"/>
                      <a:pt x="1499" y="2118"/>
                    </a:cubicBezTo>
                    <a:cubicBezTo>
                      <a:pt x="1556" y="1772"/>
                      <a:pt x="1384" y="1427"/>
                      <a:pt x="1038" y="1311"/>
                    </a:cubicBezTo>
                    <a:cubicBezTo>
                      <a:pt x="865" y="1254"/>
                      <a:pt x="635" y="1196"/>
                      <a:pt x="577" y="1081"/>
                    </a:cubicBezTo>
                    <a:cubicBezTo>
                      <a:pt x="462" y="1023"/>
                      <a:pt x="519" y="850"/>
                      <a:pt x="635" y="793"/>
                    </a:cubicBezTo>
                    <a:cubicBezTo>
                      <a:pt x="865" y="793"/>
                      <a:pt x="980" y="850"/>
                      <a:pt x="980" y="850"/>
                    </a:cubicBezTo>
                    <a:cubicBezTo>
                      <a:pt x="980" y="850"/>
                      <a:pt x="1031" y="927"/>
                      <a:pt x="1117" y="927"/>
                    </a:cubicBezTo>
                    <a:cubicBezTo>
                      <a:pt x="1159" y="927"/>
                      <a:pt x="1211" y="908"/>
                      <a:pt x="1268" y="850"/>
                    </a:cubicBezTo>
                    <a:cubicBezTo>
                      <a:pt x="1499" y="678"/>
                      <a:pt x="1268" y="505"/>
                      <a:pt x="1268" y="505"/>
                    </a:cubicBezTo>
                    <a:cubicBezTo>
                      <a:pt x="1211" y="447"/>
                      <a:pt x="980" y="332"/>
                      <a:pt x="980" y="332"/>
                    </a:cubicBezTo>
                    <a:lnTo>
                      <a:pt x="980" y="217"/>
                    </a:lnTo>
                    <a:cubicBezTo>
                      <a:pt x="980" y="73"/>
                      <a:pt x="865"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4"/>
              <p:cNvSpPr/>
              <p:nvPr/>
            </p:nvSpPr>
            <p:spPr>
              <a:xfrm>
                <a:off x="2126300" y="2974125"/>
                <a:ext cx="90775" cy="90775"/>
              </a:xfrm>
              <a:custGeom>
                <a:rect b="b" l="l" r="r" t="t"/>
                <a:pathLst>
                  <a:path extrusionOk="0" h="3631" w="3631">
                    <a:moveTo>
                      <a:pt x="1844" y="519"/>
                    </a:moveTo>
                    <a:cubicBezTo>
                      <a:pt x="2593" y="519"/>
                      <a:pt x="3169" y="1096"/>
                      <a:pt x="3169" y="1844"/>
                    </a:cubicBezTo>
                    <a:cubicBezTo>
                      <a:pt x="3169" y="2305"/>
                      <a:pt x="2939" y="2709"/>
                      <a:pt x="2536" y="2939"/>
                    </a:cubicBezTo>
                    <a:cubicBezTo>
                      <a:pt x="2305" y="3112"/>
                      <a:pt x="2075" y="3170"/>
                      <a:pt x="1844" y="3170"/>
                    </a:cubicBezTo>
                    <a:cubicBezTo>
                      <a:pt x="1095" y="3170"/>
                      <a:pt x="519" y="2593"/>
                      <a:pt x="519" y="1844"/>
                    </a:cubicBezTo>
                    <a:cubicBezTo>
                      <a:pt x="519" y="1384"/>
                      <a:pt x="750" y="923"/>
                      <a:pt x="1095" y="692"/>
                    </a:cubicBezTo>
                    <a:cubicBezTo>
                      <a:pt x="1326" y="577"/>
                      <a:pt x="1556" y="519"/>
                      <a:pt x="1844" y="519"/>
                    </a:cubicBezTo>
                    <a:close/>
                    <a:moveTo>
                      <a:pt x="1844" y="1"/>
                    </a:moveTo>
                    <a:cubicBezTo>
                      <a:pt x="1499" y="1"/>
                      <a:pt x="1153" y="116"/>
                      <a:pt x="865" y="289"/>
                    </a:cubicBezTo>
                    <a:cubicBezTo>
                      <a:pt x="347" y="635"/>
                      <a:pt x="1" y="1211"/>
                      <a:pt x="1" y="1844"/>
                    </a:cubicBezTo>
                    <a:cubicBezTo>
                      <a:pt x="1" y="2824"/>
                      <a:pt x="807" y="3630"/>
                      <a:pt x="1844" y="3630"/>
                    </a:cubicBezTo>
                    <a:cubicBezTo>
                      <a:pt x="2190" y="3630"/>
                      <a:pt x="2478" y="3573"/>
                      <a:pt x="2824" y="3342"/>
                    </a:cubicBezTo>
                    <a:cubicBezTo>
                      <a:pt x="3342" y="3054"/>
                      <a:pt x="3630" y="2478"/>
                      <a:pt x="3630" y="1844"/>
                    </a:cubicBezTo>
                    <a:cubicBezTo>
                      <a:pt x="3630" y="865"/>
                      <a:pt x="2824" y="1"/>
                      <a:pt x="184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64"/>
              <p:cNvSpPr/>
              <p:nvPr/>
            </p:nvSpPr>
            <p:spPr>
              <a:xfrm>
                <a:off x="1838250" y="2740625"/>
                <a:ext cx="404750" cy="402050"/>
              </a:xfrm>
              <a:custGeom>
                <a:rect b="b" l="l" r="r" t="t"/>
                <a:pathLst>
                  <a:path extrusionOk="0" h="16082" w="16190">
                    <a:moveTo>
                      <a:pt x="5243" y="1391"/>
                    </a:moveTo>
                    <a:lnTo>
                      <a:pt x="5819" y="2716"/>
                    </a:lnTo>
                    <a:lnTo>
                      <a:pt x="5704" y="2716"/>
                    </a:lnTo>
                    <a:lnTo>
                      <a:pt x="4610" y="1794"/>
                    </a:lnTo>
                    <a:cubicBezTo>
                      <a:pt x="4782" y="1679"/>
                      <a:pt x="5013" y="1564"/>
                      <a:pt x="5243" y="1391"/>
                    </a:cubicBezTo>
                    <a:close/>
                    <a:moveTo>
                      <a:pt x="6770" y="483"/>
                    </a:moveTo>
                    <a:cubicBezTo>
                      <a:pt x="7216" y="483"/>
                      <a:pt x="7663" y="613"/>
                      <a:pt x="8009" y="872"/>
                    </a:cubicBezTo>
                    <a:lnTo>
                      <a:pt x="7202" y="2716"/>
                    </a:lnTo>
                    <a:lnTo>
                      <a:pt x="6338" y="2716"/>
                    </a:lnTo>
                    <a:lnTo>
                      <a:pt x="5531" y="872"/>
                    </a:lnTo>
                    <a:cubicBezTo>
                      <a:pt x="5877" y="613"/>
                      <a:pt x="6323" y="483"/>
                      <a:pt x="6770" y="483"/>
                    </a:cubicBezTo>
                    <a:close/>
                    <a:moveTo>
                      <a:pt x="8354" y="1333"/>
                    </a:moveTo>
                    <a:cubicBezTo>
                      <a:pt x="8585" y="1506"/>
                      <a:pt x="8815" y="1679"/>
                      <a:pt x="8988" y="1794"/>
                    </a:cubicBezTo>
                    <a:lnTo>
                      <a:pt x="7893" y="2716"/>
                    </a:lnTo>
                    <a:lnTo>
                      <a:pt x="7721" y="2716"/>
                    </a:lnTo>
                    <a:lnTo>
                      <a:pt x="8354" y="1333"/>
                    </a:lnTo>
                    <a:close/>
                    <a:moveTo>
                      <a:pt x="8469" y="3177"/>
                    </a:moveTo>
                    <a:cubicBezTo>
                      <a:pt x="8815" y="3177"/>
                      <a:pt x="8873" y="3753"/>
                      <a:pt x="8469" y="3753"/>
                    </a:cubicBezTo>
                    <a:lnTo>
                      <a:pt x="5128" y="3753"/>
                    </a:lnTo>
                    <a:cubicBezTo>
                      <a:pt x="4725" y="3753"/>
                      <a:pt x="4725" y="3177"/>
                      <a:pt x="5128" y="3177"/>
                    </a:cubicBezTo>
                    <a:close/>
                    <a:moveTo>
                      <a:pt x="8469" y="4214"/>
                    </a:moveTo>
                    <a:cubicBezTo>
                      <a:pt x="8815" y="4214"/>
                      <a:pt x="8873" y="4790"/>
                      <a:pt x="8469" y="4790"/>
                    </a:cubicBezTo>
                    <a:lnTo>
                      <a:pt x="5128" y="4790"/>
                    </a:lnTo>
                    <a:cubicBezTo>
                      <a:pt x="4725" y="4790"/>
                      <a:pt x="4725" y="4214"/>
                      <a:pt x="5128" y="4214"/>
                    </a:cubicBezTo>
                    <a:close/>
                    <a:moveTo>
                      <a:pt x="11753" y="6748"/>
                    </a:moveTo>
                    <a:cubicBezTo>
                      <a:pt x="11638" y="7152"/>
                      <a:pt x="11350" y="7440"/>
                      <a:pt x="11004" y="7497"/>
                    </a:cubicBezTo>
                    <a:lnTo>
                      <a:pt x="11004" y="6748"/>
                    </a:lnTo>
                    <a:close/>
                    <a:moveTo>
                      <a:pt x="15671" y="6748"/>
                    </a:moveTo>
                    <a:lnTo>
                      <a:pt x="15671" y="7497"/>
                    </a:lnTo>
                    <a:cubicBezTo>
                      <a:pt x="15325" y="7440"/>
                      <a:pt x="15037" y="7152"/>
                      <a:pt x="14922" y="6748"/>
                    </a:cubicBezTo>
                    <a:close/>
                    <a:moveTo>
                      <a:pt x="15671" y="14872"/>
                    </a:moveTo>
                    <a:lnTo>
                      <a:pt x="15671" y="15620"/>
                    </a:lnTo>
                    <a:lnTo>
                      <a:pt x="14922" y="15620"/>
                    </a:lnTo>
                    <a:cubicBezTo>
                      <a:pt x="14980" y="15448"/>
                      <a:pt x="15095" y="15275"/>
                      <a:pt x="15210" y="15160"/>
                    </a:cubicBezTo>
                    <a:cubicBezTo>
                      <a:pt x="15325" y="14987"/>
                      <a:pt x="15498" y="14929"/>
                      <a:pt x="15671" y="14872"/>
                    </a:cubicBezTo>
                    <a:close/>
                    <a:moveTo>
                      <a:pt x="11004" y="14872"/>
                    </a:moveTo>
                    <a:cubicBezTo>
                      <a:pt x="11350" y="14987"/>
                      <a:pt x="11638" y="15275"/>
                      <a:pt x="11753" y="15620"/>
                    </a:cubicBezTo>
                    <a:lnTo>
                      <a:pt x="11004" y="15678"/>
                    </a:lnTo>
                    <a:lnTo>
                      <a:pt x="11004" y="14872"/>
                    </a:lnTo>
                    <a:close/>
                    <a:moveTo>
                      <a:pt x="6735" y="1"/>
                    </a:moveTo>
                    <a:cubicBezTo>
                      <a:pt x="6113" y="1"/>
                      <a:pt x="5495" y="188"/>
                      <a:pt x="5070" y="584"/>
                    </a:cubicBezTo>
                    <a:cubicBezTo>
                      <a:pt x="4955" y="699"/>
                      <a:pt x="4955" y="815"/>
                      <a:pt x="5013" y="930"/>
                    </a:cubicBezTo>
                    <a:cubicBezTo>
                      <a:pt x="4437" y="1218"/>
                      <a:pt x="4091" y="1564"/>
                      <a:pt x="4033" y="1621"/>
                    </a:cubicBezTo>
                    <a:cubicBezTo>
                      <a:pt x="3976" y="1736"/>
                      <a:pt x="3976" y="1852"/>
                      <a:pt x="4091" y="1967"/>
                    </a:cubicBezTo>
                    <a:lnTo>
                      <a:pt x="4955" y="2658"/>
                    </a:lnTo>
                    <a:cubicBezTo>
                      <a:pt x="4322" y="2773"/>
                      <a:pt x="4091" y="3522"/>
                      <a:pt x="4494" y="3983"/>
                    </a:cubicBezTo>
                    <a:cubicBezTo>
                      <a:pt x="4149" y="4329"/>
                      <a:pt x="4264" y="5020"/>
                      <a:pt x="4725" y="5193"/>
                    </a:cubicBezTo>
                    <a:cubicBezTo>
                      <a:pt x="4437" y="5366"/>
                      <a:pt x="4149" y="5596"/>
                      <a:pt x="3861" y="5827"/>
                    </a:cubicBezTo>
                    <a:cubicBezTo>
                      <a:pt x="3674" y="5967"/>
                      <a:pt x="3865" y="6219"/>
                      <a:pt x="4066" y="6219"/>
                    </a:cubicBezTo>
                    <a:cubicBezTo>
                      <a:pt x="4114" y="6219"/>
                      <a:pt x="4162" y="6205"/>
                      <a:pt x="4206" y="6172"/>
                    </a:cubicBezTo>
                    <a:cubicBezTo>
                      <a:pt x="4667" y="5769"/>
                      <a:pt x="5186" y="5481"/>
                      <a:pt x="5647" y="5251"/>
                    </a:cubicBezTo>
                    <a:lnTo>
                      <a:pt x="7893" y="5251"/>
                    </a:lnTo>
                    <a:cubicBezTo>
                      <a:pt x="8700" y="5654"/>
                      <a:pt x="9679" y="6403"/>
                      <a:pt x="10486" y="7325"/>
                    </a:cubicBezTo>
                    <a:lnTo>
                      <a:pt x="10486" y="14411"/>
                    </a:lnTo>
                    <a:lnTo>
                      <a:pt x="2593" y="14411"/>
                    </a:lnTo>
                    <a:cubicBezTo>
                      <a:pt x="1959" y="14411"/>
                      <a:pt x="1383" y="14123"/>
                      <a:pt x="1038" y="13662"/>
                    </a:cubicBezTo>
                    <a:cubicBezTo>
                      <a:pt x="634" y="13201"/>
                      <a:pt x="462" y="12625"/>
                      <a:pt x="577" y="11991"/>
                    </a:cubicBezTo>
                    <a:cubicBezTo>
                      <a:pt x="1038" y="9687"/>
                      <a:pt x="2478" y="7901"/>
                      <a:pt x="3342" y="7037"/>
                    </a:cubicBezTo>
                    <a:cubicBezTo>
                      <a:pt x="3475" y="6860"/>
                      <a:pt x="3302" y="6615"/>
                      <a:pt x="3136" y="6615"/>
                    </a:cubicBezTo>
                    <a:cubicBezTo>
                      <a:pt x="3086" y="6615"/>
                      <a:pt x="3037" y="6637"/>
                      <a:pt x="2996" y="6691"/>
                    </a:cubicBezTo>
                    <a:cubicBezTo>
                      <a:pt x="2132" y="7613"/>
                      <a:pt x="634" y="9456"/>
                      <a:pt x="116" y="11933"/>
                    </a:cubicBezTo>
                    <a:cubicBezTo>
                      <a:pt x="1" y="12625"/>
                      <a:pt x="174" y="13374"/>
                      <a:pt x="634" y="13950"/>
                    </a:cubicBezTo>
                    <a:cubicBezTo>
                      <a:pt x="1153" y="14584"/>
                      <a:pt x="1844" y="14872"/>
                      <a:pt x="2593" y="14872"/>
                    </a:cubicBezTo>
                    <a:lnTo>
                      <a:pt x="10486" y="14872"/>
                    </a:lnTo>
                    <a:lnTo>
                      <a:pt x="10486" y="15851"/>
                    </a:lnTo>
                    <a:cubicBezTo>
                      <a:pt x="10486" y="15966"/>
                      <a:pt x="10601" y="16081"/>
                      <a:pt x="10774" y="16081"/>
                    </a:cubicBezTo>
                    <a:lnTo>
                      <a:pt x="15959" y="16081"/>
                    </a:lnTo>
                    <a:cubicBezTo>
                      <a:pt x="16074" y="16081"/>
                      <a:pt x="16189" y="15966"/>
                      <a:pt x="16189" y="15851"/>
                    </a:cubicBezTo>
                    <a:lnTo>
                      <a:pt x="16189" y="13662"/>
                    </a:lnTo>
                    <a:cubicBezTo>
                      <a:pt x="16189" y="13518"/>
                      <a:pt x="16074" y="13446"/>
                      <a:pt x="15959" y="13446"/>
                    </a:cubicBezTo>
                    <a:cubicBezTo>
                      <a:pt x="15844" y="13446"/>
                      <a:pt x="15728" y="13518"/>
                      <a:pt x="15728" y="13662"/>
                    </a:cubicBezTo>
                    <a:lnTo>
                      <a:pt x="15728" y="14353"/>
                    </a:lnTo>
                    <a:cubicBezTo>
                      <a:pt x="15383" y="14411"/>
                      <a:pt x="15095" y="14584"/>
                      <a:pt x="14864" y="14814"/>
                    </a:cubicBezTo>
                    <a:cubicBezTo>
                      <a:pt x="14634" y="15044"/>
                      <a:pt x="14519" y="15332"/>
                      <a:pt x="14461" y="15620"/>
                    </a:cubicBezTo>
                    <a:lnTo>
                      <a:pt x="12214" y="15620"/>
                    </a:lnTo>
                    <a:cubicBezTo>
                      <a:pt x="12099" y="14987"/>
                      <a:pt x="11638" y="14468"/>
                      <a:pt x="11004" y="14353"/>
                    </a:cubicBezTo>
                    <a:lnTo>
                      <a:pt x="11004" y="7958"/>
                    </a:lnTo>
                    <a:cubicBezTo>
                      <a:pt x="11638" y="7901"/>
                      <a:pt x="12099" y="7382"/>
                      <a:pt x="12214" y="6748"/>
                    </a:cubicBezTo>
                    <a:lnTo>
                      <a:pt x="14461" y="6748"/>
                    </a:lnTo>
                    <a:cubicBezTo>
                      <a:pt x="14576" y="7382"/>
                      <a:pt x="15037" y="7901"/>
                      <a:pt x="15671" y="7958"/>
                    </a:cubicBezTo>
                    <a:lnTo>
                      <a:pt x="15671" y="12394"/>
                    </a:lnTo>
                    <a:cubicBezTo>
                      <a:pt x="15671" y="12394"/>
                      <a:pt x="15901" y="12548"/>
                      <a:pt x="16055" y="12548"/>
                    </a:cubicBezTo>
                    <a:cubicBezTo>
                      <a:pt x="16132" y="12548"/>
                      <a:pt x="16189" y="12510"/>
                      <a:pt x="16189" y="12394"/>
                    </a:cubicBezTo>
                    <a:lnTo>
                      <a:pt x="16189" y="6518"/>
                    </a:lnTo>
                    <a:cubicBezTo>
                      <a:pt x="16189" y="6403"/>
                      <a:pt x="15959" y="6288"/>
                      <a:pt x="15959" y="6288"/>
                    </a:cubicBezTo>
                    <a:lnTo>
                      <a:pt x="10832" y="6288"/>
                    </a:lnTo>
                    <a:cubicBezTo>
                      <a:pt x="10659" y="6288"/>
                      <a:pt x="10486" y="6403"/>
                      <a:pt x="10543" y="6633"/>
                    </a:cubicBezTo>
                    <a:cubicBezTo>
                      <a:pt x="9967" y="6057"/>
                      <a:pt x="9391" y="5539"/>
                      <a:pt x="8758" y="5193"/>
                    </a:cubicBezTo>
                    <a:cubicBezTo>
                      <a:pt x="9276" y="5020"/>
                      <a:pt x="9391" y="4386"/>
                      <a:pt x="9046" y="3983"/>
                    </a:cubicBezTo>
                    <a:cubicBezTo>
                      <a:pt x="9161" y="3868"/>
                      <a:pt x="9218" y="3638"/>
                      <a:pt x="9218" y="3465"/>
                    </a:cubicBezTo>
                    <a:cubicBezTo>
                      <a:pt x="9218" y="3061"/>
                      <a:pt x="8930" y="2773"/>
                      <a:pt x="8585" y="2658"/>
                    </a:cubicBezTo>
                    <a:lnTo>
                      <a:pt x="9449" y="1967"/>
                    </a:lnTo>
                    <a:cubicBezTo>
                      <a:pt x="9564" y="1852"/>
                      <a:pt x="9564" y="1736"/>
                      <a:pt x="9506" y="1621"/>
                    </a:cubicBezTo>
                    <a:cubicBezTo>
                      <a:pt x="9449" y="1621"/>
                      <a:pt x="9103" y="1218"/>
                      <a:pt x="8527" y="872"/>
                    </a:cubicBezTo>
                    <a:cubicBezTo>
                      <a:pt x="8527" y="815"/>
                      <a:pt x="8527" y="642"/>
                      <a:pt x="8469" y="584"/>
                    </a:cubicBezTo>
                    <a:cubicBezTo>
                      <a:pt x="8029" y="203"/>
                      <a:pt x="7380" y="1"/>
                      <a:pt x="67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56" name="Google Shape;1556;p64"/>
          <p:cNvGrpSpPr/>
          <p:nvPr/>
        </p:nvGrpSpPr>
        <p:grpSpPr>
          <a:xfrm>
            <a:off x="3799075" y="1901550"/>
            <a:ext cx="595348" cy="595348"/>
            <a:chOff x="2788522" y="1393050"/>
            <a:chExt cx="707400" cy="707400"/>
          </a:xfrm>
        </p:grpSpPr>
        <p:sp>
          <p:nvSpPr>
            <p:cNvPr id="1557" name="Google Shape;1557;p64"/>
            <p:cNvSpPr/>
            <p:nvPr/>
          </p:nvSpPr>
          <p:spPr>
            <a:xfrm flipH="1">
              <a:off x="2788522" y="13930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64"/>
            <p:cNvSpPr/>
            <p:nvPr/>
          </p:nvSpPr>
          <p:spPr>
            <a:xfrm>
              <a:off x="2940575" y="1547375"/>
              <a:ext cx="403300" cy="403300"/>
            </a:xfrm>
            <a:custGeom>
              <a:rect b="b" l="l" r="r" t="t"/>
              <a:pathLst>
                <a:path extrusionOk="0" h="16132" w="16132">
                  <a:moveTo>
                    <a:pt x="8412" y="461"/>
                  </a:moveTo>
                  <a:lnTo>
                    <a:pt x="8412" y="1210"/>
                  </a:lnTo>
                  <a:lnTo>
                    <a:pt x="7720" y="1210"/>
                  </a:lnTo>
                  <a:lnTo>
                    <a:pt x="7720" y="519"/>
                  </a:lnTo>
                  <a:lnTo>
                    <a:pt x="7720" y="461"/>
                  </a:lnTo>
                  <a:close/>
                  <a:moveTo>
                    <a:pt x="3688" y="1613"/>
                  </a:moveTo>
                  <a:lnTo>
                    <a:pt x="3688" y="2305"/>
                  </a:lnTo>
                  <a:lnTo>
                    <a:pt x="2996" y="2305"/>
                  </a:lnTo>
                  <a:lnTo>
                    <a:pt x="2996" y="1613"/>
                  </a:lnTo>
                  <a:close/>
                  <a:moveTo>
                    <a:pt x="13136" y="1613"/>
                  </a:moveTo>
                  <a:lnTo>
                    <a:pt x="13136" y="2362"/>
                  </a:lnTo>
                  <a:lnTo>
                    <a:pt x="12444" y="2362"/>
                  </a:lnTo>
                  <a:lnTo>
                    <a:pt x="12444" y="1613"/>
                  </a:lnTo>
                  <a:close/>
                  <a:moveTo>
                    <a:pt x="6395" y="3111"/>
                  </a:moveTo>
                  <a:lnTo>
                    <a:pt x="6395" y="3860"/>
                  </a:lnTo>
                  <a:lnTo>
                    <a:pt x="5646" y="3860"/>
                  </a:lnTo>
                  <a:lnTo>
                    <a:pt x="5646" y="3111"/>
                  </a:lnTo>
                  <a:close/>
                  <a:moveTo>
                    <a:pt x="10486" y="3111"/>
                  </a:moveTo>
                  <a:lnTo>
                    <a:pt x="10486" y="3860"/>
                  </a:lnTo>
                  <a:lnTo>
                    <a:pt x="9794" y="3860"/>
                  </a:lnTo>
                  <a:lnTo>
                    <a:pt x="9794" y="3111"/>
                  </a:lnTo>
                  <a:close/>
                  <a:moveTo>
                    <a:pt x="1210" y="5185"/>
                  </a:moveTo>
                  <a:lnTo>
                    <a:pt x="1210" y="5934"/>
                  </a:lnTo>
                  <a:lnTo>
                    <a:pt x="519" y="5934"/>
                  </a:lnTo>
                  <a:lnTo>
                    <a:pt x="519" y="5185"/>
                  </a:lnTo>
                  <a:close/>
                  <a:moveTo>
                    <a:pt x="15613" y="5185"/>
                  </a:moveTo>
                  <a:lnTo>
                    <a:pt x="15613" y="5934"/>
                  </a:lnTo>
                  <a:lnTo>
                    <a:pt x="14922" y="5934"/>
                  </a:lnTo>
                  <a:lnTo>
                    <a:pt x="14922" y="5185"/>
                  </a:lnTo>
                  <a:close/>
                  <a:moveTo>
                    <a:pt x="3342" y="7490"/>
                  </a:moveTo>
                  <a:lnTo>
                    <a:pt x="3342" y="8181"/>
                  </a:lnTo>
                  <a:lnTo>
                    <a:pt x="2651" y="8181"/>
                  </a:lnTo>
                  <a:lnTo>
                    <a:pt x="2651" y="7490"/>
                  </a:lnTo>
                  <a:close/>
                  <a:moveTo>
                    <a:pt x="13481" y="7432"/>
                  </a:moveTo>
                  <a:lnTo>
                    <a:pt x="13481" y="8181"/>
                  </a:lnTo>
                  <a:lnTo>
                    <a:pt x="12790" y="8181"/>
                  </a:lnTo>
                  <a:lnTo>
                    <a:pt x="12790" y="7432"/>
                  </a:lnTo>
                  <a:close/>
                  <a:moveTo>
                    <a:pt x="11292" y="9852"/>
                  </a:moveTo>
                  <a:lnTo>
                    <a:pt x="12041" y="10946"/>
                  </a:lnTo>
                  <a:lnTo>
                    <a:pt x="10658" y="10946"/>
                  </a:lnTo>
                  <a:lnTo>
                    <a:pt x="9910" y="9852"/>
                  </a:lnTo>
                  <a:close/>
                  <a:moveTo>
                    <a:pt x="9161" y="10370"/>
                  </a:moveTo>
                  <a:lnTo>
                    <a:pt x="9161" y="15613"/>
                  </a:lnTo>
                  <a:lnTo>
                    <a:pt x="4955" y="15613"/>
                  </a:lnTo>
                  <a:lnTo>
                    <a:pt x="4955" y="11407"/>
                  </a:lnTo>
                  <a:lnTo>
                    <a:pt x="8296" y="11407"/>
                  </a:lnTo>
                  <a:cubicBezTo>
                    <a:pt x="8354" y="11407"/>
                    <a:pt x="8469" y="11407"/>
                    <a:pt x="8469" y="11292"/>
                  </a:cubicBezTo>
                  <a:lnTo>
                    <a:pt x="9161" y="10370"/>
                  </a:lnTo>
                  <a:close/>
                  <a:moveTo>
                    <a:pt x="7490" y="0"/>
                  </a:moveTo>
                  <a:cubicBezTo>
                    <a:pt x="7375" y="0"/>
                    <a:pt x="7259" y="116"/>
                    <a:pt x="7259" y="288"/>
                  </a:cubicBezTo>
                  <a:lnTo>
                    <a:pt x="7259" y="1441"/>
                  </a:lnTo>
                  <a:cubicBezTo>
                    <a:pt x="7259" y="1613"/>
                    <a:pt x="7375" y="1671"/>
                    <a:pt x="7490" y="1671"/>
                  </a:cubicBezTo>
                  <a:lnTo>
                    <a:pt x="7836" y="1671"/>
                  </a:lnTo>
                  <a:lnTo>
                    <a:pt x="7836" y="3284"/>
                  </a:lnTo>
                  <a:lnTo>
                    <a:pt x="6856" y="3284"/>
                  </a:lnTo>
                  <a:lnTo>
                    <a:pt x="6856" y="2881"/>
                  </a:lnTo>
                  <a:cubicBezTo>
                    <a:pt x="6856" y="2766"/>
                    <a:pt x="6741" y="2650"/>
                    <a:pt x="6626" y="2650"/>
                  </a:cubicBezTo>
                  <a:lnTo>
                    <a:pt x="5416" y="2650"/>
                  </a:lnTo>
                  <a:cubicBezTo>
                    <a:pt x="5301" y="2650"/>
                    <a:pt x="5185" y="2766"/>
                    <a:pt x="5185" y="2881"/>
                  </a:cubicBezTo>
                  <a:lnTo>
                    <a:pt x="5185" y="4091"/>
                  </a:lnTo>
                  <a:cubicBezTo>
                    <a:pt x="5185" y="4206"/>
                    <a:pt x="5301" y="4321"/>
                    <a:pt x="5416" y="4321"/>
                  </a:cubicBezTo>
                  <a:lnTo>
                    <a:pt x="6626" y="4321"/>
                  </a:lnTo>
                  <a:cubicBezTo>
                    <a:pt x="6741" y="4321"/>
                    <a:pt x="6856" y="4206"/>
                    <a:pt x="6856" y="4091"/>
                  </a:cubicBezTo>
                  <a:lnTo>
                    <a:pt x="6856" y="3745"/>
                  </a:lnTo>
                  <a:lnTo>
                    <a:pt x="7836" y="3745"/>
                  </a:lnTo>
                  <a:lnTo>
                    <a:pt x="7836" y="5358"/>
                  </a:lnTo>
                  <a:lnTo>
                    <a:pt x="3572" y="5358"/>
                  </a:lnTo>
                  <a:lnTo>
                    <a:pt x="3572" y="2823"/>
                  </a:lnTo>
                  <a:lnTo>
                    <a:pt x="3918" y="2823"/>
                  </a:lnTo>
                  <a:cubicBezTo>
                    <a:pt x="4033" y="2823"/>
                    <a:pt x="4148" y="2708"/>
                    <a:pt x="4148" y="2593"/>
                  </a:cubicBezTo>
                  <a:lnTo>
                    <a:pt x="4148" y="1383"/>
                  </a:lnTo>
                  <a:cubicBezTo>
                    <a:pt x="4148" y="1268"/>
                    <a:pt x="4033" y="1153"/>
                    <a:pt x="3918" y="1153"/>
                  </a:cubicBezTo>
                  <a:lnTo>
                    <a:pt x="2708" y="1153"/>
                  </a:lnTo>
                  <a:cubicBezTo>
                    <a:pt x="2593" y="1153"/>
                    <a:pt x="2478" y="1268"/>
                    <a:pt x="2478" y="1383"/>
                  </a:cubicBezTo>
                  <a:lnTo>
                    <a:pt x="2478" y="2593"/>
                  </a:lnTo>
                  <a:cubicBezTo>
                    <a:pt x="2478" y="2708"/>
                    <a:pt x="2593" y="2823"/>
                    <a:pt x="2708" y="2823"/>
                  </a:cubicBezTo>
                  <a:lnTo>
                    <a:pt x="3111" y="2823"/>
                  </a:lnTo>
                  <a:lnTo>
                    <a:pt x="3111" y="5358"/>
                  </a:lnTo>
                  <a:lnTo>
                    <a:pt x="1671" y="5358"/>
                  </a:lnTo>
                  <a:lnTo>
                    <a:pt x="1671" y="5012"/>
                  </a:lnTo>
                  <a:cubicBezTo>
                    <a:pt x="1671" y="4840"/>
                    <a:pt x="1556" y="4724"/>
                    <a:pt x="1441" y="4724"/>
                  </a:cubicBezTo>
                  <a:lnTo>
                    <a:pt x="231" y="4724"/>
                  </a:lnTo>
                  <a:cubicBezTo>
                    <a:pt x="116" y="4724"/>
                    <a:pt x="0" y="4840"/>
                    <a:pt x="0" y="5012"/>
                  </a:cubicBezTo>
                  <a:lnTo>
                    <a:pt x="0" y="6165"/>
                  </a:lnTo>
                  <a:cubicBezTo>
                    <a:pt x="0" y="6337"/>
                    <a:pt x="116" y="6395"/>
                    <a:pt x="231" y="6395"/>
                  </a:cubicBezTo>
                  <a:lnTo>
                    <a:pt x="1441" y="6395"/>
                  </a:lnTo>
                  <a:cubicBezTo>
                    <a:pt x="1556" y="6395"/>
                    <a:pt x="1671" y="6337"/>
                    <a:pt x="1671" y="6165"/>
                  </a:cubicBezTo>
                  <a:lnTo>
                    <a:pt x="1671" y="5819"/>
                  </a:lnTo>
                  <a:lnTo>
                    <a:pt x="6165" y="5819"/>
                  </a:lnTo>
                  <a:lnTo>
                    <a:pt x="6165" y="7663"/>
                  </a:lnTo>
                  <a:lnTo>
                    <a:pt x="3803" y="7663"/>
                  </a:lnTo>
                  <a:lnTo>
                    <a:pt x="3803" y="7259"/>
                  </a:lnTo>
                  <a:cubicBezTo>
                    <a:pt x="3803" y="7144"/>
                    <a:pt x="3688" y="7029"/>
                    <a:pt x="3572" y="7029"/>
                  </a:cubicBezTo>
                  <a:lnTo>
                    <a:pt x="2363" y="7029"/>
                  </a:lnTo>
                  <a:cubicBezTo>
                    <a:pt x="2247" y="7029"/>
                    <a:pt x="2132" y="7144"/>
                    <a:pt x="2132" y="7259"/>
                  </a:cubicBezTo>
                  <a:lnTo>
                    <a:pt x="2132" y="8469"/>
                  </a:lnTo>
                  <a:cubicBezTo>
                    <a:pt x="2132" y="8584"/>
                    <a:pt x="2247" y="8700"/>
                    <a:pt x="2363" y="8700"/>
                  </a:cubicBezTo>
                  <a:lnTo>
                    <a:pt x="3572" y="8700"/>
                  </a:lnTo>
                  <a:cubicBezTo>
                    <a:pt x="3688" y="8700"/>
                    <a:pt x="3803" y="8584"/>
                    <a:pt x="3803" y="8469"/>
                  </a:cubicBezTo>
                  <a:lnTo>
                    <a:pt x="3803" y="8123"/>
                  </a:lnTo>
                  <a:lnTo>
                    <a:pt x="6395" y="8123"/>
                  </a:lnTo>
                  <a:cubicBezTo>
                    <a:pt x="6510" y="8123"/>
                    <a:pt x="6626" y="8008"/>
                    <a:pt x="6626" y="7893"/>
                  </a:cubicBezTo>
                  <a:lnTo>
                    <a:pt x="6626" y="5819"/>
                  </a:lnTo>
                  <a:lnTo>
                    <a:pt x="7836" y="5819"/>
                  </a:lnTo>
                  <a:lnTo>
                    <a:pt x="7836" y="9391"/>
                  </a:lnTo>
                  <a:lnTo>
                    <a:pt x="6971" y="9391"/>
                  </a:lnTo>
                  <a:cubicBezTo>
                    <a:pt x="6683" y="9391"/>
                    <a:pt x="6683" y="9852"/>
                    <a:pt x="6971" y="9852"/>
                  </a:cubicBezTo>
                  <a:lnTo>
                    <a:pt x="8930" y="9852"/>
                  </a:lnTo>
                  <a:lnTo>
                    <a:pt x="8181" y="10946"/>
                  </a:lnTo>
                  <a:lnTo>
                    <a:pt x="4091" y="10946"/>
                  </a:lnTo>
                  <a:lnTo>
                    <a:pt x="4840" y="9852"/>
                  </a:lnTo>
                  <a:lnTo>
                    <a:pt x="5704" y="9852"/>
                  </a:lnTo>
                  <a:cubicBezTo>
                    <a:pt x="5992" y="9852"/>
                    <a:pt x="5992" y="9391"/>
                    <a:pt x="5704" y="9391"/>
                  </a:cubicBezTo>
                  <a:lnTo>
                    <a:pt x="4725" y="9391"/>
                  </a:lnTo>
                  <a:cubicBezTo>
                    <a:pt x="4667" y="9391"/>
                    <a:pt x="4552" y="9448"/>
                    <a:pt x="4552" y="9506"/>
                  </a:cubicBezTo>
                  <a:lnTo>
                    <a:pt x="3400" y="11062"/>
                  </a:lnTo>
                  <a:cubicBezTo>
                    <a:pt x="3342" y="11234"/>
                    <a:pt x="3400" y="11407"/>
                    <a:pt x="3630" y="11407"/>
                  </a:cubicBezTo>
                  <a:lnTo>
                    <a:pt x="4494" y="11407"/>
                  </a:lnTo>
                  <a:lnTo>
                    <a:pt x="4494" y="15901"/>
                  </a:lnTo>
                  <a:cubicBezTo>
                    <a:pt x="4494" y="16016"/>
                    <a:pt x="4609" y="16131"/>
                    <a:pt x="4725" y="16131"/>
                  </a:cubicBezTo>
                  <a:lnTo>
                    <a:pt x="11407" y="16131"/>
                  </a:lnTo>
                  <a:cubicBezTo>
                    <a:pt x="11523" y="16131"/>
                    <a:pt x="11638" y="16016"/>
                    <a:pt x="11638" y="15901"/>
                  </a:cubicBezTo>
                  <a:lnTo>
                    <a:pt x="11638" y="14749"/>
                  </a:lnTo>
                  <a:cubicBezTo>
                    <a:pt x="11638" y="14605"/>
                    <a:pt x="11523" y="14533"/>
                    <a:pt x="11407" y="14533"/>
                  </a:cubicBezTo>
                  <a:cubicBezTo>
                    <a:pt x="11292" y="14533"/>
                    <a:pt x="11177" y="14605"/>
                    <a:pt x="11177" y="14749"/>
                  </a:cubicBezTo>
                  <a:lnTo>
                    <a:pt x="11177" y="15670"/>
                  </a:lnTo>
                  <a:lnTo>
                    <a:pt x="9679" y="15670"/>
                  </a:lnTo>
                  <a:lnTo>
                    <a:pt x="9679" y="10370"/>
                  </a:lnTo>
                  <a:lnTo>
                    <a:pt x="10370" y="11350"/>
                  </a:lnTo>
                  <a:cubicBezTo>
                    <a:pt x="10370" y="11407"/>
                    <a:pt x="10486" y="11407"/>
                    <a:pt x="10543" y="11407"/>
                  </a:cubicBezTo>
                  <a:lnTo>
                    <a:pt x="11177" y="11407"/>
                  </a:lnTo>
                  <a:lnTo>
                    <a:pt x="11177" y="13424"/>
                  </a:lnTo>
                  <a:cubicBezTo>
                    <a:pt x="11177" y="13568"/>
                    <a:pt x="11292" y="13640"/>
                    <a:pt x="11407" y="13640"/>
                  </a:cubicBezTo>
                  <a:cubicBezTo>
                    <a:pt x="11523" y="13640"/>
                    <a:pt x="11638" y="13568"/>
                    <a:pt x="11638" y="13424"/>
                  </a:cubicBezTo>
                  <a:lnTo>
                    <a:pt x="11638" y="11407"/>
                  </a:lnTo>
                  <a:lnTo>
                    <a:pt x="12502" y="11407"/>
                  </a:lnTo>
                  <a:cubicBezTo>
                    <a:pt x="12732" y="11407"/>
                    <a:pt x="12848" y="11234"/>
                    <a:pt x="12732" y="11062"/>
                  </a:cubicBezTo>
                  <a:lnTo>
                    <a:pt x="11638" y="9506"/>
                  </a:lnTo>
                  <a:cubicBezTo>
                    <a:pt x="11580" y="9448"/>
                    <a:pt x="11523" y="9391"/>
                    <a:pt x="11407" y="9391"/>
                  </a:cubicBezTo>
                  <a:lnTo>
                    <a:pt x="8296" y="9391"/>
                  </a:lnTo>
                  <a:lnTo>
                    <a:pt x="8296" y="5819"/>
                  </a:lnTo>
                  <a:lnTo>
                    <a:pt x="9506" y="5819"/>
                  </a:lnTo>
                  <a:lnTo>
                    <a:pt x="9506" y="7893"/>
                  </a:lnTo>
                  <a:cubicBezTo>
                    <a:pt x="9506" y="8008"/>
                    <a:pt x="9621" y="8123"/>
                    <a:pt x="9737" y="8123"/>
                  </a:cubicBezTo>
                  <a:lnTo>
                    <a:pt x="12329" y="8123"/>
                  </a:lnTo>
                  <a:lnTo>
                    <a:pt x="12329" y="8469"/>
                  </a:lnTo>
                  <a:cubicBezTo>
                    <a:pt x="12329" y="8584"/>
                    <a:pt x="12444" y="8700"/>
                    <a:pt x="12560" y="8700"/>
                  </a:cubicBezTo>
                  <a:lnTo>
                    <a:pt x="13769" y="8700"/>
                  </a:lnTo>
                  <a:cubicBezTo>
                    <a:pt x="13885" y="8700"/>
                    <a:pt x="14000" y="8584"/>
                    <a:pt x="14000" y="8469"/>
                  </a:cubicBezTo>
                  <a:lnTo>
                    <a:pt x="14000" y="7259"/>
                  </a:lnTo>
                  <a:cubicBezTo>
                    <a:pt x="14000" y="7144"/>
                    <a:pt x="13885" y="7029"/>
                    <a:pt x="13769" y="7029"/>
                  </a:cubicBezTo>
                  <a:lnTo>
                    <a:pt x="12560" y="7029"/>
                  </a:lnTo>
                  <a:cubicBezTo>
                    <a:pt x="12444" y="7029"/>
                    <a:pt x="12329" y="7144"/>
                    <a:pt x="12329" y="7259"/>
                  </a:cubicBezTo>
                  <a:lnTo>
                    <a:pt x="12329" y="7605"/>
                  </a:lnTo>
                  <a:lnTo>
                    <a:pt x="9967" y="7605"/>
                  </a:lnTo>
                  <a:lnTo>
                    <a:pt x="9967" y="5819"/>
                  </a:lnTo>
                  <a:lnTo>
                    <a:pt x="14461" y="5819"/>
                  </a:lnTo>
                  <a:lnTo>
                    <a:pt x="14461" y="6165"/>
                  </a:lnTo>
                  <a:cubicBezTo>
                    <a:pt x="14461" y="6280"/>
                    <a:pt x="14576" y="6395"/>
                    <a:pt x="14691" y="6395"/>
                  </a:cubicBezTo>
                  <a:lnTo>
                    <a:pt x="15901" y="6395"/>
                  </a:lnTo>
                  <a:cubicBezTo>
                    <a:pt x="16016" y="6395"/>
                    <a:pt x="16132" y="6280"/>
                    <a:pt x="16132" y="6165"/>
                  </a:cubicBezTo>
                  <a:lnTo>
                    <a:pt x="16132" y="4955"/>
                  </a:lnTo>
                  <a:cubicBezTo>
                    <a:pt x="16132" y="4840"/>
                    <a:pt x="16016" y="4724"/>
                    <a:pt x="15901" y="4724"/>
                  </a:cubicBezTo>
                  <a:lnTo>
                    <a:pt x="14691" y="4724"/>
                  </a:lnTo>
                  <a:cubicBezTo>
                    <a:pt x="14576" y="4724"/>
                    <a:pt x="14461" y="4840"/>
                    <a:pt x="14461" y="4955"/>
                  </a:cubicBezTo>
                  <a:lnTo>
                    <a:pt x="14461" y="5358"/>
                  </a:lnTo>
                  <a:lnTo>
                    <a:pt x="13021" y="5358"/>
                  </a:lnTo>
                  <a:lnTo>
                    <a:pt x="13021" y="2823"/>
                  </a:lnTo>
                  <a:lnTo>
                    <a:pt x="13424" y="2823"/>
                  </a:lnTo>
                  <a:cubicBezTo>
                    <a:pt x="13539" y="2823"/>
                    <a:pt x="13654" y="2708"/>
                    <a:pt x="13654" y="2593"/>
                  </a:cubicBezTo>
                  <a:lnTo>
                    <a:pt x="13654" y="1383"/>
                  </a:lnTo>
                  <a:cubicBezTo>
                    <a:pt x="13654" y="1268"/>
                    <a:pt x="13539" y="1153"/>
                    <a:pt x="13424" y="1153"/>
                  </a:cubicBezTo>
                  <a:lnTo>
                    <a:pt x="12214" y="1153"/>
                  </a:lnTo>
                  <a:cubicBezTo>
                    <a:pt x="12099" y="1153"/>
                    <a:pt x="11984" y="1268"/>
                    <a:pt x="11984" y="1383"/>
                  </a:cubicBezTo>
                  <a:lnTo>
                    <a:pt x="11984" y="2593"/>
                  </a:lnTo>
                  <a:cubicBezTo>
                    <a:pt x="11984" y="2708"/>
                    <a:pt x="12099" y="2823"/>
                    <a:pt x="12214" y="2823"/>
                  </a:cubicBezTo>
                  <a:lnTo>
                    <a:pt x="12560" y="2823"/>
                  </a:lnTo>
                  <a:lnTo>
                    <a:pt x="12560" y="5358"/>
                  </a:lnTo>
                  <a:lnTo>
                    <a:pt x="8296" y="5358"/>
                  </a:lnTo>
                  <a:lnTo>
                    <a:pt x="8296" y="3745"/>
                  </a:lnTo>
                  <a:lnTo>
                    <a:pt x="9276" y="3745"/>
                  </a:lnTo>
                  <a:lnTo>
                    <a:pt x="9276" y="4091"/>
                  </a:lnTo>
                  <a:cubicBezTo>
                    <a:pt x="9276" y="4206"/>
                    <a:pt x="9391" y="4321"/>
                    <a:pt x="9506" y="4321"/>
                  </a:cubicBezTo>
                  <a:lnTo>
                    <a:pt x="10716" y="4321"/>
                  </a:lnTo>
                  <a:cubicBezTo>
                    <a:pt x="10831" y="4321"/>
                    <a:pt x="10947" y="4206"/>
                    <a:pt x="10947" y="4091"/>
                  </a:cubicBezTo>
                  <a:lnTo>
                    <a:pt x="10947" y="2881"/>
                  </a:lnTo>
                  <a:cubicBezTo>
                    <a:pt x="10947" y="2766"/>
                    <a:pt x="10831" y="2650"/>
                    <a:pt x="10716" y="2650"/>
                  </a:cubicBezTo>
                  <a:lnTo>
                    <a:pt x="9506" y="2650"/>
                  </a:lnTo>
                  <a:cubicBezTo>
                    <a:pt x="9391" y="2650"/>
                    <a:pt x="9276" y="2766"/>
                    <a:pt x="9276" y="2881"/>
                  </a:cubicBezTo>
                  <a:lnTo>
                    <a:pt x="9276" y="3227"/>
                  </a:lnTo>
                  <a:lnTo>
                    <a:pt x="8296" y="3227"/>
                  </a:lnTo>
                  <a:lnTo>
                    <a:pt x="8296" y="1671"/>
                  </a:lnTo>
                  <a:lnTo>
                    <a:pt x="8700" y="1671"/>
                  </a:lnTo>
                  <a:cubicBezTo>
                    <a:pt x="8815" y="1671"/>
                    <a:pt x="8930" y="1556"/>
                    <a:pt x="8930" y="1441"/>
                  </a:cubicBezTo>
                  <a:lnTo>
                    <a:pt x="8930" y="288"/>
                  </a:lnTo>
                  <a:cubicBezTo>
                    <a:pt x="8930" y="116"/>
                    <a:pt x="8815" y="0"/>
                    <a:pt x="870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9" name="Google Shape;1559;p64"/>
          <p:cNvGrpSpPr/>
          <p:nvPr/>
        </p:nvGrpSpPr>
        <p:grpSpPr>
          <a:xfrm>
            <a:off x="3799075" y="1183202"/>
            <a:ext cx="595348" cy="595348"/>
            <a:chOff x="2788522" y="539500"/>
            <a:chExt cx="707400" cy="707400"/>
          </a:xfrm>
        </p:grpSpPr>
        <p:sp>
          <p:nvSpPr>
            <p:cNvPr id="1560" name="Google Shape;1560;p64"/>
            <p:cNvSpPr/>
            <p:nvPr/>
          </p:nvSpPr>
          <p:spPr>
            <a:xfrm flipH="1">
              <a:off x="2788522" y="5395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61" name="Google Shape;1561;p64"/>
            <p:cNvGrpSpPr/>
            <p:nvPr/>
          </p:nvGrpSpPr>
          <p:grpSpPr>
            <a:xfrm>
              <a:off x="2940575" y="691575"/>
              <a:ext cx="403300" cy="403300"/>
              <a:chOff x="3135950" y="2092700"/>
              <a:chExt cx="403300" cy="403300"/>
            </a:xfrm>
          </p:grpSpPr>
          <p:sp>
            <p:nvSpPr>
              <p:cNvPr id="1562" name="Google Shape;1562;p64"/>
              <p:cNvSpPr/>
              <p:nvPr/>
            </p:nvSpPr>
            <p:spPr>
              <a:xfrm>
                <a:off x="3135950" y="2148875"/>
                <a:ext cx="403300" cy="347125"/>
              </a:xfrm>
              <a:custGeom>
                <a:rect b="b" l="l" r="r" t="t"/>
                <a:pathLst>
                  <a:path extrusionOk="0" h="13885" w="16132">
                    <a:moveTo>
                      <a:pt x="9736" y="3572"/>
                    </a:moveTo>
                    <a:cubicBezTo>
                      <a:pt x="9967" y="3572"/>
                      <a:pt x="10140" y="3745"/>
                      <a:pt x="10140" y="4033"/>
                    </a:cubicBezTo>
                    <a:cubicBezTo>
                      <a:pt x="10140" y="4263"/>
                      <a:pt x="9967" y="4494"/>
                      <a:pt x="9736" y="4494"/>
                    </a:cubicBezTo>
                    <a:cubicBezTo>
                      <a:pt x="9448" y="4494"/>
                      <a:pt x="9275" y="4263"/>
                      <a:pt x="9275" y="4033"/>
                    </a:cubicBezTo>
                    <a:cubicBezTo>
                      <a:pt x="9275" y="3745"/>
                      <a:pt x="9448" y="3572"/>
                      <a:pt x="9736" y="3572"/>
                    </a:cubicBezTo>
                    <a:close/>
                    <a:moveTo>
                      <a:pt x="12963" y="4724"/>
                    </a:moveTo>
                    <a:cubicBezTo>
                      <a:pt x="13251" y="4724"/>
                      <a:pt x="13423" y="4897"/>
                      <a:pt x="13423" y="5127"/>
                    </a:cubicBezTo>
                    <a:cubicBezTo>
                      <a:pt x="13423" y="5416"/>
                      <a:pt x="13251" y="5588"/>
                      <a:pt x="12963" y="5588"/>
                    </a:cubicBezTo>
                    <a:cubicBezTo>
                      <a:pt x="12732" y="5588"/>
                      <a:pt x="12559" y="5416"/>
                      <a:pt x="12559" y="5127"/>
                    </a:cubicBezTo>
                    <a:cubicBezTo>
                      <a:pt x="12559" y="4897"/>
                      <a:pt x="12732" y="4724"/>
                      <a:pt x="12963" y="4724"/>
                    </a:cubicBezTo>
                    <a:close/>
                    <a:moveTo>
                      <a:pt x="6453" y="8584"/>
                    </a:moveTo>
                    <a:cubicBezTo>
                      <a:pt x="6683" y="8584"/>
                      <a:pt x="6913" y="8815"/>
                      <a:pt x="6913" y="9045"/>
                    </a:cubicBezTo>
                    <a:cubicBezTo>
                      <a:pt x="6913" y="9275"/>
                      <a:pt x="6683" y="9506"/>
                      <a:pt x="6453" y="9506"/>
                    </a:cubicBezTo>
                    <a:cubicBezTo>
                      <a:pt x="6164" y="9506"/>
                      <a:pt x="5992" y="9275"/>
                      <a:pt x="5992" y="9045"/>
                    </a:cubicBezTo>
                    <a:cubicBezTo>
                      <a:pt x="5992" y="8815"/>
                      <a:pt x="6164" y="8584"/>
                      <a:pt x="6453" y="8584"/>
                    </a:cubicBezTo>
                    <a:close/>
                    <a:moveTo>
                      <a:pt x="3169" y="10600"/>
                    </a:moveTo>
                    <a:cubicBezTo>
                      <a:pt x="3399" y="10600"/>
                      <a:pt x="3630" y="10773"/>
                      <a:pt x="3630" y="11061"/>
                    </a:cubicBezTo>
                    <a:cubicBezTo>
                      <a:pt x="3630" y="11292"/>
                      <a:pt x="3399" y="11522"/>
                      <a:pt x="3169" y="11522"/>
                    </a:cubicBezTo>
                    <a:cubicBezTo>
                      <a:pt x="2938" y="11522"/>
                      <a:pt x="2708" y="11292"/>
                      <a:pt x="2708" y="11061"/>
                    </a:cubicBezTo>
                    <a:cubicBezTo>
                      <a:pt x="2708" y="10773"/>
                      <a:pt x="2938" y="10600"/>
                      <a:pt x="3169" y="10600"/>
                    </a:cubicBezTo>
                    <a:close/>
                    <a:moveTo>
                      <a:pt x="9736" y="0"/>
                    </a:moveTo>
                    <a:cubicBezTo>
                      <a:pt x="9564" y="0"/>
                      <a:pt x="9448" y="115"/>
                      <a:pt x="9448" y="231"/>
                    </a:cubicBezTo>
                    <a:lnTo>
                      <a:pt x="9448" y="3111"/>
                    </a:lnTo>
                    <a:cubicBezTo>
                      <a:pt x="9045" y="3226"/>
                      <a:pt x="8757" y="3572"/>
                      <a:pt x="8757" y="3975"/>
                    </a:cubicBezTo>
                    <a:cubicBezTo>
                      <a:pt x="7605" y="4551"/>
                      <a:pt x="7086" y="6222"/>
                      <a:pt x="6625" y="7605"/>
                    </a:cubicBezTo>
                    <a:lnTo>
                      <a:pt x="6625" y="5127"/>
                    </a:lnTo>
                    <a:cubicBezTo>
                      <a:pt x="6625" y="5012"/>
                      <a:pt x="6568" y="4955"/>
                      <a:pt x="6510" y="4897"/>
                    </a:cubicBezTo>
                    <a:cubicBezTo>
                      <a:pt x="6480" y="4887"/>
                      <a:pt x="6449" y="4882"/>
                      <a:pt x="6419" y="4882"/>
                    </a:cubicBezTo>
                    <a:cubicBezTo>
                      <a:pt x="6282" y="4882"/>
                      <a:pt x="6164" y="4985"/>
                      <a:pt x="6164" y="5127"/>
                    </a:cubicBezTo>
                    <a:lnTo>
                      <a:pt x="6164" y="8181"/>
                    </a:lnTo>
                    <a:cubicBezTo>
                      <a:pt x="5761" y="8238"/>
                      <a:pt x="5473" y="8642"/>
                      <a:pt x="5473" y="9045"/>
                    </a:cubicBezTo>
                    <a:cubicBezTo>
                      <a:pt x="5473" y="9275"/>
                      <a:pt x="5588" y="9506"/>
                      <a:pt x="5704" y="9679"/>
                    </a:cubicBezTo>
                    <a:cubicBezTo>
                      <a:pt x="5300" y="10197"/>
                      <a:pt x="4724" y="10428"/>
                      <a:pt x="3918" y="10600"/>
                    </a:cubicBezTo>
                    <a:cubicBezTo>
                      <a:pt x="3802" y="10370"/>
                      <a:pt x="3630" y="10197"/>
                      <a:pt x="3342" y="10140"/>
                    </a:cubicBezTo>
                    <a:lnTo>
                      <a:pt x="3342" y="7547"/>
                    </a:lnTo>
                    <a:cubicBezTo>
                      <a:pt x="3342" y="7432"/>
                      <a:pt x="3284" y="7317"/>
                      <a:pt x="3169" y="7317"/>
                    </a:cubicBezTo>
                    <a:cubicBezTo>
                      <a:pt x="3138" y="7306"/>
                      <a:pt x="3109" y="7302"/>
                      <a:pt x="3083" y="7302"/>
                    </a:cubicBezTo>
                    <a:cubicBezTo>
                      <a:pt x="2959" y="7302"/>
                      <a:pt x="2881" y="7405"/>
                      <a:pt x="2881" y="7547"/>
                    </a:cubicBezTo>
                    <a:lnTo>
                      <a:pt x="2881" y="10140"/>
                    </a:lnTo>
                    <a:cubicBezTo>
                      <a:pt x="2477" y="10255"/>
                      <a:pt x="2189" y="10600"/>
                      <a:pt x="2189" y="11061"/>
                    </a:cubicBezTo>
                    <a:cubicBezTo>
                      <a:pt x="403" y="11868"/>
                      <a:pt x="0" y="13481"/>
                      <a:pt x="0" y="13596"/>
                    </a:cubicBezTo>
                    <a:cubicBezTo>
                      <a:pt x="0" y="13711"/>
                      <a:pt x="58" y="13827"/>
                      <a:pt x="231" y="13884"/>
                    </a:cubicBezTo>
                    <a:lnTo>
                      <a:pt x="15843" y="13884"/>
                    </a:lnTo>
                    <a:cubicBezTo>
                      <a:pt x="16016" y="13827"/>
                      <a:pt x="16074" y="13769"/>
                      <a:pt x="16074" y="13596"/>
                    </a:cubicBezTo>
                    <a:lnTo>
                      <a:pt x="16074" y="5761"/>
                    </a:lnTo>
                    <a:lnTo>
                      <a:pt x="16131" y="5761"/>
                    </a:lnTo>
                    <a:cubicBezTo>
                      <a:pt x="16131" y="5617"/>
                      <a:pt x="16016" y="5545"/>
                      <a:pt x="15901" y="5545"/>
                    </a:cubicBezTo>
                    <a:cubicBezTo>
                      <a:pt x="15785" y="5545"/>
                      <a:pt x="15670" y="5617"/>
                      <a:pt x="15670" y="5761"/>
                    </a:cubicBezTo>
                    <a:lnTo>
                      <a:pt x="15670" y="13366"/>
                    </a:lnTo>
                    <a:lnTo>
                      <a:pt x="634" y="13366"/>
                    </a:lnTo>
                    <a:cubicBezTo>
                      <a:pt x="807" y="12963"/>
                      <a:pt x="1268" y="12041"/>
                      <a:pt x="2420" y="11522"/>
                    </a:cubicBezTo>
                    <a:cubicBezTo>
                      <a:pt x="2593" y="11810"/>
                      <a:pt x="2881" y="11983"/>
                      <a:pt x="3226" y="11983"/>
                    </a:cubicBezTo>
                    <a:cubicBezTo>
                      <a:pt x="3687" y="11983"/>
                      <a:pt x="4148" y="11580"/>
                      <a:pt x="4148" y="11061"/>
                    </a:cubicBezTo>
                    <a:cubicBezTo>
                      <a:pt x="5012" y="10831"/>
                      <a:pt x="5704" y="10543"/>
                      <a:pt x="6222" y="9909"/>
                    </a:cubicBezTo>
                    <a:cubicBezTo>
                      <a:pt x="6337" y="9967"/>
                      <a:pt x="6453" y="9967"/>
                      <a:pt x="6568" y="9967"/>
                    </a:cubicBezTo>
                    <a:cubicBezTo>
                      <a:pt x="7029" y="9909"/>
                      <a:pt x="7374" y="9563"/>
                      <a:pt x="7374" y="9103"/>
                    </a:cubicBezTo>
                    <a:cubicBezTo>
                      <a:pt x="7432" y="8757"/>
                      <a:pt x="7259" y="8469"/>
                      <a:pt x="6971" y="8296"/>
                    </a:cubicBezTo>
                    <a:cubicBezTo>
                      <a:pt x="7029" y="8123"/>
                      <a:pt x="7086" y="8008"/>
                      <a:pt x="7086" y="7893"/>
                    </a:cubicBezTo>
                    <a:cubicBezTo>
                      <a:pt x="7490" y="6683"/>
                      <a:pt x="7950" y="5012"/>
                      <a:pt x="8930" y="4494"/>
                    </a:cubicBezTo>
                    <a:cubicBezTo>
                      <a:pt x="9045" y="4782"/>
                      <a:pt x="9391" y="4955"/>
                      <a:pt x="9736" y="4955"/>
                    </a:cubicBezTo>
                    <a:cubicBezTo>
                      <a:pt x="10082" y="4955"/>
                      <a:pt x="10312" y="4782"/>
                      <a:pt x="10485" y="4494"/>
                    </a:cubicBezTo>
                    <a:cubicBezTo>
                      <a:pt x="10716" y="4609"/>
                      <a:pt x="10889" y="4782"/>
                      <a:pt x="11119" y="4897"/>
                    </a:cubicBezTo>
                    <a:cubicBezTo>
                      <a:pt x="11407" y="5127"/>
                      <a:pt x="11753" y="5358"/>
                      <a:pt x="12156" y="5473"/>
                    </a:cubicBezTo>
                    <a:cubicBezTo>
                      <a:pt x="12259" y="5835"/>
                      <a:pt x="12595" y="6058"/>
                      <a:pt x="12955" y="6058"/>
                    </a:cubicBezTo>
                    <a:cubicBezTo>
                      <a:pt x="12995" y="6058"/>
                      <a:pt x="13037" y="6055"/>
                      <a:pt x="13078" y="6049"/>
                    </a:cubicBezTo>
                    <a:cubicBezTo>
                      <a:pt x="13481" y="6049"/>
                      <a:pt x="13827" y="5704"/>
                      <a:pt x="13884" y="5300"/>
                    </a:cubicBezTo>
                    <a:cubicBezTo>
                      <a:pt x="13942" y="5127"/>
                      <a:pt x="13884" y="5012"/>
                      <a:pt x="13884" y="4897"/>
                    </a:cubicBezTo>
                    <a:cubicBezTo>
                      <a:pt x="14000" y="4667"/>
                      <a:pt x="14172" y="4436"/>
                      <a:pt x="14288" y="4206"/>
                    </a:cubicBezTo>
                    <a:cubicBezTo>
                      <a:pt x="14633" y="3572"/>
                      <a:pt x="14979" y="3053"/>
                      <a:pt x="15613" y="2938"/>
                    </a:cubicBezTo>
                    <a:lnTo>
                      <a:pt x="15613" y="4379"/>
                    </a:lnTo>
                    <a:cubicBezTo>
                      <a:pt x="15613" y="4551"/>
                      <a:pt x="15728" y="4638"/>
                      <a:pt x="15843" y="4638"/>
                    </a:cubicBezTo>
                    <a:cubicBezTo>
                      <a:pt x="15958" y="4638"/>
                      <a:pt x="16074" y="4551"/>
                      <a:pt x="16074" y="4379"/>
                    </a:cubicBezTo>
                    <a:lnTo>
                      <a:pt x="16074" y="2708"/>
                    </a:lnTo>
                    <a:cubicBezTo>
                      <a:pt x="16074" y="2593"/>
                      <a:pt x="15958" y="2477"/>
                      <a:pt x="15785" y="2477"/>
                    </a:cubicBezTo>
                    <a:cubicBezTo>
                      <a:pt x="14748" y="2477"/>
                      <a:pt x="14288" y="3284"/>
                      <a:pt x="13884" y="3975"/>
                    </a:cubicBezTo>
                    <a:cubicBezTo>
                      <a:pt x="13769" y="4148"/>
                      <a:pt x="13712" y="4321"/>
                      <a:pt x="13596" y="4436"/>
                    </a:cubicBezTo>
                    <a:cubicBezTo>
                      <a:pt x="13481" y="4379"/>
                      <a:pt x="13366" y="4263"/>
                      <a:pt x="13193" y="4263"/>
                    </a:cubicBezTo>
                    <a:lnTo>
                      <a:pt x="13193" y="1383"/>
                    </a:lnTo>
                    <a:cubicBezTo>
                      <a:pt x="13193" y="1268"/>
                      <a:pt x="13135" y="1152"/>
                      <a:pt x="12963" y="1152"/>
                    </a:cubicBezTo>
                    <a:cubicBezTo>
                      <a:pt x="12847" y="1152"/>
                      <a:pt x="12732" y="1268"/>
                      <a:pt x="12732" y="1383"/>
                    </a:cubicBezTo>
                    <a:lnTo>
                      <a:pt x="12732" y="4263"/>
                    </a:lnTo>
                    <a:cubicBezTo>
                      <a:pt x="12386" y="4321"/>
                      <a:pt x="12098" y="4609"/>
                      <a:pt x="12041" y="4955"/>
                    </a:cubicBezTo>
                    <a:cubicBezTo>
                      <a:pt x="11810" y="4839"/>
                      <a:pt x="11580" y="4667"/>
                      <a:pt x="11349" y="4551"/>
                    </a:cubicBezTo>
                    <a:cubicBezTo>
                      <a:pt x="11119" y="4379"/>
                      <a:pt x="10889" y="4206"/>
                      <a:pt x="10601" y="4033"/>
                    </a:cubicBezTo>
                    <a:cubicBezTo>
                      <a:pt x="10601" y="3572"/>
                      <a:pt x="10312" y="3226"/>
                      <a:pt x="9909" y="3111"/>
                    </a:cubicBezTo>
                    <a:lnTo>
                      <a:pt x="9909" y="231"/>
                    </a:lnTo>
                    <a:cubicBezTo>
                      <a:pt x="9909" y="115"/>
                      <a:pt x="9852" y="0"/>
                      <a:pt x="97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4"/>
              <p:cNvSpPr/>
              <p:nvPr/>
            </p:nvSpPr>
            <p:spPr>
              <a:xfrm>
                <a:off x="3190675" y="2272725"/>
                <a:ext cx="49000" cy="11550"/>
              </a:xfrm>
              <a:custGeom>
                <a:rect b="b" l="l" r="r" t="t"/>
                <a:pathLst>
                  <a:path extrusionOk="0" h="462" w="1960">
                    <a:moveTo>
                      <a:pt x="231" y="1"/>
                    </a:moveTo>
                    <a:cubicBezTo>
                      <a:pt x="116" y="1"/>
                      <a:pt x="0" y="58"/>
                      <a:pt x="0" y="173"/>
                    </a:cubicBezTo>
                    <a:cubicBezTo>
                      <a:pt x="0" y="346"/>
                      <a:pt x="58" y="462"/>
                      <a:pt x="231" y="462"/>
                    </a:cubicBezTo>
                    <a:lnTo>
                      <a:pt x="1729" y="462"/>
                    </a:lnTo>
                    <a:cubicBezTo>
                      <a:pt x="1844" y="462"/>
                      <a:pt x="1959" y="346"/>
                      <a:pt x="1959" y="231"/>
                    </a:cubicBezTo>
                    <a:cubicBezTo>
                      <a:pt x="1959" y="116"/>
                      <a:pt x="1844" y="1"/>
                      <a:pt x="17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4" name="Google Shape;1564;p64"/>
              <p:cNvSpPr/>
              <p:nvPr/>
            </p:nvSpPr>
            <p:spPr>
              <a:xfrm>
                <a:off x="3197875" y="2298650"/>
                <a:ext cx="34600" cy="11550"/>
              </a:xfrm>
              <a:custGeom>
                <a:rect b="b" l="l" r="r" t="t"/>
                <a:pathLst>
                  <a:path extrusionOk="0" h="462" w="1384">
                    <a:moveTo>
                      <a:pt x="231" y="1"/>
                    </a:moveTo>
                    <a:cubicBezTo>
                      <a:pt x="116" y="1"/>
                      <a:pt x="0" y="116"/>
                      <a:pt x="0" y="231"/>
                    </a:cubicBezTo>
                    <a:cubicBezTo>
                      <a:pt x="0" y="404"/>
                      <a:pt x="116" y="462"/>
                      <a:pt x="231" y="462"/>
                    </a:cubicBezTo>
                    <a:lnTo>
                      <a:pt x="1095" y="462"/>
                    </a:lnTo>
                    <a:cubicBezTo>
                      <a:pt x="1210" y="462"/>
                      <a:pt x="1325" y="404"/>
                      <a:pt x="1383" y="231"/>
                    </a:cubicBezTo>
                    <a:cubicBezTo>
                      <a:pt x="1383" y="116"/>
                      <a:pt x="1268" y="1"/>
                      <a:pt x="11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 name="Google Shape;1565;p64"/>
              <p:cNvSpPr/>
              <p:nvPr/>
            </p:nvSpPr>
            <p:spPr>
              <a:xfrm>
                <a:off x="3353425" y="2092700"/>
                <a:ext cx="50425" cy="12975"/>
              </a:xfrm>
              <a:custGeom>
                <a:rect b="b" l="l" r="r" t="t"/>
                <a:pathLst>
                  <a:path extrusionOk="0" h="519" w="2017">
                    <a:moveTo>
                      <a:pt x="288" y="0"/>
                    </a:moveTo>
                    <a:cubicBezTo>
                      <a:pt x="173" y="0"/>
                      <a:pt x="58" y="116"/>
                      <a:pt x="0" y="231"/>
                    </a:cubicBezTo>
                    <a:cubicBezTo>
                      <a:pt x="0" y="346"/>
                      <a:pt x="116" y="461"/>
                      <a:pt x="231" y="519"/>
                    </a:cubicBezTo>
                    <a:lnTo>
                      <a:pt x="1729" y="519"/>
                    </a:lnTo>
                    <a:cubicBezTo>
                      <a:pt x="1902" y="519"/>
                      <a:pt x="1959" y="404"/>
                      <a:pt x="2017" y="288"/>
                    </a:cubicBezTo>
                    <a:cubicBezTo>
                      <a:pt x="2017" y="116"/>
                      <a:pt x="1902" y="0"/>
                      <a:pt x="1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4"/>
              <p:cNvSpPr/>
              <p:nvPr/>
            </p:nvSpPr>
            <p:spPr>
              <a:xfrm>
                <a:off x="3362075" y="2118625"/>
                <a:ext cx="34575" cy="12975"/>
              </a:xfrm>
              <a:custGeom>
                <a:rect b="b" l="l" r="r" t="t"/>
                <a:pathLst>
                  <a:path extrusionOk="0" h="519" w="1383">
                    <a:moveTo>
                      <a:pt x="230" y="0"/>
                    </a:moveTo>
                    <a:cubicBezTo>
                      <a:pt x="115" y="0"/>
                      <a:pt x="0" y="173"/>
                      <a:pt x="0" y="288"/>
                    </a:cubicBezTo>
                    <a:cubicBezTo>
                      <a:pt x="0" y="404"/>
                      <a:pt x="115" y="519"/>
                      <a:pt x="230" y="519"/>
                    </a:cubicBezTo>
                    <a:lnTo>
                      <a:pt x="1095" y="519"/>
                    </a:lnTo>
                    <a:cubicBezTo>
                      <a:pt x="1210" y="519"/>
                      <a:pt x="1325" y="404"/>
                      <a:pt x="1325" y="288"/>
                    </a:cubicBezTo>
                    <a:cubicBezTo>
                      <a:pt x="1383" y="173"/>
                      <a:pt x="1267" y="0"/>
                      <a:pt x="109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7" name="Google Shape;1567;p64"/>
              <p:cNvSpPr/>
              <p:nvPr/>
            </p:nvSpPr>
            <p:spPr>
              <a:xfrm>
                <a:off x="3271325" y="2210800"/>
                <a:ext cx="50425" cy="11550"/>
              </a:xfrm>
              <a:custGeom>
                <a:rect b="b" l="l" r="r" t="t"/>
                <a:pathLst>
                  <a:path extrusionOk="0" h="462" w="2017">
                    <a:moveTo>
                      <a:pt x="289" y="0"/>
                    </a:moveTo>
                    <a:cubicBezTo>
                      <a:pt x="173" y="0"/>
                      <a:pt x="58" y="58"/>
                      <a:pt x="58" y="173"/>
                    </a:cubicBezTo>
                    <a:cubicBezTo>
                      <a:pt x="1" y="346"/>
                      <a:pt x="116" y="461"/>
                      <a:pt x="289" y="461"/>
                    </a:cubicBezTo>
                    <a:lnTo>
                      <a:pt x="1786" y="461"/>
                    </a:lnTo>
                    <a:cubicBezTo>
                      <a:pt x="1902" y="461"/>
                      <a:pt x="2017" y="346"/>
                      <a:pt x="2017" y="231"/>
                    </a:cubicBezTo>
                    <a:cubicBezTo>
                      <a:pt x="2017" y="116"/>
                      <a:pt x="1902" y="0"/>
                      <a:pt x="1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8" name="Google Shape;1568;p64"/>
              <p:cNvSpPr/>
              <p:nvPr/>
            </p:nvSpPr>
            <p:spPr>
              <a:xfrm>
                <a:off x="3279975" y="2236725"/>
                <a:ext cx="34575" cy="11550"/>
              </a:xfrm>
              <a:custGeom>
                <a:rect b="b" l="l" r="r" t="t"/>
                <a:pathLst>
                  <a:path extrusionOk="0" h="462" w="1383">
                    <a:moveTo>
                      <a:pt x="231" y="0"/>
                    </a:moveTo>
                    <a:cubicBezTo>
                      <a:pt x="115" y="0"/>
                      <a:pt x="0" y="116"/>
                      <a:pt x="0" y="231"/>
                    </a:cubicBezTo>
                    <a:cubicBezTo>
                      <a:pt x="0" y="346"/>
                      <a:pt x="115" y="461"/>
                      <a:pt x="231" y="461"/>
                    </a:cubicBezTo>
                    <a:lnTo>
                      <a:pt x="1095" y="461"/>
                    </a:lnTo>
                    <a:cubicBezTo>
                      <a:pt x="1210" y="461"/>
                      <a:pt x="1325" y="346"/>
                      <a:pt x="1383" y="231"/>
                    </a:cubicBezTo>
                    <a:cubicBezTo>
                      <a:pt x="1383" y="116"/>
                      <a:pt x="1268" y="0"/>
                      <a:pt x="115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4"/>
              <p:cNvSpPr/>
              <p:nvPr/>
            </p:nvSpPr>
            <p:spPr>
              <a:xfrm>
                <a:off x="3435525" y="2121500"/>
                <a:ext cx="50425" cy="11550"/>
              </a:xfrm>
              <a:custGeom>
                <a:rect b="b" l="l" r="r" t="t"/>
                <a:pathLst>
                  <a:path extrusionOk="0" h="462" w="2017">
                    <a:moveTo>
                      <a:pt x="288" y="1"/>
                    </a:moveTo>
                    <a:cubicBezTo>
                      <a:pt x="115" y="1"/>
                      <a:pt x="58" y="58"/>
                      <a:pt x="0" y="231"/>
                    </a:cubicBezTo>
                    <a:cubicBezTo>
                      <a:pt x="0" y="346"/>
                      <a:pt x="115" y="461"/>
                      <a:pt x="231" y="461"/>
                    </a:cubicBezTo>
                    <a:lnTo>
                      <a:pt x="1729" y="461"/>
                    </a:lnTo>
                    <a:cubicBezTo>
                      <a:pt x="1844" y="461"/>
                      <a:pt x="1959" y="404"/>
                      <a:pt x="2017" y="289"/>
                    </a:cubicBezTo>
                    <a:cubicBezTo>
                      <a:pt x="2017" y="116"/>
                      <a:pt x="1901" y="1"/>
                      <a:pt x="17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4"/>
              <p:cNvSpPr/>
              <p:nvPr/>
            </p:nvSpPr>
            <p:spPr>
              <a:xfrm>
                <a:off x="3442725" y="2147425"/>
                <a:ext cx="36025" cy="11550"/>
              </a:xfrm>
              <a:custGeom>
                <a:rect b="b" l="l" r="r" t="t"/>
                <a:pathLst>
                  <a:path extrusionOk="0" h="462" w="1441">
                    <a:moveTo>
                      <a:pt x="288" y="1"/>
                    </a:moveTo>
                    <a:cubicBezTo>
                      <a:pt x="115" y="1"/>
                      <a:pt x="0" y="116"/>
                      <a:pt x="58" y="289"/>
                    </a:cubicBezTo>
                    <a:cubicBezTo>
                      <a:pt x="58" y="404"/>
                      <a:pt x="173" y="461"/>
                      <a:pt x="288" y="461"/>
                    </a:cubicBezTo>
                    <a:lnTo>
                      <a:pt x="1152" y="461"/>
                    </a:lnTo>
                    <a:cubicBezTo>
                      <a:pt x="1268" y="461"/>
                      <a:pt x="1383" y="404"/>
                      <a:pt x="1383" y="289"/>
                    </a:cubicBezTo>
                    <a:cubicBezTo>
                      <a:pt x="1441" y="116"/>
                      <a:pt x="1325" y="1"/>
                      <a:pt x="115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64"/>
              <p:cNvSpPr/>
              <p:nvPr/>
            </p:nvSpPr>
            <p:spPr>
              <a:xfrm>
                <a:off x="3207950" y="2459975"/>
                <a:ext cx="15875" cy="11525"/>
              </a:xfrm>
              <a:custGeom>
                <a:rect b="b" l="l" r="r" t="t"/>
                <a:pathLst>
                  <a:path extrusionOk="0" h="461"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4"/>
              <p:cNvSpPr/>
              <p:nvPr/>
            </p:nvSpPr>
            <p:spPr>
              <a:xfrm>
                <a:off x="3290050" y="2459975"/>
                <a:ext cx="14425" cy="11525"/>
              </a:xfrm>
              <a:custGeom>
                <a:rect b="b" l="l" r="r" t="t"/>
                <a:pathLst>
                  <a:path extrusionOk="0" h="461" w="577">
                    <a:moveTo>
                      <a:pt x="289" y="0"/>
                    </a:moveTo>
                    <a:cubicBezTo>
                      <a:pt x="0" y="0"/>
                      <a:pt x="0"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64"/>
              <p:cNvSpPr/>
              <p:nvPr/>
            </p:nvSpPr>
            <p:spPr>
              <a:xfrm>
                <a:off x="3290050" y="2435475"/>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4"/>
              <p:cNvSpPr/>
              <p:nvPr/>
            </p:nvSpPr>
            <p:spPr>
              <a:xfrm>
                <a:off x="3290050" y="2409550"/>
                <a:ext cx="14425" cy="11550"/>
              </a:xfrm>
              <a:custGeom>
                <a:rect b="b" l="l" r="r" t="t"/>
                <a:pathLst>
                  <a:path extrusionOk="0" h="462" w="577">
                    <a:moveTo>
                      <a:pt x="289" y="1"/>
                    </a:moveTo>
                    <a:cubicBezTo>
                      <a:pt x="0" y="1"/>
                      <a:pt x="0"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64"/>
              <p:cNvSpPr/>
              <p:nvPr/>
            </p:nvSpPr>
            <p:spPr>
              <a:xfrm>
                <a:off x="3370700" y="2459975"/>
                <a:ext cx="15875" cy="11525"/>
              </a:xfrm>
              <a:custGeom>
                <a:rect b="b" l="l" r="r" t="t"/>
                <a:pathLst>
                  <a:path extrusionOk="0" h="461"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 name="Google Shape;1576;p64"/>
              <p:cNvSpPr/>
              <p:nvPr/>
            </p:nvSpPr>
            <p:spPr>
              <a:xfrm>
                <a:off x="3370700" y="2435475"/>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4"/>
              <p:cNvSpPr/>
              <p:nvPr/>
            </p:nvSpPr>
            <p:spPr>
              <a:xfrm>
                <a:off x="3370700" y="24095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8" name="Google Shape;1578;p64"/>
              <p:cNvSpPr/>
              <p:nvPr/>
            </p:nvSpPr>
            <p:spPr>
              <a:xfrm>
                <a:off x="3370700" y="2385075"/>
                <a:ext cx="15875" cy="11550"/>
              </a:xfrm>
              <a:custGeom>
                <a:rect b="b" l="l" r="r" t="t"/>
                <a:pathLst>
                  <a:path extrusionOk="0" h="462"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64"/>
              <p:cNvSpPr/>
              <p:nvPr/>
            </p:nvSpPr>
            <p:spPr>
              <a:xfrm>
                <a:off x="3370700" y="2359150"/>
                <a:ext cx="15875" cy="11550"/>
              </a:xfrm>
              <a:custGeom>
                <a:rect b="b" l="l" r="r" t="t"/>
                <a:pathLst>
                  <a:path extrusionOk="0" h="462" w="635">
                    <a:moveTo>
                      <a:pt x="346" y="0"/>
                    </a:moveTo>
                    <a:cubicBezTo>
                      <a:pt x="1" y="0"/>
                      <a:pt x="1"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4"/>
              <p:cNvSpPr/>
              <p:nvPr/>
            </p:nvSpPr>
            <p:spPr>
              <a:xfrm>
                <a:off x="3370700" y="2334650"/>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4"/>
              <p:cNvSpPr/>
              <p:nvPr/>
            </p:nvSpPr>
            <p:spPr>
              <a:xfrm>
                <a:off x="3370700" y="2308725"/>
                <a:ext cx="15875" cy="11550"/>
              </a:xfrm>
              <a:custGeom>
                <a:rect b="b" l="l" r="r" t="t"/>
                <a:pathLst>
                  <a:path extrusionOk="0" h="462" w="635">
                    <a:moveTo>
                      <a:pt x="346" y="1"/>
                    </a:moveTo>
                    <a:cubicBezTo>
                      <a:pt x="1" y="1"/>
                      <a:pt x="1" y="462"/>
                      <a:pt x="346" y="462"/>
                    </a:cubicBezTo>
                    <a:cubicBezTo>
                      <a:pt x="634" y="462"/>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 name="Google Shape;1582;p64"/>
              <p:cNvSpPr/>
              <p:nvPr/>
            </p:nvSpPr>
            <p:spPr>
              <a:xfrm>
                <a:off x="3370700" y="2284250"/>
                <a:ext cx="15875" cy="11550"/>
              </a:xfrm>
              <a:custGeom>
                <a:rect b="b" l="l" r="r" t="t"/>
                <a:pathLst>
                  <a:path extrusionOk="0" h="462" w="635">
                    <a:moveTo>
                      <a:pt x="346" y="1"/>
                    </a:moveTo>
                    <a:cubicBezTo>
                      <a:pt x="1" y="1"/>
                      <a:pt x="1" y="461"/>
                      <a:pt x="346" y="461"/>
                    </a:cubicBezTo>
                    <a:cubicBezTo>
                      <a:pt x="634" y="461"/>
                      <a:pt x="634" y="1"/>
                      <a:pt x="34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64"/>
              <p:cNvSpPr/>
              <p:nvPr/>
            </p:nvSpPr>
            <p:spPr>
              <a:xfrm>
                <a:off x="3452800" y="2459975"/>
                <a:ext cx="15875" cy="11525"/>
              </a:xfrm>
              <a:custGeom>
                <a:rect b="b" l="l" r="r" t="t"/>
                <a:pathLst>
                  <a:path extrusionOk="0" h="461"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 name="Google Shape;1584;p64"/>
              <p:cNvSpPr/>
              <p:nvPr/>
            </p:nvSpPr>
            <p:spPr>
              <a:xfrm>
                <a:off x="3452800" y="2435475"/>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64"/>
              <p:cNvSpPr/>
              <p:nvPr/>
            </p:nvSpPr>
            <p:spPr>
              <a:xfrm>
                <a:off x="3452800" y="2409550"/>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64"/>
              <p:cNvSpPr/>
              <p:nvPr/>
            </p:nvSpPr>
            <p:spPr>
              <a:xfrm>
                <a:off x="3452800" y="2385075"/>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64"/>
              <p:cNvSpPr/>
              <p:nvPr/>
            </p:nvSpPr>
            <p:spPr>
              <a:xfrm>
                <a:off x="3452800" y="2359150"/>
                <a:ext cx="15875" cy="11550"/>
              </a:xfrm>
              <a:custGeom>
                <a:rect b="b" l="l" r="r" t="t"/>
                <a:pathLst>
                  <a:path extrusionOk="0" h="462" w="635">
                    <a:moveTo>
                      <a:pt x="289" y="0"/>
                    </a:moveTo>
                    <a:cubicBezTo>
                      <a:pt x="1" y="0"/>
                      <a:pt x="1" y="461"/>
                      <a:pt x="289" y="461"/>
                    </a:cubicBezTo>
                    <a:cubicBezTo>
                      <a:pt x="634" y="461"/>
                      <a:pt x="634"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64"/>
              <p:cNvSpPr/>
              <p:nvPr/>
            </p:nvSpPr>
            <p:spPr>
              <a:xfrm>
                <a:off x="3452800" y="2334650"/>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64"/>
              <p:cNvSpPr/>
              <p:nvPr/>
            </p:nvSpPr>
            <p:spPr>
              <a:xfrm>
                <a:off x="3452800" y="2308725"/>
                <a:ext cx="15875" cy="11550"/>
              </a:xfrm>
              <a:custGeom>
                <a:rect b="b" l="l" r="r" t="t"/>
                <a:pathLst>
                  <a:path extrusionOk="0" h="462" w="635">
                    <a:moveTo>
                      <a:pt x="289" y="1"/>
                    </a:moveTo>
                    <a:cubicBezTo>
                      <a:pt x="1" y="1"/>
                      <a:pt x="1" y="462"/>
                      <a:pt x="289" y="462"/>
                    </a:cubicBezTo>
                    <a:cubicBezTo>
                      <a:pt x="634" y="462"/>
                      <a:pt x="63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90" name="Google Shape;1590;p64"/>
          <p:cNvGrpSpPr/>
          <p:nvPr/>
        </p:nvGrpSpPr>
        <p:grpSpPr>
          <a:xfrm>
            <a:off x="947567" y="4004729"/>
            <a:ext cx="595348" cy="595348"/>
            <a:chOff x="125165" y="3892075"/>
            <a:chExt cx="707400" cy="707400"/>
          </a:xfrm>
        </p:grpSpPr>
        <p:sp>
          <p:nvSpPr>
            <p:cNvPr id="1591" name="Google Shape;1591;p64"/>
            <p:cNvSpPr/>
            <p:nvPr/>
          </p:nvSpPr>
          <p:spPr>
            <a:xfrm flipH="1">
              <a:off x="125165" y="38920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92" name="Google Shape;1592;p64"/>
            <p:cNvGrpSpPr/>
            <p:nvPr/>
          </p:nvGrpSpPr>
          <p:grpSpPr>
            <a:xfrm>
              <a:off x="276500" y="4138788"/>
              <a:ext cx="404750" cy="265025"/>
              <a:chOff x="866075" y="3352925"/>
              <a:chExt cx="404750" cy="265025"/>
            </a:xfrm>
          </p:grpSpPr>
          <p:sp>
            <p:nvSpPr>
              <p:cNvPr id="1593" name="Google Shape;1593;p64"/>
              <p:cNvSpPr/>
              <p:nvPr/>
            </p:nvSpPr>
            <p:spPr>
              <a:xfrm>
                <a:off x="866075" y="3352925"/>
                <a:ext cx="404750" cy="265025"/>
              </a:xfrm>
              <a:custGeom>
                <a:rect b="b" l="l" r="r" t="t"/>
                <a:pathLst>
                  <a:path extrusionOk="0" h="10601" w="16190">
                    <a:moveTo>
                      <a:pt x="5819" y="2708"/>
                    </a:moveTo>
                    <a:cubicBezTo>
                      <a:pt x="5531" y="2881"/>
                      <a:pt x="5301" y="3054"/>
                      <a:pt x="5070" y="3342"/>
                    </a:cubicBezTo>
                    <a:cubicBezTo>
                      <a:pt x="5070" y="3284"/>
                      <a:pt x="5012" y="3284"/>
                      <a:pt x="4955" y="3284"/>
                    </a:cubicBezTo>
                    <a:cubicBezTo>
                      <a:pt x="4667" y="3284"/>
                      <a:pt x="4436" y="3400"/>
                      <a:pt x="4206" y="3630"/>
                    </a:cubicBezTo>
                    <a:lnTo>
                      <a:pt x="2535" y="5301"/>
                    </a:lnTo>
                    <a:cubicBezTo>
                      <a:pt x="2420" y="5416"/>
                      <a:pt x="2247" y="5474"/>
                      <a:pt x="2074" y="5474"/>
                    </a:cubicBezTo>
                    <a:cubicBezTo>
                      <a:pt x="1902" y="5474"/>
                      <a:pt x="1729" y="5358"/>
                      <a:pt x="1613" y="5243"/>
                    </a:cubicBezTo>
                    <a:cubicBezTo>
                      <a:pt x="1729" y="5185"/>
                      <a:pt x="1844" y="5128"/>
                      <a:pt x="1902" y="5070"/>
                    </a:cubicBezTo>
                    <a:lnTo>
                      <a:pt x="3975" y="2996"/>
                    </a:lnTo>
                    <a:cubicBezTo>
                      <a:pt x="4148" y="2823"/>
                      <a:pt x="4436" y="2708"/>
                      <a:pt x="4724" y="2708"/>
                    </a:cubicBezTo>
                    <a:close/>
                    <a:moveTo>
                      <a:pt x="7547" y="4437"/>
                    </a:moveTo>
                    <a:cubicBezTo>
                      <a:pt x="8123" y="4437"/>
                      <a:pt x="8584" y="4897"/>
                      <a:pt x="8584" y="5474"/>
                    </a:cubicBezTo>
                    <a:cubicBezTo>
                      <a:pt x="8584" y="5819"/>
                      <a:pt x="8412" y="6165"/>
                      <a:pt x="8123" y="6338"/>
                    </a:cubicBezTo>
                    <a:cubicBezTo>
                      <a:pt x="7835" y="5819"/>
                      <a:pt x="7375" y="5358"/>
                      <a:pt x="6798" y="5128"/>
                    </a:cubicBezTo>
                    <a:cubicBezTo>
                      <a:pt x="6741" y="5128"/>
                      <a:pt x="6683" y="5070"/>
                      <a:pt x="6568" y="5070"/>
                    </a:cubicBezTo>
                    <a:cubicBezTo>
                      <a:pt x="6741" y="4667"/>
                      <a:pt x="7144" y="4437"/>
                      <a:pt x="7547" y="4437"/>
                    </a:cubicBezTo>
                    <a:close/>
                    <a:moveTo>
                      <a:pt x="12099" y="1038"/>
                    </a:moveTo>
                    <a:lnTo>
                      <a:pt x="12099" y="4782"/>
                    </a:lnTo>
                    <a:lnTo>
                      <a:pt x="11926" y="4782"/>
                    </a:lnTo>
                    <a:cubicBezTo>
                      <a:pt x="11234" y="4782"/>
                      <a:pt x="10716" y="5128"/>
                      <a:pt x="10486" y="5819"/>
                    </a:cubicBezTo>
                    <a:cubicBezTo>
                      <a:pt x="9852" y="7317"/>
                      <a:pt x="9160" y="8296"/>
                      <a:pt x="7547" y="8296"/>
                    </a:cubicBezTo>
                    <a:cubicBezTo>
                      <a:pt x="7202" y="8296"/>
                      <a:pt x="6856" y="8239"/>
                      <a:pt x="6510" y="8124"/>
                    </a:cubicBezTo>
                    <a:cubicBezTo>
                      <a:pt x="5840" y="7866"/>
                      <a:pt x="6139" y="6870"/>
                      <a:pt x="6746" y="6870"/>
                    </a:cubicBezTo>
                    <a:cubicBezTo>
                      <a:pt x="6817" y="6870"/>
                      <a:pt x="6893" y="6884"/>
                      <a:pt x="6971" y="6914"/>
                    </a:cubicBezTo>
                    <a:cubicBezTo>
                      <a:pt x="7202" y="6971"/>
                      <a:pt x="7375" y="6971"/>
                      <a:pt x="7605" y="6971"/>
                    </a:cubicBezTo>
                    <a:cubicBezTo>
                      <a:pt x="8412" y="6914"/>
                      <a:pt x="9045" y="6280"/>
                      <a:pt x="9045" y="5474"/>
                    </a:cubicBezTo>
                    <a:cubicBezTo>
                      <a:pt x="9045" y="4667"/>
                      <a:pt x="8354" y="3976"/>
                      <a:pt x="7490" y="3976"/>
                    </a:cubicBezTo>
                    <a:cubicBezTo>
                      <a:pt x="6914" y="3976"/>
                      <a:pt x="6338" y="4321"/>
                      <a:pt x="6107" y="4897"/>
                    </a:cubicBezTo>
                    <a:cubicBezTo>
                      <a:pt x="5934" y="4869"/>
                      <a:pt x="5747" y="4854"/>
                      <a:pt x="5560" y="4854"/>
                    </a:cubicBezTo>
                    <a:cubicBezTo>
                      <a:pt x="5373" y="4854"/>
                      <a:pt x="5185" y="4869"/>
                      <a:pt x="5012" y="4897"/>
                    </a:cubicBezTo>
                    <a:cubicBezTo>
                      <a:pt x="4897" y="4897"/>
                      <a:pt x="4840" y="4955"/>
                      <a:pt x="4724" y="4955"/>
                    </a:cubicBezTo>
                    <a:cubicBezTo>
                      <a:pt x="4955" y="3630"/>
                      <a:pt x="6107" y="2651"/>
                      <a:pt x="7490" y="2651"/>
                    </a:cubicBezTo>
                    <a:cubicBezTo>
                      <a:pt x="7893" y="2651"/>
                      <a:pt x="7835" y="2190"/>
                      <a:pt x="7490" y="2190"/>
                    </a:cubicBezTo>
                    <a:lnTo>
                      <a:pt x="4724" y="2190"/>
                    </a:lnTo>
                    <a:cubicBezTo>
                      <a:pt x="4321" y="2190"/>
                      <a:pt x="3918" y="2305"/>
                      <a:pt x="3630" y="2593"/>
                    </a:cubicBezTo>
                    <a:lnTo>
                      <a:pt x="1556" y="4609"/>
                    </a:lnTo>
                    <a:cubicBezTo>
                      <a:pt x="1441" y="4725"/>
                      <a:pt x="1325" y="4782"/>
                      <a:pt x="1153" y="4782"/>
                    </a:cubicBezTo>
                    <a:cubicBezTo>
                      <a:pt x="980" y="4782"/>
                      <a:pt x="807" y="4725"/>
                      <a:pt x="749" y="4609"/>
                    </a:cubicBezTo>
                    <a:cubicBezTo>
                      <a:pt x="519" y="4379"/>
                      <a:pt x="519" y="4033"/>
                      <a:pt x="749" y="3803"/>
                    </a:cubicBezTo>
                    <a:lnTo>
                      <a:pt x="2939" y="1671"/>
                    </a:lnTo>
                    <a:cubicBezTo>
                      <a:pt x="3342" y="1268"/>
                      <a:pt x="3918" y="1038"/>
                      <a:pt x="4552" y="1038"/>
                    </a:cubicBezTo>
                    <a:close/>
                    <a:moveTo>
                      <a:pt x="12387" y="1"/>
                    </a:moveTo>
                    <a:cubicBezTo>
                      <a:pt x="12214" y="1"/>
                      <a:pt x="12099" y="116"/>
                      <a:pt x="12099" y="231"/>
                    </a:cubicBezTo>
                    <a:lnTo>
                      <a:pt x="12099" y="577"/>
                    </a:lnTo>
                    <a:lnTo>
                      <a:pt x="4552" y="577"/>
                    </a:lnTo>
                    <a:cubicBezTo>
                      <a:pt x="3803" y="577"/>
                      <a:pt x="3111" y="807"/>
                      <a:pt x="2593" y="1326"/>
                    </a:cubicBezTo>
                    <a:lnTo>
                      <a:pt x="404" y="3515"/>
                    </a:lnTo>
                    <a:cubicBezTo>
                      <a:pt x="0" y="3918"/>
                      <a:pt x="0" y="4609"/>
                      <a:pt x="404" y="5013"/>
                    </a:cubicBezTo>
                    <a:cubicBezTo>
                      <a:pt x="576" y="5185"/>
                      <a:pt x="865" y="5301"/>
                      <a:pt x="1153" y="5301"/>
                    </a:cubicBezTo>
                    <a:cubicBezTo>
                      <a:pt x="1210" y="5301"/>
                      <a:pt x="1325" y="5531"/>
                      <a:pt x="1325" y="5531"/>
                    </a:cubicBezTo>
                    <a:cubicBezTo>
                      <a:pt x="1556" y="5762"/>
                      <a:pt x="1786" y="5877"/>
                      <a:pt x="2074" y="5877"/>
                    </a:cubicBezTo>
                    <a:cubicBezTo>
                      <a:pt x="2362" y="5877"/>
                      <a:pt x="2650" y="5762"/>
                      <a:pt x="2881" y="5589"/>
                    </a:cubicBezTo>
                    <a:lnTo>
                      <a:pt x="4552" y="3918"/>
                    </a:lnTo>
                    <a:cubicBezTo>
                      <a:pt x="4609" y="3860"/>
                      <a:pt x="4667" y="3803"/>
                      <a:pt x="4724" y="3803"/>
                    </a:cubicBezTo>
                    <a:cubicBezTo>
                      <a:pt x="4436" y="4206"/>
                      <a:pt x="4321" y="4667"/>
                      <a:pt x="4264" y="5185"/>
                    </a:cubicBezTo>
                    <a:cubicBezTo>
                      <a:pt x="3515" y="5531"/>
                      <a:pt x="2996" y="6222"/>
                      <a:pt x="2766" y="7029"/>
                    </a:cubicBezTo>
                    <a:cubicBezTo>
                      <a:pt x="2650" y="7605"/>
                      <a:pt x="2708" y="8181"/>
                      <a:pt x="2881" y="8700"/>
                    </a:cubicBezTo>
                    <a:cubicBezTo>
                      <a:pt x="2924" y="8807"/>
                      <a:pt x="3015" y="8851"/>
                      <a:pt x="3107" y="8851"/>
                    </a:cubicBezTo>
                    <a:cubicBezTo>
                      <a:pt x="3260" y="8851"/>
                      <a:pt x="3414" y="8729"/>
                      <a:pt x="3342" y="8584"/>
                    </a:cubicBezTo>
                    <a:cubicBezTo>
                      <a:pt x="3169" y="8124"/>
                      <a:pt x="3111" y="7605"/>
                      <a:pt x="3227" y="7144"/>
                    </a:cubicBezTo>
                    <a:cubicBezTo>
                      <a:pt x="3457" y="6222"/>
                      <a:pt x="4206" y="5531"/>
                      <a:pt x="5128" y="5358"/>
                    </a:cubicBezTo>
                    <a:cubicBezTo>
                      <a:pt x="5277" y="5332"/>
                      <a:pt x="5427" y="5319"/>
                      <a:pt x="5577" y="5319"/>
                    </a:cubicBezTo>
                    <a:cubicBezTo>
                      <a:pt x="6411" y="5319"/>
                      <a:pt x="7223" y="5720"/>
                      <a:pt x="7663" y="6453"/>
                    </a:cubicBezTo>
                    <a:cubicBezTo>
                      <a:pt x="7612" y="6470"/>
                      <a:pt x="7561" y="6477"/>
                      <a:pt x="7511" y="6477"/>
                    </a:cubicBezTo>
                    <a:cubicBezTo>
                      <a:pt x="7389" y="6477"/>
                      <a:pt x="7266" y="6436"/>
                      <a:pt x="7144" y="6395"/>
                    </a:cubicBezTo>
                    <a:cubicBezTo>
                      <a:pt x="7040" y="6366"/>
                      <a:pt x="6932" y="6351"/>
                      <a:pt x="6824" y="6351"/>
                    </a:cubicBezTo>
                    <a:cubicBezTo>
                      <a:pt x="6514" y="6351"/>
                      <a:pt x="6206" y="6470"/>
                      <a:pt x="5992" y="6683"/>
                    </a:cubicBezTo>
                    <a:cubicBezTo>
                      <a:pt x="5416" y="7202"/>
                      <a:pt x="5646" y="8239"/>
                      <a:pt x="6395" y="8527"/>
                    </a:cubicBezTo>
                    <a:cubicBezTo>
                      <a:pt x="6741" y="8656"/>
                      <a:pt x="7086" y="8721"/>
                      <a:pt x="7432" y="8721"/>
                    </a:cubicBezTo>
                    <a:cubicBezTo>
                      <a:pt x="7547" y="8721"/>
                      <a:pt x="7663" y="8714"/>
                      <a:pt x="7778" y="8700"/>
                    </a:cubicBezTo>
                    <a:lnTo>
                      <a:pt x="7778" y="8700"/>
                    </a:lnTo>
                    <a:cubicBezTo>
                      <a:pt x="7432" y="9449"/>
                      <a:pt x="6798" y="9967"/>
                      <a:pt x="5992" y="10082"/>
                    </a:cubicBezTo>
                    <a:cubicBezTo>
                      <a:pt x="5862" y="10106"/>
                      <a:pt x="5731" y="10117"/>
                      <a:pt x="5598" y="10117"/>
                    </a:cubicBezTo>
                    <a:cubicBezTo>
                      <a:pt x="5081" y="10117"/>
                      <a:pt x="4549" y="9942"/>
                      <a:pt x="4091" y="9621"/>
                    </a:cubicBezTo>
                    <a:cubicBezTo>
                      <a:pt x="4042" y="9572"/>
                      <a:pt x="3990" y="9552"/>
                      <a:pt x="3941" y="9552"/>
                    </a:cubicBezTo>
                    <a:cubicBezTo>
                      <a:pt x="3761" y="9552"/>
                      <a:pt x="3621" y="9831"/>
                      <a:pt x="3803" y="9967"/>
                    </a:cubicBezTo>
                    <a:cubicBezTo>
                      <a:pt x="4379" y="10370"/>
                      <a:pt x="5012" y="10601"/>
                      <a:pt x="5589" y="10601"/>
                    </a:cubicBezTo>
                    <a:cubicBezTo>
                      <a:pt x="5761" y="10601"/>
                      <a:pt x="5934" y="10543"/>
                      <a:pt x="6049" y="10543"/>
                    </a:cubicBezTo>
                    <a:cubicBezTo>
                      <a:pt x="6626" y="10428"/>
                      <a:pt x="7086" y="10198"/>
                      <a:pt x="7490" y="9852"/>
                    </a:cubicBezTo>
                    <a:cubicBezTo>
                      <a:pt x="7893" y="9506"/>
                      <a:pt x="8181" y="9103"/>
                      <a:pt x="8296" y="8642"/>
                    </a:cubicBezTo>
                    <a:cubicBezTo>
                      <a:pt x="8872" y="8527"/>
                      <a:pt x="9333" y="8296"/>
                      <a:pt x="9737" y="7893"/>
                    </a:cubicBezTo>
                    <a:cubicBezTo>
                      <a:pt x="10313" y="7317"/>
                      <a:pt x="10658" y="6568"/>
                      <a:pt x="10889" y="5934"/>
                    </a:cubicBezTo>
                    <a:cubicBezTo>
                      <a:pt x="11119" y="5474"/>
                      <a:pt x="11407" y="5243"/>
                      <a:pt x="11926" y="5243"/>
                    </a:cubicBezTo>
                    <a:lnTo>
                      <a:pt x="12099" y="5243"/>
                    </a:lnTo>
                    <a:lnTo>
                      <a:pt x="12099" y="5531"/>
                    </a:lnTo>
                    <a:cubicBezTo>
                      <a:pt x="12099" y="5646"/>
                      <a:pt x="12214" y="5762"/>
                      <a:pt x="12329" y="5762"/>
                    </a:cubicBezTo>
                    <a:lnTo>
                      <a:pt x="15959" y="5762"/>
                    </a:lnTo>
                    <a:cubicBezTo>
                      <a:pt x="16074" y="5762"/>
                      <a:pt x="16189" y="5646"/>
                      <a:pt x="16189" y="5531"/>
                    </a:cubicBezTo>
                    <a:lnTo>
                      <a:pt x="16189" y="2247"/>
                    </a:lnTo>
                    <a:cubicBezTo>
                      <a:pt x="16189" y="2132"/>
                      <a:pt x="16074" y="2017"/>
                      <a:pt x="15959" y="2017"/>
                    </a:cubicBezTo>
                    <a:cubicBezTo>
                      <a:pt x="15843" y="2017"/>
                      <a:pt x="15671" y="2074"/>
                      <a:pt x="15671" y="2247"/>
                    </a:cubicBezTo>
                    <a:lnTo>
                      <a:pt x="15671" y="5301"/>
                    </a:lnTo>
                    <a:lnTo>
                      <a:pt x="12560" y="5301"/>
                    </a:lnTo>
                    <a:lnTo>
                      <a:pt x="12560" y="461"/>
                    </a:lnTo>
                    <a:lnTo>
                      <a:pt x="15671" y="461"/>
                    </a:lnTo>
                    <a:lnTo>
                      <a:pt x="15671" y="980"/>
                    </a:lnTo>
                    <a:cubicBezTo>
                      <a:pt x="15671" y="1153"/>
                      <a:pt x="15786" y="1210"/>
                      <a:pt x="15959" y="1210"/>
                    </a:cubicBezTo>
                    <a:lnTo>
                      <a:pt x="15959" y="1268"/>
                    </a:lnTo>
                    <a:cubicBezTo>
                      <a:pt x="16074" y="1268"/>
                      <a:pt x="16189" y="1153"/>
                      <a:pt x="16189" y="1038"/>
                    </a:cubicBezTo>
                    <a:lnTo>
                      <a:pt x="16189" y="231"/>
                    </a:lnTo>
                    <a:cubicBezTo>
                      <a:pt x="16189" y="116"/>
                      <a:pt x="16074" y="1"/>
                      <a:pt x="159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64"/>
              <p:cNvSpPr/>
              <p:nvPr/>
            </p:nvSpPr>
            <p:spPr>
              <a:xfrm>
                <a:off x="1200225" y="3375975"/>
                <a:ext cx="38900" cy="40350"/>
              </a:xfrm>
              <a:custGeom>
                <a:rect b="b" l="l" r="r" t="t"/>
                <a:pathLst>
                  <a:path extrusionOk="0" h="1614" w="1556">
                    <a:moveTo>
                      <a:pt x="807" y="461"/>
                    </a:moveTo>
                    <a:cubicBezTo>
                      <a:pt x="979" y="461"/>
                      <a:pt x="1095" y="634"/>
                      <a:pt x="1095" y="807"/>
                    </a:cubicBezTo>
                    <a:cubicBezTo>
                      <a:pt x="1095" y="980"/>
                      <a:pt x="979" y="1095"/>
                      <a:pt x="807" y="1095"/>
                    </a:cubicBezTo>
                    <a:cubicBezTo>
                      <a:pt x="634" y="1095"/>
                      <a:pt x="461" y="980"/>
                      <a:pt x="461" y="807"/>
                    </a:cubicBezTo>
                    <a:cubicBezTo>
                      <a:pt x="461" y="634"/>
                      <a:pt x="634" y="461"/>
                      <a:pt x="807" y="461"/>
                    </a:cubicBezTo>
                    <a:close/>
                    <a:moveTo>
                      <a:pt x="807" y="0"/>
                    </a:moveTo>
                    <a:cubicBezTo>
                      <a:pt x="346" y="0"/>
                      <a:pt x="0" y="346"/>
                      <a:pt x="0" y="807"/>
                    </a:cubicBezTo>
                    <a:cubicBezTo>
                      <a:pt x="0" y="1210"/>
                      <a:pt x="346" y="1613"/>
                      <a:pt x="807" y="1613"/>
                    </a:cubicBezTo>
                    <a:cubicBezTo>
                      <a:pt x="1210" y="1613"/>
                      <a:pt x="1556" y="1210"/>
                      <a:pt x="1556" y="807"/>
                    </a:cubicBezTo>
                    <a:cubicBezTo>
                      <a:pt x="1556" y="346"/>
                      <a:pt x="1210" y="0"/>
                      <a:pt x="80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595" name="Google Shape;1595;p64"/>
          <p:cNvGrpSpPr/>
          <p:nvPr/>
        </p:nvGrpSpPr>
        <p:grpSpPr>
          <a:xfrm>
            <a:off x="947567" y="3357287"/>
            <a:ext cx="595348" cy="595348"/>
            <a:chOff x="125140" y="3122775"/>
            <a:chExt cx="707400" cy="707400"/>
          </a:xfrm>
        </p:grpSpPr>
        <p:sp>
          <p:nvSpPr>
            <p:cNvPr id="1596" name="Google Shape;1596;p64"/>
            <p:cNvSpPr/>
            <p:nvPr/>
          </p:nvSpPr>
          <p:spPr>
            <a:xfrm flipH="1">
              <a:off x="125140" y="31227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97" name="Google Shape;1597;p64"/>
            <p:cNvGrpSpPr/>
            <p:nvPr/>
          </p:nvGrpSpPr>
          <p:grpSpPr>
            <a:xfrm>
              <a:off x="276425" y="3275550"/>
              <a:ext cx="404850" cy="401850"/>
              <a:chOff x="4270875" y="2740825"/>
              <a:chExt cx="404850" cy="401850"/>
            </a:xfrm>
          </p:grpSpPr>
          <p:sp>
            <p:nvSpPr>
              <p:cNvPr id="1598" name="Google Shape;1598;p64"/>
              <p:cNvSpPr/>
              <p:nvPr/>
            </p:nvSpPr>
            <p:spPr>
              <a:xfrm>
                <a:off x="4270875" y="2740825"/>
                <a:ext cx="404850" cy="401850"/>
              </a:xfrm>
              <a:custGeom>
                <a:rect b="b" l="l" r="r" t="t"/>
                <a:pathLst>
                  <a:path extrusionOk="0" h="16074" w="16194">
                    <a:moveTo>
                      <a:pt x="7605" y="519"/>
                    </a:moveTo>
                    <a:cubicBezTo>
                      <a:pt x="8700" y="519"/>
                      <a:pt x="9679" y="1440"/>
                      <a:pt x="9679" y="2593"/>
                    </a:cubicBezTo>
                    <a:cubicBezTo>
                      <a:pt x="9679" y="3745"/>
                      <a:pt x="8700" y="4667"/>
                      <a:pt x="7605" y="4667"/>
                    </a:cubicBezTo>
                    <a:cubicBezTo>
                      <a:pt x="6453" y="4667"/>
                      <a:pt x="5474" y="3745"/>
                      <a:pt x="5474" y="2593"/>
                    </a:cubicBezTo>
                    <a:cubicBezTo>
                      <a:pt x="5474" y="1440"/>
                      <a:pt x="6453" y="519"/>
                      <a:pt x="7605" y="519"/>
                    </a:cubicBezTo>
                    <a:close/>
                    <a:moveTo>
                      <a:pt x="8585" y="4897"/>
                    </a:moveTo>
                    <a:cubicBezTo>
                      <a:pt x="8873" y="5012"/>
                      <a:pt x="9103" y="5070"/>
                      <a:pt x="9333" y="5185"/>
                    </a:cubicBezTo>
                    <a:cubicBezTo>
                      <a:pt x="9631" y="5334"/>
                      <a:pt x="9502" y="5738"/>
                      <a:pt x="9240" y="5738"/>
                    </a:cubicBezTo>
                    <a:cubicBezTo>
                      <a:pt x="9197" y="5738"/>
                      <a:pt x="9151" y="5728"/>
                      <a:pt x="9103" y="5703"/>
                    </a:cubicBezTo>
                    <a:cubicBezTo>
                      <a:pt x="8642" y="5473"/>
                      <a:pt x="8124" y="5358"/>
                      <a:pt x="7605" y="5358"/>
                    </a:cubicBezTo>
                    <a:cubicBezTo>
                      <a:pt x="7029" y="5358"/>
                      <a:pt x="6511" y="5473"/>
                      <a:pt x="6050" y="5703"/>
                    </a:cubicBezTo>
                    <a:cubicBezTo>
                      <a:pt x="6001" y="5728"/>
                      <a:pt x="5955" y="5738"/>
                      <a:pt x="5913" y="5738"/>
                    </a:cubicBezTo>
                    <a:cubicBezTo>
                      <a:pt x="5651" y="5738"/>
                      <a:pt x="5522" y="5334"/>
                      <a:pt x="5819" y="5185"/>
                    </a:cubicBezTo>
                    <a:cubicBezTo>
                      <a:pt x="6050" y="5070"/>
                      <a:pt x="6280" y="5012"/>
                      <a:pt x="6568" y="4897"/>
                    </a:cubicBezTo>
                    <a:cubicBezTo>
                      <a:pt x="6856" y="5070"/>
                      <a:pt x="7202" y="5127"/>
                      <a:pt x="7548" y="5127"/>
                    </a:cubicBezTo>
                    <a:cubicBezTo>
                      <a:pt x="7951" y="5127"/>
                      <a:pt x="8296" y="5070"/>
                      <a:pt x="8585" y="4897"/>
                    </a:cubicBezTo>
                    <a:close/>
                    <a:moveTo>
                      <a:pt x="14688" y="7941"/>
                    </a:moveTo>
                    <a:cubicBezTo>
                      <a:pt x="14830" y="7941"/>
                      <a:pt x="14922" y="8136"/>
                      <a:pt x="14922" y="8238"/>
                    </a:cubicBezTo>
                    <a:cubicBezTo>
                      <a:pt x="14979" y="8296"/>
                      <a:pt x="14979" y="8411"/>
                      <a:pt x="14979" y="8526"/>
                    </a:cubicBezTo>
                    <a:cubicBezTo>
                      <a:pt x="14922" y="8526"/>
                      <a:pt x="14922" y="8469"/>
                      <a:pt x="14864" y="8469"/>
                    </a:cubicBezTo>
                    <a:cubicBezTo>
                      <a:pt x="14691" y="8469"/>
                      <a:pt x="14576" y="8354"/>
                      <a:pt x="14518" y="8238"/>
                    </a:cubicBezTo>
                    <a:cubicBezTo>
                      <a:pt x="14461" y="8123"/>
                      <a:pt x="14461" y="7950"/>
                      <a:pt x="14634" y="7950"/>
                    </a:cubicBezTo>
                    <a:cubicBezTo>
                      <a:pt x="14652" y="7944"/>
                      <a:pt x="14670" y="7941"/>
                      <a:pt x="14688" y="7941"/>
                    </a:cubicBezTo>
                    <a:close/>
                    <a:moveTo>
                      <a:pt x="7605" y="0"/>
                    </a:moveTo>
                    <a:cubicBezTo>
                      <a:pt x="6165" y="0"/>
                      <a:pt x="5013" y="1152"/>
                      <a:pt x="5013" y="2535"/>
                    </a:cubicBezTo>
                    <a:cubicBezTo>
                      <a:pt x="5013" y="2938"/>
                      <a:pt x="5070" y="3284"/>
                      <a:pt x="5243" y="3572"/>
                    </a:cubicBezTo>
                    <a:cubicBezTo>
                      <a:pt x="4955" y="3687"/>
                      <a:pt x="4667" y="3802"/>
                      <a:pt x="4437" y="3918"/>
                    </a:cubicBezTo>
                    <a:cubicBezTo>
                      <a:pt x="3883" y="3494"/>
                      <a:pt x="3274" y="3402"/>
                      <a:pt x="2849" y="3402"/>
                    </a:cubicBezTo>
                    <a:cubicBezTo>
                      <a:pt x="2523" y="3402"/>
                      <a:pt x="2305" y="3457"/>
                      <a:pt x="2305" y="3457"/>
                    </a:cubicBezTo>
                    <a:cubicBezTo>
                      <a:pt x="2132" y="3457"/>
                      <a:pt x="2074" y="3572"/>
                      <a:pt x="2132" y="3745"/>
                    </a:cubicBezTo>
                    <a:lnTo>
                      <a:pt x="2535" y="5473"/>
                    </a:lnTo>
                    <a:cubicBezTo>
                      <a:pt x="1959" y="6222"/>
                      <a:pt x="1556" y="7086"/>
                      <a:pt x="1326" y="7950"/>
                    </a:cubicBezTo>
                    <a:lnTo>
                      <a:pt x="1153" y="7950"/>
                    </a:lnTo>
                    <a:cubicBezTo>
                      <a:pt x="519" y="7950"/>
                      <a:pt x="0" y="8469"/>
                      <a:pt x="0" y="9103"/>
                    </a:cubicBezTo>
                    <a:lnTo>
                      <a:pt x="0" y="10658"/>
                    </a:lnTo>
                    <a:cubicBezTo>
                      <a:pt x="0" y="11292"/>
                      <a:pt x="519" y="11810"/>
                      <a:pt x="1153" y="11810"/>
                    </a:cubicBezTo>
                    <a:lnTo>
                      <a:pt x="1556" y="11810"/>
                    </a:lnTo>
                    <a:cubicBezTo>
                      <a:pt x="1902" y="12559"/>
                      <a:pt x="2305" y="13250"/>
                      <a:pt x="2881" y="13884"/>
                    </a:cubicBezTo>
                    <a:cubicBezTo>
                      <a:pt x="3111" y="14115"/>
                      <a:pt x="3227" y="14345"/>
                      <a:pt x="3227" y="14691"/>
                    </a:cubicBezTo>
                    <a:lnTo>
                      <a:pt x="3227" y="15497"/>
                    </a:lnTo>
                    <a:cubicBezTo>
                      <a:pt x="3227" y="15843"/>
                      <a:pt x="3457" y="16073"/>
                      <a:pt x="3803" y="16073"/>
                    </a:cubicBezTo>
                    <a:lnTo>
                      <a:pt x="5070" y="16073"/>
                    </a:lnTo>
                    <a:cubicBezTo>
                      <a:pt x="5416" y="16073"/>
                      <a:pt x="5646" y="15843"/>
                      <a:pt x="5646" y="15555"/>
                    </a:cubicBezTo>
                    <a:lnTo>
                      <a:pt x="5646" y="15382"/>
                    </a:lnTo>
                    <a:cubicBezTo>
                      <a:pt x="5646" y="15267"/>
                      <a:pt x="5762" y="15152"/>
                      <a:pt x="5877" y="15152"/>
                    </a:cubicBezTo>
                    <a:lnTo>
                      <a:pt x="9218" y="15152"/>
                    </a:lnTo>
                    <a:cubicBezTo>
                      <a:pt x="9333" y="15152"/>
                      <a:pt x="9449" y="15267"/>
                      <a:pt x="9449" y="15382"/>
                    </a:cubicBezTo>
                    <a:lnTo>
                      <a:pt x="9449" y="15555"/>
                    </a:lnTo>
                    <a:cubicBezTo>
                      <a:pt x="9449" y="15843"/>
                      <a:pt x="9679" y="16073"/>
                      <a:pt x="10025" y="16073"/>
                    </a:cubicBezTo>
                    <a:lnTo>
                      <a:pt x="11292" y="16073"/>
                    </a:lnTo>
                    <a:cubicBezTo>
                      <a:pt x="11580" y="16073"/>
                      <a:pt x="11868" y="15843"/>
                      <a:pt x="11868" y="15497"/>
                    </a:cubicBezTo>
                    <a:lnTo>
                      <a:pt x="11868" y="14691"/>
                    </a:lnTo>
                    <a:cubicBezTo>
                      <a:pt x="11868" y="14345"/>
                      <a:pt x="11984" y="14057"/>
                      <a:pt x="12156" y="13884"/>
                    </a:cubicBezTo>
                    <a:cubicBezTo>
                      <a:pt x="12444" y="13596"/>
                      <a:pt x="12675" y="13308"/>
                      <a:pt x="12905" y="12962"/>
                    </a:cubicBezTo>
                    <a:cubicBezTo>
                      <a:pt x="12986" y="12801"/>
                      <a:pt x="12840" y="12611"/>
                      <a:pt x="12687" y="12611"/>
                    </a:cubicBezTo>
                    <a:cubicBezTo>
                      <a:pt x="12621" y="12611"/>
                      <a:pt x="12554" y="12646"/>
                      <a:pt x="12502" y="12732"/>
                    </a:cubicBezTo>
                    <a:cubicBezTo>
                      <a:pt x="12272" y="13020"/>
                      <a:pt x="12099" y="13308"/>
                      <a:pt x="11811" y="13539"/>
                    </a:cubicBezTo>
                    <a:cubicBezTo>
                      <a:pt x="11523" y="13827"/>
                      <a:pt x="11407" y="14230"/>
                      <a:pt x="11407" y="14691"/>
                    </a:cubicBezTo>
                    <a:lnTo>
                      <a:pt x="11407" y="15497"/>
                    </a:lnTo>
                    <a:cubicBezTo>
                      <a:pt x="11407" y="15555"/>
                      <a:pt x="11350" y="15612"/>
                      <a:pt x="11292" y="15612"/>
                    </a:cubicBezTo>
                    <a:lnTo>
                      <a:pt x="10025" y="15612"/>
                    </a:lnTo>
                    <a:cubicBezTo>
                      <a:pt x="9967" y="15612"/>
                      <a:pt x="9910" y="15555"/>
                      <a:pt x="9910" y="15497"/>
                    </a:cubicBezTo>
                    <a:lnTo>
                      <a:pt x="9910" y="15324"/>
                    </a:lnTo>
                    <a:cubicBezTo>
                      <a:pt x="9910" y="14979"/>
                      <a:pt x="9622" y="14691"/>
                      <a:pt x="9218" y="14691"/>
                    </a:cubicBezTo>
                    <a:lnTo>
                      <a:pt x="5877" y="14691"/>
                    </a:lnTo>
                    <a:cubicBezTo>
                      <a:pt x="5474" y="14691"/>
                      <a:pt x="5185" y="14979"/>
                      <a:pt x="5185" y="15324"/>
                    </a:cubicBezTo>
                    <a:lnTo>
                      <a:pt x="5185" y="15497"/>
                    </a:lnTo>
                    <a:cubicBezTo>
                      <a:pt x="5185" y="15555"/>
                      <a:pt x="5128" y="15612"/>
                      <a:pt x="5070" y="15612"/>
                    </a:cubicBezTo>
                    <a:lnTo>
                      <a:pt x="3803" y="15612"/>
                    </a:lnTo>
                    <a:cubicBezTo>
                      <a:pt x="3745" y="15612"/>
                      <a:pt x="3688" y="15555"/>
                      <a:pt x="3688" y="15497"/>
                    </a:cubicBezTo>
                    <a:lnTo>
                      <a:pt x="3688" y="14633"/>
                    </a:lnTo>
                    <a:cubicBezTo>
                      <a:pt x="3688" y="14230"/>
                      <a:pt x="3515" y="13827"/>
                      <a:pt x="3227" y="13539"/>
                    </a:cubicBezTo>
                    <a:cubicBezTo>
                      <a:pt x="2651" y="12905"/>
                      <a:pt x="2247" y="12213"/>
                      <a:pt x="1959" y="11465"/>
                    </a:cubicBezTo>
                    <a:cubicBezTo>
                      <a:pt x="1902" y="11349"/>
                      <a:pt x="1844" y="11292"/>
                      <a:pt x="1729" y="11292"/>
                    </a:cubicBezTo>
                    <a:lnTo>
                      <a:pt x="1153" y="11292"/>
                    </a:lnTo>
                    <a:cubicBezTo>
                      <a:pt x="749" y="11292"/>
                      <a:pt x="461" y="11004"/>
                      <a:pt x="461" y="10658"/>
                    </a:cubicBezTo>
                    <a:lnTo>
                      <a:pt x="461" y="9103"/>
                    </a:lnTo>
                    <a:cubicBezTo>
                      <a:pt x="461" y="8699"/>
                      <a:pt x="749" y="8411"/>
                      <a:pt x="1153" y="8411"/>
                    </a:cubicBezTo>
                    <a:lnTo>
                      <a:pt x="1498" y="8411"/>
                    </a:lnTo>
                    <a:cubicBezTo>
                      <a:pt x="1614" y="8411"/>
                      <a:pt x="1729" y="8354"/>
                      <a:pt x="1729" y="8238"/>
                    </a:cubicBezTo>
                    <a:cubicBezTo>
                      <a:pt x="1959" y="7317"/>
                      <a:pt x="2363" y="6452"/>
                      <a:pt x="2996" y="5703"/>
                    </a:cubicBezTo>
                    <a:cubicBezTo>
                      <a:pt x="3054" y="5646"/>
                      <a:pt x="3054" y="5588"/>
                      <a:pt x="3054" y="5473"/>
                    </a:cubicBezTo>
                    <a:lnTo>
                      <a:pt x="2651" y="3860"/>
                    </a:lnTo>
                    <a:cubicBezTo>
                      <a:pt x="2996" y="3860"/>
                      <a:pt x="3688" y="3860"/>
                      <a:pt x="4264" y="4378"/>
                    </a:cubicBezTo>
                    <a:cubicBezTo>
                      <a:pt x="4321" y="4436"/>
                      <a:pt x="4437" y="4436"/>
                      <a:pt x="4552" y="4436"/>
                    </a:cubicBezTo>
                    <a:cubicBezTo>
                      <a:pt x="4840" y="4263"/>
                      <a:pt x="5128" y="4090"/>
                      <a:pt x="5474" y="3975"/>
                    </a:cubicBezTo>
                    <a:cubicBezTo>
                      <a:pt x="5589" y="4206"/>
                      <a:pt x="5762" y="4378"/>
                      <a:pt x="5992" y="4551"/>
                    </a:cubicBezTo>
                    <a:cubicBezTo>
                      <a:pt x="5877" y="4609"/>
                      <a:pt x="5704" y="4667"/>
                      <a:pt x="5589" y="4724"/>
                    </a:cubicBezTo>
                    <a:cubicBezTo>
                      <a:pt x="4833" y="5077"/>
                      <a:pt x="5223" y="6180"/>
                      <a:pt x="5912" y="6180"/>
                    </a:cubicBezTo>
                    <a:cubicBezTo>
                      <a:pt x="6010" y="6180"/>
                      <a:pt x="6114" y="6157"/>
                      <a:pt x="6222" y="6107"/>
                    </a:cubicBezTo>
                    <a:cubicBezTo>
                      <a:pt x="6683" y="5934"/>
                      <a:pt x="7144" y="5819"/>
                      <a:pt x="7605" y="5819"/>
                    </a:cubicBezTo>
                    <a:cubicBezTo>
                      <a:pt x="8066" y="5819"/>
                      <a:pt x="8469" y="5934"/>
                      <a:pt x="8930" y="6107"/>
                    </a:cubicBezTo>
                    <a:cubicBezTo>
                      <a:pt x="9038" y="6157"/>
                      <a:pt x="9143" y="6180"/>
                      <a:pt x="9241" y="6180"/>
                    </a:cubicBezTo>
                    <a:cubicBezTo>
                      <a:pt x="9929" y="6180"/>
                      <a:pt x="10320" y="5077"/>
                      <a:pt x="9564" y="4724"/>
                    </a:cubicBezTo>
                    <a:cubicBezTo>
                      <a:pt x="9391" y="4667"/>
                      <a:pt x="9276" y="4609"/>
                      <a:pt x="9161" y="4551"/>
                    </a:cubicBezTo>
                    <a:cubicBezTo>
                      <a:pt x="9333" y="4436"/>
                      <a:pt x="9506" y="4206"/>
                      <a:pt x="9679" y="4033"/>
                    </a:cubicBezTo>
                    <a:cubicBezTo>
                      <a:pt x="10774" y="4436"/>
                      <a:pt x="11696" y="5127"/>
                      <a:pt x="12329" y="6107"/>
                    </a:cubicBezTo>
                    <a:cubicBezTo>
                      <a:pt x="13078" y="7086"/>
                      <a:pt x="13424" y="8238"/>
                      <a:pt x="13424" y="9506"/>
                    </a:cubicBezTo>
                    <a:cubicBezTo>
                      <a:pt x="13424" y="10197"/>
                      <a:pt x="13309" y="10946"/>
                      <a:pt x="13021" y="11580"/>
                    </a:cubicBezTo>
                    <a:cubicBezTo>
                      <a:pt x="12984" y="11764"/>
                      <a:pt x="13135" y="11901"/>
                      <a:pt x="13279" y="11901"/>
                    </a:cubicBezTo>
                    <a:cubicBezTo>
                      <a:pt x="13360" y="11901"/>
                      <a:pt x="13440" y="11857"/>
                      <a:pt x="13481" y="11753"/>
                    </a:cubicBezTo>
                    <a:cubicBezTo>
                      <a:pt x="13712" y="11176"/>
                      <a:pt x="13827" y="10543"/>
                      <a:pt x="13885" y="9909"/>
                    </a:cubicBezTo>
                    <a:cubicBezTo>
                      <a:pt x="14461" y="9909"/>
                      <a:pt x="14979" y="9679"/>
                      <a:pt x="15267" y="9218"/>
                    </a:cubicBezTo>
                    <a:cubicBezTo>
                      <a:pt x="15325" y="9103"/>
                      <a:pt x="15325" y="8987"/>
                      <a:pt x="15383" y="8930"/>
                    </a:cubicBezTo>
                    <a:cubicBezTo>
                      <a:pt x="15613" y="8814"/>
                      <a:pt x="15843" y="8699"/>
                      <a:pt x="16016" y="8526"/>
                    </a:cubicBezTo>
                    <a:cubicBezTo>
                      <a:pt x="16193" y="8350"/>
                      <a:pt x="16031" y="8105"/>
                      <a:pt x="15841" y="8105"/>
                    </a:cubicBezTo>
                    <a:cubicBezTo>
                      <a:pt x="15784" y="8105"/>
                      <a:pt x="15724" y="8127"/>
                      <a:pt x="15671" y="8181"/>
                    </a:cubicBezTo>
                    <a:cubicBezTo>
                      <a:pt x="15613" y="8296"/>
                      <a:pt x="15555" y="8354"/>
                      <a:pt x="15440" y="8354"/>
                    </a:cubicBezTo>
                    <a:cubicBezTo>
                      <a:pt x="15440" y="8123"/>
                      <a:pt x="15383" y="7950"/>
                      <a:pt x="15210" y="7777"/>
                    </a:cubicBezTo>
                    <a:cubicBezTo>
                      <a:pt x="15095" y="7547"/>
                      <a:pt x="14864" y="7432"/>
                      <a:pt x="14576" y="7432"/>
                    </a:cubicBezTo>
                    <a:cubicBezTo>
                      <a:pt x="14346" y="7432"/>
                      <a:pt x="14115" y="7605"/>
                      <a:pt x="14058" y="7835"/>
                    </a:cubicBezTo>
                    <a:cubicBezTo>
                      <a:pt x="13885" y="8296"/>
                      <a:pt x="14288" y="8814"/>
                      <a:pt x="14691" y="8930"/>
                    </a:cubicBezTo>
                    <a:lnTo>
                      <a:pt x="14864" y="8930"/>
                    </a:lnTo>
                    <a:cubicBezTo>
                      <a:pt x="14691" y="9275"/>
                      <a:pt x="14288" y="9448"/>
                      <a:pt x="13942" y="9448"/>
                    </a:cubicBezTo>
                    <a:cubicBezTo>
                      <a:pt x="13885" y="8123"/>
                      <a:pt x="13481" y="6913"/>
                      <a:pt x="12732" y="5819"/>
                    </a:cubicBezTo>
                    <a:cubicBezTo>
                      <a:pt x="12041" y="4782"/>
                      <a:pt x="11062" y="4033"/>
                      <a:pt x="9910" y="3572"/>
                    </a:cubicBezTo>
                    <a:cubicBezTo>
                      <a:pt x="10082" y="3284"/>
                      <a:pt x="10140" y="2938"/>
                      <a:pt x="10140" y="2535"/>
                    </a:cubicBezTo>
                    <a:cubicBezTo>
                      <a:pt x="10140" y="1152"/>
                      <a:pt x="8988" y="0"/>
                      <a:pt x="76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4"/>
              <p:cNvSpPr/>
              <p:nvPr/>
            </p:nvSpPr>
            <p:spPr>
              <a:xfrm>
                <a:off x="4437950" y="2767450"/>
                <a:ext cx="41800" cy="76725"/>
              </a:xfrm>
              <a:custGeom>
                <a:rect b="b" l="l" r="r" t="t"/>
                <a:pathLst>
                  <a:path extrusionOk="0" h="3069" w="1672">
                    <a:moveTo>
                      <a:pt x="893" y="1"/>
                    </a:moveTo>
                    <a:cubicBezTo>
                      <a:pt x="764" y="1"/>
                      <a:pt x="634" y="87"/>
                      <a:pt x="634" y="260"/>
                    </a:cubicBezTo>
                    <a:lnTo>
                      <a:pt x="634" y="375"/>
                    </a:lnTo>
                    <a:cubicBezTo>
                      <a:pt x="634" y="375"/>
                      <a:pt x="0" y="1182"/>
                      <a:pt x="404" y="1470"/>
                    </a:cubicBezTo>
                    <a:cubicBezTo>
                      <a:pt x="576" y="1585"/>
                      <a:pt x="807" y="1700"/>
                      <a:pt x="980" y="1758"/>
                    </a:cubicBezTo>
                    <a:cubicBezTo>
                      <a:pt x="1153" y="1816"/>
                      <a:pt x="1153" y="1931"/>
                      <a:pt x="1153" y="1988"/>
                    </a:cubicBezTo>
                    <a:cubicBezTo>
                      <a:pt x="1153" y="2104"/>
                      <a:pt x="1037" y="2276"/>
                      <a:pt x="865" y="2276"/>
                    </a:cubicBezTo>
                    <a:cubicBezTo>
                      <a:pt x="692" y="2276"/>
                      <a:pt x="634" y="2276"/>
                      <a:pt x="519" y="2161"/>
                    </a:cubicBezTo>
                    <a:cubicBezTo>
                      <a:pt x="471" y="2137"/>
                      <a:pt x="414" y="2123"/>
                      <a:pt x="358" y="2123"/>
                    </a:cubicBezTo>
                    <a:cubicBezTo>
                      <a:pt x="280" y="2123"/>
                      <a:pt x="207" y="2151"/>
                      <a:pt x="173" y="2219"/>
                    </a:cubicBezTo>
                    <a:cubicBezTo>
                      <a:pt x="116" y="2334"/>
                      <a:pt x="116" y="2507"/>
                      <a:pt x="231" y="2565"/>
                    </a:cubicBezTo>
                    <a:cubicBezTo>
                      <a:pt x="404" y="2680"/>
                      <a:pt x="692" y="2737"/>
                      <a:pt x="692" y="2737"/>
                    </a:cubicBezTo>
                    <a:lnTo>
                      <a:pt x="692" y="2853"/>
                    </a:lnTo>
                    <a:cubicBezTo>
                      <a:pt x="692" y="2997"/>
                      <a:pt x="793" y="3069"/>
                      <a:pt x="893" y="3069"/>
                    </a:cubicBezTo>
                    <a:cubicBezTo>
                      <a:pt x="994" y="3069"/>
                      <a:pt x="1095" y="2997"/>
                      <a:pt x="1095" y="2853"/>
                    </a:cubicBezTo>
                    <a:lnTo>
                      <a:pt x="1095" y="2680"/>
                    </a:lnTo>
                    <a:cubicBezTo>
                      <a:pt x="1095" y="2680"/>
                      <a:pt x="1613" y="2334"/>
                      <a:pt x="1613" y="2104"/>
                    </a:cubicBezTo>
                    <a:cubicBezTo>
                      <a:pt x="1671" y="1758"/>
                      <a:pt x="1498" y="1412"/>
                      <a:pt x="1153" y="1297"/>
                    </a:cubicBezTo>
                    <a:cubicBezTo>
                      <a:pt x="980" y="1239"/>
                      <a:pt x="807" y="1182"/>
                      <a:pt x="692" y="1124"/>
                    </a:cubicBezTo>
                    <a:cubicBezTo>
                      <a:pt x="576" y="1009"/>
                      <a:pt x="749" y="836"/>
                      <a:pt x="807" y="836"/>
                    </a:cubicBezTo>
                    <a:cubicBezTo>
                      <a:pt x="841" y="825"/>
                      <a:pt x="874" y="820"/>
                      <a:pt x="903" y="820"/>
                    </a:cubicBezTo>
                    <a:cubicBezTo>
                      <a:pt x="1021" y="820"/>
                      <a:pt x="1095" y="894"/>
                      <a:pt x="1095" y="894"/>
                    </a:cubicBezTo>
                    <a:cubicBezTo>
                      <a:pt x="1095" y="894"/>
                      <a:pt x="1151" y="931"/>
                      <a:pt x="1232" y="931"/>
                    </a:cubicBezTo>
                    <a:cubicBezTo>
                      <a:pt x="1292" y="931"/>
                      <a:pt x="1367" y="910"/>
                      <a:pt x="1441" y="836"/>
                    </a:cubicBezTo>
                    <a:cubicBezTo>
                      <a:pt x="1613" y="663"/>
                      <a:pt x="1441" y="548"/>
                      <a:pt x="1441" y="548"/>
                    </a:cubicBezTo>
                    <a:cubicBezTo>
                      <a:pt x="1383" y="491"/>
                      <a:pt x="1153" y="375"/>
                      <a:pt x="1153" y="375"/>
                    </a:cubicBezTo>
                    <a:lnTo>
                      <a:pt x="1153" y="260"/>
                    </a:lnTo>
                    <a:cubicBezTo>
                      <a:pt x="1153" y="87"/>
                      <a:pt x="1023" y="1"/>
                      <a:pt x="89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0" name="Google Shape;1600;p64"/>
              <p:cNvSpPr/>
              <p:nvPr/>
            </p:nvSpPr>
            <p:spPr>
              <a:xfrm>
                <a:off x="4347200" y="2930925"/>
                <a:ext cx="14425" cy="11550"/>
              </a:xfrm>
              <a:custGeom>
                <a:rect b="b" l="l" r="r" t="t"/>
                <a:pathLst>
                  <a:path extrusionOk="0" h="462" w="577">
                    <a:moveTo>
                      <a:pt x="289" y="1"/>
                    </a:moveTo>
                    <a:cubicBezTo>
                      <a:pt x="1" y="1"/>
                      <a:pt x="1" y="462"/>
                      <a:pt x="289" y="462"/>
                    </a:cubicBezTo>
                    <a:cubicBezTo>
                      <a:pt x="577" y="462"/>
                      <a:pt x="577"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01" name="Google Shape;1601;p64"/>
          <p:cNvGrpSpPr/>
          <p:nvPr/>
        </p:nvGrpSpPr>
        <p:grpSpPr>
          <a:xfrm>
            <a:off x="947567" y="2623706"/>
            <a:ext cx="595348" cy="595348"/>
            <a:chOff x="137428" y="2251125"/>
            <a:chExt cx="707400" cy="707400"/>
          </a:xfrm>
        </p:grpSpPr>
        <p:sp>
          <p:nvSpPr>
            <p:cNvPr id="1602" name="Google Shape;1602;p64"/>
            <p:cNvSpPr/>
            <p:nvPr/>
          </p:nvSpPr>
          <p:spPr>
            <a:xfrm flipH="1">
              <a:off x="137428" y="225112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03" name="Google Shape;1603;p64"/>
            <p:cNvGrpSpPr/>
            <p:nvPr/>
          </p:nvGrpSpPr>
          <p:grpSpPr>
            <a:xfrm>
              <a:off x="290188" y="2411350"/>
              <a:ext cx="401875" cy="402800"/>
              <a:chOff x="268350" y="2716325"/>
              <a:chExt cx="401875" cy="402800"/>
            </a:xfrm>
          </p:grpSpPr>
          <p:sp>
            <p:nvSpPr>
              <p:cNvPr id="1604" name="Google Shape;1604;p64"/>
              <p:cNvSpPr/>
              <p:nvPr/>
            </p:nvSpPr>
            <p:spPr>
              <a:xfrm>
                <a:off x="268350" y="2716325"/>
                <a:ext cx="401875" cy="402800"/>
              </a:xfrm>
              <a:custGeom>
                <a:rect b="b" l="l" r="r" t="t"/>
                <a:pathLst>
                  <a:path extrusionOk="0" h="16112" w="16075">
                    <a:moveTo>
                      <a:pt x="12502" y="7490"/>
                    </a:moveTo>
                    <a:lnTo>
                      <a:pt x="12906" y="7836"/>
                    </a:lnTo>
                    <a:cubicBezTo>
                      <a:pt x="12779" y="7931"/>
                      <a:pt x="12634" y="7974"/>
                      <a:pt x="12492" y="7974"/>
                    </a:cubicBezTo>
                    <a:cubicBezTo>
                      <a:pt x="12376" y="7974"/>
                      <a:pt x="12260" y="7945"/>
                      <a:pt x="12157" y="7893"/>
                    </a:cubicBezTo>
                    <a:lnTo>
                      <a:pt x="12502" y="7490"/>
                    </a:lnTo>
                    <a:close/>
                    <a:moveTo>
                      <a:pt x="3486" y="8216"/>
                    </a:moveTo>
                    <a:cubicBezTo>
                      <a:pt x="3611" y="8216"/>
                      <a:pt x="3737" y="8242"/>
                      <a:pt x="3861" y="8297"/>
                    </a:cubicBezTo>
                    <a:cubicBezTo>
                      <a:pt x="4034" y="8757"/>
                      <a:pt x="4264" y="9161"/>
                      <a:pt x="4552" y="9506"/>
                    </a:cubicBezTo>
                    <a:lnTo>
                      <a:pt x="4494" y="9506"/>
                    </a:lnTo>
                    <a:cubicBezTo>
                      <a:pt x="4494" y="9564"/>
                      <a:pt x="4494" y="9564"/>
                      <a:pt x="4494" y="9622"/>
                    </a:cubicBezTo>
                    <a:cubicBezTo>
                      <a:pt x="4324" y="10049"/>
                      <a:pt x="3963" y="10286"/>
                      <a:pt x="3552" y="10286"/>
                    </a:cubicBezTo>
                    <a:cubicBezTo>
                      <a:pt x="3409" y="10286"/>
                      <a:pt x="3261" y="10257"/>
                      <a:pt x="3112" y="10198"/>
                    </a:cubicBezTo>
                    <a:cubicBezTo>
                      <a:pt x="2881" y="10083"/>
                      <a:pt x="2651" y="9910"/>
                      <a:pt x="2536" y="9679"/>
                    </a:cubicBezTo>
                    <a:cubicBezTo>
                      <a:pt x="2420" y="9391"/>
                      <a:pt x="2420" y="9103"/>
                      <a:pt x="2536" y="8873"/>
                    </a:cubicBezTo>
                    <a:cubicBezTo>
                      <a:pt x="2711" y="8478"/>
                      <a:pt x="3088" y="8216"/>
                      <a:pt x="3486" y="8216"/>
                    </a:cubicBezTo>
                    <a:close/>
                    <a:moveTo>
                      <a:pt x="15037" y="9622"/>
                    </a:moveTo>
                    <a:lnTo>
                      <a:pt x="15441" y="9967"/>
                    </a:lnTo>
                    <a:lnTo>
                      <a:pt x="15095" y="10371"/>
                    </a:lnTo>
                    <a:cubicBezTo>
                      <a:pt x="15037" y="10255"/>
                      <a:pt x="14980" y="10140"/>
                      <a:pt x="14980" y="9967"/>
                    </a:cubicBezTo>
                    <a:cubicBezTo>
                      <a:pt x="14922" y="9852"/>
                      <a:pt x="14980" y="9737"/>
                      <a:pt x="15037" y="9622"/>
                    </a:cubicBezTo>
                    <a:close/>
                    <a:moveTo>
                      <a:pt x="4034" y="462"/>
                    </a:moveTo>
                    <a:lnTo>
                      <a:pt x="4149" y="1038"/>
                    </a:lnTo>
                    <a:cubicBezTo>
                      <a:pt x="4149" y="1153"/>
                      <a:pt x="4264" y="1210"/>
                      <a:pt x="4322" y="1210"/>
                    </a:cubicBezTo>
                    <a:cubicBezTo>
                      <a:pt x="4494" y="1268"/>
                      <a:pt x="4667" y="1326"/>
                      <a:pt x="4783" y="1441"/>
                    </a:cubicBezTo>
                    <a:cubicBezTo>
                      <a:pt x="4840" y="1470"/>
                      <a:pt x="4898" y="1484"/>
                      <a:pt x="4948" y="1484"/>
                    </a:cubicBezTo>
                    <a:cubicBezTo>
                      <a:pt x="4999" y="1484"/>
                      <a:pt x="5042" y="1470"/>
                      <a:pt x="5071" y="1441"/>
                    </a:cubicBezTo>
                    <a:lnTo>
                      <a:pt x="5531" y="1095"/>
                    </a:lnTo>
                    <a:lnTo>
                      <a:pt x="5820" y="1383"/>
                    </a:lnTo>
                    <a:lnTo>
                      <a:pt x="5474" y="1844"/>
                    </a:lnTo>
                    <a:cubicBezTo>
                      <a:pt x="5416" y="1902"/>
                      <a:pt x="5416" y="2017"/>
                      <a:pt x="5474" y="2075"/>
                    </a:cubicBezTo>
                    <a:cubicBezTo>
                      <a:pt x="5589" y="2247"/>
                      <a:pt x="5647" y="2420"/>
                      <a:pt x="5704" y="2593"/>
                    </a:cubicBezTo>
                    <a:cubicBezTo>
                      <a:pt x="5704" y="2651"/>
                      <a:pt x="5762" y="2708"/>
                      <a:pt x="5877" y="2766"/>
                    </a:cubicBezTo>
                    <a:lnTo>
                      <a:pt x="6453" y="2824"/>
                    </a:lnTo>
                    <a:lnTo>
                      <a:pt x="6453" y="3054"/>
                    </a:lnTo>
                    <a:cubicBezTo>
                      <a:pt x="6050" y="3169"/>
                      <a:pt x="5704" y="3400"/>
                      <a:pt x="5359" y="3630"/>
                    </a:cubicBezTo>
                    <a:cubicBezTo>
                      <a:pt x="5125" y="3817"/>
                      <a:pt x="5271" y="4080"/>
                      <a:pt x="5488" y="4080"/>
                    </a:cubicBezTo>
                    <a:cubicBezTo>
                      <a:pt x="5538" y="4080"/>
                      <a:pt x="5592" y="4066"/>
                      <a:pt x="5647" y="4033"/>
                    </a:cubicBezTo>
                    <a:cubicBezTo>
                      <a:pt x="6223" y="3573"/>
                      <a:pt x="6972" y="3284"/>
                      <a:pt x="7721" y="3284"/>
                    </a:cubicBezTo>
                    <a:cubicBezTo>
                      <a:pt x="8758" y="3284"/>
                      <a:pt x="9679" y="3630"/>
                      <a:pt x="10428" y="4321"/>
                    </a:cubicBezTo>
                    <a:cubicBezTo>
                      <a:pt x="11120" y="5013"/>
                      <a:pt x="11523" y="5992"/>
                      <a:pt x="11523" y="6972"/>
                    </a:cubicBezTo>
                    <a:cubicBezTo>
                      <a:pt x="11523" y="8354"/>
                      <a:pt x="10774" y="9564"/>
                      <a:pt x="9564" y="10255"/>
                    </a:cubicBezTo>
                    <a:cubicBezTo>
                      <a:pt x="9507" y="10255"/>
                      <a:pt x="9449" y="10371"/>
                      <a:pt x="9449" y="10428"/>
                    </a:cubicBezTo>
                    <a:lnTo>
                      <a:pt x="9449" y="11120"/>
                    </a:lnTo>
                    <a:cubicBezTo>
                      <a:pt x="9449" y="11235"/>
                      <a:pt x="9334" y="11350"/>
                      <a:pt x="9219" y="11350"/>
                    </a:cubicBezTo>
                    <a:lnTo>
                      <a:pt x="6453" y="11350"/>
                    </a:lnTo>
                    <a:cubicBezTo>
                      <a:pt x="6338" y="11350"/>
                      <a:pt x="6223" y="11235"/>
                      <a:pt x="6223" y="11120"/>
                    </a:cubicBezTo>
                    <a:lnTo>
                      <a:pt x="6223" y="10486"/>
                    </a:lnTo>
                    <a:cubicBezTo>
                      <a:pt x="6223" y="10371"/>
                      <a:pt x="6165" y="10313"/>
                      <a:pt x="6108" y="10255"/>
                    </a:cubicBezTo>
                    <a:cubicBezTo>
                      <a:pt x="4898" y="9622"/>
                      <a:pt x="4149" y="8354"/>
                      <a:pt x="4149" y="6972"/>
                    </a:cubicBezTo>
                    <a:cubicBezTo>
                      <a:pt x="4149" y="6223"/>
                      <a:pt x="4379" y="5474"/>
                      <a:pt x="4840" y="4840"/>
                    </a:cubicBezTo>
                    <a:cubicBezTo>
                      <a:pt x="4961" y="4678"/>
                      <a:pt x="4799" y="4489"/>
                      <a:pt x="4632" y="4489"/>
                    </a:cubicBezTo>
                    <a:cubicBezTo>
                      <a:pt x="4561" y="4489"/>
                      <a:pt x="4489" y="4523"/>
                      <a:pt x="4437" y="4610"/>
                    </a:cubicBezTo>
                    <a:cubicBezTo>
                      <a:pt x="4206" y="4898"/>
                      <a:pt x="4034" y="5243"/>
                      <a:pt x="3918" y="5589"/>
                    </a:cubicBezTo>
                    <a:lnTo>
                      <a:pt x="3688" y="5589"/>
                    </a:lnTo>
                    <a:lnTo>
                      <a:pt x="3573" y="5013"/>
                    </a:lnTo>
                    <a:cubicBezTo>
                      <a:pt x="3573" y="4955"/>
                      <a:pt x="3515" y="4898"/>
                      <a:pt x="3400" y="4840"/>
                    </a:cubicBezTo>
                    <a:cubicBezTo>
                      <a:pt x="3227" y="4782"/>
                      <a:pt x="3054" y="4725"/>
                      <a:pt x="2939" y="4667"/>
                    </a:cubicBezTo>
                    <a:cubicBezTo>
                      <a:pt x="2881" y="4638"/>
                      <a:pt x="2824" y="4624"/>
                      <a:pt x="2773" y="4624"/>
                    </a:cubicBezTo>
                    <a:cubicBezTo>
                      <a:pt x="2723" y="4624"/>
                      <a:pt x="2680" y="4638"/>
                      <a:pt x="2651" y="4667"/>
                    </a:cubicBezTo>
                    <a:lnTo>
                      <a:pt x="2190" y="5013"/>
                    </a:lnTo>
                    <a:lnTo>
                      <a:pt x="1902" y="4725"/>
                    </a:lnTo>
                    <a:lnTo>
                      <a:pt x="2248" y="4264"/>
                    </a:lnTo>
                    <a:cubicBezTo>
                      <a:pt x="2305" y="4149"/>
                      <a:pt x="2305" y="4091"/>
                      <a:pt x="2248" y="3976"/>
                    </a:cubicBezTo>
                    <a:cubicBezTo>
                      <a:pt x="2132" y="3803"/>
                      <a:pt x="2075" y="3688"/>
                      <a:pt x="2017" y="3515"/>
                    </a:cubicBezTo>
                    <a:cubicBezTo>
                      <a:pt x="2017" y="3400"/>
                      <a:pt x="1960" y="3342"/>
                      <a:pt x="1844" y="3342"/>
                    </a:cubicBezTo>
                    <a:lnTo>
                      <a:pt x="1268" y="3227"/>
                    </a:lnTo>
                    <a:lnTo>
                      <a:pt x="1268" y="2824"/>
                    </a:lnTo>
                    <a:lnTo>
                      <a:pt x="1844" y="2766"/>
                    </a:lnTo>
                    <a:cubicBezTo>
                      <a:pt x="1960" y="2708"/>
                      <a:pt x="2017" y="2651"/>
                      <a:pt x="2017" y="2593"/>
                    </a:cubicBezTo>
                    <a:cubicBezTo>
                      <a:pt x="2075" y="2420"/>
                      <a:pt x="2132" y="2247"/>
                      <a:pt x="2248" y="2075"/>
                    </a:cubicBezTo>
                    <a:cubicBezTo>
                      <a:pt x="2305" y="2017"/>
                      <a:pt x="2305" y="1902"/>
                      <a:pt x="2248" y="1844"/>
                    </a:cubicBezTo>
                    <a:lnTo>
                      <a:pt x="1902" y="1383"/>
                    </a:lnTo>
                    <a:lnTo>
                      <a:pt x="2190" y="1095"/>
                    </a:lnTo>
                    <a:lnTo>
                      <a:pt x="2651" y="1441"/>
                    </a:lnTo>
                    <a:cubicBezTo>
                      <a:pt x="2680" y="1470"/>
                      <a:pt x="2723" y="1484"/>
                      <a:pt x="2773" y="1484"/>
                    </a:cubicBezTo>
                    <a:cubicBezTo>
                      <a:pt x="2824" y="1484"/>
                      <a:pt x="2881" y="1470"/>
                      <a:pt x="2939" y="1441"/>
                    </a:cubicBezTo>
                    <a:cubicBezTo>
                      <a:pt x="3054" y="1326"/>
                      <a:pt x="3227" y="1268"/>
                      <a:pt x="3400" y="1210"/>
                    </a:cubicBezTo>
                    <a:cubicBezTo>
                      <a:pt x="3457" y="1210"/>
                      <a:pt x="3573" y="1153"/>
                      <a:pt x="3573" y="1038"/>
                    </a:cubicBezTo>
                    <a:lnTo>
                      <a:pt x="3688" y="462"/>
                    </a:lnTo>
                    <a:close/>
                    <a:moveTo>
                      <a:pt x="2536" y="6338"/>
                    </a:moveTo>
                    <a:lnTo>
                      <a:pt x="2939" y="6914"/>
                    </a:lnTo>
                    <a:cubicBezTo>
                      <a:pt x="2997" y="7029"/>
                      <a:pt x="3112" y="7029"/>
                      <a:pt x="3169" y="7029"/>
                    </a:cubicBezTo>
                    <a:cubicBezTo>
                      <a:pt x="3285" y="7029"/>
                      <a:pt x="3400" y="7004"/>
                      <a:pt x="3515" y="7004"/>
                    </a:cubicBezTo>
                    <a:cubicBezTo>
                      <a:pt x="3573" y="7004"/>
                      <a:pt x="3630" y="7010"/>
                      <a:pt x="3688" y="7029"/>
                    </a:cubicBezTo>
                    <a:cubicBezTo>
                      <a:pt x="3688" y="7260"/>
                      <a:pt x="3688" y="7490"/>
                      <a:pt x="3746" y="7720"/>
                    </a:cubicBezTo>
                    <a:cubicBezTo>
                      <a:pt x="3696" y="7716"/>
                      <a:pt x="3646" y="7714"/>
                      <a:pt x="3596" y="7714"/>
                    </a:cubicBezTo>
                    <a:cubicBezTo>
                      <a:pt x="2957" y="7714"/>
                      <a:pt x="2342" y="8054"/>
                      <a:pt x="2075" y="8642"/>
                    </a:cubicBezTo>
                    <a:cubicBezTo>
                      <a:pt x="1960" y="9046"/>
                      <a:pt x="1960" y="9449"/>
                      <a:pt x="2132" y="9794"/>
                    </a:cubicBezTo>
                    <a:cubicBezTo>
                      <a:pt x="2248" y="10198"/>
                      <a:pt x="2593" y="10486"/>
                      <a:pt x="2939" y="10601"/>
                    </a:cubicBezTo>
                    <a:cubicBezTo>
                      <a:pt x="3112" y="10716"/>
                      <a:pt x="3342" y="10716"/>
                      <a:pt x="3515" y="10716"/>
                    </a:cubicBezTo>
                    <a:cubicBezTo>
                      <a:pt x="4091" y="10716"/>
                      <a:pt x="4610" y="10428"/>
                      <a:pt x="4898" y="9910"/>
                    </a:cubicBezTo>
                    <a:cubicBezTo>
                      <a:pt x="5071" y="10083"/>
                      <a:pt x="5301" y="10313"/>
                      <a:pt x="5589" y="10486"/>
                    </a:cubicBezTo>
                    <a:lnTo>
                      <a:pt x="5531" y="10486"/>
                    </a:lnTo>
                    <a:cubicBezTo>
                      <a:pt x="5515" y="10469"/>
                      <a:pt x="5493" y="10462"/>
                      <a:pt x="5469" y="10462"/>
                    </a:cubicBezTo>
                    <a:cubicBezTo>
                      <a:pt x="5411" y="10462"/>
                      <a:pt x="5342" y="10503"/>
                      <a:pt x="5301" y="10543"/>
                    </a:cubicBezTo>
                    <a:cubicBezTo>
                      <a:pt x="5186" y="10716"/>
                      <a:pt x="5071" y="10889"/>
                      <a:pt x="4898" y="11004"/>
                    </a:cubicBezTo>
                    <a:cubicBezTo>
                      <a:pt x="4840" y="11062"/>
                      <a:pt x="4783" y="11177"/>
                      <a:pt x="4783" y="11235"/>
                    </a:cubicBezTo>
                    <a:lnTo>
                      <a:pt x="4955" y="11926"/>
                    </a:lnTo>
                    <a:lnTo>
                      <a:pt x="4494" y="12156"/>
                    </a:lnTo>
                    <a:lnTo>
                      <a:pt x="4091" y="11580"/>
                    </a:lnTo>
                    <a:cubicBezTo>
                      <a:pt x="4034" y="11465"/>
                      <a:pt x="3918" y="11465"/>
                      <a:pt x="3861" y="11465"/>
                    </a:cubicBezTo>
                    <a:lnTo>
                      <a:pt x="3227" y="11465"/>
                    </a:lnTo>
                    <a:cubicBezTo>
                      <a:pt x="3169" y="11465"/>
                      <a:pt x="3054" y="11465"/>
                      <a:pt x="2997" y="11580"/>
                    </a:cubicBezTo>
                    <a:lnTo>
                      <a:pt x="2593" y="12156"/>
                    </a:lnTo>
                    <a:lnTo>
                      <a:pt x="2132" y="11984"/>
                    </a:lnTo>
                    <a:lnTo>
                      <a:pt x="2305" y="11292"/>
                    </a:lnTo>
                    <a:cubicBezTo>
                      <a:pt x="2305" y="11177"/>
                      <a:pt x="2248" y="11062"/>
                      <a:pt x="2190" y="11062"/>
                    </a:cubicBezTo>
                    <a:cubicBezTo>
                      <a:pt x="2017" y="10889"/>
                      <a:pt x="1844" y="10774"/>
                      <a:pt x="1729" y="10601"/>
                    </a:cubicBezTo>
                    <a:cubicBezTo>
                      <a:pt x="1688" y="10560"/>
                      <a:pt x="1648" y="10520"/>
                      <a:pt x="1587" y="10520"/>
                    </a:cubicBezTo>
                    <a:cubicBezTo>
                      <a:pt x="1561" y="10520"/>
                      <a:pt x="1532" y="10527"/>
                      <a:pt x="1499" y="10543"/>
                    </a:cubicBezTo>
                    <a:lnTo>
                      <a:pt x="807" y="10659"/>
                    </a:lnTo>
                    <a:lnTo>
                      <a:pt x="577" y="10198"/>
                    </a:lnTo>
                    <a:lnTo>
                      <a:pt x="1211" y="9794"/>
                    </a:lnTo>
                    <a:cubicBezTo>
                      <a:pt x="1268" y="9737"/>
                      <a:pt x="1326" y="9679"/>
                      <a:pt x="1268" y="9564"/>
                    </a:cubicBezTo>
                    <a:cubicBezTo>
                      <a:pt x="1268" y="9391"/>
                      <a:pt x="1268" y="9161"/>
                      <a:pt x="1268" y="8930"/>
                    </a:cubicBezTo>
                    <a:cubicBezTo>
                      <a:pt x="1326" y="8873"/>
                      <a:pt x="1268" y="8757"/>
                      <a:pt x="1153" y="8700"/>
                    </a:cubicBezTo>
                    <a:lnTo>
                      <a:pt x="577" y="8354"/>
                    </a:lnTo>
                    <a:lnTo>
                      <a:pt x="750" y="7836"/>
                    </a:lnTo>
                    <a:lnTo>
                      <a:pt x="1441" y="8009"/>
                    </a:lnTo>
                    <a:cubicBezTo>
                      <a:pt x="1556" y="8009"/>
                      <a:pt x="1672" y="8009"/>
                      <a:pt x="1729" y="7893"/>
                    </a:cubicBezTo>
                    <a:cubicBezTo>
                      <a:pt x="1844" y="7720"/>
                      <a:pt x="1960" y="7605"/>
                      <a:pt x="2132" y="7490"/>
                    </a:cubicBezTo>
                    <a:cubicBezTo>
                      <a:pt x="2190" y="7432"/>
                      <a:pt x="2248" y="7317"/>
                      <a:pt x="2248" y="7260"/>
                    </a:cubicBezTo>
                    <a:lnTo>
                      <a:pt x="2075" y="6511"/>
                    </a:lnTo>
                    <a:lnTo>
                      <a:pt x="2536" y="6338"/>
                    </a:lnTo>
                    <a:close/>
                    <a:moveTo>
                      <a:pt x="8988" y="11811"/>
                    </a:moveTo>
                    <a:lnTo>
                      <a:pt x="8988" y="12675"/>
                    </a:lnTo>
                    <a:cubicBezTo>
                      <a:pt x="8988" y="13021"/>
                      <a:pt x="8700" y="13309"/>
                      <a:pt x="8354" y="13309"/>
                    </a:cubicBezTo>
                    <a:lnTo>
                      <a:pt x="7317" y="13309"/>
                    </a:lnTo>
                    <a:cubicBezTo>
                      <a:pt x="6972" y="13309"/>
                      <a:pt x="6684" y="13021"/>
                      <a:pt x="6684" y="12675"/>
                    </a:cubicBezTo>
                    <a:lnTo>
                      <a:pt x="6684" y="11811"/>
                    </a:lnTo>
                    <a:close/>
                    <a:moveTo>
                      <a:pt x="10785" y="15072"/>
                    </a:moveTo>
                    <a:cubicBezTo>
                      <a:pt x="10901" y="15072"/>
                      <a:pt x="11016" y="15100"/>
                      <a:pt x="11120" y="15152"/>
                    </a:cubicBezTo>
                    <a:lnTo>
                      <a:pt x="10774" y="15556"/>
                    </a:lnTo>
                    <a:lnTo>
                      <a:pt x="10371" y="15210"/>
                    </a:lnTo>
                    <a:cubicBezTo>
                      <a:pt x="10498" y="15115"/>
                      <a:pt x="10642" y="15072"/>
                      <a:pt x="10785" y="15072"/>
                    </a:cubicBezTo>
                    <a:close/>
                    <a:moveTo>
                      <a:pt x="3515" y="1"/>
                    </a:moveTo>
                    <a:cubicBezTo>
                      <a:pt x="3400" y="1"/>
                      <a:pt x="3285" y="58"/>
                      <a:pt x="3285" y="174"/>
                    </a:cubicBezTo>
                    <a:lnTo>
                      <a:pt x="3169" y="807"/>
                    </a:lnTo>
                    <a:cubicBezTo>
                      <a:pt x="3054" y="865"/>
                      <a:pt x="2939" y="922"/>
                      <a:pt x="2824" y="922"/>
                    </a:cubicBezTo>
                    <a:lnTo>
                      <a:pt x="2305" y="577"/>
                    </a:lnTo>
                    <a:cubicBezTo>
                      <a:pt x="2258" y="553"/>
                      <a:pt x="2210" y="539"/>
                      <a:pt x="2166" y="539"/>
                    </a:cubicBezTo>
                    <a:cubicBezTo>
                      <a:pt x="2104" y="539"/>
                      <a:pt x="2051" y="567"/>
                      <a:pt x="2017" y="634"/>
                    </a:cubicBezTo>
                    <a:lnTo>
                      <a:pt x="1441" y="1153"/>
                    </a:lnTo>
                    <a:cubicBezTo>
                      <a:pt x="1383" y="1268"/>
                      <a:pt x="1383" y="1383"/>
                      <a:pt x="1441" y="1499"/>
                    </a:cubicBezTo>
                    <a:lnTo>
                      <a:pt x="1787" y="2017"/>
                    </a:lnTo>
                    <a:cubicBezTo>
                      <a:pt x="1729" y="2075"/>
                      <a:pt x="1672" y="2190"/>
                      <a:pt x="1672" y="2305"/>
                    </a:cubicBezTo>
                    <a:lnTo>
                      <a:pt x="1038" y="2420"/>
                    </a:lnTo>
                    <a:cubicBezTo>
                      <a:pt x="923" y="2420"/>
                      <a:pt x="807" y="2536"/>
                      <a:pt x="807" y="2651"/>
                    </a:cubicBezTo>
                    <a:lnTo>
                      <a:pt x="807" y="3457"/>
                    </a:lnTo>
                    <a:cubicBezTo>
                      <a:pt x="807" y="3515"/>
                      <a:pt x="923" y="3630"/>
                      <a:pt x="1038" y="3688"/>
                    </a:cubicBezTo>
                    <a:lnTo>
                      <a:pt x="1672" y="3745"/>
                    </a:lnTo>
                    <a:cubicBezTo>
                      <a:pt x="1672" y="3861"/>
                      <a:pt x="1729" y="3976"/>
                      <a:pt x="1787" y="4091"/>
                    </a:cubicBezTo>
                    <a:lnTo>
                      <a:pt x="1441" y="4610"/>
                    </a:lnTo>
                    <a:cubicBezTo>
                      <a:pt x="1383" y="4725"/>
                      <a:pt x="1383" y="4840"/>
                      <a:pt x="1441" y="4898"/>
                    </a:cubicBezTo>
                    <a:lnTo>
                      <a:pt x="2017" y="5474"/>
                    </a:lnTo>
                    <a:cubicBezTo>
                      <a:pt x="2050" y="5507"/>
                      <a:pt x="2103" y="5540"/>
                      <a:pt x="2164" y="5540"/>
                    </a:cubicBezTo>
                    <a:cubicBezTo>
                      <a:pt x="2208" y="5540"/>
                      <a:pt x="2257" y="5522"/>
                      <a:pt x="2305" y="5474"/>
                    </a:cubicBezTo>
                    <a:lnTo>
                      <a:pt x="2824" y="5128"/>
                    </a:lnTo>
                    <a:cubicBezTo>
                      <a:pt x="2939" y="5186"/>
                      <a:pt x="3054" y="5243"/>
                      <a:pt x="3169" y="5243"/>
                    </a:cubicBezTo>
                    <a:lnTo>
                      <a:pt x="3285" y="5877"/>
                    </a:lnTo>
                    <a:cubicBezTo>
                      <a:pt x="3285" y="5992"/>
                      <a:pt x="3400" y="6107"/>
                      <a:pt x="3515" y="6107"/>
                    </a:cubicBezTo>
                    <a:lnTo>
                      <a:pt x="3803" y="6107"/>
                    </a:lnTo>
                    <a:cubicBezTo>
                      <a:pt x="3803" y="6107"/>
                      <a:pt x="3746" y="6395"/>
                      <a:pt x="3688" y="6568"/>
                    </a:cubicBezTo>
                    <a:lnTo>
                      <a:pt x="3285" y="6568"/>
                    </a:lnTo>
                    <a:lnTo>
                      <a:pt x="2824" y="5935"/>
                    </a:lnTo>
                    <a:cubicBezTo>
                      <a:pt x="2782" y="5850"/>
                      <a:pt x="2709" y="5797"/>
                      <a:pt x="2627" y="5797"/>
                    </a:cubicBezTo>
                    <a:cubicBezTo>
                      <a:pt x="2597" y="5797"/>
                      <a:pt x="2567" y="5804"/>
                      <a:pt x="2536" y="5819"/>
                    </a:cubicBezTo>
                    <a:lnTo>
                      <a:pt x="1729" y="6165"/>
                    </a:lnTo>
                    <a:cubicBezTo>
                      <a:pt x="1614" y="6223"/>
                      <a:pt x="1556" y="6338"/>
                      <a:pt x="1556" y="6453"/>
                    </a:cubicBezTo>
                    <a:lnTo>
                      <a:pt x="1729" y="7202"/>
                    </a:lnTo>
                    <a:cubicBezTo>
                      <a:pt x="1614" y="7317"/>
                      <a:pt x="1499" y="7432"/>
                      <a:pt x="1441" y="7548"/>
                    </a:cubicBezTo>
                    <a:lnTo>
                      <a:pt x="692" y="7375"/>
                    </a:lnTo>
                    <a:cubicBezTo>
                      <a:pt x="661" y="7359"/>
                      <a:pt x="630" y="7352"/>
                      <a:pt x="601" y="7352"/>
                    </a:cubicBezTo>
                    <a:cubicBezTo>
                      <a:pt x="519" y="7352"/>
                      <a:pt x="446" y="7406"/>
                      <a:pt x="404" y="7490"/>
                    </a:cubicBezTo>
                    <a:lnTo>
                      <a:pt x="58" y="8354"/>
                    </a:lnTo>
                    <a:cubicBezTo>
                      <a:pt x="1" y="8469"/>
                      <a:pt x="58" y="8585"/>
                      <a:pt x="174" y="8642"/>
                    </a:cubicBezTo>
                    <a:lnTo>
                      <a:pt x="807" y="9046"/>
                    </a:lnTo>
                    <a:cubicBezTo>
                      <a:pt x="807" y="9218"/>
                      <a:pt x="807" y="9334"/>
                      <a:pt x="807" y="9506"/>
                    </a:cubicBezTo>
                    <a:lnTo>
                      <a:pt x="174" y="9910"/>
                    </a:lnTo>
                    <a:cubicBezTo>
                      <a:pt x="58" y="9967"/>
                      <a:pt x="58" y="10083"/>
                      <a:pt x="58" y="10198"/>
                    </a:cubicBezTo>
                    <a:lnTo>
                      <a:pt x="462" y="11062"/>
                    </a:lnTo>
                    <a:cubicBezTo>
                      <a:pt x="462" y="11177"/>
                      <a:pt x="577" y="11177"/>
                      <a:pt x="692" y="11177"/>
                    </a:cubicBezTo>
                    <a:lnTo>
                      <a:pt x="1441" y="11004"/>
                    </a:lnTo>
                    <a:cubicBezTo>
                      <a:pt x="1556" y="11120"/>
                      <a:pt x="1672" y="11235"/>
                      <a:pt x="1787" y="11292"/>
                    </a:cubicBezTo>
                    <a:lnTo>
                      <a:pt x="1614" y="12041"/>
                    </a:lnTo>
                    <a:cubicBezTo>
                      <a:pt x="1614" y="12156"/>
                      <a:pt x="1672" y="12272"/>
                      <a:pt x="1729" y="12329"/>
                    </a:cubicBezTo>
                    <a:lnTo>
                      <a:pt x="2593" y="12675"/>
                    </a:lnTo>
                    <a:lnTo>
                      <a:pt x="2709" y="12675"/>
                    </a:lnTo>
                    <a:cubicBezTo>
                      <a:pt x="2766" y="12675"/>
                      <a:pt x="2881" y="12617"/>
                      <a:pt x="2881" y="12560"/>
                    </a:cubicBezTo>
                    <a:lnTo>
                      <a:pt x="3285" y="11926"/>
                    </a:lnTo>
                    <a:lnTo>
                      <a:pt x="3746" y="11926"/>
                    </a:lnTo>
                    <a:lnTo>
                      <a:pt x="4206" y="12560"/>
                    </a:lnTo>
                    <a:cubicBezTo>
                      <a:pt x="4264" y="12675"/>
                      <a:pt x="4379" y="12675"/>
                      <a:pt x="4494" y="12675"/>
                    </a:cubicBezTo>
                    <a:lnTo>
                      <a:pt x="5301" y="12272"/>
                    </a:lnTo>
                    <a:cubicBezTo>
                      <a:pt x="5416" y="12272"/>
                      <a:pt x="5474" y="12156"/>
                      <a:pt x="5474" y="12041"/>
                    </a:cubicBezTo>
                    <a:lnTo>
                      <a:pt x="5301" y="11292"/>
                    </a:lnTo>
                    <a:cubicBezTo>
                      <a:pt x="5416" y="11177"/>
                      <a:pt x="5474" y="11062"/>
                      <a:pt x="5589" y="10947"/>
                    </a:cubicBezTo>
                    <a:lnTo>
                      <a:pt x="5704" y="11004"/>
                    </a:lnTo>
                    <a:lnTo>
                      <a:pt x="5704" y="11120"/>
                    </a:lnTo>
                    <a:cubicBezTo>
                      <a:pt x="5762" y="11408"/>
                      <a:pt x="5935" y="11696"/>
                      <a:pt x="6223" y="11753"/>
                    </a:cubicBezTo>
                    <a:lnTo>
                      <a:pt x="6223" y="12675"/>
                    </a:lnTo>
                    <a:cubicBezTo>
                      <a:pt x="6223" y="13251"/>
                      <a:pt x="7317" y="13770"/>
                      <a:pt x="7317" y="13770"/>
                    </a:cubicBezTo>
                    <a:lnTo>
                      <a:pt x="7894" y="13770"/>
                    </a:lnTo>
                    <a:lnTo>
                      <a:pt x="10659" y="16074"/>
                    </a:lnTo>
                    <a:cubicBezTo>
                      <a:pt x="10707" y="16098"/>
                      <a:pt x="10754" y="16112"/>
                      <a:pt x="10802" y="16112"/>
                    </a:cubicBezTo>
                    <a:cubicBezTo>
                      <a:pt x="10870" y="16112"/>
                      <a:pt x="10937" y="16084"/>
                      <a:pt x="11005" y="16016"/>
                    </a:cubicBezTo>
                    <a:lnTo>
                      <a:pt x="12963" y="13597"/>
                    </a:lnTo>
                    <a:cubicBezTo>
                      <a:pt x="13134" y="13426"/>
                      <a:pt x="12989" y="13224"/>
                      <a:pt x="12808" y="13224"/>
                    </a:cubicBezTo>
                    <a:cubicBezTo>
                      <a:pt x="12745" y="13224"/>
                      <a:pt x="12677" y="13249"/>
                      <a:pt x="12618" y="13309"/>
                    </a:cubicBezTo>
                    <a:lnTo>
                      <a:pt x="11408" y="14749"/>
                    </a:lnTo>
                    <a:cubicBezTo>
                      <a:pt x="11239" y="14653"/>
                      <a:pt x="11041" y="14607"/>
                      <a:pt x="10838" y="14607"/>
                    </a:cubicBezTo>
                    <a:cubicBezTo>
                      <a:pt x="10554" y="14607"/>
                      <a:pt x="10260" y="14696"/>
                      <a:pt x="10025" y="14864"/>
                    </a:cubicBezTo>
                    <a:lnTo>
                      <a:pt x="8642" y="13712"/>
                    </a:lnTo>
                    <a:cubicBezTo>
                      <a:pt x="9103" y="13597"/>
                      <a:pt x="9449" y="13193"/>
                      <a:pt x="9449" y="12675"/>
                    </a:cubicBezTo>
                    <a:lnTo>
                      <a:pt x="9449" y="11753"/>
                    </a:lnTo>
                    <a:cubicBezTo>
                      <a:pt x="9737" y="11696"/>
                      <a:pt x="9910" y="11120"/>
                      <a:pt x="9910" y="11120"/>
                    </a:cubicBezTo>
                    <a:lnTo>
                      <a:pt x="9910" y="10601"/>
                    </a:lnTo>
                    <a:cubicBezTo>
                      <a:pt x="10774" y="10083"/>
                      <a:pt x="11465" y="9276"/>
                      <a:pt x="11753" y="8354"/>
                    </a:cubicBezTo>
                    <a:cubicBezTo>
                      <a:pt x="11811" y="8354"/>
                      <a:pt x="11811" y="8297"/>
                      <a:pt x="11869" y="8297"/>
                    </a:cubicBezTo>
                    <a:cubicBezTo>
                      <a:pt x="12042" y="8412"/>
                      <a:pt x="12272" y="8412"/>
                      <a:pt x="12445" y="8412"/>
                    </a:cubicBezTo>
                    <a:cubicBezTo>
                      <a:pt x="12790" y="8412"/>
                      <a:pt x="13079" y="8354"/>
                      <a:pt x="13309" y="8124"/>
                    </a:cubicBezTo>
                    <a:lnTo>
                      <a:pt x="14692" y="9276"/>
                    </a:lnTo>
                    <a:cubicBezTo>
                      <a:pt x="14576" y="9506"/>
                      <a:pt x="14519" y="9794"/>
                      <a:pt x="14519" y="10025"/>
                    </a:cubicBezTo>
                    <a:cubicBezTo>
                      <a:pt x="14576" y="10313"/>
                      <a:pt x="14634" y="10543"/>
                      <a:pt x="14807" y="10716"/>
                    </a:cubicBezTo>
                    <a:lnTo>
                      <a:pt x="13482" y="12329"/>
                    </a:lnTo>
                    <a:cubicBezTo>
                      <a:pt x="13354" y="12500"/>
                      <a:pt x="13510" y="12702"/>
                      <a:pt x="13693" y="12702"/>
                    </a:cubicBezTo>
                    <a:cubicBezTo>
                      <a:pt x="13758" y="12702"/>
                      <a:pt x="13825" y="12677"/>
                      <a:pt x="13885" y="12617"/>
                    </a:cubicBezTo>
                    <a:lnTo>
                      <a:pt x="15959" y="10083"/>
                    </a:lnTo>
                    <a:cubicBezTo>
                      <a:pt x="15959" y="10083"/>
                      <a:pt x="16017" y="10025"/>
                      <a:pt x="16017" y="10025"/>
                    </a:cubicBezTo>
                    <a:cubicBezTo>
                      <a:pt x="16074" y="9967"/>
                      <a:pt x="16017" y="9794"/>
                      <a:pt x="15959" y="9737"/>
                    </a:cubicBezTo>
                    <a:lnTo>
                      <a:pt x="12675" y="7029"/>
                    </a:lnTo>
                    <a:cubicBezTo>
                      <a:pt x="12614" y="6980"/>
                      <a:pt x="12555" y="6960"/>
                      <a:pt x="12499" y="6960"/>
                    </a:cubicBezTo>
                    <a:cubicBezTo>
                      <a:pt x="12292" y="6960"/>
                      <a:pt x="12120" y="7239"/>
                      <a:pt x="11984" y="7375"/>
                    </a:cubicBezTo>
                    <a:cubicBezTo>
                      <a:pt x="12042" y="7260"/>
                      <a:pt x="12042" y="7144"/>
                      <a:pt x="12042" y="6972"/>
                    </a:cubicBezTo>
                    <a:cubicBezTo>
                      <a:pt x="12042" y="5877"/>
                      <a:pt x="11581" y="4782"/>
                      <a:pt x="10774" y="3976"/>
                    </a:cubicBezTo>
                    <a:cubicBezTo>
                      <a:pt x="10013" y="3269"/>
                      <a:pt x="8995" y="2819"/>
                      <a:pt x="7963" y="2819"/>
                    </a:cubicBezTo>
                    <a:cubicBezTo>
                      <a:pt x="7901" y="2819"/>
                      <a:pt x="7840" y="2820"/>
                      <a:pt x="7778" y="2824"/>
                    </a:cubicBezTo>
                    <a:cubicBezTo>
                      <a:pt x="7490" y="2824"/>
                      <a:pt x="7202" y="2824"/>
                      <a:pt x="6914" y="2881"/>
                    </a:cubicBezTo>
                    <a:lnTo>
                      <a:pt x="6914" y="2651"/>
                    </a:lnTo>
                    <a:cubicBezTo>
                      <a:pt x="6914" y="2536"/>
                      <a:pt x="6857" y="2420"/>
                      <a:pt x="6741" y="2420"/>
                    </a:cubicBezTo>
                    <a:lnTo>
                      <a:pt x="6108" y="2305"/>
                    </a:lnTo>
                    <a:cubicBezTo>
                      <a:pt x="6050" y="2190"/>
                      <a:pt x="6050" y="2075"/>
                      <a:pt x="5992" y="2017"/>
                    </a:cubicBezTo>
                    <a:lnTo>
                      <a:pt x="6338" y="1499"/>
                    </a:lnTo>
                    <a:cubicBezTo>
                      <a:pt x="6396" y="1383"/>
                      <a:pt x="6396" y="1268"/>
                      <a:pt x="6338" y="1153"/>
                    </a:cubicBezTo>
                    <a:lnTo>
                      <a:pt x="5762" y="634"/>
                    </a:lnTo>
                    <a:cubicBezTo>
                      <a:pt x="5728" y="567"/>
                      <a:pt x="5655" y="539"/>
                      <a:pt x="5588" y="539"/>
                    </a:cubicBezTo>
                    <a:cubicBezTo>
                      <a:pt x="5541" y="539"/>
                      <a:pt x="5498" y="553"/>
                      <a:pt x="5474" y="577"/>
                    </a:cubicBezTo>
                    <a:lnTo>
                      <a:pt x="4955" y="922"/>
                    </a:lnTo>
                    <a:cubicBezTo>
                      <a:pt x="4840" y="922"/>
                      <a:pt x="4725" y="865"/>
                      <a:pt x="4610" y="807"/>
                    </a:cubicBezTo>
                    <a:lnTo>
                      <a:pt x="4494" y="174"/>
                    </a:lnTo>
                    <a:cubicBezTo>
                      <a:pt x="4494" y="58"/>
                      <a:pt x="4379" y="1"/>
                      <a:pt x="42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5" name="Google Shape;1605;p64"/>
              <p:cNvSpPr/>
              <p:nvPr/>
            </p:nvSpPr>
            <p:spPr>
              <a:xfrm>
                <a:off x="519100" y="2966375"/>
                <a:ext cx="79100" cy="77150"/>
              </a:xfrm>
              <a:custGeom>
                <a:rect b="b" l="l" r="r" t="t"/>
                <a:pathLst>
                  <a:path extrusionOk="0" h="3086" w="3164">
                    <a:moveTo>
                      <a:pt x="1608" y="484"/>
                    </a:moveTo>
                    <a:cubicBezTo>
                      <a:pt x="2127" y="484"/>
                      <a:pt x="2645" y="887"/>
                      <a:pt x="2645" y="1406"/>
                    </a:cubicBezTo>
                    <a:cubicBezTo>
                      <a:pt x="2703" y="1694"/>
                      <a:pt x="2588" y="1982"/>
                      <a:pt x="2415" y="2212"/>
                    </a:cubicBezTo>
                    <a:cubicBezTo>
                      <a:pt x="2184" y="2500"/>
                      <a:pt x="1839" y="2615"/>
                      <a:pt x="1493" y="2615"/>
                    </a:cubicBezTo>
                    <a:cubicBezTo>
                      <a:pt x="975" y="2500"/>
                      <a:pt x="571" y="2097"/>
                      <a:pt x="514" y="1636"/>
                    </a:cubicBezTo>
                    <a:cubicBezTo>
                      <a:pt x="456" y="1002"/>
                      <a:pt x="975" y="484"/>
                      <a:pt x="1608" y="484"/>
                    </a:cubicBezTo>
                    <a:close/>
                    <a:moveTo>
                      <a:pt x="1543" y="1"/>
                    </a:moveTo>
                    <a:cubicBezTo>
                      <a:pt x="716" y="1"/>
                      <a:pt x="0" y="799"/>
                      <a:pt x="53" y="1694"/>
                    </a:cubicBezTo>
                    <a:cubicBezTo>
                      <a:pt x="110" y="2385"/>
                      <a:pt x="686" y="2961"/>
                      <a:pt x="1378" y="3076"/>
                    </a:cubicBezTo>
                    <a:cubicBezTo>
                      <a:pt x="1431" y="3082"/>
                      <a:pt x="1484" y="3085"/>
                      <a:pt x="1538" y="3085"/>
                    </a:cubicBezTo>
                    <a:cubicBezTo>
                      <a:pt x="2012" y="3085"/>
                      <a:pt x="2508" y="2862"/>
                      <a:pt x="2818" y="2500"/>
                    </a:cubicBezTo>
                    <a:cubicBezTo>
                      <a:pt x="3049" y="2212"/>
                      <a:pt x="3164" y="1809"/>
                      <a:pt x="3164" y="1406"/>
                    </a:cubicBezTo>
                    <a:cubicBezTo>
                      <a:pt x="3106" y="1002"/>
                      <a:pt x="2933" y="599"/>
                      <a:pt x="2588" y="369"/>
                    </a:cubicBezTo>
                    <a:cubicBezTo>
                      <a:pt x="2357" y="138"/>
                      <a:pt x="2069" y="23"/>
                      <a:pt x="1781" y="23"/>
                    </a:cubicBezTo>
                    <a:cubicBezTo>
                      <a:pt x="1701" y="8"/>
                      <a:pt x="1622" y="1"/>
                      <a:pt x="154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64"/>
              <p:cNvSpPr/>
              <p:nvPr/>
            </p:nvSpPr>
            <p:spPr>
              <a:xfrm>
                <a:off x="331725" y="2759525"/>
                <a:ext cx="66275" cy="66300"/>
              </a:xfrm>
              <a:custGeom>
                <a:rect b="b" l="l" r="r" t="t"/>
                <a:pathLst>
                  <a:path extrusionOk="0" h="2652" w="2651">
                    <a:moveTo>
                      <a:pt x="1326" y="462"/>
                    </a:moveTo>
                    <a:cubicBezTo>
                      <a:pt x="1787" y="462"/>
                      <a:pt x="2190" y="865"/>
                      <a:pt x="2190" y="1326"/>
                    </a:cubicBezTo>
                    <a:cubicBezTo>
                      <a:pt x="2190" y="1787"/>
                      <a:pt x="1787" y="2190"/>
                      <a:pt x="1326" y="2190"/>
                    </a:cubicBezTo>
                    <a:cubicBezTo>
                      <a:pt x="865" y="2190"/>
                      <a:pt x="462" y="1787"/>
                      <a:pt x="462" y="1326"/>
                    </a:cubicBezTo>
                    <a:cubicBezTo>
                      <a:pt x="462" y="865"/>
                      <a:pt x="865" y="462"/>
                      <a:pt x="1326" y="462"/>
                    </a:cubicBezTo>
                    <a:close/>
                    <a:moveTo>
                      <a:pt x="1326" y="1"/>
                    </a:moveTo>
                    <a:cubicBezTo>
                      <a:pt x="634" y="1"/>
                      <a:pt x="1" y="577"/>
                      <a:pt x="1" y="1326"/>
                    </a:cubicBezTo>
                    <a:cubicBezTo>
                      <a:pt x="1" y="2075"/>
                      <a:pt x="634" y="2651"/>
                      <a:pt x="1326" y="2651"/>
                    </a:cubicBezTo>
                    <a:cubicBezTo>
                      <a:pt x="2075" y="2651"/>
                      <a:pt x="2651" y="2075"/>
                      <a:pt x="2651" y="1326"/>
                    </a:cubicBezTo>
                    <a:cubicBezTo>
                      <a:pt x="2651" y="577"/>
                      <a:pt x="2075" y="1"/>
                      <a:pt x="132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64"/>
              <p:cNvSpPr/>
              <p:nvPr/>
            </p:nvSpPr>
            <p:spPr>
              <a:xfrm>
                <a:off x="458475" y="2731100"/>
                <a:ext cx="11550" cy="37100"/>
              </a:xfrm>
              <a:custGeom>
                <a:rect b="b" l="l" r="r" t="t"/>
                <a:pathLst>
                  <a:path extrusionOk="0" h="1484" w="462">
                    <a:moveTo>
                      <a:pt x="231" y="0"/>
                    </a:moveTo>
                    <a:cubicBezTo>
                      <a:pt x="116" y="0"/>
                      <a:pt x="0" y="72"/>
                      <a:pt x="0" y="216"/>
                    </a:cubicBezTo>
                    <a:lnTo>
                      <a:pt x="0" y="1253"/>
                    </a:lnTo>
                    <a:cubicBezTo>
                      <a:pt x="0" y="1368"/>
                      <a:pt x="116" y="1484"/>
                      <a:pt x="289" y="1484"/>
                    </a:cubicBezTo>
                    <a:cubicBezTo>
                      <a:pt x="404" y="1426"/>
                      <a:pt x="461" y="1368"/>
                      <a:pt x="461" y="1196"/>
                    </a:cubicBezTo>
                    <a:lnTo>
                      <a:pt x="461" y="216"/>
                    </a:lnTo>
                    <a:cubicBezTo>
                      <a:pt x="461" y="72"/>
                      <a:pt x="346"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8" name="Google Shape;1608;p64"/>
              <p:cNvSpPr/>
              <p:nvPr/>
            </p:nvSpPr>
            <p:spPr>
              <a:xfrm>
                <a:off x="566500" y="2809425"/>
                <a:ext cx="39475" cy="25025"/>
              </a:xfrm>
              <a:custGeom>
                <a:rect b="b" l="l" r="r" t="t"/>
                <a:pathLst>
                  <a:path extrusionOk="0" h="1001" w="1579">
                    <a:moveTo>
                      <a:pt x="1197" y="1"/>
                    </a:moveTo>
                    <a:cubicBezTo>
                      <a:pt x="1164" y="1"/>
                      <a:pt x="1130" y="7"/>
                      <a:pt x="1095" y="21"/>
                    </a:cubicBezTo>
                    <a:lnTo>
                      <a:pt x="231" y="540"/>
                    </a:lnTo>
                    <a:cubicBezTo>
                      <a:pt x="0" y="655"/>
                      <a:pt x="116" y="1001"/>
                      <a:pt x="346" y="1001"/>
                    </a:cubicBezTo>
                    <a:cubicBezTo>
                      <a:pt x="404" y="1001"/>
                      <a:pt x="404" y="1001"/>
                      <a:pt x="461" y="943"/>
                    </a:cubicBezTo>
                    <a:lnTo>
                      <a:pt x="1325" y="482"/>
                    </a:lnTo>
                    <a:cubicBezTo>
                      <a:pt x="1578" y="330"/>
                      <a:pt x="1431" y="1"/>
                      <a:pt x="119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9" name="Google Shape;1609;p64"/>
              <p:cNvSpPr/>
              <p:nvPr/>
            </p:nvSpPr>
            <p:spPr>
              <a:xfrm>
                <a:off x="521850" y="2752825"/>
                <a:ext cx="27550" cy="33250"/>
              </a:xfrm>
              <a:custGeom>
                <a:rect b="b" l="l" r="r" t="t"/>
                <a:pathLst>
                  <a:path extrusionOk="0" h="1330" w="1102">
                    <a:moveTo>
                      <a:pt x="767" y="1"/>
                    </a:moveTo>
                    <a:cubicBezTo>
                      <a:pt x="697" y="1"/>
                      <a:pt x="627" y="29"/>
                      <a:pt x="576" y="96"/>
                    </a:cubicBezTo>
                    <a:lnTo>
                      <a:pt x="58" y="960"/>
                    </a:lnTo>
                    <a:cubicBezTo>
                      <a:pt x="0" y="1076"/>
                      <a:pt x="58" y="1248"/>
                      <a:pt x="173" y="1306"/>
                    </a:cubicBezTo>
                    <a:cubicBezTo>
                      <a:pt x="190" y="1323"/>
                      <a:pt x="217" y="1330"/>
                      <a:pt x="248" y="1330"/>
                    </a:cubicBezTo>
                    <a:cubicBezTo>
                      <a:pt x="322" y="1330"/>
                      <a:pt x="420" y="1289"/>
                      <a:pt x="461" y="1248"/>
                    </a:cubicBezTo>
                    <a:lnTo>
                      <a:pt x="980" y="327"/>
                    </a:lnTo>
                    <a:cubicBezTo>
                      <a:pt x="1102" y="164"/>
                      <a:pt x="936" y="1"/>
                      <a:pt x="76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4"/>
              <p:cNvSpPr/>
              <p:nvPr/>
            </p:nvSpPr>
            <p:spPr>
              <a:xfrm>
                <a:off x="413825" y="2844150"/>
                <a:ext cx="100850" cy="93500"/>
              </a:xfrm>
              <a:custGeom>
                <a:rect b="b" l="l" r="r" t="t"/>
                <a:pathLst>
                  <a:path extrusionOk="0" h="3740" w="4034">
                    <a:moveTo>
                      <a:pt x="2017" y="764"/>
                    </a:moveTo>
                    <a:lnTo>
                      <a:pt x="2363" y="1398"/>
                    </a:lnTo>
                    <a:cubicBezTo>
                      <a:pt x="2363" y="1513"/>
                      <a:pt x="2478" y="1513"/>
                      <a:pt x="2535" y="1570"/>
                    </a:cubicBezTo>
                    <a:lnTo>
                      <a:pt x="3227" y="1628"/>
                    </a:lnTo>
                    <a:lnTo>
                      <a:pt x="2708" y="2147"/>
                    </a:lnTo>
                    <a:cubicBezTo>
                      <a:pt x="2651" y="2204"/>
                      <a:pt x="2651" y="2262"/>
                      <a:pt x="2651" y="2377"/>
                    </a:cubicBezTo>
                    <a:lnTo>
                      <a:pt x="2766" y="3068"/>
                    </a:lnTo>
                    <a:lnTo>
                      <a:pt x="2132" y="2723"/>
                    </a:lnTo>
                    <a:lnTo>
                      <a:pt x="1902" y="2723"/>
                    </a:lnTo>
                    <a:lnTo>
                      <a:pt x="1268" y="3068"/>
                    </a:lnTo>
                    <a:lnTo>
                      <a:pt x="1383" y="2377"/>
                    </a:lnTo>
                    <a:cubicBezTo>
                      <a:pt x="1441" y="2262"/>
                      <a:pt x="1383" y="2204"/>
                      <a:pt x="1326" y="2147"/>
                    </a:cubicBezTo>
                    <a:lnTo>
                      <a:pt x="807" y="1628"/>
                    </a:lnTo>
                    <a:lnTo>
                      <a:pt x="1556" y="1570"/>
                    </a:lnTo>
                    <a:cubicBezTo>
                      <a:pt x="1614" y="1513"/>
                      <a:pt x="1671" y="1513"/>
                      <a:pt x="1729" y="1398"/>
                    </a:cubicBezTo>
                    <a:lnTo>
                      <a:pt x="2017" y="764"/>
                    </a:lnTo>
                    <a:close/>
                    <a:moveTo>
                      <a:pt x="2017" y="1"/>
                    </a:moveTo>
                    <a:cubicBezTo>
                      <a:pt x="1930" y="1"/>
                      <a:pt x="1844" y="44"/>
                      <a:pt x="1786" y="130"/>
                    </a:cubicBezTo>
                    <a:lnTo>
                      <a:pt x="1326" y="1110"/>
                    </a:lnTo>
                    <a:lnTo>
                      <a:pt x="289" y="1225"/>
                    </a:lnTo>
                    <a:cubicBezTo>
                      <a:pt x="58" y="1282"/>
                      <a:pt x="1" y="1513"/>
                      <a:pt x="116" y="1628"/>
                    </a:cubicBezTo>
                    <a:lnTo>
                      <a:pt x="922" y="2377"/>
                    </a:lnTo>
                    <a:lnTo>
                      <a:pt x="749" y="3472"/>
                    </a:lnTo>
                    <a:cubicBezTo>
                      <a:pt x="705" y="3606"/>
                      <a:pt x="833" y="3739"/>
                      <a:pt x="973" y="3739"/>
                    </a:cubicBezTo>
                    <a:cubicBezTo>
                      <a:pt x="1014" y="3739"/>
                      <a:pt x="1056" y="3728"/>
                      <a:pt x="1095" y="3702"/>
                    </a:cubicBezTo>
                    <a:lnTo>
                      <a:pt x="2017" y="3241"/>
                    </a:lnTo>
                    <a:lnTo>
                      <a:pt x="2996" y="3702"/>
                    </a:lnTo>
                    <a:cubicBezTo>
                      <a:pt x="3022" y="3728"/>
                      <a:pt x="3054" y="3739"/>
                      <a:pt x="3087" y="3739"/>
                    </a:cubicBezTo>
                    <a:cubicBezTo>
                      <a:pt x="3201" y="3739"/>
                      <a:pt x="3329" y="3606"/>
                      <a:pt x="3284" y="3472"/>
                    </a:cubicBezTo>
                    <a:lnTo>
                      <a:pt x="3112" y="2377"/>
                    </a:lnTo>
                    <a:lnTo>
                      <a:pt x="3918" y="1628"/>
                    </a:lnTo>
                    <a:cubicBezTo>
                      <a:pt x="4033" y="1513"/>
                      <a:pt x="3976" y="1282"/>
                      <a:pt x="3745" y="1225"/>
                    </a:cubicBezTo>
                    <a:lnTo>
                      <a:pt x="2708" y="1110"/>
                    </a:lnTo>
                    <a:lnTo>
                      <a:pt x="2247" y="130"/>
                    </a:lnTo>
                    <a:cubicBezTo>
                      <a:pt x="2190" y="44"/>
                      <a:pt x="2103" y="1"/>
                      <a:pt x="20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11" name="Google Shape;1611;p64"/>
          <p:cNvGrpSpPr/>
          <p:nvPr/>
        </p:nvGrpSpPr>
        <p:grpSpPr>
          <a:xfrm>
            <a:off x="947567" y="1903454"/>
            <a:ext cx="595348" cy="595348"/>
            <a:chOff x="137422" y="1395313"/>
            <a:chExt cx="707400" cy="707400"/>
          </a:xfrm>
        </p:grpSpPr>
        <p:sp>
          <p:nvSpPr>
            <p:cNvPr id="1612" name="Google Shape;1612;p64"/>
            <p:cNvSpPr/>
            <p:nvPr/>
          </p:nvSpPr>
          <p:spPr>
            <a:xfrm flipH="1">
              <a:off x="137422" y="139531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13" name="Google Shape;1613;p64"/>
            <p:cNvGrpSpPr/>
            <p:nvPr/>
          </p:nvGrpSpPr>
          <p:grpSpPr>
            <a:xfrm>
              <a:off x="288750" y="1545650"/>
              <a:ext cx="404725" cy="402225"/>
              <a:chOff x="1193025" y="2093775"/>
              <a:chExt cx="404725" cy="402225"/>
            </a:xfrm>
          </p:grpSpPr>
          <p:sp>
            <p:nvSpPr>
              <p:cNvPr id="1614" name="Google Shape;1614;p64"/>
              <p:cNvSpPr/>
              <p:nvPr/>
            </p:nvSpPr>
            <p:spPr>
              <a:xfrm>
                <a:off x="1283750" y="2223750"/>
                <a:ext cx="63400" cy="11550"/>
              </a:xfrm>
              <a:custGeom>
                <a:rect b="b" l="l" r="r" t="t"/>
                <a:pathLst>
                  <a:path extrusionOk="0" h="462" w="2536">
                    <a:moveTo>
                      <a:pt x="346" y="1"/>
                    </a:moveTo>
                    <a:cubicBezTo>
                      <a:pt x="1" y="1"/>
                      <a:pt x="1" y="462"/>
                      <a:pt x="346" y="462"/>
                    </a:cubicBezTo>
                    <a:lnTo>
                      <a:pt x="2247" y="462"/>
                    </a:lnTo>
                    <a:cubicBezTo>
                      <a:pt x="2535" y="462"/>
                      <a:pt x="2535" y="1"/>
                      <a:pt x="22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64"/>
              <p:cNvSpPr/>
              <p:nvPr/>
            </p:nvSpPr>
            <p:spPr>
              <a:xfrm>
                <a:off x="1236225" y="2249675"/>
                <a:ext cx="110925" cy="13000"/>
              </a:xfrm>
              <a:custGeom>
                <a:rect b="b" l="l" r="r" t="t"/>
                <a:pathLst>
                  <a:path extrusionOk="0" h="520" w="4437">
                    <a:moveTo>
                      <a:pt x="346" y="1"/>
                    </a:moveTo>
                    <a:cubicBezTo>
                      <a:pt x="0" y="1"/>
                      <a:pt x="0" y="519"/>
                      <a:pt x="346" y="519"/>
                    </a:cubicBezTo>
                    <a:lnTo>
                      <a:pt x="4148" y="519"/>
                    </a:lnTo>
                    <a:cubicBezTo>
                      <a:pt x="4436" y="519"/>
                      <a:pt x="4436" y="1"/>
                      <a:pt x="414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6" name="Google Shape;1616;p64"/>
              <p:cNvSpPr/>
              <p:nvPr/>
            </p:nvSpPr>
            <p:spPr>
              <a:xfrm>
                <a:off x="1326950" y="2324575"/>
                <a:ext cx="34600" cy="60525"/>
              </a:xfrm>
              <a:custGeom>
                <a:rect b="b" l="l" r="r" t="t"/>
                <a:pathLst>
                  <a:path extrusionOk="0" h="2421" w="1384">
                    <a:moveTo>
                      <a:pt x="231" y="1"/>
                    </a:moveTo>
                    <a:cubicBezTo>
                      <a:pt x="116" y="1"/>
                      <a:pt x="1" y="116"/>
                      <a:pt x="1" y="231"/>
                    </a:cubicBezTo>
                    <a:lnTo>
                      <a:pt x="1" y="2190"/>
                    </a:lnTo>
                    <a:cubicBezTo>
                      <a:pt x="1" y="2305"/>
                      <a:pt x="116" y="2420"/>
                      <a:pt x="231" y="2420"/>
                    </a:cubicBezTo>
                    <a:lnTo>
                      <a:pt x="1095" y="2420"/>
                    </a:lnTo>
                    <a:cubicBezTo>
                      <a:pt x="1383" y="2420"/>
                      <a:pt x="1383" y="1959"/>
                      <a:pt x="1095" y="1959"/>
                    </a:cubicBezTo>
                    <a:lnTo>
                      <a:pt x="519" y="1959"/>
                    </a:lnTo>
                    <a:lnTo>
                      <a:pt x="519" y="1441"/>
                    </a:lnTo>
                    <a:lnTo>
                      <a:pt x="1038" y="1441"/>
                    </a:lnTo>
                    <a:cubicBezTo>
                      <a:pt x="1326" y="1441"/>
                      <a:pt x="1326" y="980"/>
                      <a:pt x="1038" y="980"/>
                    </a:cubicBezTo>
                    <a:lnTo>
                      <a:pt x="519" y="980"/>
                    </a:lnTo>
                    <a:lnTo>
                      <a:pt x="519" y="462"/>
                    </a:lnTo>
                    <a:lnTo>
                      <a:pt x="1095" y="462"/>
                    </a:lnTo>
                    <a:cubicBezTo>
                      <a:pt x="1383" y="462"/>
                      <a:pt x="1383" y="1"/>
                      <a:pt x="109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64"/>
              <p:cNvSpPr/>
              <p:nvPr/>
            </p:nvSpPr>
            <p:spPr>
              <a:xfrm>
                <a:off x="1279425" y="2324575"/>
                <a:ext cx="40675" cy="60150"/>
              </a:xfrm>
              <a:custGeom>
                <a:rect b="b" l="l" r="r" t="t"/>
                <a:pathLst>
                  <a:path extrusionOk="0" h="2406" w="1627">
                    <a:moveTo>
                      <a:pt x="807" y="462"/>
                    </a:moveTo>
                    <a:cubicBezTo>
                      <a:pt x="980" y="462"/>
                      <a:pt x="1095" y="577"/>
                      <a:pt x="1095" y="750"/>
                    </a:cubicBezTo>
                    <a:cubicBezTo>
                      <a:pt x="1095" y="865"/>
                      <a:pt x="980" y="980"/>
                      <a:pt x="807" y="980"/>
                    </a:cubicBezTo>
                    <a:lnTo>
                      <a:pt x="519" y="980"/>
                    </a:lnTo>
                    <a:lnTo>
                      <a:pt x="519" y="462"/>
                    </a:lnTo>
                    <a:close/>
                    <a:moveTo>
                      <a:pt x="289" y="1"/>
                    </a:moveTo>
                    <a:cubicBezTo>
                      <a:pt x="116" y="1"/>
                      <a:pt x="1" y="116"/>
                      <a:pt x="1" y="231"/>
                    </a:cubicBezTo>
                    <a:lnTo>
                      <a:pt x="1" y="2190"/>
                    </a:lnTo>
                    <a:cubicBezTo>
                      <a:pt x="1" y="2334"/>
                      <a:pt x="130" y="2406"/>
                      <a:pt x="260" y="2406"/>
                    </a:cubicBezTo>
                    <a:cubicBezTo>
                      <a:pt x="390" y="2406"/>
                      <a:pt x="519" y="2334"/>
                      <a:pt x="519" y="2190"/>
                    </a:cubicBezTo>
                    <a:lnTo>
                      <a:pt x="519" y="1614"/>
                    </a:lnTo>
                    <a:lnTo>
                      <a:pt x="1153" y="2305"/>
                    </a:lnTo>
                    <a:cubicBezTo>
                      <a:pt x="1198" y="2365"/>
                      <a:pt x="1254" y="2390"/>
                      <a:pt x="1310" y="2390"/>
                    </a:cubicBezTo>
                    <a:cubicBezTo>
                      <a:pt x="1470" y="2390"/>
                      <a:pt x="1627" y="2188"/>
                      <a:pt x="1499" y="2017"/>
                    </a:cubicBezTo>
                    <a:lnTo>
                      <a:pt x="980" y="1441"/>
                    </a:lnTo>
                    <a:cubicBezTo>
                      <a:pt x="1326" y="1383"/>
                      <a:pt x="1556" y="1095"/>
                      <a:pt x="1556" y="750"/>
                    </a:cubicBezTo>
                    <a:cubicBezTo>
                      <a:pt x="1556" y="346"/>
                      <a:pt x="1211"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4"/>
              <p:cNvSpPr/>
              <p:nvPr/>
            </p:nvSpPr>
            <p:spPr>
              <a:xfrm>
                <a:off x="1231900" y="2324575"/>
                <a:ext cx="40350" cy="60150"/>
              </a:xfrm>
              <a:custGeom>
                <a:rect b="b" l="l" r="r" t="t"/>
                <a:pathLst>
                  <a:path extrusionOk="0" h="2406" w="1614">
                    <a:moveTo>
                      <a:pt x="807" y="462"/>
                    </a:moveTo>
                    <a:cubicBezTo>
                      <a:pt x="980" y="462"/>
                      <a:pt x="1153" y="577"/>
                      <a:pt x="1153" y="750"/>
                    </a:cubicBezTo>
                    <a:cubicBezTo>
                      <a:pt x="1153" y="922"/>
                      <a:pt x="980" y="1095"/>
                      <a:pt x="807" y="1095"/>
                    </a:cubicBezTo>
                    <a:lnTo>
                      <a:pt x="461" y="1095"/>
                    </a:lnTo>
                    <a:lnTo>
                      <a:pt x="461" y="750"/>
                    </a:lnTo>
                    <a:lnTo>
                      <a:pt x="461" y="462"/>
                    </a:lnTo>
                    <a:close/>
                    <a:moveTo>
                      <a:pt x="231" y="1"/>
                    </a:moveTo>
                    <a:cubicBezTo>
                      <a:pt x="116" y="1"/>
                      <a:pt x="1" y="116"/>
                      <a:pt x="1" y="231"/>
                    </a:cubicBezTo>
                    <a:lnTo>
                      <a:pt x="1" y="2190"/>
                    </a:lnTo>
                    <a:cubicBezTo>
                      <a:pt x="1" y="2334"/>
                      <a:pt x="116" y="2406"/>
                      <a:pt x="231" y="2406"/>
                    </a:cubicBezTo>
                    <a:cubicBezTo>
                      <a:pt x="346" y="2406"/>
                      <a:pt x="461" y="2334"/>
                      <a:pt x="461" y="2190"/>
                    </a:cubicBezTo>
                    <a:lnTo>
                      <a:pt x="461" y="1556"/>
                    </a:lnTo>
                    <a:lnTo>
                      <a:pt x="807" y="1556"/>
                    </a:lnTo>
                    <a:cubicBezTo>
                      <a:pt x="1210" y="1556"/>
                      <a:pt x="1614" y="1210"/>
                      <a:pt x="1614" y="750"/>
                    </a:cubicBezTo>
                    <a:cubicBezTo>
                      <a:pt x="1614" y="346"/>
                      <a:pt x="1210" y="1"/>
                      <a:pt x="80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4"/>
              <p:cNvSpPr/>
              <p:nvPr/>
            </p:nvSpPr>
            <p:spPr>
              <a:xfrm>
                <a:off x="1390325" y="2398025"/>
                <a:ext cx="34600" cy="60525"/>
              </a:xfrm>
              <a:custGeom>
                <a:rect b="b" l="l" r="r" t="t"/>
                <a:pathLst>
                  <a:path extrusionOk="0" h="2421" w="1384">
                    <a:moveTo>
                      <a:pt x="289" y="1"/>
                    </a:moveTo>
                    <a:cubicBezTo>
                      <a:pt x="116" y="1"/>
                      <a:pt x="1" y="116"/>
                      <a:pt x="1" y="231"/>
                    </a:cubicBezTo>
                    <a:lnTo>
                      <a:pt x="1" y="2190"/>
                    </a:lnTo>
                    <a:cubicBezTo>
                      <a:pt x="1" y="2305"/>
                      <a:pt x="116" y="2420"/>
                      <a:pt x="289" y="2420"/>
                    </a:cubicBezTo>
                    <a:lnTo>
                      <a:pt x="1095" y="2420"/>
                    </a:lnTo>
                    <a:cubicBezTo>
                      <a:pt x="1383" y="2420"/>
                      <a:pt x="1383" y="1960"/>
                      <a:pt x="1095" y="1960"/>
                    </a:cubicBezTo>
                    <a:lnTo>
                      <a:pt x="519" y="1960"/>
                    </a:lnTo>
                    <a:lnTo>
                      <a:pt x="519" y="1441"/>
                    </a:lnTo>
                    <a:lnTo>
                      <a:pt x="1038" y="1441"/>
                    </a:lnTo>
                    <a:cubicBezTo>
                      <a:pt x="1326" y="1441"/>
                      <a:pt x="1326" y="980"/>
                      <a:pt x="1038" y="980"/>
                    </a:cubicBezTo>
                    <a:lnTo>
                      <a:pt x="519" y="980"/>
                    </a:lnTo>
                    <a:lnTo>
                      <a:pt x="519" y="462"/>
                    </a:lnTo>
                    <a:lnTo>
                      <a:pt x="1095" y="462"/>
                    </a:lnTo>
                    <a:cubicBezTo>
                      <a:pt x="1383" y="462"/>
                      <a:pt x="1383" y="1"/>
                      <a:pt x="109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64"/>
              <p:cNvSpPr/>
              <p:nvPr/>
            </p:nvSpPr>
            <p:spPr>
              <a:xfrm>
                <a:off x="1338475" y="2399475"/>
                <a:ext cx="44675" cy="59075"/>
              </a:xfrm>
              <a:custGeom>
                <a:rect b="b" l="l" r="r" t="t"/>
                <a:pathLst>
                  <a:path extrusionOk="0" h="2363" w="1787">
                    <a:moveTo>
                      <a:pt x="807" y="461"/>
                    </a:moveTo>
                    <a:cubicBezTo>
                      <a:pt x="1211" y="461"/>
                      <a:pt x="1326" y="807"/>
                      <a:pt x="1326" y="1153"/>
                    </a:cubicBezTo>
                    <a:cubicBezTo>
                      <a:pt x="1326" y="1613"/>
                      <a:pt x="1095" y="1844"/>
                      <a:pt x="807" y="1844"/>
                    </a:cubicBezTo>
                    <a:lnTo>
                      <a:pt x="519" y="1844"/>
                    </a:lnTo>
                    <a:lnTo>
                      <a:pt x="519" y="1153"/>
                    </a:lnTo>
                    <a:lnTo>
                      <a:pt x="519" y="461"/>
                    </a:lnTo>
                    <a:close/>
                    <a:moveTo>
                      <a:pt x="289" y="0"/>
                    </a:moveTo>
                    <a:cubicBezTo>
                      <a:pt x="116" y="0"/>
                      <a:pt x="1" y="58"/>
                      <a:pt x="1" y="231"/>
                    </a:cubicBezTo>
                    <a:lnTo>
                      <a:pt x="1" y="2074"/>
                    </a:lnTo>
                    <a:lnTo>
                      <a:pt x="58" y="2074"/>
                    </a:lnTo>
                    <a:cubicBezTo>
                      <a:pt x="58" y="2190"/>
                      <a:pt x="116" y="2362"/>
                      <a:pt x="289" y="2362"/>
                    </a:cubicBezTo>
                    <a:lnTo>
                      <a:pt x="807" y="2362"/>
                    </a:lnTo>
                    <a:cubicBezTo>
                      <a:pt x="1383" y="2362"/>
                      <a:pt x="1787" y="1844"/>
                      <a:pt x="1787" y="1153"/>
                    </a:cubicBezTo>
                    <a:cubicBezTo>
                      <a:pt x="1787" y="461"/>
                      <a:pt x="1383" y="0"/>
                      <a:pt x="80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 name="Google Shape;1621;p64"/>
              <p:cNvSpPr/>
              <p:nvPr/>
            </p:nvSpPr>
            <p:spPr>
              <a:xfrm>
                <a:off x="1293825" y="2398025"/>
                <a:ext cx="40450" cy="60975"/>
              </a:xfrm>
              <a:custGeom>
                <a:rect b="b" l="l" r="r" t="t"/>
                <a:pathLst>
                  <a:path extrusionOk="0" h="2439" w="1618">
                    <a:moveTo>
                      <a:pt x="750" y="462"/>
                    </a:moveTo>
                    <a:cubicBezTo>
                      <a:pt x="923" y="462"/>
                      <a:pt x="1038" y="577"/>
                      <a:pt x="1038" y="750"/>
                    </a:cubicBezTo>
                    <a:cubicBezTo>
                      <a:pt x="1038" y="865"/>
                      <a:pt x="923" y="1038"/>
                      <a:pt x="750" y="1038"/>
                    </a:cubicBezTo>
                    <a:lnTo>
                      <a:pt x="462" y="1038"/>
                    </a:lnTo>
                    <a:lnTo>
                      <a:pt x="462" y="462"/>
                    </a:lnTo>
                    <a:close/>
                    <a:moveTo>
                      <a:pt x="231" y="1"/>
                    </a:moveTo>
                    <a:cubicBezTo>
                      <a:pt x="116" y="1"/>
                      <a:pt x="1" y="116"/>
                      <a:pt x="1" y="231"/>
                    </a:cubicBezTo>
                    <a:lnTo>
                      <a:pt x="1" y="2190"/>
                    </a:lnTo>
                    <a:cubicBezTo>
                      <a:pt x="1" y="2334"/>
                      <a:pt x="116" y="2406"/>
                      <a:pt x="231" y="2406"/>
                    </a:cubicBezTo>
                    <a:cubicBezTo>
                      <a:pt x="346" y="2406"/>
                      <a:pt x="462" y="2334"/>
                      <a:pt x="462" y="2190"/>
                    </a:cubicBezTo>
                    <a:lnTo>
                      <a:pt x="462" y="1614"/>
                    </a:lnTo>
                    <a:lnTo>
                      <a:pt x="1095" y="2363"/>
                    </a:lnTo>
                    <a:cubicBezTo>
                      <a:pt x="1149" y="2416"/>
                      <a:pt x="1209" y="2439"/>
                      <a:pt x="1266" y="2439"/>
                    </a:cubicBezTo>
                    <a:cubicBezTo>
                      <a:pt x="1455" y="2439"/>
                      <a:pt x="1618" y="2194"/>
                      <a:pt x="1441" y="2017"/>
                    </a:cubicBezTo>
                    <a:lnTo>
                      <a:pt x="923" y="1441"/>
                    </a:lnTo>
                    <a:cubicBezTo>
                      <a:pt x="1268" y="1383"/>
                      <a:pt x="1499" y="1095"/>
                      <a:pt x="1499" y="750"/>
                    </a:cubicBezTo>
                    <a:cubicBezTo>
                      <a:pt x="1499" y="346"/>
                      <a:pt x="1153"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 name="Google Shape;1622;p64"/>
              <p:cNvSpPr/>
              <p:nvPr/>
            </p:nvSpPr>
            <p:spPr>
              <a:xfrm>
                <a:off x="1430650" y="2398025"/>
                <a:ext cx="40800" cy="60975"/>
              </a:xfrm>
              <a:custGeom>
                <a:rect b="b" l="l" r="r" t="t"/>
                <a:pathLst>
                  <a:path extrusionOk="0" h="2439" w="1632">
                    <a:moveTo>
                      <a:pt x="750" y="462"/>
                    </a:moveTo>
                    <a:cubicBezTo>
                      <a:pt x="923" y="462"/>
                      <a:pt x="1095" y="577"/>
                      <a:pt x="1095" y="750"/>
                    </a:cubicBezTo>
                    <a:cubicBezTo>
                      <a:pt x="1095" y="865"/>
                      <a:pt x="923" y="1038"/>
                      <a:pt x="750" y="1038"/>
                    </a:cubicBezTo>
                    <a:lnTo>
                      <a:pt x="462" y="1038"/>
                    </a:lnTo>
                    <a:lnTo>
                      <a:pt x="462" y="462"/>
                    </a:lnTo>
                    <a:close/>
                    <a:moveTo>
                      <a:pt x="231" y="1"/>
                    </a:moveTo>
                    <a:cubicBezTo>
                      <a:pt x="116" y="1"/>
                      <a:pt x="1" y="116"/>
                      <a:pt x="1" y="231"/>
                    </a:cubicBezTo>
                    <a:lnTo>
                      <a:pt x="1" y="2190"/>
                    </a:lnTo>
                    <a:cubicBezTo>
                      <a:pt x="1" y="2334"/>
                      <a:pt x="116" y="2406"/>
                      <a:pt x="231" y="2406"/>
                    </a:cubicBezTo>
                    <a:cubicBezTo>
                      <a:pt x="346" y="2406"/>
                      <a:pt x="462" y="2334"/>
                      <a:pt x="462" y="2190"/>
                    </a:cubicBezTo>
                    <a:lnTo>
                      <a:pt x="462" y="1614"/>
                    </a:lnTo>
                    <a:lnTo>
                      <a:pt x="1153" y="2363"/>
                    </a:lnTo>
                    <a:cubicBezTo>
                      <a:pt x="1193" y="2416"/>
                      <a:pt x="1243" y="2439"/>
                      <a:pt x="1293" y="2439"/>
                    </a:cubicBezTo>
                    <a:cubicBezTo>
                      <a:pt x="1459" y="2439"/>
                      <a:pt x="1631" y="2194"/>
                      <a:pt x="1499" y="2017"/>
                    </a:cubicBezTo>
                    <a:lnTo>
                      <a:pt x="980" y="1441"/>
                    </a:lnTo>
                    <a:cubicBezTo>
                      <a:pt x="1268" y="1383"/>
                      <a:pt x="1556" y="1095"/>
                      <a:pt x="1556" y="750"/>
                    </a:cubicBezTo>
                    <a:cubicBezTo>
                      <a:pt x="1556" y="346"/>
                      <a:pt x="1211"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64"/>
              <p:cNvSpPr/>
              <p:nvPr/>
            </p:nvSpPr>
            <p:spPr>
              <a:xfrm>
                <a:off x="1224700" y="2398025"/>
                <a:ext cx="61950" cy="60525"/>
              </a:xfrm>
              <a:custGeom>
                <a:rect b="b" l="l" r="r" t="t"/>
                <a:pathLst>
                  <a:path extrusionOk="0" h="2421" w="2478">
                    <a:moveTo>
                      <a:pt x="1268" y="462"/>
                    </a:moveTo>
                    <a:cubicBezTo>
                      <a:pt x="1671" y="462"/>
                      <a:pt x="2017" y="807"/>
                      <a:pt x="2017" y="1211"/>
                    </a:cubicBezTo>
                    <a:cubicBezTo>
                      <a:pt x="2017" y="1614"/>
                      <a:pt x="1671" y="1960"/>
                      <a:pt x="1268" y="1960"/>
                    </a:cubicBezTo>
                    <a:cubicBezTo>
                      <a:pt x="807" y="1960"/>
                      <a:pt x="519" y="1614"/>
                      <a:pt x="519" y="1211"/>
                    </a:cubicBezTo>
                    <a:cubicBezTo>
                      <a:pt x="519" y="807"/>
                      <a:pt x="807" y="462"/>
                      <a:pt x="1268" y="462"/>
                    </a:cubicBezTo>
                    <a:close/>
                    <a:moveTo>
                      <a:pt x="1268" y="1"/>
                    </a:moveTo>
                    <a:cubicBezTo>
                      <a:pt x="577" y="1"/>
                      <a:pt x="0" y="577"/>
                      <a:pt x="0" y="1211"/>
                    </a:cubicBezTo>
                    <a:cubicBezTo>
                      <a:pt x="0" y="1902"/>
                      <a:pt x="577" y="2420"/>
                      <a:pt x="1268" y="2420"/>
                    </a:cubicBezTo>
                    <a:cubicBezTo>
                      <a:pt x="1902" y="2420"/>
                      <a:pt x="2478" y="1902"/>
                      <a:pt x="2478" y="1211"/>
                    </a:cubicBezTo>
                    <a:cubicBezTo>
                      <a:pt x="2478" y="577"/>
                      <a:pt x="1902" y="1"/>
                      <a:pt x="126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64"/>
              <p:cNvSpPr/>
              <p:nvPr/>
            </p:nvSpPr>
            <p:spPr>
              <a:xfrm>
                <a:off x="1429225" y="2093775"/>
                <a:ext cx="96525" cy="88600"/>
              </a:xfrm>
              <a:custGeom>
                <a:rect b="b" l="l" r="r" t="t"/>
                <a:pathLst>
                  <a:path extrusionOk="0" h="3544" w="3861">
                    <a:moveTo>
                      <a:pt x="1959" y="764"/>
                    </a:moveTo>
                    <a:lnTo>
                      <a:pt x="2247" y="1340"/>
                    </a:lnTo>
                    <a:cubicBezTo>
                      <a:pt x="2305" y="1398"/>
                      <a:pt x="2362" y="1455"/>
                      <a:pt x="2420" y="1455"/>
                    </a:cubicBezTo>
                    <a:lnTo>
                      <a:pt x="3054" y="1570"/>
                    </a:lnTo>
                    <a:lnTo>
                      <a:pt x="2593" y="2031"/>
                    </a:lnTo>
                    <a:cubicBezTo>
                      <a:pt x="2535" y="2089"/>
                      <a:pt x="2535" y="2147"/>
                      <a:pt x="2535" y="2204"/>
                    </a:cubicBezTo>
                    <a:lnTo>
                      <a:pt x="2650" y="2838"/>
                    </a:lnTo>
                    <a:lnTo>
                      <a:pt x="2074" y="2550"/>
                    </a:lnTo>
                    <a:lnTo>
                      <a:pt x="1844" y="2550"/>
                    </a:lnTo>
                    <a:lnTo>
                      <a:pt x="1268" y="2838"/>
                    </a:lnTo>
                    <a:lnTo>
                      <a:pt x="1383" y="2204"/>
                    </a:lnTo>
                    <a:cubicBezTo>
                      <a:pt x="1383" y="2147"/>
                      <a:pt x="1383" y="2089"/>
                      <a:pt x="1325" y="2031"/>
                    </a:cubicBezTo>
                    <a:lnTo>
                      <a:pt x="864" y="1570"/>
                    </a:lnTo>
                    <a:lnTo>
                      <a:pt x="1498" y="1455"/>
                    </a:lnTo>
                    <a:cubicBezTo>
                      <a:pt x="1556" y="1455"/>
                      <a:pt x="1613" y="1398"/>
                      <a:pt x="1671" y="1340"/>
                    </a:cubicBezTo>
                    <a:lnTo>
                      <a:pt x="1959" y="764"/>
                    </a:lnTo>
                    <a:close/>
                    <a:moveTo>
                      <a:pt x="1959" y="1"/>
                    </a:moveTo>
                    <a:cubicBezTo>
                      <a:pt x="1873" y="1"/>
                      <a:pt x="1786" y="44"/>
                      <a:pt x="1729" y="130"/>
                    </a:cubicBezTo>
                    <a:lnTo>
                      <a:pt x="1268" y="1052"/>
                    </a:lnTo>
                    <a:lnTo>
                      <a:pt x="288" y="1167"/>
                    </a:lnTo>
                    <a:cubicBezTo>
                      <a:pt x="115" y="1225"/>
                      <a:pt x="0" y="1455"/>
                      <a:pt x="173" y="1570"/>
                    </a:cubicBezTo>
                    <a:lnTo>
                      <a:pt x="864" y="2262"/>
                    </a:lnTo>
                    <a:lnTo>
                      <a:pt x="922" y="2262"/>
                    </a:lnTo>
                    <a:lnTo>
                      <a:pt x="749" y="3241"/>
                    </a:lnTo>
                    <a:cubicBezTo>
                      <a:pt x="701" y="3432"/>
                      <a:pt x="851" y="3544"/>
                      <a:pt x="970" y="3544"/>
                    </a:cubicBezTo>
                    <a:cubicBezTo>
                      <a:pt x="994" y="3544"/>
                      <a:pt x="1017" y="3539"/>
                      <a:pt x="1037" y="3529"/>
                    </a:cubicBezTo>
                    <a:lnTo>
                      <a:pt x="1959" y="3068"/>
                    </a:lnTo>
                    <a:lnTo>
                      <a:pt x="2823" y="3529"/>
                    </a:lnTo>
                    <a:cubicBezTo>
                      <a:pt x="2853" y="3539"/>
                      <a:pt x="2884" y="3544"/>
                      <a:pt x="2915" y="3544"/>
                    </a:cubicBezTo>
                    <a:cubicBezTo>
                      <a:pt x="3067" y="3544"/>
                      <a:pt x="3217" y="3432"/>
                      <a:pt x="3169" y="3241"/>
                    </a:cubicBezTo>
                    <a:lnTo>
                      <a:pt x="2996" y="2262"/>
                    </a:lnTo>
                    <a:lnTo>
                      <a:pt x="3745" y="1570"/>
                    </a:lnTo>
                    <a:cubicBezTo>
                      <a:pt x="3860" y="1455"/>
                      <a:pt x="3803" y="1225"/>
                      <a:pt x="3630" y="1167"/>
                    </a:cubicBezTo>
                    <a:lnTo>
                      <a:pt x="2593" y="1052"/>
                    </a:lnTo>
                    <a:lnTo>
                      <a:pt x="2189" y="130"/>
                    </a:lnTo>
                    <a:cubicBezTo>
                      <a:pt x="2132" y="44"/>
                      <a:pt x="2045" y="1"/>
                      <a:pt x="195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64"/>
              <p:cNvSpPr/>
              <p:nvPr/>
            </p:nvSpPr>
            <p:spPr>
              <a:xfrm>
                <a:off x="1193025" y="2202150"/>
                <a:ext cx="404725" cy="293850"/>
              </a:xfrm>
              <a:custGeom>
                <a:rect b="b" l="l" r="r" t="t"/>
                <a:pathLst>
                  <a:path extrusionOk="0" h="11754" w="16189">
                    <a:moveTo>
                      <a:pt x="12329" y="462"/>
                    </a:moveTo>
                    <a:lnTo>
                      <a:pt x="11522" y="1556"/>
                    </a:lnTo>
                    <a:lnTo>
                      <a:pt x="7432" y="1556"/>
                    </a:lnTo>
                    <a:lnTo>
                      <a:pt x="8181" y="462"/>
                    </a:lnTo>
                    <a:close/>
                    <a:moveTo>
                      <a:pt x="14633" y="462"/>
                    </a:moveTo>
                    <a:lnTo>
                      <a:pt x="15382" y="1556"/>
                    </a:lnTo>
                    <a:lnTo>
                      <a:pt x="13999" y="1556"/>
                    </a:lnTo>
                    <a:lnTo>
                      <a:pt x="13193" y="462"/>
                    </a:lnTo>
                    <a:close/>
                    <a:moveTo>
                      <a:pt x="13020" y="980"/>
                    </a:moveTo>
                    <a:lnTo>
                      <a:pt x="13654" y="1959"/>
                    </a:lnTo>
                    <a:cubicBezTo>
                      <a:pt x="13711" y="2017"/>
                      <a:pt x="13769" y="2017"/>
                      <a:pt x="13884" y="2017"/>
                    </a:cubicBezTo>
                    <a:lnTo>
                      <a:pt x="14518" y="2017"/>
                    </a:lnTo>
                    <a:cubicBezTo>
                      <a:pt x="14518" y="3457"/>
                      <a:pt x="14518" y="4782"/>
                      <a:pt x="14518" y="6165"/>
                    </a:cubicBezTo>
                    <a:cubicBezTo>
                      <a:pt x="14364" y="6165"/>
                      <a:pt x="13878" y="6191"/>
                      <a:pt x="13485" y="6191"/>
                    </a:cubicBezTo>
                    <a:cubicBezTo>
                      <a:pt x="13289" y="6191"/>
                      <a:pt x="13116" y="6184"/>
                      <a:pt x="13020" y="6165"/>
                    </a:cubicBezTo>
                    <a:lnTo>
                      <a:pt x="13020" y="5301"/>
                    </a:lnTo>
                    <a:cubicBezTo>
                      <a:pt x="13020" y="5157"/>
                      <a:pt x="12890" y="5085"/>
                      <a:pt x="12768" y="5085"/>
                    </a:cubicBezTo>
                    <a:cubicBezTo>
                      <a:pt x="12646" y="5085"/>
                      <a:pt x="12530" y="5157"/>
                      <a:pt x="12559" y="5301"/>
                    </a:cubicBezTo>
                    <a:lnTo>
                      <a:pt x="12559" y="6223"/>
                    </a:lnTo>
                    <a:lnTo>
                      <a:pt x="8354" y="6223"/>
                    </a:lnTo>
                    <a:lnTo>
                      <a:pt x="8354" y="2075"/>
                    </a:lnTo>
                    <a:lnTo>
                      <a:pt x="11637" y="2075"/>
                    </a:lnTo>
                    <a:cubicBezTo>
                      <a:pt x="11753" y="2075"/>
                      <a:pt x="11810" y="2017"/>
                      <a:pt x="11868" y="1959"/>
                    </a:cubicBezTo>
                    <a:lnTo>
                      <a:pt x="12559" y="980"/>
                    </a:lnTo>
                    <a:lnTo>
                      <a:pt x="12559" y="3861"/>
                    </a:lnTo>
                    <a:cubicBezTo>
                      <a:pt x="12559" y="4033"/>
                      <a:pt x="12674" y="4120"/>
                      <a:pt x="12790" y="4120"/>
                    </a:cubicBezTo>
                    <a:cubicBezTo>
                      <a:pt x="12905" y="4120"/>
                      <a:pt x="13020" y="4033"/>
                      <a:pt x="13020" y="3861"/>
                    </a:cubicBezTo>
                    <a:cubicBezTo>
                      <a:pt x="13020" y="2939"/>
                      <a:pt x="13020" y="1959"/>
                      <a:pt x="13020" y="980"/>
                    </a:cubicBezTo>
                    <a:close/>
                    <a:moveTo>
                      <a:pt x="8066" y="1"/>
                    </a:moveTo>
                    <a:cubicBezTo>
                      <a:pt x="8008" y="1"/>
                      <a:pt x="7950" y="58"/>
                      <a:pt x="7893" y="116"/>
                    </a:cubicBezTo>
                    <a:lnTo>
                      <a:pt x="6798" y="1671"/>
                    </a:lnTo>
                    <a:cubicBezTo>
                      <a:pt x="6683" y="1844"/>
                      <a:pt x="6798" y="2075"/>
                      <a:pt x="6971" y="2075"/>
                    </a:cubicBezTo>
                    <a:lnTo>
                      <a:pt x="7835" y="2075"/>
                    </a:lnTo>
                    <a:lnTo>
                      <a:pt x="7835" y="3400"/>
                    </a:lnTo>
                    <a:lnTo>
                      <a:pt x="1037" y="3400"/>
                    </a:lnTo>
                    <a:cubicBezTo>
                      <a:pt x="461" y="3400"/>
                      <a:pt x="0" y="3861"/>
                      <a:pt x="0" y="4494"/>
                    </a:cubicBezTo>
                    <a:lnTo>
                      <a:pt x="0" y="11465"/>
                    </a:lnTo>
                    <a:cubicBezTo>
                      <a:pt x="0" y="11638"/>
                      <a:pt x="58" y="11753"/>
                      <a:pt x="230" y="11753"/>
                    </a:cubicBezTo>
                    <a:lnTo>
                      <a:pt x="1844" y="11753"/>
                    </a:lnTo>
                    <a:cubicBezTo>
                      <a:pt x="1844" y="11753"/>
                      <a:pt x="1901" y="11753"/>
                      <a:pt x="1901" y="11696"/>
                    </a:cubicBezTo>
                    <a:cubicBezTo>
                      <a:pt x="2132" y="11523"/>
                      <a:pt x="1959" y="11292"/>
                      <a:pt x="1786" y="11292"/>
                    </a:cubicBezTo>
                    <a:lnTo>
                      <a:pt x="1037" y="11292"/>
                    </a:lnTo>
                    <a:cubicBezTo>
                      <a:pt x="691" y="11292"/>
                      <a:pt x="461" y="11004"/>
                      <a:pt x="461" y="10659"/>
                    </a:cubicBezTo>
                    <a:lnTo>
                      <a:pt x="461" y="4494"/>
                    </a:lnTo>
                    <a:cubicBezTo>
                      <a:pt x="461" y="4149"/>
                      <a:pt x="691" y="3861"/>
                      <a:pt x="1037" y="3861"/>
                    </a:cubicBezTo>
                    <a:lnTo>
                      <a:pt x="7835" y="3861"/>
                    </a:lnTo>
                    <a:lnTo>
                      <a:pt x="7835" y="6453"/>
                    </a:lnTo>
                    <a:cubicBezTo>
                      <a:pt x="7835" y="6568"/>
                      <a:pt x="7950" y="6684"/>
                      <a:pt x="8123" y="6684"/>
                    </a:cubicBezTo>
                    <a:lnTo>
                      <a:pt x="12559" y="6684"/>
                    </a:lnTo>
                    <a:lnTo>
                      <a:pt x="12559" y="11120"/>
                    </a:lnTo>
                    <a:cubicBezTo>
                      <a:pt x="12559" y="11235"/>
                      <a:pt x="12502" y="11292"/>
                      <a:pt x="12386" y="11292"/>
                    </a:cubicBezTo>
                    <a:lnTo>
                      <a:pt x="3226" y="11292"/>
                    </a:lnTo>
                    <a:cubicBezTo>
                      <a:pt x="2996" y="11465"/>
                      <a:pt x="3111" y="11753"/>
                      <a:pt x="3341" y="11753"/>
                    </a:cubicBezTo>
                    <a:lnTo>
                      <a:pt x="12790" y="11753"/>
                    </a:lnTo>
                    <a:cubicBezTo>
                      <a:pt x="12905" y="11753"/>
                      <a:pt x="13020" y="11638"/>
                      <a:pt x="13020" y="11465"/>
                    </a:cubicBezTo>
                    <a:lnTo>
                      <a:pt x="13020" y="6684"/>
                    </a:lnTo>
                    <a:lnTo>
                      <a:pt x="14748" y="6684"/>
                    </a:lnTo>
                    <a:cubicBezTo>
                      <a:pt x="14864" y="6684"/>
                      <a:pt x="14979" y="6626"/>
                      <a:pt x="14979" y="6453"/>
                    </a:cubicBezTo>
                    <a:cubicBezTo>
                      <a:pt x="15036" y="4955"/>
                      <a:pt x="15036" y="3515"/>
                      <a:pt x="14979" y="2017"/>
                    </a:cubicBezTo>
                    <a:lnTo>
                      <a:pt x="15843" y="2017"/>
                    </a:lnTo>
                    <a:cubicBezTo>
                      <a:pt x="16073" y="2017"/>
                      <a:pt x="16189" y="1844"/>
                      <a:pt x="16073" y="1671"/>
                    </a:cubicBezTo>
                    <a:lnTo>
                      <a:pt x="14979" y="116"/>
                    </a:lnTo>
                    <a:cubicBezTo>
                      <a:pt x="14921" y="58"/>
                      <a:pt x="14864" y="1"/>
                      <a:pt x="1474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26" name="Google Shape;1626;p64"/>
          <p:cNvGrpSpPr/>
          <p:nvPr/>
        </p:nvGrpSpPr>
        <p:grpSpPr>
          <a:xfrm>
            <a:off x="947567" y="1183213"/>
            <a:ext cx="595348" cy="595348"/>
            <a:chOff x="137434" y="539513"/>
            <a:chExt cx="707400" cy="707400"/>
          </a:xfrm>
        </p:grpSpPr>
        <p:sp>
          <p:nvSpPr>
            <p:cNvPr id="1627" name="Google Shape;1627;p64"/>
            <p:cNvSpPr/>
            <p:nvPr/>
          </p:nvSpPr>
          <p:spPr>
            <a:xfrm flipH="1">
              <a:off x="137434" y="53951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28" name="Google Shape;1628;p64"/>
            <p:cNvGrpSpPr/>
            <p:nvPr/>
          </p:nvGrpSpPr>
          <p:grpSpPr>
            <a:xfrm>
              <a:off x="290200" y="671500"/>
              <a:ext cx="401850" cy="401850"/>
              <a:chOff x="238125" y="2075425"/>
              <a:chExt cx="401850" cy="401850"/>
            </a:xfrm>
          </p:grpSpPr>
          <p:sp>
            <p:nvSpPr>
              <p:cNvPr id="1629" name="Google Shape;1629;p64"/>
              <p:cNvSpPr/>
              <p:nvPr/>
            </p:nvSpPr>
            <p:spPr>
              <a:xfrm>
                <a:off x="564600" y="2388300"/>
                <a:ext cx="35050" cy="64125"/>
              </a:xfrm>
              <a:custGeom>
                <a:rect b="b" l="l" r="r" t="t"/>
                <a:pathLst>
                  <a:path extrusionOk="0" h="2565" w="1402">
                    <a:moveTo>
                      <a:pt x="710" y="1"/>
                    </a:moveTo>
                    <a:cubicBezTo>
                      <a:pt x="595" y="1"/>
                      <a:pt x="480" y="73"/>
                      <a:pt x="480" y="217"/>
                    </a:cubicBezTo>
                    <a:lnTo>
                      <a:pt x="480" y="332"/>
                    </a:lnTo>
                    <a:cubicBezTo>
                      <a:pt x="307" y="390"/>
                      <a:pt x="192" y="563"/>
                      <a:pt x="134" y="735"/>
                    </a:cubicBezTo>
                    <a:cubicBezTo>
                      <a:pt x="76" y="966"/>
                      <a:pt x="192" y="1139"/>
                      <a:pt x="307" y="1254"/>
                    </a:cubicBezTo>
                    <a:cubicBezTo>
                      <a:pt x="422" y="1369"/>
                      <a:pt x="652" y="1427"/>
                      <a:pt x="825" y="1484"/>
                    </a:cubicBezTo>
                    <a:cubicBezTo>
                      <a:pt x="998" y="1542"/>
                      <a:pt x="883" y="1830"/>
                      <a:pt x="710" y="1830"/>
                    </a:cubicBezTo>
                    <a:lnTo>
                      <a:pt x="710" y="1772"/>
                    </a:lnTo>
                    <a:cubicBezTo>
                      <a:pt x="595" y="1772"/>
                      <a:pt x="537" y="1772"/>
                      <a:pt x="422" y="1715"/>
                    </a:cubicBezTo>
                    <a:cubicBezTo>
                      <a:pt x="383" y="1685"/>
                      <a:pt x="343" y="1673"/>
                      <a:pt x="306" y="1673"/>
                    </a:cubicBezTo>
                    <a:cubicBezTo>
                      <a:pt x="126" y="1673"/>
                      <a:pt x="0" y="1975"/>
                      <a:pt x="192" y="2118"/>
                    </a:cubicBezTo>
                    <a:cubicBezTo>
                      <a:pt x="307" y="2176"/>
                      <a:pt x="364" y="2233"/>
                      <a:pt x="480" y="2233"/>
                    </a:cubicBezTo>
                    <a:lnTo>
                      <a:pt x="480" y="2349"/>
                    </a:lnTo>
                    <a:cubicBezTo>
                      <a:pt x="480" y="2493"/>
                      <a:pt x="595" y="2565"/>
                      <a:pt x="710" y="2565"/>
                    </a:cubicBezTo>
                    <a:cubicBezTo>
                      <a:pt x="825" y="2565"/>
                      <a:pt x="940" y="2493"/>
                      <a:pt x="940" y="2349"/>
                    </a:cubicBezTo>
                    <a:lnTo>
                      <a:pt x="940" y="2233"/>
                    </a:lnTo>
                    <a:cubicBezTo>
                      <a:pt x="1171" y="2176"/>
                      <a:pt x="1344" y="1945"/>
                      <a:pt x="1401" y="1715"/>
                    </a:cubicBezTo>
                    <a:cubicBezTo>
                      <a:pt x="1401" y="1427"/>
                      <a:pt x="1286" y="1139"/>
                      <a:pt x="998" y="1023"/>
                    </a:cubicBezTo>
                    <a:cubicBezTo>
                      <a:pt x="825" y="1023"/>
                      <a:pt x="652" y="966"/>
                      <a:pt x="595" y="851"/>
                    </a:cubicBezTo>
                    <a:cubicBezTo>
                      <a:pt x="595" y="793"/>
                      <a:pt x="595" y="793"/>
                      <a:pt x="652" y="735"/>
                    </a:cubicBezTo>
                    <a:cubicBezTo>
                      <a:pt x="710" y="735"/>
                      <a:pt x="825" y="735"/>
                      <a:pt x="883" y="793"/>
                    </a:cubicBezTo>
                    <a:cubicBezTo>
                      <a:pt x="883" y="793"/>
                      <a:pt x="960" y="844"/>
                      <a:pt x="1062" y="844"/>
                    </a:cubicBezTo>
                    <a:cubicBezTo>
                      <a:pt x="1113" y="844"/>
                      <a:pt x="1171" y="831"/>
                      <a:pt x="1229" y="793"/>
                    </a:cubicBezTo>
                    <a:cubicBezTo>
                      <a:pt x="1401" y="620"/>
                      <a:pt x="1171" y="447"/>
                      <a:pt x="1171" y="447"/>
                    </a:cubicBezTo>
                    <a:cubicBezTo>
                      <a:pt x="1113" y="390"/>
                      <a:pt x="1056" y="332"/>
                      <a:pt x="940" y="275"/>
                    </a:cubicBezTo>
                    <a:lnTo>
                      <a:pt x="940" y="217"/>
                    </a:lnTo>
                    <a:cubicBezTo>
                      <a:pt x="940" y="73"/>
                      <a:pt x="825" y="1"/>
                      <a:pt x="7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64"/>
              <p:cNvSpPr/>
              <p:nvPr/>
            </p:nvSpPr>
            <p:spPr>
              <a:xfrm>
                <a:off x="276775" y="2388300"/>
                <a:ext cx="36250" cy="64125"/>
              </a:xfrm>
              <a:custGeom>
                <a:rect b="b" l="l" r="r" t="t"/>
                <a:pathLst>
                  <a:path extrusionOk="0" h="2565" w="1450">
                    <a:moveTo>
                      <a:pt x="758" y="1"/>
                    </a:moveTo>
                    <a:cubicBezTo>
                      <a:pt x="643" y="1"/>
                      <a:pt x="528" y="73"/>
                      <a:pt x="528" y="217"/>
                    </a:cubicBezTo>
                    <a:lnTo>
                      <a:pt x="528" y="332"/>
                    </a:lnTo>
                    <a:cubicBezTo>
                      <a:pt x="355" y="390"/>
                      <a:pt x="240" y="563"/>
                      <a:pt x="182" y="735"/>
                    </a:cubicBezTo>
                    <a:cubicBezTo>
                      <a:pt x="125" y="966"/>
                      <a:pt x="182" y="1139"/>
                      <a:pt x="355" y="1254"/>
                    </a:cubicBezTo>
                    <a:cubicBezTo>
                      <a:pt x="470" y="1369"/>
                      <a:pt x="643" y="1427"/>
                      <a:pt x="874" y="1484"/>
                    </a:cubicBezTo>
                    <a:cubicBezTo>
                      <a:pt x="1046" y="1542"/>
                      <a:pt x="931" y="1830"/>
                      <a:pt x="758" y="1830"/>
                    </a:cubicBezTo>
                    <a:lnTo>
                      <a:pt x="758" y="1772"/>
                    </a:lnTo>
                    <a:cubicBezTo>
                      <a:pt x="643" y="1772"/>
                      <a:pt x="586" y="1772"/>
                      <a:pt x="470" y="1715"/>
                    </a:cubicBezTo>
                    <a:cubicBezTo>
                      <a:pt x="431" y="1685"/>
                      <a:pt x="390" y="1673"/>
                      <a:pt x="351" y="1673"/>
                    </a:cubicBezTo>
                    <a:cubicBezTo>
                      <a:pt x="159" y="1673"/>
                      <a:pt x="1" y="1975"/>
                      <a:pt x="240" y="2118"/>
                    </a:cubicBezTo>
                    <a:cubicBezTo>
                      <a:pt x="355" y="2176"/>
                      <a:pt x="413" y="2233"/>
                      <a:pt x="528" y="2233"/>
                    </a:cubicBezTo>
                    <a:lnTo>
                      <a:pt x="528" y="2349"/>
                    </a:lnTo>
                    <a:cubicBezTo>
                      <a:pt x="528" y="2493"/>
                      <a:pt x="643" y="2565"/>
                      <a:pt x="758" y="2565"/>
                    </a:cubicBezTo>
                    <a:cubicBezTo>
                      <a:pt x="874" y="2565"/>
                      <a:pt x="989" y="2493"/>
                      <a:pt x="989" y="2349"/>
                    </a:cubicBezTo>
                    <a:lnTo>
                      <a:pt x="989" y="2233"/>
                    </a:lnTo>
                    <a:cubicBezTo>
                      <a:pt x="1219" y="2176"/>
                      <a:pt x="1392" y="1945"/>
                      <a:pt x="1392" y="1715"/>
                    </a:cubicBezTo>
                    <a:cubicBezTo>
                      <a:pt x="1450" y="1427"/>
                      <a:pt x="1277" y="1139"/>
                      <a:pt x="989" y="1023"/>
                    </a:cubicBezTo>
                    <a:cubicBezTo>
                      <a:pt x="874" y="1023"/>
                      <a:pt x="701" y="966"/>
                      <a:pt x="643" y="851"/>
                    </a:cubicBezTo>
                    <a:cubicBezTo>
                      <a:pt x="643" y="793"/>
                      <a:pt x="643" y="793"/>
                      <a:pt x="701" y="735"/>
                    </a:cubicBezTo>
                    <a:cubicBezTo>
                      <a:pt x="758" y="735"/>
                      <a:pt x="874" y="735"/>
                      <a:pt x="931" y="793"/>
                    </a:cubicBezTo>
                    <a:cubicBezTo>
                      <a:pt x="931" y="793"/>
                      <a:pt x="1008" y="844"/>
                      <a:pt x="1111" y="844"/>
                    </a:cubicBezTo>
                    <a:cubicBezTo>
                      <a:pt x="1162" y="844"/>
                      <a:pt x="1219" y="831"/>
                      <a:pt x="1277" y="793"/>
                    </a:cubicBezTo>
                    <a:cubicBezTo>
                      <a:pt x="1450" y="620"/>
                      <a:pt x="1219" y="447"/>
                      <a:pt x="1219" y="447"/>
                    </a:cubicBezTo>
                    <a:cubicBezTo>
                      <a:pt x="1162" y="390"/>
                      <a:pt x="1104" y="332"/>
                      <a:pt x="989" y="275"/>
                    </a:cubicBezTo>
                    <a:lnTo>
                      <a:pt x="989" y="217"/>
                    </a:lnTo>
                    <a:cubicBezTo>
                      <a:pt x="989" y="73"/>
                      <a:pt x="874" y="1"/>
                      <a:pt x="75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64"/>
              <p:cNvSpPr/>
              <p:nvPr/>
            </p:nvSpPr>
            <p:spPr>
              <a:xfrm>
                <a:off x="564600" y="2101700"/>
                <a:ext cx="35050" cy="63750"/>
              </a:xfrm>
              <a:custGeom>
                <a:rect b="b" l="l" r="r" t="t"/>
                <a:pathLst>
                  <a:path extrusionOk="0" h="2550" w="1402">
                    <a:moveTo>
                      <a:pt x="710" y="0"/>
                    </a:moveTo>
                    <a:cubicBezTo>
                      <a:pt x="595" y="0"/>
                      <a:pt x="480" y="72"/>
                      <a:pt x="480" y="216"/>
                    </a:cubicBezTo>
                    <a:lnTo>
                      <a:pt x="480" y="274"/>
                    </a:lnTo>
                    <a:cubicBezTo>
                      <a:pt x="307" y="389"/>
                      <a:pt x="192" y="504"/>
                      <a:pt x="134" y="735"/>
                    </a:cubicBezTo>
                    <a:cubicBezTo>
                      <a:pt x="76" y="908"/>
                      <a:pt x="192" y="1138"/>
                      <a:pt x="307" y="1253"/>
                    </a:cubicBezTo>
                    <a:cubicBezTo>
                      <a:pt x="422" y="1369"/>
                      <a:pt x="652" y="1426"/>
                      <a:pt x="825" y="1484"/>
                    </a:cubicBezTo>
                    <a:cubicBezTo>
                      <a:pt x="998" y="1541"/>
                      <a:pt x="883" y="1772"/>
                      <a:pt x="710" y="1772"/>
                    </a:cubicBezTo>
                    <a:cubicBezTo>
                      <a:pt x="595" y="1772"/>
                      <a:pt x="537" y="1772"/>
                      <a:pt x="422" y="1714"/>
                    </a:cubicBezTo>
                    <a:cubicBezTo>
                      <a:pt x="383" y="1685"/>
                      <a:pt x="343" y="1672"/>
                      <a:pt x="306" y="1672"/>
                    </a:cubicBezTo>
                    <a:cubicBezTo>
                      <a:pt x="126" y="1672"/>
                      <a:pt x="0" y="1974"/>
                      <a:pt x="192" y="2118"/>
                    </a:cubicBezTo>
                    <a:cubicBezTo>
                      <a:pt x="307" y="2175"/>
                      <a:pt x="364" y="2233"/>
                      <a:pt x="480" y="2233"/>
                    </a:cubicBezTo>
                    <a:lnTo>
                      <a:pt x="480" y="2290"/>
                    </a:lnTo>
                    <a:cubicBezTo>
                      <a:pt x="480" y="2463"/>
                      <a:pt x="595" y="2550"/>
                      <a:pt x="710" y="2550"/>
                    </a:cubicBezTo>
                    <a:cubicBezTo>
                      <a:pt x="825" y="2550"/>
                      <a:pt x="940" y="2463"/>
                      <a:pt x="940" y="2290"/>
                    </a:cubicBezTo>
                    <a:lnTo>
                      <a:pt x="940" y="2233"/>
                    </a:lnTo>
                    <a:cubicBezTo>
                      <a:pt x="1171" y="2118"/>
                      <a:pt x="1344" y="1945"/>
                      <a:pt x="1401" y="1714"/>
                    </a:cubicBezTo>
                    <a:cubicBezTo>
                      <a:pt x="1401" y="1426"/>
                      <a:pt x="1286" y="1138"/>
                      <a:pt x="998" y="1023"/>
                    </a:cubicBezTo>
                    <a:cubicBezTo>
                      <a:pt x="825" y="965"/>
                      <a:pt x="652" y="908"/>
                      <a:pt x="595" y="850"/>
                    </a:cubicBezTo>
                    <a:cubicBezTo>
                      <a:pt x="595" y="793"/>
                      <a:pt x="595" y="735"/>
                      <a:pt x="652" y="735"/>
                    </a:cubicBezTo>
                    <a:lnTo>
                      <a:pt x="883" y="735"/>
                    </a:lnTo>
                    <a:cubicBezTo>
                      <a:pt x="883" y="735"/>
                      <a:pt x="980" y="832"/>
                      <a:pt x="1102" y="832"/>
                    </a:cubicBezTo>
                    <a:cubicBezTo>
                      <a:pt x="1142" y="832"/>
                      <a:pt x="1185" y="821"/>
                      <a:pt x="1229" y="793"/>
                    </a:cubicBezTo>
                    <a:cubicBezTo>
                      <a:pt x="1401" y="620"/>
                      <a:pt x="1171" y="389"/>
                      <a:pt x="1171" y="389"/>
                    </a:cubicBezTo>
                    <a:cubicBezTo>
                      <a:pt x="1113" y="389"/>
                      <a:pt x="1056" y="332"/>
                      <a:pt x="940" y="274"/>
                    </a:cubicBezTo>
                    <a:lnTo>
                      <a:pt x="940" y="216"/>
                    </a:lnTo>
                    <a:cubicBezTo>
                      <a:pt x="940" y="72"/>
                      <a:pt x="825" y="0"/>
                      <a:pt x="71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2" name="Google Shape;1632;p64"/>
              <p:cNvSpPr/>
              <p:nvPr/>
            </p:nvSpPr>
            <p:spPr>
              <a:xfrm>
                <a:off x="327400" y="2197825"/>
                <a:ext cx="223275" cy="158475"/>
              </a:xfrm>
              <a:custGeom>
                <a:rect b="b" l="l" r="r" t="t"/>
                <a:pathLst>
                  <a:path extrusionOk="0" h="6339" w="8931">
                    <a:moveTo>
                      <a:pt x="5301" y="462"/>
                    </a:moveTo>
                    <a:lnTo>
                      <a:pt x="4610" y="1499"/>
                    </a:lnTo>
                    <a:lnTo>
                      <a:pt x="750" y="1499"/>
                    </a:lnTo>
                    <a:lnTo>
                      <a:pt x="1499" y="462"/>
                    </a:lnTo>
                    <a:close/>
                    <a:moveTo>
                      <a:pt x="7490" y="462"/>
                    </a:moveTo>
                    <a:lnTo>
                      <a:pt x="8182" y="1499"/>
                    </a:lnTo>
                    <a:lnTo>
                      <a:pt x="6914" y="1499"/>
                    </a:lnTo>
                    <a:lnTo>
                      <a:pt x="6165" y="462"/>
                    </a:lnTo>
                    <a:close/>
                    <a:moveTo>
                      <a:pt x="5992" y="980"/>
                    </a:moveTo>
                    <a:lnTo>
                      <a:pt x="6569" y="1844"/>
                    </a:lnTo>
                    <a:cubicBezTo>
                      <a:pt x="6626" y="1902"/>
                      <a:pt x="6684" y="1960"/>
                      <a:pt x="6799" y="1960"/>
                    </a:cubicBezTo>
                    <a:lnTo>
                      <a:pt x="7375" y="1960"/>
                    </a:lnTo>
                    <a:lnTo>
                      <a:pt x="7375" y="5820"/>
                    </a:lnTo>
                    <a:lnTo>
                      <a:pt x="5992" y="5820"/>
                    </a:lnTo>
                    <a:lnTo>
                      <a:pt x="5992" y="5071"/>
                    </a:lnTo>
                    <a:cubicBezTo>
                      <a:pt x="5992" y="4955"/>
                      <a:pt x="5877" y="4840"/>
                      <a:pt x="5762" y="4840"/>
                    </a:cubicBezTo>
                    <a:cubicBezTo>
                      <a:pt x="5647" y="4840"/>
                      <a:pt x="5532" y="4898"/>
                      <a:pt x="5532" y="5071"/>
                    </a:cubicBezTo>
                    <a:lnTo>
                      <a:pt x="5532" y="5877"/>
                    </a:lnTo>
                    <a:lnTo>
                      <a:pt x="1556" y="5877"/>
                    </a:lnTo>
                    <a:lnTo>
                      <a:pt x="1556" y="1960"/>
                    </a:lnTo>
                    <a:lnTo>
                      <a:pt x="4725" y="1960"/>
                    </a:lnTo>
                    <a:cubicBezTo>
                      <a:pt x="4783" y="1960"/>
                      <a:pt x="4840" y="1902"/>
                      <a:pt x="4898" y="1844"/>
                    </a:cubicBezTo>
                    <a:lnTo>
                      <a:pt x="5474" y="980"/>
                    </a:lnTo>
                    <a:lnTo>
                      <a:pt x="5474" y="3630"/>
                    </a:lnTo>
                    <a:cubicBezTo>
                      <a:pt x="5474" y="3803"/>
                      <a:pt x="5589" y="3861"/>
                      <a:pt x="5762" y="3861"/>
                    </a:cubicBezTo>
                    <a:cubicBezTo>
                      <a:pt x="5877" y="3861"/>
                      <a:pt x="5992" y="3803"/>
                      <a:pt x="5992" y="3630"/>
                    </a:cubicBezTo>
                    <a:lnTo>
                      <a:pt x="5992" y="980"/>
                    </a:lnTo>
                    <a:close/>
                    <a:moveTo>
                      <a:pt x="1326" y="1"/>
                    </a:moveTo>
                    <a:cubicBezTo>
                      <a:pt x="1268" y="1"/>
                      <a:pt x="1211" y="59"/>
                      <a:pt x="1153" y="116"/>
                    </a:cubicBezTo>
                    <a:lnTo>
                      <a:pt x="116" y="1556"/>
                    </a:lnTo>
                    <a:cubicBezTo>
                      <a:pt x="1" y="1729"/>
                      <a:pt x="116" y="1960"/>
                      <a:pt x="289" y="1960"/>
                    </a:cubicBezTo>
                    <a:lnTo>
                      <a:pt x="1095" y="1960"/>
                    </a:lnTo>
                    <a:lnTo>
                      <a:pt x="1095" y="6108"/>
                    </a:lnTo>
                    <a:cubicBezTo>
                      <a:pt x="1095" y="6223"/>
                      <a:pt x="1211" y="6338"/>
                      <a:pt x="1326" y="6338"/>
                    </a:cubicBezTo>
                    <a:lnTo>
                      <a:pt x="7606" y="6338"/>
                    </a:lnTo>
                    <a:cubicBezTo>
                      <a:pt x="7721" y="6338"/>
                      <a:pt x="7836" y="6223"/>
                      <a:pt x="7836" y="6108"/>
                    </a:cubicBezTo>
                    <a:lnTo>
                      <a:pt x="7836" y="1960"/>
                    </a:lnTo>
                    <a:lnTo>
                      <a:pt x="8643" y="1960"/>
                    </a:lnTo>
                    <a:cubicBezTo>
                      <a:pt x="8815" y="1960"/>
                      <a:pt x="8931" y="1729"/>
                      <a:pt x="8815" y="1556"/>
                    </a:cubicBezTo>
                    <a:lnTo>
                      <a:pt x="7778" y="116"/>
                    </a:lnTo>
                    <a:cubicBezTo>
                      <a:pt x="7778" y="59"/>
                      <a:pt x="7663" y="1"/>
                      <a:pt x="76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64"/>
              <p:cNvSpPr/>
              <p:nvPr/>
            </p:nvSpPr>
            <p:spPr>
              <a:xfrm>
                <a:off x="238125" y="2075425"/>
                <a:ext cx="115225" cy="115225"/>
              </a:xfrm>
              <a:custGeom>
                <a:rect b="b" l="l" r="r" t="t"/>
                <a:pathLst>
                  <a:path extrusionOk="0" h="4609" w="4609">
                    <a:moveTo>
                      <a:pt x="2304" y="0"/>
                    </a:moveTo>
                    <a:cubicBezTo>
                      <a:pt x="1901" y="0"/>
                      <a:pt x="1440" y="115"/>
                      <a:pt x="1095" y="346"/>
                    </a:cubicBezTo>
                    <a:cubicBezTo>
                      <a:pt x="856" y="489"/>
                      <a:pt x="1013" y="791"/>
                      <a:pt x="1205" y="791"/>
                    </a:cubicBezTo>
                    <a:cubicBezTo>
                      <a:pt x="1245" y="791"/>
                      <a:pt x="1286" y="778"/>
                      <a:pt x="1325" y="749"/>
                    </a:cubicBezTo>
                    <a:cubicBezTo>
                      <a:pt x="1613" y="576"/>
                      <a:pt x="1959" y="461"/>
                      <a:pt x="2304" y="461"/>
                    </a:cubicBezTo>
                    <a:cubicBezTo>
                      <a:pt x="3341" y="461"/>
                      <a:pt x="4148" y="1267"/>
                      <a:pt x="4148" y="2304"/>
                    </a:cubicBezTo>
                    <a:cubicBezTo>
                      <a:pt x="4148" y="3284"/>
                      <a:pt x="3341" y="4148"/>
                      <a:pt x="2304" y="4148"/>
                    </a:cubicBezTo>
                    <a:cubicBezTo>
                      <a:pt x="1325" y="4148"/>
                      <a:pt x="461" y="3341"/>
                      <a:pt x="461" y="2304"/>
                    </a:cubicBezTo>
                    <a:cubicBezTo>
                      <a:pt x="461" y="2074"/>
                      <a:pt x="518" y="1844"/>
                      <a:pt x="634" y="1613"/>
                    </a:cubicBezTo>
                    <a:cubicBezTo>
                      <a:pt x="712" y="1419"/>
                      <a:pt x="527" y="1250"/>
                      <a:pt x="363" y="1250"/>
                    </a:cubicBezTo>
                    <a:cubicBezTo>
                      <a:pt x="284" y="1250"/>
                      <a:pt x="210" y="1289"/>
                      <a:pt x="173" y="1383"/>
                    </a:cubicBezTo>
                    <a:cubicBezTo>
                      <a:pt x="58" y="1671"/>
                      <a:pt x="0" y="2016"/>
                      <a:pt x="0" y="2304"/>
                    </a:cubicBezTo>
                    <a:cubicBezTo>
                      <a:pt x="0" y="3572"/>
                      <a:pt x="1037" y="4609"/>
                      <a:pt x="2304" y="4609"/>
                    </a:cubicBezTo>
                    <a:cubicBezTo>
                      <a:pt x="3572" y="4609"/>
                      <a:pt x="4609" y="3572"/>
                      <a:pt x="4609" y="2304"/>
                    </a:cubicBezTo>
                    <a:cubicBezTo>
                      <a:pt x="4609" y="1037"/>
                      <a:pt x="3572" y="0"/>
                      <a:pt x="230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4"/>
              <p:cNvSpPr/>
              <p:nvPr/>
            </p:nvSpPr>
            <p:spPr>
              <a:xfrm>
                <a:off x="276775" y="2101700"/>
                <a:ext cx="36250" cy="63750"/>
              </a:xfrm>
              <a:custGeom>
                <a:rect b="b" l="l" r="r" t="t"/>
                <a:pathLst>
                  <a:path extrusionOk="0" h="2550" w="1450">
                    <a:moveTo>
                      <a:pt x="758" y="0"/>
                    </a:moveTo>
                    <a:cubicBezTo>
                      <a:pt x="643" y="0"/>
                      <a:pt x="528" y="72"/>
                      <a:pt x="528" y="216"/>
                    </a:cubicBezTo>
                    <a:lnTo>
                      <a:pt x="528" y="274"/>
                    </a:lnTo>
                    <a:cubicBezTo>
                      <a:pt x="355" y="389"/>
                      <a:pt x="240" y="504"/>
                      <a:pt x="182" y="735"/>
                    </a:cubicBezTo>
                    <a:cubicBezTo>
                      <a:pt x="125" y="908"/>
                      <a:pt x="182" y="1138"/>
                      <a:pt x="355" y="1253"/>
                    </a:cubicBezTo>
                    <a:cubicBezTo>
                      <a:pt x="470" y="1369"/>
                      <a:pt x="643" y="1426"/>
                      <a:pt x="874" y="1484"/>
                    </a:cubicBezTo>
                    <a:cubicBezTo>
                      <a:pt x="1046" y="1541"/>
                      <a:pt x="931" y="1772"/>
                      <a:pt x="758" y="1772"/>
                    </a:cubicBezTo>
                    <a:cubicBezTo>
                      <a:pt x="643" y="1772"/>
                      <a:pt x="586" y="1772"/>
                      <a:pt x="470" y="1714"/>
                    </a:cubicBezTo>
                    <a:cubicBezTo>
                      <a:pt x="431" y="1685"/>
                      <a:pt x="390" y="1672"/>
                      <a:pt x="351" y="1672"/>
                    </a:cubicBezTo>
                    <a:cubicBezTo>
                      <a:pt x="159" y="1672"/>
                      <a:pt x="1" y="1974"/>
                      <a:pt x="240" y="2118"/>
                    </a:cubicBezTo>
                    <a:cubicBezTo>
                      <a:pt x="355" y="2175"/>
                      <a:pt x="413" y="2233"/>
                      <a:pt x="528" y="2233"/>
                    </a:cubicBezTo>
                    <a:lnTo>
                      <a:pt x="528" y="2290"/>
                    </a:lnTo>
                    <a:cubicBezTo>
                      <a:pt x="528" y="2463"/>
                      <a:pt x="643" y="2550"/>
                      <a:pt x="758" y="2550"/>
                    </a:cubicBezTo>
                    <a:cubicBezTo>
                      <a:pt x="874" y="2550"/>
                      <a:pt x="989" y="2463"/>
                      <a:pt x="989" y="2290"/>
                    </a:cubicBezTo>
                    <a:lnTo>
                      <a:pt x="989" y="2233"/>
                    </a:lnTo>
                    <a:cubicBezTo>
                      <a:pt x="1219" y="2118"/>
                      <a:pt x="1392" y="1945"/>
                      <a:pt x="1392" y="1714"/>
                    </a:cubicBezTo>
                    <a:cubicBezTo>
                      <a:pt x="1450" y="1426"/>
                      <a:pt x="1277" y="1138"/>
                      <a:pt x="989" y="1023"/>
                    </a:cubicBezTo>
                    <a:cubicBezTo>
                      <a:pt x="874" y="965"/>
                      <a:pt x="701" y="908"/>
                      <a:pt x="643" y="850"/>
                    </a:cubicBezTo>
                    <a:cubicBezTo>
                      <a:pt x="643" y="793"/>
                      <a:pt x="643" y="735"/>
                      <a:pt x="701" y="735"/>
                    </a:cubicBezTo>
                    <a:lnTo>
                      <a:pt x="931" y="735"/>
                    </a:lnTo>
                    <a:cubicBezTo>
                      <a:pt x="931" y="735"/>
                      <a:pt x="1028" y="832"/>
                      <a:pt x="1150" y="832"/>
                    </a:cubicBezTo>
                    <a:cubicBezTo>
                      <a:pt x="1191" y="832"/>
                      <a:pt x="1234" y="821"/>
                      <a:pt x="1277" y="793"/>
                    </a:cubicBezTo>
                    <a:cubicBezTo>
                      <a:pt x="1450" y="620"/>
                      <a:pt x="1219" y="389"/>
                      <a:pt x="1219" y="389"/>
                    </a:cubicBezTo>
                    <a:cubicBezTo>
                      <a:pt x="1162" y="389"/>
                      <a:pt x="1104" y="332"/>
                      <a:pt x="989" y="274"/>
                    </a:cubicBezTo>
                    <a:lnTo>
                      <a:pt x="989" y="216"/>
                    </a:lnTo>
                    <a:cubicBezTo>
                      <a:pt x="989" y="72"/>
                      <a:pt x="874" y="0"/>
                      <a:pt x="75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4"/>
              <p:cNvSpPr/>
              <p:nvPr/>
            </p:nvSpPr>
            <p:spPr>
              <a:xfrm>
                <a:off x="524725" y="2075425"/>
                <a:ext cx="115250" cy="115225"/>
              </a:xfrm>
              <a:custGeom>
                <a:rect b="b" l="l" r="r" t="t"/>
                <a:pathLst>
                  <a:path extrusionOk="0" h="4609" w="4610">
                    <a:moveTo>
                      <a:pt x="2305" y="461"/>
                    </a:moveTo>
                    <a:cubicBezTo>
                      <a:pt x="3342" y="461"/>
                      <a:pt x="4149" y="1325"/>
                      <a:pt x="4149" y="2304"/>
                    </a:cubicBezTo>
                    <a:cubicBezTo>
                      <a:pt x="4149" y="3284"/>
                      <a:pt x="3342" y="4148"/>
                      <a:pt x="2305" y="4148"/>
                    </a:cubicBezTo>
                    <a:cubicBezTo>
                      <a:pt x="1326" y="4148"/>
                      <a:pt x="461" y="3284"/>
                      <a:pt x="461" y="2304"/>
                    </a:cubicBezTo>
                    <a:cubicBezTo>
                      <a:pt x="461" y="1325"/>
                      <a:pt x="1326" y="461"/>
                      <a:pt x="2305" y="461"/>
                    </a:cubicBezTo>
                    <a:close/>
                    <a:moveTo>
                      <a:pt x="2305" y="0"/>
                    </a:moveTo>
                    <a:cubicBezTo>
                      <a:pt x="1038" y="0"/>
                      <a:pt x="1" y="1037"/>
                      <a:pt x="1" y="2304"/>
                    </a:cubicBezTo>
                    <a:cubicBezTo>
                      <a:pt x="1" y="3572"/>
                      <a:pt x="1038" y="4609"/>
                      <a:pt x="2305" y="4609"/>
                    </a:cubicBezTo>
                    <a:cubicBezTo>
                      <a:pt x="3572" y="4609"/>
                      <a:pt x="4609" y="3572"/>
                      <a:pt x="4609" y="2304"/>
                    </a:cubicBezTo>
                    <a:cubicBezTo>
                      <a:pt x="4609" y="1037"/>
                      <a:pt x="3572"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 name="Google Shape;1636;p64"/>
              <p:cNvSpPr/>
              <p:nvPr/>
            </p:nvSpPr>
            <p:spPr>
              <a:xfrm>
                <a:off x="238125" y="2362025"/>
                <a:ext cx="115225" cy="115250"/>
              </a:xfrm>
              <a:custGeom>
                <a:rect b="b" l="l" r="r" t="t"/>
                <a:pathLst>
                  <a:path extrusionOk="0" h="4610" w="4609">
                    <a:moveTo>
                      <a:pt x="2304" y="461"/>
                    </a:moveTo>
                    <a:cubicBezTo>
                      <a:pt x="3341" y="461"/>
                      <a:pt x="4148" y="1326"/>
                      <a:pt x="4148" y="2305"/>
                    </a:cubicBezTo>
                    <a:cubicBezTo>
                      <a:pt x="4148" y="3342"/>
                      <a:pt x="3341" y="4148"/>
                      <a:pt x="2304" y="4148"/>
                    </a:cubicBezTo>
                    <a:cubicBezTo>
                      <a:pt x="1325" y="4148"/>
                      <a:pt x="461" y="3342"/>
                      <a:pt x="461" y="2305"/>
                    </a:cubicBezTo>
                    <a:cubicBezTo>
                      <a:pt x="461" y="1326"/>
                      <a:pt x="1325" y="461"/>
                      <a:pt x="2304" y="461"/>
                    </a:cubicBezTo>
                    <a:close/>
                    <a:moveTo>
                      <a:pt x="2304" y="0"/>
                    </a:moveTo>
                    <a:cubicBezTo>
                      <a:pt x="1037" y="0"/>
                      <a:pt x="0" y="1037"/>
                      <a:pt x="0" y="2305"/>
                    </a:cubicBezTo>
                    <a:cubicBezTo>
                      <a:pt x="0" y="3572"/>
                      <a:pt x="1037" y="4609"/>
                      <a:pt x="2304" y="4609"/>
                    </a:cubicBezTo>
                    <a:cubicBezTo>
                      <a:pt x="3572" y="4609"/>
                      <a:pt x="4609" y="3572"/>
                      <a:pt x="4609" y="2305"/>
                    </a:cubicBezTo>
                    <a:cubicBezTo>
                      <a:pt x="4609" y="1037"/>
                      <a:pt x="3572" y="0"/>
                      <a:pt x="230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 name="Google Shape;1637;p64"/>
              <p:cNvSpPr/>
              <p:nvPr/>
            </p:nvSpPr>
            <p:spPr>
              <a:xfrm>
                <a:off x="524725" y="2362025"/>
                <a:ext cx="115250" cy="115250"/>
              </a:xfrm>
              <a:custGeom>
                <a:rect b="b" l="l" r="r" t="t"/>
                <a:pathLst>
                  <a:path extrusionOk="0" h="4610" w="4610">
                    <a:moveTo>
                      <a:pt x="2305" y="461"/>
                    </a:moveTo>
                    <a:cubicBezTo>
                      <a:pt x="3342" y="461"/>
                      <a:pt x="4149" y="1326"/>
                      <a:pt x="4149" y="2305"/>
                    </a:cubicBezTo>
                    <a:cubicBezTo>
                      <a:pt x="4149" y="3342"/>
                      <a:pt x="3342" y="4148"/>
                      <a:pt x="2305" y="4148"/>
                    </a:cubicBezTo>
                    <a:cubicBezTo>
                      <a:pt x="1326" y="4148"/>
                      <a:pt x="461" y="3342"/>
                      <a:pt x="461" y="2305"/>
                    </a:cubicBezTo>
                    <a:cubicBezTo>
                      <a:pt x="461" y="1326"/>
                      <a:pt x="1326" y="461"/>
                      <a:pt x="2305" y="461"/>
                    </a:cubicBezTo>
                    <a:close/>
                    <a:moveTo>
                      <a:pt x="2305" y="0"/>
                    </a:moveTo>
                    <a:cubicBezTo>
                      <a:pt x="1038" y="0"/>
                      <a:pt x="1" y="1037"/>
                      <a:pt x="1" y="2305"/>
                    </a:cubicBezTo>
                    <a:cubicBezTo>
                      <a:pt x="1" y="3572"/>
                      <a:pt x="1038" y="4609"/>
                      <a:pt x="2305" y="4609"/>
                    </a:cubicBezTo>
                    <a:cubicBezTo>
                      <a:pt x="3572" y="4609"/>
                      <a:pt x="4609" y="3572"/>
                      <a:pt x="4609" y="2305"/>
                    </a:cubicBezTo>
                    <a:cubicBezTo>
                      <a:pt x="4609" y="1037"/>
                      <a:pt x="3572"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64"/>
              <p:cNvSpPr/>
              <p:nvPr/>
            </p:nvSpPr>
            <p:spPr>
              <a:xfrm>
                <a:off x="377825" y="2098450"/>
                <a:ext cx="83500" cy="69875"/>
              </a:xfrm>
              <a:custGeom>
                <a:rect b="b" l="l" r="r" t="t"/>
                <a:pathLst>
                  <a:path extrusionOk="0" h="2795" w="3340">
                    <a:moveTo>
                      <a:pt x="288" y="1"/>
                    </a:moveTo>
                    <a:cubicBezTo>
                      <a:pt x="0" y="1"/>
                      <a:pt x="0" y="462"/>
                      <a:pt x="288" y="462"/>
                    </a:cubicBezTo>
                    <a:lnTo>
                      <a:pt x="346" y="462"/>
                    </a:lnTo>
                    <a:cubicBezTo>
                      <a:pt x="1210" y="462"/>
                      <a:pt x="1959" y="1095"/>
                      <a:pt x="2189" y="1960"/>
                    </a:cubicBezTo>
                    <a:lnTo>
                      <a:pt x="2074" y="1844"/>
                    </a:lnTo>
                    <a:cubicBezTo>
                      <a:pt x="2014" y="1784"/>
                      <a:pt x="1947" y="1760"/>
                      <a:pt x="1884" y="1760"/>
                    </a:cubicBezTo>
                    <a:cubicBezTo>
                      <a:pt x="1703" y="1760"/>
                      <a:pt x="1558" y="1962"/>
                      <a:pt x="1729" y="2132"/>
                    </a:cubicBezTo>
                    <a:lnTo>
                      <a:pt x="2305" y="2708"/>
                    </a:lnTo>
                    <a:cubicBezTo>
                      <a:pt x="2362" y="2766"/>
                      <a:pt x="2434" y="2795"/>
                      <a:pt x="2499" y="2795"/>
                    </a:cubicBezTo>
                    <a:cubicBezTo>
                      <a:pt x="2564" y="2795"/>
                      <a:pt x="2622" y="2766"/>
                      <a:pt x="2650" y="2708"/>
                    </a:cubicBezTo>
                    <a:lnTo>
                      <a:pt x="3169" y="2132"/>
                    </a:lnTo>
                    <a:cubicBezTo>
                      <a:pt x="3339" y="1962"/>
                      <a:pt x="3194" y="1760"/>
                      <a:pt x="3014" y="1760"/>
                    </a:cubicBezTo>
                    <a:cubicBezTo>
                      <a:pt x="2951" y="1760"/>
                      <a:pt x="2883" y="1784"/>
                      <a:pt x="2823" y="1844"/>
                    </a:cubicBezTo>
                    <a:lnTo>
                      <a:pt x="2650" y="2017"/>
                    </a:lnTo>
                    <a:cubicBezTo>
                      <a:pt x="2478" y="865"/>
                      <a:pt x="1498"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64"/>
              <p:cNvSpPr/>
              <p:nvPr/>
            </p:nvSpPr>
            <p:spPr>
              <a:xfrm>
                <a:off x="419575" y="2385075"/>
                <a:ext cx="79250" cy="69150"/>
              </a:xfrm>
              <a:custGeom>
                <a:rect b="b" l="l" r="r" t="t"/>
                <a:pathLst>
                  <a:path extrusionOk="0" h="2766" w="3170">
                    <a:moveTo>
                      <a:pt x="808" y="0"/>
                    </a:moveTo>
                    <a:cubicBezTo>
                      <a:pt x="692" y="0"/>
                      <a:pt x="635" y="0"/>
                      <a:pt x="577" y="115"/>
                    </a:cubicBezTo>
                    <a:lnTo>
                      <a:pt x="59" y="634"/>
                    </a:lnTo>
                    <a:cubicBezTo>
                      <a:pt x="1" y="749"/>
                      <a:pt x="1" y="864"/>
                      <a:pt x="59" y="980"/>
                    </a:cubicBezTo>
                    <a:cubicBezTo>
                      <a:pt x="116" y="980"/>
                      <a:pt x="174" y="1037"/>
                      <a:pt x="231" y="1037"/>
                    </a:cubicBezTo>
                    <a:cubicBezTo>
                      <a:pt x="289" y="1037"/>
                      <a:pt x="347" y="980"/>
                      <a:pt x="404" y="980"/>
                    </a:cubicBezTo>
                    <a:lnTo>
                      <a:pt x="577" y="749"/>
                    </a:lnTo>
                    <a:cubicBezTo>
                      <a:pt x="750" y="1901"/>
                      <a:pt x="1729" y="2766"/>
                      <a:pt x="2939" y="2766"/>
                    </a:cubicBezTo>
                    <a:cubicBezTo>
                      <a:pt x="3054" y="2766"/>
                      <a:pt x="3170" y="2708"/>
                      <a:pt x="3170" y="2535"/>
                    </a:cubicBezTo>
                    <a:cubicBezTo>
                      <a:pt x="3170" y="2420"/>
                      <a:pt x="3054" y="2305"/>
                      <a:pt x="2939" y="2305"/>
                    </a:cubicBezTo>
                    <a:cubicBezTo>
                      <a:pt x="2017" y="2305"/>
                      <a:pt x="1268" y="1671"/>
                      <a:pt x="1096" y="864"/>
                    </a:cubicBezTo>
                    <a:lnTo>
                      <a:pt x="1096" y="864"/>
                    </a:lnTo>
                    <a:lnTo>
                      <a:pt x="1211" y="980"/>
                    </a:lnTo>
                    <a:cubicBezTo>
                      <a:pt x="1240" y="1008"/>
                      <a:pt x="1297" y="1023"/>
                      <a:pt x="1355" y="1023"/>
                    </a:cubicBezTo>
                    <a:cubicBezTo>
                      <a:pt x="1412" y="1023"/>
                      <a:pt x="1470" y="1008"/>
                      <a:pt x="1499" y="980"/>
                    </a:cubicBezTo>
                    <a:cubicBezTo>
                      <a:pt x="1614" y="864"/>
                      <a:pt x="1614" y="749"/>
                      <a:pt x="1499" y="634"/>
                    </a:cubicBezTo>
                    <a:lnTo>
                      <a:pt x="980" y="58"/>
                    </a:lnTo>
                    <a:cubicBezTo>
                      <a:pt x="923" y="0"/>
                      <a:pt x="865" y="0"/>
                      <a:pt x="80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64"/>
              <p:cNvSpPr/>
              <p:nvPr/>
            </p:nvSpPr>
            <p:spPr>
              <a:xfrm>
                <a:off x="546325" y="2216925"/>
                <a:ext cx="72050" cy="79325"/>
              </a:xfrm>
              <a:custGeom>
                <a:rect b="b" l="l" r="r" t="t"/>
                <a:pathLst>
                  <a:path extrusionOk="0" h="3173" w="2882">
                    <a:moveTo>
                      <a:pt x="2622" y="0"/>
                    </a:moveTo>
                    <a:cubicBezTo>
                      <a:pt x="2492" y="0"/>
                      <a:pt x="2363" y="72"/>
                      <a:pt x="2363" y="216"/>
                    </a:cubicBezTo>
                    <a:cubicBezTo>
                      <a:pt x="2363" y="1138"/>
                      <a:pt x="1729" y="1887"/>
                      <a:pt x="923" y="2117"/>
                    </a:cubicBezTo>
                    <a:lnTo>
                      <a:pt x="1038" y="2002"/>
                    </a:lnTo>
                    <a:cubicBezTo>
                      <a:pt x="1215" y="1825"/>
                      <a:pt x="1052" y="1581"/>
                      <a:pt x="863" y="1581"/>
                    </a:cubicBezTo>
                    <a:cubicBezTo>
                      <a:pt x="805" y="1581"/>
                      <a:pt x="746" y="1603"/>
                      <a:pt x="692" y="1657"/>
                    </a:cubicBezTo>
                    <a:lnTo>
                      <a:pt x="116" y="2175"/>
                    </a:lnTo>
                    <a:cubicBezTo>
                      <a:pt x="1" y="2290"/>
                      <a:pt x="58" y="2521"/>
                      <a:pt x="174" y="2578"/>
                    </a:cubicBezTo>
                    <a:lnTo>
                      <a:pt x="692" y="3097"/>
                    </a:lnTo>
                    <a:cubicBezTo>
                      <a:pt x="746" y="3150"/>
                      <a:pt x="805" y="3173"/>
                      <a:pt x="863" y="3173"/>
                    </a:cubicBezTo>
                    <a:cubicBezTo>
                      <a:pt x="1052" y="3173"/>
                      <a:pt x="1215" y="2928"/>
                      <a:pt x="1038" y="2751"/>
                    </a:cubicBezTo>
                    <a:lnTo>
                      <a:pt x="865" y="2578"/>
                    </a:lnTo>
                    <a:cubicBezTo>
                      <a:pt x="2017" y="2405"/>
                      <a:pt x="2881" y="1426"/>
                      <a:pt x="2881" y="216"/>
                    </a:cubicBezTo>
                    <a:cubicBezTo>
                      <a:pt x="2881" y="72"/>
                      <a:pt x="2752" y="0"/>
                      <a:pt x="262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 name="Google Shape;1641;p64"/>
              <p:cNvSpPr/>
              <p:nvPr/>
            </p:nvSpPr>
            <p:spPr>
              <a:xfrm>
                <a:off x="261150" y="2257150"/>
                <a:ext cx="70600" cy="78625"/>
              </a:xfrm>
              <a:custGeom>
                <a:rect b="b" l="l" r="r" t="t"/>
                <a:pathLst>
                  <a:path extrusionOk="0" h="3145" w="2824">
                    <a:moveTo>
                      <a:pt x="2020" y="0"/>
                    </a:moveTo>
                    <a:cubicBezTo>
                      <a:pt x="1849" y="0"/>
                      <a:pt x="1658" y="253"/>
                      <a:pt x="1844" y="393"/>
                    </a:cubicBezTo>
                    <a:lnTo>
                      <a:pt x="2017" y="566"/>
                    </a:lnTo>
                    <a:cubicBezTo>
                      <a:pt x="865" y="739"/>
                      <a:pt x="1" y="1718"/>
                      <a:pt x="1" y="2928"/>
                    </a:cubicBezTo>
                    <a:cubicBezTo>
                      <a:pt x="1" y="3072"/>
                      <a:pt x="116" y="3144"/>
                      <a:pt x="231" y="3144"/>
                    </a:cubicBezTo>
                    <a:cubicBezTo>
                      <a:pt x="346" y="3144"/>
                      <a:pt x="462" y="3072"/>
                      <a:pt x="462" y="2928"/>
                    </a:cubicBezTo>
                    <a:cubicBezTo>
                      <a:pt x="462" y="2006"/>
                      <a:pt x="1095" y="1257"/>
                      <a:pt x="1902" y="1085"/>
                    </a:cubicBezTo>
                    <a:lnTo>
                      <a:pt x="1902" y="1085"/>
                    </a:lnTo>
                    <a:lnTo>
                      <a:pt x="1787" y="1200"/>
                    </a:lnTo>
                    <a:cubicBezTo>
                      <a:pt x="1647" y="1340"/>
                      <a:pt x="1809" y="1593"/>
                      <a:pt x="1998" y="1593"/>
                    </a:cubicBezTo>
                    <a:cubicBezTo>
                      <a:pt x="2042" y="1593"/>
                      <a:pt x="2088" y="1578"/>
                      <a:pt x="2132" y="1545"/>
                    </a:cubicBezTo>
                    <a:lnTo>
                      <a:pt x="2708" y="969"/>
                    </a:lnTo>
                    <a:cubicBezTo>
                      <a:pt x="2824" y="854"/>
                      <a:pt x="2824" y="681"/>
                      <a:pt x="2651" y="566"/>
                    </a:cubicBezTo>
                    <a:lnTo>
                      <a:pt x="2708" y="566"/>
                    </a:lnTo>
                    <a:lnTo>
                      <a:pt x="2132" y="48"/>
                    </a:lnTo>
                    <a:cubicBezTo>
                      <a:pt x="2099" y="15"/>
                      <a:pt x="2060" y="0"/>
                      <a:pt x="20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42" name="Google Shape;1642;p64"/>
          <p:cNvGrpSpPr/>
          <p:nvPr/>
        </p:nvGrpSpPr>
        <p:grpSpPr>
          <a:xfrm>
            <a:off x="1898069" y="4000921"/>
            <a:ext cx="595348" cy="595348"/>
            <a:chOff x="940734" y="3887550"/>
            <a:chExt cx="707400" cy="707400"/>
          </a:xfrm>
        </p:grpSpPr>
        <p:sp>
          <p:nvSpPr>
            <p:cNvPr id="1643" name="Google Shape;1643;p64"/>
            <p:cNvSpPr/>
            <p:nvPr/>
          </p:nvSpPr>
          <p:spPr>
            <a:xfrm flipH="1">
              <a:off x="940734" y="38875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44" name="Google Shape;1644;p64"/>
            <p:cNvGrpSpPr/>
            <p:nvPr/>
          </p:nvGrpSpPr>
          <p:grpSpPr>
            <a:xfrm>
              <a:off x="1111475" y="4049375"/>
              <a:ext cx="365850" cy="401850"/>
              <a:chOff x="1479625" y="3227625"/>
              <a:chExt cx="365850" cy="401850"/>
            </a:xfrm>
          </p:grpSpPr>
          <p:sp>
            <p:nvSpPr>
              <p:cNvPr id="1645" name="Google Shape;1645;p64"/>
              <p:cNvSpPr/>
              <p:nvPr/>
            </p:nvSpPr>
            <p:spPr>
              <a:xfrm>
                <a:off x="1757600" y="3242025"/>
                <a:ext cx="11550" cy="43225"/>
              </a:xfrm>
              <a:custGeom>
                <a:rect b="b" l="l" r="r" t="t"/>
                <a:pathLst>
                  <a:path extrusionOk="0" h="1729" w="462">
                    <a:moveTo>
                      <a:pt x="289" y="1"/>
                    </a:moveTo>
                    <a:cubicBezTo>
                      <a:pt x="116" y="1"/>
                      <a:pt x="0" y="116"/>
                      <a:pt x="0" y="231"/>
                    </a:cubicBezTo>
                    <a:lnTo>
                      <a:pt x="0" y="1498"/>
                    </a:lnTo>
                    <a:cubicBezTo>
                      <a:pt x="0" y="1614"/>
                      <a:pt x="116" y="1729"/>
                      <a:pt x="289" y="1729"/>
                    </a:cubicBezTo>
                    <a:cubicBezTo>
                      <a:pt x="404" y="1729"/>
                      <a:pt x="461" y="1614"/>
                      <a:pt x="461" y="1498"/>
                    </a:cubicBezTo>
                    <a:lnTo>
                      <a:pt x="461" y="231"/>
                    </a:lnTo>
                    <a:cubicBezTo>
                      <a:pt x="461" y="116"/>
                      <a:pt x="404" y="1"/>
                      <a:pt x="28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64"/>
              <p:cNvSpPr/>
              <p:nvPr/>
            </p:nvSpPr>
            <p:spPr>
              <a:xfrm>
                <a:off x="1786400" y="3262200"/>
                <a:ext cx="11550" cy="46475"/>
              </a:xfrm>
              <a:custGeom>
                <a:rect b="b" l="l" r="r" t="t"/>
                <a:pathLst>
                  <a:path extrusionOk="0" h="1859" w="462">
                    <a:moveTo>
                      <a:pt x="231" y="0"/>
                    </a:moveTo>
                    <a:cubicBezTo>
                      <a:pt x="116" y="0"/>
                      <a:pt x="1" y="58"/>
                      <a:pt x="1" y="230"/>
                    </a:cubicBezTo>
                    <a:lnTo>
                      <a:pt x="1" y="1613"/>
                    </a:lnTo>
                    <a:cubicBezTo>
                      <a:pt x="1" y="1755"/>
                      <a:pt x="79" y="1859"/>
                      <a:pt x="171" y="1859"/>
                    </a:cubicBezTo>
                    <a:cubicBezTo>
                      <a:pt x="190" y="1859"/>
                      <a:pt x="211" y="1854"/>
                      <a:pt x="231" y="1844"/>
                    </a:cubicBezTo>
                    <a:cubicBezTo>
                      <a:pt x="346" y="1844"/>
                      <a:pt x="462" y="1728"/>
                      <a:pt x="462" y="1613"/>
                    </a:cubicBezTo>
                    <a:lnTo>
                      <a:pt x="462" y="230"/>
                    </a:lnTo>
                    <a:cubicBezTo>
                      <a:pt x="462" y="115"/>
                      <a:pt x="346" y="0"/>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64"/>
              <p:cNvSpPr/>
              <p:nvPr/>
            </p:nvSpPr>
            <p:spPr>
              <a:xfrm>
                <a:off x="1566050" y="3299625"/>
                <a:ext cx="12975" cy="61975"/>
              </a:xfrm>
              <a:custGeom>
                <a:rect b="b" l="l" r="r" t="t"/>
                <a:pathLst>
                  <a:path extrusionOk="0" h="2479" w="519">
                    <a:moveTo>
                      <a:pt x="288" y="1"/>
                    </a:moveTo>
                    <a:cubicBezTo>
                      <a:pt x="115" y="1"/>
                      <a:pt x="0" y="116"/>
                      <a:pt x="0" y="231"/>
                    </a:cubicBezTo>
                    <a:lnTo>
                      <a:pt x="0" y="2248"/>
                    </a:lnTo>
                    <a:cubicBezTo>
                      <a:pt x="0" y="2363"/>
                      <a:pt x="115" y="2478"/>
                      <a:pt x="288" y="2478"/>
                    </a:cubicBezTo>
                    <a:cubicBezTo>
                      <a:pt x="404" y="2478"/>
                      <a:pt x="519" y="2363"/>
                      <a:pt x="519" y="2248"/>
                    </a:cubicBezTo>
                    <a:lnTo>
                      <a:pt x="519" y="231"/>
                    </a:lnTo>
                    <a:cubicBezTo>
                      <a:pt x="519" y="116"/>
                      <a:pt x="404" y="1"/>
                      <a:pt x="2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64"/>
              <p:cNvSpPr/>
              <p:nvPr/>
            </p:nvSpPr>
            <p:spPr>
              <a:xfrm>
                <a:off x="1711500" y="3320950"/>
                <a:ext cx="38925" cy="74150"/>
              </a:xfrm>
              <a:custGeom>
                <a:rect b="b" l="l" r="r" t="t"/>
                <a:pathLst>
                  <a:path extrusionOk="0" h="2966" w="1557">
                    <a:moveTo>
                      <a:pt x="737" y="1"/>
                    </a:moveTo>
                    <a:cubicBezTo>
                      <a:pt x="591" y="1"/>
                      <a:pt x="462" y="143"/>
                      <a:pt x="462" y="243"/>
                    </a:cubicBezTo>
                    <a:lnTo>
                      <a:pt x="519" y="243"/>
                    </a:lnTo>
                    <a:lnTo>
                      <a:pt x="519" y="358"/>
                    </a:lnTo>
                    <a:cubicBezTo>
                      <a:pt x="519" y="358"/>
                      <a:pt x="116" y="646"/>
                      <a:pt x="116" y="876"/>
                    </a:cubicBezTo>
                    <a:cubicBezTo>
                      <a:pt x="59" y="1107"/>
                      <a:pt x="116" y="1280"/>
                      <a:pt x="289" y="1452"/>
                    </a:cubicBezTo>
                    <a:cubicBezTo>
                      <a:pt x="462" y="1568"/>
                      <a:pt x="635" y="1625"/>
                      <a:pt x="865" y="1740"/>
                    </a:cubicBezTo>
                    <a:cubicBezTo>
                      <a:pt x="1038" y="1740"/>
                      <a:pt x="1038" y="1856"/>
                      <a:pt x="1038" y="1971"/>
                    </a:cubicBezTo>
                    <a:cubicBezTo>
                      <a:pt x="980" y="2028"/>
                      <a:pt x="923" y="2144"/>
                      <a:pt x="750" y="2144"/>
                    </a:cubicBezTo>
                    <a:cubicBezTo>
                      <a:pt x="577" y="2144"/>
                      <a:pt x="519" y="2144"/>
                      <a:pt x="404" y="2086"/>
                    </a:cubicBezTo>
                    <a:cubicBezTo>
                      <a:pt x="356" y="2062"/>
                      <a:pt x="299" y="2048"/>
                      <a:pt x="244" y="2048"/>
                    </a:cubicBezTo>
                    <a:cubicBezTo>
                      <a:pt x="166" y="2048"/>
                      <a:pt x="92" y="2076"/>
                      <a:pt x="59" y="2144"/>
                    </a:cubicBezTo>
                    <a:cubicBezTo>
                      <a:pt x="1" y="2259"/>
                      <a:pt x="1" y="2374"/>
                      <a:pt x="116" y="2489"/>
                    </a:cubicBezTo>
                    <a:cubicBezTo>
                      <a:pt x="289" y="2547"/>
                      <a:pt x="519" y="2605"/>
                      <a:pt x="519" y="2605"/>
                    </a:cubicBezTo>
                    <a:lnTo>
                      <a:pt x="519" y="2720"/>
                    </a:lnTo>
                    <a:cubicBezTo>
                      <a:pt x="519" y="2835"/>
                      <a:pt x="635" y="2950"/>
                      <a:pt x="750" y="2950"/>
                    </a:cubicBezTo>
                    <a:cubicBezTo>
                      <a:pt x="770" y="2960"/>
                      <a:pt x="791" y="2965"/>
                      <a:pt x="810" y="2965"/>
                    </a:cubicBezTo>
                    <a:cubicBezTo>
                      <a:pt x="902" y="2965"/>
                      <a:pt x="980" y="2862"/>
                      <a:pt x="980" y="2720"/>
                    </a:cubicBezTo>
                    <a:lnTo>
                      <a:pt x="980" y="2605"/>
                    </a:lnTo>
                    <a:cubicBezTo>
                      <a:pt x="1268" y="2489"/>
                      <a:pt x="1499" y="2259"/>
                      <a:pt x="1499" y="2028"/>
                    </a:cubicBezTo>
                    <a:cubicBezTo>
                      <a:pt x="1556" y="1683"/>
                      <a:pt x="1384" y="1395"/>
                      <a:pt x="1038" y="1280"/>
                    </a:cubicBezTo>
                    <a:cubicBezTo>
                      <a:pt x="865" y="1222"/>
                      <a:pt x="692" y="1107"/>
                      <a:pt x="577" y="1049"/>
                    </a:cubicBezTo>
                    <a:cubicBezTo>
                      <a:pt x="519" y="1049"/>
                      <a:pt x="519" y="991"/>
                      <a:pt x="519" y="934"/>
                    </a:cubicBezTo>
                    <a:cubicBezTo>
                      <a:pt x="548" y="847"/>
                      <a:pt x="635" y="819"/>
                      <a:pt x="728" y="819"/>
                    </a:cubicBezTo>
                    <a:cubicBezTo>
                      <a:pt x="822" y="819"/>
                      <a:pt x="923" y="847"/>
                      <a:pt x="980" y="876"/>
                    </a:cubicBezTo>
                    <a:cubicBezTo>
                      <a:pt x="980" y="876"/>
                      <a:pt x="1083" y="927"/>
                      <a:pt x="1185" y="927"/>
                    </a:cubicBezTo>
                    <a:cubicBezTo>
                      <a:pt x="1236" y="927"/>
                      <a:pt x="1288" y="915"/>
                      <a:pt x="1326" y="876"/>
                    </a:cubicBezTo>
                    <a:cubicBezTo>
                      <a:pt x="1499" y="703"/>
                      <a:pt x="1326" y="531"/>
                      <a:pt x="1326" y="531"/>
                    </a:cubicBezTo>
                    <a:cubicBezTo>
                      <a:pt x="1268" y="473"/>
                      <a:pt x="1153" y="415"/>
                      <a:pt x="980" y="358"/>
                    </a:cubicBezTo>
                    <a:lnTo>
                      <a:pt x="980" y="243"/>
                    </a:lnTo>
                    <a:cubicBezTo>
                      <a:pt x="980" y="127"/>
                      <a:pt x="923" y="70"/>
                      <a:pt x="807" y="12"/>
                    </a:cubicBezTo>
                    <a:cubicBezTo>
                      <a:pt x="784" y="4"/>
                      <a:pt x="760" y="1"/>
                      <a:pt x="7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64"/>
              <p:cNvSpPr/>
              <p:nvPr/>
            </p:nvSpPr>
            <p:spPr>
              <a:xfrm>
                <a:off x="1479625" y="3227625"/>
                <a:ext cx="365850" cy="401850"/>
              </a:xfrm>
              <a:custGeom>
                <a:rect b="b" l="l" r="r" t="t"/>
                <a:pathLst>
                  <a:path extrusionOk="0" h="16074" w="14634">
                    <a:moveTo>
                      <a:pt x="5935" y="461"/>
                    </a:moveTo>
                    <a:cubicBezTo>
                      <a:pt x="5819" y="807"/>
                      <a:pt x="5531" y="1095"/>
                      <a:pt x="5186" y="1153"/>
                    </a:cubicBezTo>
                    <a:lnTo>
                      <a:pt x="5186" y="461"/>
                    </a:lnTo>
                    <a:close/>
                    <a:moveTo>
                      <a:pt x="9794" y="461"/>
                    </a:moveTo>
                    <a:lnTo>
                      <a:pt x="9794" y="1153"/>
                    </a:lnTo>
                    <a:cubicBezTo>
                      <a:pt x="9449" y="1095"/>
                      <a:pt x="9161" y="807"/>
                      <a:pt x="9045" y="461"/>
                    </a:cubicBezTo>
                    <a:close/>
                    <a:moveTo>
                      <a:pt x="7490" y="3457"/>
                    </a:moveTo>
                    <a:cubicBezTo>
                      <a:pt x="7663" y="3457"/>
                      <a:pt x="7836" y="3515"/>
                      <a:pt x="7951" y="3515"/>
                    </a:cubicBezTo>
                    <a:cubicBezTo>
                      <a:pt x="7548" y="3976"/>
                      <a:pt x="7317" y="4609"/>
                      <a:pt x="7317" y="5243"/>
                    </a:cubicBezTo>
                    <a:cubicBezTo>
                      <a:pt x="7317" y="5531"/>
                      <a:pt x="7375" y="5761"/>
                      <a:pt x="7432" y="6048"/>
                    </a:cubicBezTo>
                    <a:lnTo>
                      <a:pt x="7432" y="6048"/>
                    </a:lnTo>
                    <a:cubicBezTo>
                      <a:pt x="6712" y="6020"/>
                      <a:pt x="6165" y="5455"/>
                      <a:pt x="6165" y="4782"/>
                    </a:cubicBezTo>
                    <a:cubicBezTo>
                      <a:pt x="6165" y="4033"/>
                      <a:pt x="6799" y="3457"/>
                      <a:pt x="7490" y="3457"/>
                    </a:cubicBezTo>
                    <a:close/>
                    <a:moveTo>
                      <a:pt x="8585" y="461"/>
                    </a:moveTo>
                    <a:cubicBezTo>
                      <a:pt x="8700" y="1095"/>
                      <a:pt x="9161" y="1556"/>
                      <a:pt x="9794" y="1671"/>
                    </a:cubicBezTo>
                    <a:lnTo>
                      <a:pt x="9794" y="2535"/>
                    </a:lnTo>
                    <a:cubicBezTo>
                      <a:pt x="9218" y="2593"/>
                      <a:pt x="8700" y="2823"/>
                      <a:pt x="8297" y="3169"/>
                    </a:cubicBezTo>
                    <a:cubicBezTo>
                      <a:pt x="8066" y="3054"/>
                      <a:pt x="7778" y="2996"/>
                      <a:pt x="7490" y="2996"/>
                    </a:cubicBezTo>
                    <a:cubicBezTo>
                      <a:pt x="6511" y="2996"/>
                      <a:pt x="5704" y="3803"/>
                      <a:pt x="5704" y="4724"/>
                    </a:cubicBezTo>
                    <a:cubicBezTo>
                      <a:pt x="5704" y="5704"/>
                      <a:pt x="6511" y="6510"/>
                      <a:pt x="7490" y="6510"/>
                    </a:cubicBezTo>
                    <a:lnTo>
                      <a:pt x="7663" y="6510"/>
                    </a:lnTo>
                    <a:cubicBezTo>
                      <a:pt x="7720" y="6683"/>
                      <a:pt x="7836" y="6798"/>
                      <a:pt x="7951" y="6914"/>
                    </a:cubicBezTo>
                    <a:lnTo>
                      <a:pt x="5186" y="6914"/>
                    </a:lnTo>
                    <a:lnTo>
                      <a:pt x="5186" y="1671"/>
                    </a:lnTo>
                    <a:cubicBezTo>
                      <a:pt x="5819" y="1556"/>
                      <a:pt x="6280" y="1095"/>
                      <a:pt x="6395" y="461"/>
                    </a:cubicBezTo>
                    <a:close/>
                    <a:moveTo>
                      <a:pt x="10025" y="2996"/>
                    </a:moveTo>
                    <a:cubicBezTo>
                      <a:pt x="11292" y="2996"/>
                      <a:pt x="12272" y="4033"/>
                      <a:pt x="12272" y="5243"/>
                    </a:cubicBezTo>
                    <a:cubicBezTo>
                      <a:pt x="12272" y="5877"/>
                      <a:pt x="11984" y="6510"/>
                      <a:pt x="11465" y="6914"/>
                    </a:cubicBezTo>
                    <a:lnTo>
                      <a:pt x="8585" y="6914"/>
                    </a:lnTo>
                    <a:cubicBezTo>
                      <a:pt x="8354" y="6741"/>
                      <a:pt x="8181" y="6453"/>
                      <a:pt x="8009" y="6222"/>
                    </a:cubicBezTo>
                    <a:cubicBezTo>
                      <a:pt x="8009" y="6165"/>
                      <a:pt x="8009" y="6165"/>
                      <a:pt x="8009" y="6107"/>
                    </a:cubicBezTo>
                    <a:cubicBezTo>
                      <a:pt x="7893" y="5819"/>
                      <a:pt x="7836" y="5531"/>
                      <a:pt x="7836" y="5243"/>
                    </a:cubicBezTo>
                    <a:cubicBezTo>
                      <a:pt x="7836" y="4033"/>
                      <a:pt x="8815" y="2996"/>
                      <a:pt x="10025" y="2996"/>
                    </a:cubicBezTo>
                    <a:close/>
                    <a:moveTo>
                      <a:pt x="9622" y="7432"/>
                    </a:moveTo>
                    <a:lnTo>
                      <a:pt x="8412" y="9160"/>
                    </a:lnTo>
                    <a:lnTo>
                      <a:pt x="5013" y="9160"/>
                    </a:lnTo>
                    <a:cubicBezTo>
                      <a:pt x="4494" y="8584"/>
                      <a:pt x="3745" y="8296"/>
                      <a:pt x="2996" y="8296"/>
                    </a:cubicBezTo>
                    <a:lnTo>
                      <a:pt x="3630" y="7432"/>
                    </a:lnTo>
                    <a:close/>
                    <a:moveTo>
                      <a:pt x="12733" y="7432"/>
                    </a:moveTo>
                    <a:lnTo>
                      <a:pt x="13942" y="9160"/>
                    </a:lnTo>
                    <a:lnTo>
                      <a:pt x="11696" y="9160"/>
                    </a:lnTo>
                    <a:lnTo>
                      <a:pt x="10486" y="7432"/>
                    </a:lnTo>
                    <a:close/>
                    <a:moveTo>
                      <a:pt x="3745" y="14691"/>
                    </a:moveTo>
                    <a:lnTo>
                      <a:pt x="3745" y="15210"/>
                    </a:lnTo>
                    <a:cubicBezTo>
                      <a:pt x="3745" y="15440"/>
                      <a:pt x="3572" y="15613"/>
                      <a:pt x="3342" y="15613"/>
                    </a:cubicBezTo>
                    <a:lnTo>
                      <a:pt x="2651" y="15613"/>
                    </a:lnTo>
                    <a:cubicBezTo>
                      <a:pt x="2478" y="15613"/>
                      <a:pt x="2305" y="15440"/>
                      <a:pt x="2305" y="15210"/>
                    </a:cubicBezTo>
                    <a:lnTo>
                      <a:pt x="2305" y="14691"/>
                    </a:lnTo>
                    <a:close/>
                    <a:moveTo>
                      <a:pt x="9852" y="7893"/>
                    </a:moveTo>
                    <a:lnTo>
                      <a:pt x="9852" y="15613"/>
                    </a:lnTo>
                    <a:lnTo>
                      <a:pt x="4091" y="15613"/>
                    </a:lnTo>
                    <a:cubicBezTo>
                      <a:pt x="4149" y="15498"/>
                      <a:pt x="4206" y="15382"/>
                      <a:pt x="4206" y="15210"/>
                    </a:cubicBezTo>
                    <a:lnTo>
                      <a:pt x="4206" y="14633"/>
                    </a:lnTo>
                    <a:cubicBezTo>
                      <a:pt x="4379" y="14576"/>
                      <a:pt x="4494" y="14345"/>
                      <a:pt x="4494" y="14115"/>
                    </a:cubicBezTo>
                    <a:lnTo>
                      <a:pt x="4494" y="13827"/>
                    </a:lnTo>
                    <a:cubicBezTo>
                      <a:pt x="5416" y="13251"/>
                      <a:pt x="5935" y="12329"/>
                      <a:pt x="5935" y="11234"/>
                    </a:cubicBezTo>
                    <a:cubicBezTo>
                      <a:pt x="5935" y="10658"/>
                      <a:pt x="5762" y="10082"/>
                      <a:pt x="5416" y="9564"/>
                    </a:cubicBezTo>
                    <a:lnTo>
                      <a:pt x="8527" y="9564"/>
                    </a:lnTo>
                    <a:cubicBezTo>
                      <a:pt x="8642" y="9564"/>
                      <a:pt x="8700" y="9564"/>
                      <a:pt x="8757" y="9449"/>
                    </a:cubicBezTo>
                    <a:lnTo>
                      <a:pt x="9852" y="7893"/>
                    </a:lnTo>
                    <a:close/>
                    <a:moveTo>
                      <a:pt x="4955" y="0"/>
                    </a:moveTo>
                    <a:cubicBezTo>
                      <a:pt x="4840" y="0"/>
                      <a:pt x="4725" y="116"/>
                      <a:pt x="4725" y="231"/>
                    </a:cubicBezTo>
                    <a:lnTo>
                      <a:pt x="4725" y="6914"/>
                    </a:lnTo>
                    <a:lnTo>
                      <a:pt x="3515" y="6914"/>
                    </a:lnTo>
                    <a:cubicBezTo>
                      <a:pt x="3457" y="6914"/>
                      <a:pt x="3400" y="6971"/>
                      <a:pt x="3342" y="7029"/>
                    </a:cubicBezTo>
                    <a:lnTo>
                      <a:pt x="2420" y="8354"/>
                    </a:lnTo>
                    <a:cubicBezTo>
                      <a:pt x="2017" y="8412"/>
                      <a:pt x="1671" y="8584"/>
                      <a:pt x="1326" y="8815"/>
                    </a:cubicBezTo>
                    <a:cubicBezTo>
                      <a:pt x="1134" y="8958"/>
                      <a:pt x="1261" y="9260"/>
                      <a:pt x="1474" y="9260"/>
                    </a:cubicBezTo>
                    <a:cubicBezTo>
                      <a:pt x="1517" y="9260"/>
                      <a:pt x="1565" y="9248"/>
                      <a:pt x="1614" y="9218"/>
                    </a:cubicBezTo>
                    <a:cubicBezTo>
                      <a:pt x="1959" y="8930"/>
                      <a:pt x="2420" y="8757"/>
                      <a:pt x="2939" y="8757"/>
                    </a:cubicBezTo>
                    <a:cubicBezTo>
                      <a:pt x="3630" y="8757"/>
                      <a:pt x="4264" y="8988"/>
                      <a:pt x="4725" y="9506"/>
                    </a:cubicBezTo>
                    <a:cubicBezTo>
                      <a:pt x="5186" y="9967"/>
                      <a:pt x="5474" y="10601"/>
                      <a:pt x="5474" y="11292"/>
                    </a:cubicBezTo>
                    <a:cubicBezTo>
                      <a:pt x="5474" y="12214"/>
                      <a:pt x="4955" y="13020"/>
                      <a:pt x="4149" y="13481"/>
                    </a:cubicBezTo>
                    <a:cubicBezTo>
                      <a:pt x="4091" y="13539"/>
                      <a:pt x="4033" y="13596"/>
                      <a:pt x="4033" y="13654"/>
                    </a:cubicBezTo>
                    <a:lnTo>
                      <a:pt x="4033" y="14115"/>
                    </a:lnTo>
                    <a:cubicBezTo>
                      <a:pt x="4033" y="14173"/>
                      <a:pt x="3918" y="14230"/>
                      <a:pt x="3918" y="14230"/>
                    </a:cubicBezTo>
                    <a:lnTo>
                      <a:pt x="2017" y="14230"/>
                    </a:lnTo>
                    <a:cubicBezTo>
                      <a:pt x="1959" y="14230"/>
                      <a:pt x="1959" y="14230"/>
                      <a:pt x="1959" y="14173"/>
                    </a:cubicBezTo>
                    <a:lnTo>
                      <a:pt x="1959" y="13712"/>
                    </a:lnTo>
                    <a:cubicBezTo>
                      <a:pt x="1959" y="13596"/>
                      <a:pt x="1902" y="13539"/>
                      <a:pt x="1787" y="13481"/>
                    </a:cubicBezTo>
                    <a:cubicBezTo>
                      <a:pt x="980" y="13020"/>
                      <a:pt x="461" y="12214"/>
                      <a:pt x="519" y="11234"/>
                    </a:cubicBezTo>
                    <a:cubicBezTo>
                      <a:pt x="519" y="10831"/>
                      <a:pt x="634" y="10428"/>
                      <a:pt x="807" y="10082"/>
                    </a:cubicBezTo>
                    <a:cubicBezTo>
                      <a:pt x="924" y="9888"/>
                      <a:pt x="778" y="9719"/>
                      <a:pt x="617" y="9719"/>
                    </a:cubicBezTo>
                    <a:cubicBezTo>
                      <a:pt x="540" y="9719"/>
                      <a:pt x="460" y="9758"/>
                      <a:pt x="404" y="9852"/>
                    </a:cubicBezTo>
                    <a:cubicBezTo>
                      <a:pt x="173" y="10255"/>
                      <a:pt x="58" y="10774"/>
                      <a:pt x="58" y="11234"/>
                    </a:cubicBezTo>
                    <a:cubicBezTo>
                      <a:pt x="1" y="12329"/>
                      <a:pt x="577" y="13308"/>
                      <a:pt x="1498" y="13827"/>
                    </a:cubicBezTo>
                    <a:lnTo>
                      <a:pt x="1498" y="14115"/>
                    </a:lnTo>
                    <a:cubicBezTo>
                      <a:pt x="1498" y="14345"/>
                      <a:pt x="1614" y="14576"/>
                      <a:pt x="1844" y="14691"/>
                    </a:cubicBezTo>
                    <a:lnTo>
                      <a:pt x="1844" y="15210"/>
                    </a:lnTo>
                    <a:cubicBezTo>
                      <a:pt x="1844" y="15728"/>
                      <a:pt x="2190" y="16074"/>
                      <a:pt x="2708" y="16074"/>
                    </a:cubicBezTo>
                    <a:lnTo>
                      <a:pt x="12848" y="16074"/>
                    </a:lnTo>
                    <a:cubicBezTo>
                      <a:pt x="12963" y="16074"/>
                      <a:pt x="13078" y="15959"/>
                      <a:pt x="13078" y="15843"/>
                    </a:cubicBezTo>
                    <a:lnTo>
                      <a:pt x="13078" y="14576"/>
                    </a:lnTo>
                    <a:cubicBezTo>
                      <a:pt x="13078" y="14461"/>
                      <a:pt x="12963" y="14345"/>
                      <a:pt x="12848" y="14345"/>
                    </a:cubicBezTo>
                    <a:cubicBezTo>
                      <a:pt x="12733" y="14345"/>
                      <a:pt x="12617" y="14461"/>
                      <a:pt x="12617" y="14576"/>
                    </a:cubicBezTo>
                    <a:lnTo>
                      <a:pt x="12617" y="15613"/>
                    </a:lnTo>
                    <a:lnTo>
                      <a:pt x="10313" y="15613"/>
                    </a:lnTo>
                    <a:lnTo>
                      <a:pt x="10313" y="7893"/>
                    </a:lnTo>
                    <a:lnTo>
                      <a:pt x="11408" y="9449"/>
                    </a:lnTo>
                    <a:cubicBezTo>
                      <a:pt x="11465" y="9564"/>
                      <a:pt x="11523" y="9564"/>
                      <a:pt x="11580" y="9564"/>
                    </a:cubicBezTo>
                    <a:lnTo>
                      <a:pt x="12617" y="9564"/>
                    </a:lnTo>
                    <a:lnTo>
                      <a:pt x="12617" y="13193"/>
                    </a:lnTo>
                    <a:cubicBezTo>
                      <a:pt x="12617" y="13308"/>
                      <a:pt x="12675" y="13424"/>
                      <a:pt x="12790" y="13424"/>
                    </a:cubicBezTo>
                    <a:cubicBezTo>
                      <a:pt x="12963" y="13424"/>
                      <a:pt x="13078" y="13308"/>
                      <a:pt x="13078" y="13193"/>
                    </a:cubicBezTo>
                    <a:lnTo>
                      <a:pt x="13078" y="9564"/>
                    </a:lnTo>
                    <a:lnTo>
                      <a:pt x="14346" y="9564"/>
                    </a:lnTo>
                    <a:cubicBezTo>
                      <a:pt x="14403" y="9564"/>
                      <a:pt x="14461" y="9564"/>
                      <a:pt x="14519" y="9506"/>
                    </a:cubicBezTo>
                    <a:cubicBezTo>
                      <a:pt x="14634" y="9449"/>
                      <a:pt x="14634" y="9333"/>
                      <a:pt x="14576" y="9218"/>
                    </a:cubicBezTo>
                    <a:lnTo>
                      <a:pt x="13021" y="7029"/>
                    </a:lnTo>
                    <a:cubicBezTo>
                      <a:pt x="12963" y="6971"/>
                      <a:pt x="12905" y="6914"/>
                      <a:pt x="12848" y="6914"/>
                    </a:cubicBezTo>
                    <a:lnTo>
                      <a:pt x="12099" y="6914"/>
                    </a:lnTo>
                    <a:cubicBezTo>
                      <a:pt x="12502" y="6453"/>
                      <a:pt x="12733" y="5877"/>
                      <a:pt x="12733" y="5243"/>
                    </a:cubicBezTo>
                    <a:cubicBezTo>
                      <a:pt x="12733" y="3803"/>
                      <a:pt x="11638" y="2650"/>
                      <a:pt x="10255" y="2535"/>
                    </a:cubicBezTo>
                    <a:lnTo>
                      <a:pt x="10255" y="231"/>
                    </a:lnTo>
                    <a:cubicBezTo>
                      <a:pt x="10255" y="116"/>
                      <a:pt x="10140" y="0"/>
                      <a:pt x="1002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64"/>
              <p:cNvSpPr/>
              <p:nvPr/>
            </p:nvSpPr>
            <p:spPr>
              <a:xfrm>
                <a:off x="1517075" y="3475000"/>
                <a:ext cx="73475" cy="69000"/>
              </a:xfrm>
              <a:custGeom>
                <a:rect b="b" l="l" r="r" t="t"/>
                <a:pathLst>
                  <a:path extrusionOk="0" h="2760" w="2939">
                    <a:moveTo>
                      <a:pt x="1498" y="763"/>
                    </a:moveTo>
                    <a:lnTo>
                      <a:pt x="1671" y="1109"/>
                    </a:lnTo>
                    <a:cubicBezTo>
                      <a:pt x="1671" y="1167"/>
                      <a:pt x="1786" y="1224"/>
                      <a:pt x="1844" y="1224"/>
                    </a:cubicBezTo>
                    <a:lnTo>
                      <a:pt x="2190" y="1282"/>
                    </a:lnTo>
                    <a:lnTo>
                      <a:pt x="1959" y="1512"/>
                    </a:lnTo>
                    <a:cubicBezTo>
                      <a:pt x="1902" y="1570"/>
                      <a:pt x="1844" y="1628"/>
                      <a:pt x="1844" y="1743"/>
                    </a:cubicBezTo>
                    <a:lnTo>
                      <a:pt x="1902" y="2088"/>
                    </a:lnTo>
                    <a:lnTo>
                      <a:pt x="1614" y="1916"/>
                    </a:lnTo>
                    <a:cubicBezTo>
                      <a:pt x="1585" y="1887"/>
                      <a:pt x="1542" y="1872"/>
                      <a:pt x="1498" y="1872"/>
                    </a:cubicBezTo>
                    <a:cubicBezTo>
                      <a:pt x="1455" y="1872"/>
                      <a:pt x="1412" y="1887"/>
                      <a:pt x="1383" y="1916"/>
                    </a:cubicBezTo>
                    <a:lnTo>
                      <a:pt x="1095" y="2088"/>
                    </a:lnTo>
                    <a:lnTo>
                      <a:pt x="1153" y="1743"/>
                    </a:lnTo>
                    <a:cubicBezTo>
                      <a:pt x="1153" y="1628"/>
                      <a:pt x="1095" y="1570"/>
                      <a:pt x="1095" y="1512"/>
                    </a:cubicBezTo>
                    <a:lnTo>
                      <a:pt x="807" y="1282"/>
                    </a:lnTo>
                    <a:lnTo>
                      <a:pt x="1153" y="1224"/>
                    </a:lnTo>
                    <a:cubicBezTo>
                      <a:pt x="1268" y="1224"/>
                      <a:pt x="1326" y="1167"/>
                      <a:pt x="1326" y="1109"/>
                    </a:cubicBezTo>
                    <a:lnTo>
                      <a:pt x="1498" y="763"/>
                    </a:lnTo>
                    <a:close/>
                    <a:moveTo>
                      <a:pt x="1498" y="0"/>
                    </a:moveTo>
                    <a:cubicBezTo>
                      <a:pt x="1412" y="0"/>
                      <a:pt x="1326" y="43"/>
                      <a:pt x="1268" y="130"/>
                    </a:cubicBezTo>
                    <a:lnTo>
                      <a:pt x="980" y="763"/>
                    </a:lnTo>
                    <a:lnTo>
                      <a:pt x="231" y="879"/>
                    </a:lnTo>
                    <a:cubicBezTo>
                      <a:pt x="58" y="879"/>
                      <a:pt x="0" y="1167"/>
                      <a:pt x="116" y="1282"/>
                    </a:cubicBezTo>
                    <a:lnTo>
                      <a:pt x="634" y="1800"/>
                    </a:lnTo>
                    <a:lnTo>
                      <a:pt x="519" y="2492"/>
                    </a:lnTo>
                    <a:cubicBezTo>
                      <a:pt x="474" y="2626"/>
                      <a:pt x="603" y="2759"/>
                      <a:pt x="743" y="2759"/>
                    </a:cubicBezTo>
                    <a:cubicBezTo>
                      <a:pt x="784" y="2759"/>
                      <a:pt x="826" y="2748"/>
                      <a:pt x="865" y="2722"/>
                    </a:cubicBezTo>
                    <a:lnTo>
                      <a:pt x="1498" y="2376"/>
                    </a:lnTo>
                    <a:lnTo>
                      <a:pt x="2132" y="2722"/>
                    </a:lnTo>
                    <a:cubicBezTo>
                      <a:pt x="2171" y="2748"/>
                      <a:pt x="2210" y="2759"/>
                      <a:pt x="2246" y="2759"/>
                    </a:cubicBezTo>
                    <a:cubicBezTo>
                      <a:pt x="2371" y="2759"/>
                      <a:pt x="2465" y="2626"/>
                      <a:pt x="2420" y="2492"/>
                    </a:cubicBezTo>
                    <a:lnTo>
                      <a:pt x="2305" y="1800"/>
                    </a:lnTo>
                    <a:lnTo>
                      <a:pt x="2823" y="1282"/>
                    </a:lnTo>
                    <a:cubicBezTo>
                      <a:pt x="2881" y="1224"/>
                      <a:pt x="2939" y="1109"/>
                      <a:pt x="2881" y="1051"/>
                    </a:cubicBezTo>
                    <a:lnTo>
                      <a:pt x="2939" y="1051"/>
                    </a:lnTo>
                    <a:cubicBezTo>
                      <a:pt x="2881" y="936"/>
                      <a:pt x="2823" y="879"/>
                      <a:pt x="2708" y="879"/>
                    </a:cubicBezTo>
                    <a:lnTo>
                      <a:pt x="2017" y="763"/>
                    </a:lnTo>
                    <a:lnTo>
                      <a:pt x="1729" y="130"/>
                    </a:lnTo>
                    <a:cubicBezTo>
                      <a:pt x="1671" y="43"/>
                      <a:pt x="1585" y="0"/>
                      <a:pt x="149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51" name="Google Shape;1651;p64"/>
          <p:cNvGrpSpPr/>
          <p:nvPr/>
        </p:nvGrpSpPr>
        <p:grpSpPr>
          <a:xfrm>
            <a:off x="1898069" y="3353478"/>
            <a:ext cx="595348" cy="595348"/>
            <a:chOff x="940709" y="3118250"/>
            <a:chExt cx="707400" cy="707400"/>
          </a:xfrm>
        </p:grpSpPr>
        <p:sp>
          <p:nvSpPr>
            <p:cNvPr id="1652" name="Google Shape;1652;p64"/>
            <p:cNvSpPr/>
            <p:nvPr/>
          </p:nvSpPr>
          <p:spPr>
            <a:xfrm flipH="1">
              <a:off x="940709" y="31182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53" name="Google Shape;1653;p64"/>
            <p:cNvGrpSpPr/>
            <p:nvPr/>
          </p:nvGrpSpPr>
          <p:grpSpPr>
            <a:xfrm>
              <a:off x="1077488" y="3275425"/>
              <a:ext cx="433875" cy="402100"/>
              <a:chOff x="4831150" y="2740825"/>
              <a:chExt cx="433875" cy="402100"/>
            </a:xfrm>
          </p:grpSpPr>
          <p:sp>
            <p:nvSpPr>
              <p:cNvPr id="1654" name="Google Shape;1654;p64"/>
              <p:cNvSpPr/>
              <p:nvPr/>
            </p:nvSpPr>
            <p:spPr>
              <a:xfrm>
                <a:off x="4871475" y="2778250"/>
                <a:ext cx="269350" cy="246325"/>
              </a:xfrm>
              <a:custGeom>
                <a:rect b="b" l="l" r="r" t="t"/>
                <a:pathLst>
                  <a:path extrusionOk="0" h="9853" w="10774">
                    <a:moveTo>
                      <a:pt x="5358" y="462"/>
                    </a:moveTo>
                    <a:cubicBezTo>
                      <a:pt x="6568" y="462"/>
                      <a:pt x="7720" y="923"/>
                      <a:pt x="8527" y="1729"/>
                    </a:cubicBezTo>
                    <a:cubicBezTo>
                      <a:pt x="10255" y="3515"/>
                      <a:pt x="10255" y="6338"/>
                      <a:pt x="8527" y="8066"/>
                    </a:cubicBezTo>
                    <a:cubicBezTo>
                      <a:pt x="7720" y="8931"/>
                      <a:pt x="6568" y="9391"/>
                      <a:pt x="5358" y="9391"/>
                    </a:cubicBezTo>
                    <a:cubicBezTo>
                      <a:pt x="4206" y="9391"/>
                      <a:pt x="3054" y="8931"/>
                      <a:pt x="2247" y="8066"/>
                    </a:cubicBezTo>
                    <a:cubicBezTo>
                      <a:pt x="519" y="6338"/>
                      <a:pt x="519" y="3515"/>
                      <a:pt x="2247" y="1729"/>
                    </a:cubicBezTo>
                    <a:cubicBezTo>
                      <a:pt x="3054" y="923"/>
                      <a:pt x="4206" y="462"/>
                      <a:pt x="5358" y="462"/>
                    </a:cubicBezTo>
                    <a:close/>
                    <a:moveTo>
                      <a:pt x="5358" y="1"/>
                    </a:moveTo>
                    <a:cubicBezTo>
                      <a:pt x="4091" y="1"/>
                      <a:pt x="2823" y="462"/>
                      <a:pt x="1901" y="1441"/>
                    </a:cubicBezTo>
                    <a:cubicBezTo>
                      <a:pt x="0" y="3342"/>
                      <a:pt x="0" y="6453"/>
                      <a:pt x="1901" y="8412"/>
                    </a:cubicBezTo>
                    <a:cubicBezTo>
                      <a:pt x="2823" y="9334"/>
                      <a:pt x="4091" y="9852"/>
                      <a:pt x="5358" y="9852"/>
                    </a:cubicBezTo>
                    <a:cubicBezTo>
                      <a:pt x="6683" y="9852"/>
                      <a:pt x="7951" y="9334"/>
                      <a:pt x="8872" y="8412"/>
                    </a:cubicBezTo>
                    <a:cubicBezTo>
                      <a:pt x="10773" y="6453"/>
                      <a:pt x="10773" y="3342"/>
                      <a:pt x="8872" y="1441"/>
                    </a:cubicBezTo>
                    <a:cubicBezTo>
                      <a:pt x="7951" y="462"/>
                      <a:pt x="6683" y="1"/>
                      <a:pt x="535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64"/>
              <p:cNvSpPr/>
              <p:nvPr/>
            </p:nvSpPr>
            <p:spPr>
              <a:xfrm>
                <a:off x="4831150" y="2740825"/>
                <a:ext cx="433875" cy="402100"/>
              </a:xfrm>
              <a:custGeom>
                <a:rect b="b" l="l" r="r" t="t"/>
                <a:pathLst>
                  <a:path extrusionOk="0" h="16084" w="17355">
                    <a:moveTo>
                      <a:pt x="11810" y="10600"/>
                    </a:moveTo>
                    <a:lnTo>
                      <a:pt x="12502" y="11292"/>
                    </a:lnTo>
                    <a:lnTo>
                      <a:pt x="11868" y="11868"/>
                    </a:lnTo>
                    <a:lnTo>
                      <a:pt x="11234" y="11176"/>
                    </a:lnTo>
                    <a:lnTo>
                      <a:pt x="11177" y="11176"/>
                    </a:lnTo>
                    <a:cubicBezTo>
                      <a:pt x="11407" y="11004"/>
                      <a:pt x="11638" y="10773"/>
                      <a:pt x="11810" y="10600"/>
                    </a:cubicBezTo>
                    <a:close/>
                    <a:moveTo>
                      <a:pt x="6971" y="519"/>
                    </a:moveTo>
                    <a:cubicBezTo>
                      <a:pt x="8584" y="519"/>
                      <a:pt x="10024" y="1095"/>
                      <a:pt x="11177" y="2247"/>
                    </a:cubicBezTo>
                    <a:cubicBezTo>
                      <a:pt x="13423" y="4551"/>
                      <a:pt x="13423" y="8296"/>
                      <a:pt x="11177" y="10543"/>
                    </a:cubicBezTo>
                    <a:cubicBezTo>
                      <a:pt x="10024" y="11695"/>
                      <a:pt x="8584" y="12271"/>
                      <a:pt x="6971" y="12271"/>
                    </a:cubicBezTo>
                    <a:cubicBezTo>
                      <a:pt x="5416" y="12271"/>
                      <a:pt x="3918" y="11695"/>
                      <a:pt x="2823" y="10543"/>
                    </a:cubicBezTo>
                    <a:cubicBezTo>
                      <a:pt x="519" y="8296"/>
                      <a:pt x="519" y="4551"/>
                      <a:pt x="2823" y="2247"/>
                    </a:cubicBezTo>
                    <a:cubicBezTo>
                      <a:pt x="3918" y="1095"/>
                      <a:pt x="5416" y="519"/>
                      <a:pt x="6971" y="519"/>
                    </a:cubicBezTo>
                    <a:close/>
                    <a:moveTo>
                      <a:pt x="6971" y="0"/>
                    </a:moveTo>
                    <a:cubicBezTo>
                      <a:pt x="5300" y="0"/>
                      <a:pt x="3687" y="691"/>
                      <a:pt x="2477" y="1901"/>
                    </a:cubicBezTo>
                    <a:cubicBezTo>
                      <a:pt x="0" y="4378"/>
                      <a:pt x="0" y="8411"/>
                      <a:pt x="2477" y="10888"/>
                    </a:cubicBezTo>
                    <a:cubicBezTo>
                      <a:pt x="3687" y="12098"/>
                      <a:pt x="5300" y="12790"/>
                      <a:pt x="6971" y="12790"/>
                    </a:cubicBezTo>
                    <a:cubicBezTo>
                      <a:pt x="8411" y="12790"/>
                      <a:pt x="9736" y="12329"/>
                      <a:pt x="10831" y="11465"/>
                    </a:cubicBezTo>
                    <a:lnTo>
                      <a:pt x="11580" y="12213"/>
                    </a:lnTo>
                    <a:cubicBezTo>
                      <a:pt x="11292" y="12386"/>
                      <a:pt x="11234" y="12790"/>
                      <a:pt x="11465" y="13078"/>
                    </a:cubicBezTo>
                    <a:lnTo>
                      <a:pt x="12905" y="14460"/>
                    </a:lnTo>
                    <a:cubicBezTo>
                      <a:pt x="12959" y="14515"/>
                      <a:pt x="13020" y="14537"/>
                      <a:pt x="13079" y="14537"/>
                    </a:cubicBezTo>
                    <a:cubicBezTo>
                      <a:pt x="13267" y="14537"/>
                      <a:pt x="13427" y="14304"/>
                      <a:pt x="13251" y="14172"/>
                    </a:cubicBezTo>
                    <a:lnTo>
                      <a:pt x="11810" y="12732"/>
                    </a:lnTo>
                    <a:cubicBezTo>
                      <a:pt x="11810" y="12732"/>
                      <a:pt x="11753" y="12617"/>
                      <a:pt x="11810" y="12617"/>
                    </a:cubicBezTo>
                    <a:lnTo>
                      <a:pt x="13193" y="11176"/>
                    </a:lnTo>
                    <a:lnTo>
                      <a:pt x="13366" y="11176"/>
                    </a:lnTo>
                    <a:lnTo>
                      <a:pt x="15901" y="13769"/>
                    </a:lnTo>
                    <a:cubicBezTo>
                      <a:pt x="16705" y="14529"/>
                      <a:pt x="15949" y="15636"/>
                      <a:pt x="15112" y="15636"/>
                    </a:cubicBezTo>
                    <a:cubicBezTo>
                      <a:pt x="14870" y="15636"/>
                      <a:pt x="14622" y="15544"/>
                      <a:pt x="14403" y="15324"/>
                    </a:cubicBezTo>
                    <a:lnTo>
                      <a:pt x="14115" y="15036"/>
                    </a:lnTo>
                    <a:cubicBezTo>
                      <a:pt x="14061" y="14983"/>
                      <a:pt x="14005" y="14960"/>
                      <a:pt x="13951" y="14960"/>
                    </a:cubicBezTo>
                    <a:cubicBezTo>
                      <a:pt x="13775" y="14960"/>
                      <a:pt x="13636" y="15205"/>
                      <a:pt x="13769" y="15382"/>
                    </a:cubicBezTo>
                    <a:lnTo>
                      <a:pt x="14057" y="15612"/>
                    </a:lnTo>
                    <a:cubicBezTo>
                      <a:pt x="14389" y="15944"/>
                      <a:pt x="14761" y="16084"/>
                      <a:pt x="15119" y="16084"/>
                    </a:cubicBezTo>
                    <a:cubicBezTo>
                      <a:pt x="16314" y="16084"/>
                      <a:pt x="17355" y="14532"/>
                      <a:pt x="16246" y="13423"/>
                    </a:cubicBezTo>
                    <a:lnTo>
                      <a:pt x="13712" y="10831"/>
                    </a:lnTo>
                    <a:cubicBezTo>
                      <a:pt x="13591" y="10735"/>
                      <a:pt x="13451" y="10689"/>
                      <a:pt x="13316" y="10689"/>
                    </a:cubicBezTo>
                    <a:cubicBezTo>
                      <a:pt x="13127" y="10689"/>
                      <a:pt x="12948" y="10778"/>
                      <a:pt x="12847" y="10946"/>
                    </a:cubicBezTo>
                    <a:lnTo>
                      <a:pt x="12098" y="10197"/>
                    </a:lnTo>
                    <a:cubicBezTo>
                      <a:pt x="13942" y="7720"/>
                      <a:pt x="13769" y="4148"/>
                      <a:pt x="11465" y="1901"/>
                    </a:cubicBezTo>
                    <a:cubicBezTo>
                      <a:pt x="10312" y="691"/>
                      <a:pt x="8699" y="0"/>
                      <a:pt x="697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64"/>
              <p:cNvSpPr/>
              <p:nvPr/>
            </p:nvSpPr>
            <p:spPr>
              <a:xfrm>
                <a:off x="4924750" y="2820025"/>
                <a:ext cx="162775" cy="161325"/>
              </a:xfrm>
              <a:custGeom>
                <a:rect b="b" l="l" r="r" t="t"/>
                <a:pathLst>
                  <a:path extrusionOk="0" h="6453" w="6511">
                    <a:moveTo>
                      <a:pt x="3227" y="1"/>
                    </a:moveTo>
                    <a:cubicBezTo>
                      <a:pt x="2593" y="1"/>
                      <a:pt x="2017" y="173"/>
                      <a:pt x="1499" y="519"/>
                    </a:cubicBezTo>
                    <a:cubicBezTo>
                      <a:pt x="1260" y="663"/>
                      <a:pt x="1417" y="965"/>
                      <a:pt x="1610" y="965"/>
                    </a:cubicBezTo>
                    <a:cubicBezTo>
                      <a:pt x="1649" y="965"/>
                      <a:pt x="1690" y="952"/>
                      <a:pt x="1729" y="922"/>
                    </a:cubicBezTo>
                    <a:cubicBezTo>
                      <a:pt x="2190" y="634"/>
                      <a:pt x="2709" y="462"/>
                      <a:pt x="3227" y="462"/>
                    </a:cubicBezTo>
                    <a:cubicBezTo>
                      <a:pt x="4783" y="462"/>
                      <a:pt x="5992" y="1729"/>
                      <a:pt x="5992" y="3227"/>
                    </a:cubicBezTo>
                    <a:cubicBezTo>
                      <a:pt x="5992" y="4725"/>
                      <a:pt x="4783" y="5992"/>
                      <a:pt x="3227" y="5992"/>
                    </a:cubicBezTo>
                    <a:cubicBezTo>
                      <a:pt x="1729" y="5992"/>
                      <a:pt x="519" y="4725"/>
                      <a:pt x="519" y="3227"/>
                    </a:cubicBezTo>
                    <a:cubicBezTo>
                      <a:pt x="519" y="2708"/>
                      <a:pt x="635" y="2190"/>
                      <a:pt x="923" y="1729"/>
                    </a:cubicBezTo>
                    <a:cubicBezTo>
                      <a:pt x="1046" y="1523"/>
                      <a:pt x="876" y="1347"/>
                      <a:pt x="705" y="1347"/>
                    </a:cubicBezTo>
                    <a:cubicBezTo>
                      <a:pt x="637" y="1347"/>
                      <a:pt x="569" y="1375"/>
                      <a:pt x="519" y="1441"/>
                    </a:cubicBezTo>
                    <a:cubicBezTo>
                      <a:pt x="174" y="2017"/>
                      <a:pt x="1" y="2593"/>
                      <a:pt x="1" y="3227"/>
                    </a:cubicBezTo>
                    <a:cubicBezTo>
                      <a:pt x="1" y="5013"/>
                      <a:pt x="1441" y="6453"/>
                      <a:pt x="3227" y="6453"/>
                    </a:cubicBezTo>
                    <a:cubicBezTo>
                      <a:pt x="5013" y="6453"/>
                      <a:pt x="6511" y="5013"/>
                      <a:pt x="6511" y="3227"/>
                    </a:cubicBezTo>
                    <a:cubicBezTo>
                      <a:pt x="6511" y="1441"/>
                      <a:pt x="5013" y="1"/>
                      <a:pt x="322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64"/>
              <p:cNvSpPr/>
              <p:nvPr/>
            </p:nvSpPr>
            <p:spPr>
              <a:xfrm>
                <a:off x="4983350" y="2856750"/>
                <a:ext cx="45125" cy="87875"/>
              </a:xfrm>
              <a:custGeom>
                <a:rect b="b" l="l" r="r" t="t"/>
                <a:pathLst>
                  <a:path extrusionOk="0" h="3515" w="1805">
                    <a:moveTo>
                      <a:pt x="883" y="1"/>
                    </a:moveTo>
                    <a:cubicBezTo>
                      <a:pt x="768" y="1"/>
                      <a:pt x="653" y="87"/>
                      <a:pt x="653" y="260"/>
                    </a:cubicBezTo>
                    <a:lnTo>
                      <a:pt x="653" y="433"/>
                    </a:lnTo>
                    <a:cubicBezTo>
                      <a:pt x="422" y="490"/>
                      <a:pt x="192" y="721"/>
                      <a:pt x="134" y="1009"/>
                    </a:cubicBezTo>
                    <a:cubicBezTo>
                      <a:pt x="134" y="1239"/>
                      <a:pt x="192" y="1527"/>
                      <a:pt x="365" y="1643"/>
                    </a:cubicBezTo>
                    <a:cubicBezTo>
                      <a:pt x="537" y="1758"/>
                      <a:pt x="710" y="1873"/>
                      <a:pt x="1056" y="1988"/>
                    </a:cubicBezTo>
                    <a:cubicBezTo>
                      <a:pt x="1286" y="2046"/>
                      <a:pt x="1286" y="2219"/>
                      <a:pt x="1286" y="2334"/>
                    </a:cubicBezTo>
                    <a:cubicBezTo>
                      <a:pt x="1229" y="2449"/>
                      <a:pt x="1113" y="2622"/>
                      <a:pt x="883" y="2622"/>
                    </a:cubicBezTo>
                    <a:cubicBezTo>
                      <a:pt x="710" y="2622"/>
                      <a:pt x="595" y="2622"/>
                      <a:pt x="480" y="2507"/>
                    </a:cubicBezTo>
                    <a:cubicBezTo>
                      <a:pt x="431" y="2477"/>
                      <a:pt x="383" y="2465"/>
                      <a:pt x="340" y="2465"/>
                    </a:cubicBezTo>
                    <a:cubicBezTo>
                      <a:pt x="127" y="2465"/>
                      <a:pt x="1" y="2767"/>
                      <a:pt x="192" y="2910"/>
                    </a:cubicBezTo>
                    <a:cubicBezTo>
                      <a:pt x="365" y="3025"/>
                      <a:pt x="480" y="3083"/>
                      <a:pt x="653" y="3083"/>
                    </a:cubicBezTo>
                    <a:lnTo>
                      <a:pt x="653" y="3256"/>
                    </a:lnTo>
                    <a:cubicBezTo>
                      <a:pt x="653" y="3429"/>
                      <a:pt x="768" y="3515"/>
                      <a:pt x="883" y="3515"/>
                    </a:cubicBezTo>
                    <a:cubicBezTo>
                      <a:pt x="998" y="3515"/>
                      <a:pt x="1113" y="3429"/>
                      <a:pt x="1113" y="3256"/>
                    </a:cubicBezTo>
                    <a:lnTo>
                      <a:pt x="1113" y="3083"/>
                    </a:lnTo>
                    <a:cubicBezTo>
                      <a:pt x="1459" y="2968"/>
                      <a:pt x="1690" y="2680"/>
                      <a:pt x="1747" y="2392"/>
                    </a:cubicBezTo>
                    <a:cubicBezTo>
                      <a:pt x="1805" y="1988"/>
                      <a:pt x="1574" y="1643"/>
                      <a:pt x="1229" y="1527"/>
                    </a:cubicBezTo>
                    <a:cubicBezTo>
                      <a:pt x="998" y="1470"/>
                      <a:pt x="768" y="1355"/>
                      <a:pt x="653" y="1297"/>
                    </a:cubicBezTo>
                    <a:cubicBezTo>
                      <a:pt x="537" y="1182"/>
                      <a:pt x="653" y="951"/>
                      <a:pt x="768" y="894"/>
                    </a:cubicBezTo>
                    <a:cubicBezTo>
                      <a:pt x="825" y="882"/>
                      <a:pt x="876" y="878"/>
                      <a:pt x="920" y="878"/>
                    </a:cubicBezTo>
                    <a:cubicBezTo>
                      <a:pt x="1097" y="878"/>
                      <a:pt x="1171" y="951"/>
                      <a:pt x="1171" y="951"/>
                    </a:cubicBezTo>
                    <a:cubicBezTo>
                      <a:pt x="1232" y="988"/>
                      <a:pt x="1296" y="1004"/>
                      <a:pt x="1356" y="1004"/>
                    </a:cubicBezTo>
                    <a:cubicBezTo>
                      <a:pt x="1578" y="1004"/>
                      <a:pt x="1743" y="787"/>
                      <a:pt x="1517" y="606"/>
                    </a:cubicBezTo>
                    <a:cubicBezTo>
                      <a:pt x="1459" y="548"/>
                      <a:pt x="1286" y="433"/>
                      <a:pt x="1113" y="433"/>
                    </a:cubicBezTo>
                    <a:lnTo>
                      <a:pt x="1113" y="260"/>
                    </a:lnTo>
                    <a:cubicBezTo>
                      <a:pt x="1113" y="87"/>
                      <a:pt x="998" y="1"/>
                      <a:pt x="8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58" name="Google Shape;1658;p64"/>
          <p:cNvGrpSpPr/>
          <p:nvPr/>
        </p:nvGrpSpPr>
        <p:grpSpPr>
          <a:xfrm>
            <a:off x="1898069" y="2619898"/>
            <a:ext cx="595348" cy="595348"/>
            <a:chOff x="952997" y="2246600"/>
            <a:chExt cx="707400" cy="707400"/>
          </a:xfrm>
        </p:grpSpPr>
        <p:sp>
          <p:nvSpPr>
            <p:cNvPr id="1659" name="Google Shape;1659;p64"/>
            <p:cNvSpPr/>
            <p:nvPr/>
          </p:nvSpPr>
          <p:spPr>
            <a:xfrm flipH="1">
              <a:off x="952997" y="22466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0" name="Google Shape;1660;p64"/>
            <p:cNvGrpSpPr/>
            <p:nvPr/>
          </p:nvGrpSpPr>
          <p:grpSpPr>
            <a:xfrm>
              <a:off x="1105775" y="2407900"/>
              <a:ext cx="401850" cy="402900"/>
              <a:chOff x="795500" y="2723925"/>
              <a:chExt cx="401850" cy="402900"/>
            </a:xfrm>
          </p:grpSpPr>
          <p:sp>
            <p:nvSpPr>
              <p:cNvPr id="1661" name="Google Shape;1661;p64"/>
              <p:cNvSpPr/>
              <p:nvPr/>
            </p:nvSpPr>
            <p:spPr>
              <a:xfrm>
                <a:off x="821425" y="2723925"/>
                <a:ext cx="265025" cy="240525"/>
              </a:xfrm>
              <a:custGeom>
                <a:rect b="b" l="l" r="r" t="t"/>
                <a:pathLst>
                  <a:path extrusionOk="0" h="9621" w="10601">
                    <a:moveTo>
                      <a:pt x="9617" y="0"/>
                    </a:moveTo>
                    <a:cubicBezTo>
                      <a:pt x="9425" y="0"/>
                      <a:pt x="9267" y="302"/>
                      <a:pt x="9506" y="446"/>
                    </a:cubicBezTo>
                    <a:lnTo>
                      <a:pt x="9737" y="561"/>
                    </a:lnTo>
                    <a:cubicBezTo>
                      <a:pt x="7893" y="906"/>
                      <a:pt x="6280" y="1540"/>
                      <a:pt x="4897" y="2462"/>
                    </a:cubicBezTo>
                    <a:cubicBezTo>
                      <a:pt x="3688" y="3269"/>
                      <a:pt x="2708" y="4248"/>
                      <a:pt x="1844" y="5458"/>
                    </a:cubicBezTo>
                    <a:cubicBezTo>
                      <a:pt x="461" y="7474"/>
                      <a:pt x="58" y="9260"/>
                      <a:pt x="58" y="9375"/>
                    </a:cubicBezTo>
                    <a:cubicBezTo>
                      <a:pt x="0" y="9490"/>
                      <a:pt x="116" y="9606"/>
                      <a:pt x="231" y="9606"/>
                    </a:cubicBezTo>
                    <a:cubicBezTo>
                      <a:pt x="252" y="9616"/>
                      <a:pt x="275" y="9621"/>
                      <a:pt x="299" y="9621"/>
                    </a:cubicBezTo>
                    <a:cubicBezTo>
                      <a:pt x="404" y="9621"/>
                      <a:pt x="519" y="9527"/>
                      <a:pt x="519" y="9433"/>
                    </a:cubicBezTo>
                    <a:cubicBezTo>
                      <a:pt x="519" y="9433"/>
                      <a:pt x="922" y="7647"/>
                      <a:pt x="2247" y="5688"/>
                    </a:cubicBezTo>
                    <a:cubicBezTo>
                      <a:pt x="3054" y="4594"/>
                      <a:pt x="4033" y="3614"/>
                      <a:pt x="5185" y="2865"/>
                    </a:cubicBezTo>
                    <a:cubicBezTo>
                      <a:pt x="6510" y="1943"/>
                      <a:pt x="8124" y="1367"/>
                      <a:pt x="9852" y="1022"/>
                    </a:cubicBezTo>
                    <a:lnTo>
                      <a:pt x="9852" y="1022"/>
                    </a:lnTo>
                    <a:lnTo>
                      <a:pt x="9679" y="1310"/>
                    </a:lnTo>
                    <a:cubicBezTo>
                      <a:pt x="9551" y="1480"/>
                      <a:pt x="9739" y="1683"/>
                      <a:pt x="9915" y="1683"/>
                    </a:cubicBezTo>
                    <a:cubicBezTo>
                      <a:pt x="9977" y="1683"/>
                      <a:pt x="10037" y="1658"/>
                      <a:pt x="10082" y="1598"/>
                    </a:cubicBezTo>
                    <a:lnTo>
                      <a:pt x="10543" y="849"/>
                    </a:lnTo>
                    <a:cubicBezTo>
                      <a:pt x="10601" y="734"/>
                      <a:pt x="10601" y="618"/>
                      <a:pt x="10486" y="503"/>
                    </a:cubicBezTo>
                    <a:lnTo>
                      <a:pt x="9737" y="42"/>
                    </a:lnTo>
                    <a:cubicBezTo>
                      <a:pt x="9697" y="13"/>
                      <a:pt x="9656" y="0"/>
                      <a:pt x="961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64"/>
              <p:cNvSpPr/>
              <p:nvPr/>
            </p:nvSpPr>
            <p:spPr>
              <a:xfrm>
                <a:off x="795500" y="2796975"/>
                <a:ext cx="401850" cy="329850"/>
              </a:xfrm>
              <a:custGeom>
                <a:rect b="b" l="l" r="r" t="t"/>
                <a:pathLst>
                  <a:path extrusionOk="0" h="13194" w="16074">
                    <a:moveTo>
                      <a:pt x="13885" y="7894"/>
                    </a:moveTo>
                    <a:lnTo>
                      <a:pt x="13885" y="8470"/>
                    </a:lnTo>
                    <a:lnTo>
                      <a:pt x="11004" y="8470"/>
                    </a:lnTo>
                    <a:lnTo>
                      <a:pt x="11004" y="7894"/>
                    </a:lnTo>
                    <a:close/>
                    <a:moveTo>
                      <a:pt x="12099" y="462"/>
                    </a:moveTo>
                    <a:lnTo>
                      <a:pt x="12099" y="7433"/>
                    </a:lnTo>
                    <a:lnTo>
                      <a:pt x="10774" y="7433"/>
                    </a:lnTo>
                    <a:cubicBezTo>
                      <a:pt x="10658" y="7433"/>
                      <a:pt x="10543" y="7548"/>
                      <a:pt x="10543" y="7663"/>
                    </a:cubicBezTo>
                    <a:lnTo>
                      <a:pt x="10543" y="9507"/>
                    </a:lnTo>
                    <a:lnTo>
                      <a:pt x="9564" y="9507"/>
                    </a:lnTo>
                    <a:lnTo>
                      <a:pt x="9564" y="462"/>
                    </a:lnTo>
                    <a:close/>
                    <a:moveTo>
                      <a:pt x="13885" y="8930"/>
                    </a:moveTo>
                    <a:lnTo>
                      <a:pt x="13885" y="9161"/>
                    </a:lnTo>
                    <a:cubicBezTo>
                      <a:pt x="13539" y="9219"/>
                      <a:pt x="13251" y="9334"/>
                      <a:pt x="12963" y="9564"/>
                    </a:cubicBezTo>
                    <a:lnTo>
                      <a:pt x="11004" y="9564"/>
                    </a:lnTo>
                    <a:lnTo>
                      <a:pt x="11004" y="8930"/>
                    </a:lnTo>
                    <a:close/>
                    <a:moveTo>
                      <a:pt x="6050" y="5877"/>
                    </a:moveTo>
                    <a:lnTo>
                      <a:pt x="6050" y="10140"/>
                    </a:lnTo>
                    <a:lnTo>
                      <a:pt x="3515" y="10140"/>
                    </a:lnTo>
                    <a:lnTo>
                      <a:pt x="3515" y="5877"/>
                    </a:lnTo>
                    <a:close/>
                    <a:moveTo>
                      <a:pt x="9045" y="3169"/>
                    </a:moveTo>
                    <a:lnTo>
                      <a:pt x="9045" y="9507"/>
                    </a:lnTo>
                    <a:lnTo>
                      <a:pt x="7375" y="9507"/>
                    </a:lnTo>
                    <a:cubicBezTo>
                      <a:pt x="7259" y="9507"/>
                      <a:pt x="7144" y="9622"/>
                      <a:pt x="7144" y="9737"/>
                    </a:cubicBezTo>
                    <a:lnTo>
                      <a:pt x="7144" y="10140"/>
                    </a:lnTo>
                    <a:lnTo>
                      <a:pt x="6510" y="10140"/>
                    </a:lnTo>
                    <a:lnTo>
                      <a:pt x="6510" y="3169"/>
                    </a:lnTo>
                    <a:close/>
                    <a:moveTo>
                      <a:pt x="10543" y="10025"/>
                    </a:moveTo>
                    <a:lnTo>
                      <a:pt x="10543" y="10601"/>
                    </a:lnTo>
                    <a:lnTo>
                      <a:pt x="7663" y="10601"/>
                    </a:lnTo>
                    <a:lnTo>
                      <a:pt x="7663" y="10025"/>
                    </a:lnTo>
                    <a:close/>
                    <a:moveTo>
                      <a:pt x="12560" y="10025"/>
                    </a:moveTo>
                    <a:cubicBezTo>
                      <a:pt x="12387" y="10198"/>
                      <a:pt x="12329" y="10371"/>
                      <a:pt x="12272" y="10601"/>
                    </a:cubicBezTo>
                    <a:lnTo>
                      <a:pt x="11004" y="10601"/>
                    </a:lnTo>
                    <a:lnTo>
                      <a:pt x="11004" y="10025"/>
                    </a:lnTo>
                    <a:close/>
                    <a:moveTo>
                      <a:pt x="10543" y="11062"/>
                    </a:moveTo>
                    <a:lnTo>
                      <a:pt x="10543" y="11638"/>
                    </a:lnTo>
                    <a:lnTo>
                      <a:pt x="7663" y="11638"/>
                    </a:lnTo>
                    <a:lnTo>
                      <a:pt x="7663" y="11062"/>
                    </a:lnTo>
                    <a:close/>
                    <a:moveTo>
                      <a:pt x="12156" y="11062"/>
                    </a:moveTo>
                    <a:cubicBezTo>
                      <a:pt x="12156" y="11235"/>
                      <a:pt x="12156" y="11465"/>
                      <a:pt x="12214" y="11638"/>
                    </a:cubicBezTo>
                    <a:lnTo>
                      <a:pt x="11004" y="11638"/>
                    </a:lnTo>
                    <a:lnTo>
                      <a:pt x="11004" y="11062"/>
                    </a:lnTo>
                    <a:close/>
                    <a:moveTo>
                      <a:pt x="10543" y="12099"/>
                    </a:moveTo>
                    <a:lnTo>
                      <a:pt x="10543" y="12675"/>
                    </a:lnTo>
                    <a:lnTo>
                      <a:pt x="7605" y="12675"/>
                    </a:lnTo>
                    <a:lnTo>
                      <a:pt x="7605" y="12099"/>
                    </a:lnTo>
                    <a:close/>
                    <a:moveTo>
                      <a:pt x="12387" y="12099"/>
                    </a:moveTo>
                    <a:cubicBezTo>
                      <a:pt x="12502" y="12330"/>
                      <a:pt x="12675" y="12560"/>
                      <a:pt x="12905" y="12675"/>
                    </a:cubicBezTo>
                    <a:lnTo>
                      <a:pt x="11004" y="12675"/>
                    </a:lnTo>
                    <a:lnTo>
                      <a:pt x="11004" y="12099"/>
                    </a:lnTo>
                    <a:close/>
                    <a:moveTo>
                      <a:pt x="9333" y="1"/>
                    </a:moveTo>
                    <a:cubicBezTo>
                      <a:pt x="9161" y="1"/>
                      <a:pt x="9045" y="58"/>
                      <a:pt x="9045" y="231"/>
                    </a:cubicBezTo>
                    <a:lnTo>
                      <a:pt x="9045" y="2709"/>
                    </a:lnTo>
                    <a:lnTo>
                      <a:pt x="6280" y="2709"/>
                    </a:lnTo>
                    <a:cubicBezTo>
                      <a:pt x="6165" y="2709"/>
                      <a:pt x="6050" y="2766"/>
                      <a:pt x="6050" y="2939"/>
                    </a:cubicBezTo>
                    <a:lnTo>
                      <a:pt x="6050" y="5416"/>
                    </a:lnTo>
                    <a:lnTo>
                      <a:pt x="3284" y="5416"/>
                    </a:lnTo>
                    <a:cubicBezTo>
                      <a:pt x="3169" y="5416"/>
                      <a:pt x="3054" y="5531"/>
                      <a:pt x="3054" y="5647"/>
                    </a:cubicBezTo>
                    <a:lnTo>
                      <a:pt x="3054" y="7778"/>
                    </a:lnTo>
                    <a:lnTo>
                      <a:pt x="231" y="7778"/>
                    </a:lnTo>
                    <a:cubicBezTo>
                      <a:pt x="116" y="7778"/>
                      <a:pt x="0" y="7894"/>
                      <a:pt x="0" y="8009"/>
                    </a:cubicBezTo>
                    <a:lnTo>
                      <a:pt x="0" y="10371"/>
                    </a:lnTo>
                    <a:cubicBezTo>
                      <a:pt x="0" y="10486"/>
                      <a:pt x="116" y="10601"/>
                      <a:pt x="231" y="10601"/>
                    </a:cubicBezTo>
                    <a:lnTo>
                      <a:pt x="1095" y="10601"/>
                    </a:lnTo>
                    <a:cubicBezTo>
                      <a:pt x="1383" y="10601"/>
                      <a:pt x="1383" y="10140"/>
                      <a:pt x="1095" y="10140"/>
                    </a:cubicBezTo>
                    <a:lnTo>
                      <a:pt x="519" y="10140"/>
                    </a:lnTo>
                    <a:lnTo>
                      <a:pt x="519" y="8239"/>
                    </a:lnTo>
                    <a:lnTo>
                      <a:pt x="3054" y="8239"/>
                    </a:lnTo>
                    <a:lnTo>
                      <a:pt x="3054" y="10140"/>
                    </a:lnTo>
                    <a:lnTo>
                      <a:pt x="2362" y="10140"/>
                    </a:lnTo>
                    <a:cubicBezTo>
                      <a:pt x="2074" y="10140"/>
                      <a:pt x="2074" y="10601"/>
                      <a:pt x="2362" y="10601"/>
                    </a:cubicBezTo>
                    <a:lnTo>
                      <a:pt x="7144" y="10601"/>
                    </a:lnTo>
                    <a:lnTo>
                      <a:pt x="7144" y="12963"/>
                    </a:lnTo>
                    <a:cubicBezTo>
                      <a:pt x="7144" y="13078"/>
                      <a:pt x="7259" y="13194"/>
                      <a:pt x="7375" y="13194"/>
                    </a:cubicBezTo>
                    <a:lnTo>
                      <a:pt x="14115" y="13194"/>
                    </a:lnTo>
                    <a:cubicBezTo>
                      <a:pt x="14461" y="13194"/>
                      <a:pt x="14806" y="13078"/>
                      <a:pt x="15094" y="12906"/>
                    </a:cubicBezTo>
                    <a:cubicBezTo>
                      <a:pt x="15338" y="12808"/>
                      <a:pt x="15211" y="12464"/>
                      <a:pt x="14992" y="12464"/>
                    </a:cubicBezTo>
                    <a:cubicBezTo>
                      <a:pt x="14952" y="12464"/>
                      <a:pt x="14909" y="12476"/>
                      <a:pt x="14864" y="12502"/>
                    </a:cubicBezTo>
                    <a:cubicBezTo>
                      <a:pt x="14634" y="12618"/>
                      <a:pt x="14346" y="12733"/>
                      <a:pt x="14115" y="12733"/>
                    </a:cubicBezTo>
                    <a:cubicBezTo>
                      <a:pt x="13251" y="12733"/>
                      <a:pt x="12560" y="12041"/>
                      <a:pt x="12560" y="11177"/>
                    </a:cubicBezTo>
                    <a:cubicBezTo>
                      <a:pt x="12560" y="10313"/>
                      <a:pt x="13251" y="9622"/>
                      <a:pt x="14115" y="9622"/>
                    </a:cubicBezTo>
                    <a:cubicBezTo>
                      <a:pt x="14922" y="9622"/>
                      <a:pt x="15613" y="10313"/>
                      <a:pt x="15613" y="11177"/>
                    </a:cubicBezTo>
                    <a:cubicBezTo>
                      <a:pt x="15613" y="11350"/>
                      <a:pt x="15613" y="11523"/>
                      <a:pt x="15555" y="11696"/>
                    </a:cubicBezTo>
                    <a:cubicBezTo>
                      <a:pt x="15482" y="11880"/>
                      <a:pt x="15620" y="12017"/>
                      <a:pt x="15759" y="12017"/>
                    </a:cubicBezTo>
                    <a:cubicBezTo>
                      <a:pt x="15838" y="12017"/>
                      <a:pt x="15917" y="11973"/>
                      <a:pt x="15959" y="11869"/>
                    </a:cubicBezTo>
                    <a:cubicBezTo>
                      <a:pt x="16074" y="11638"/>
                      <a:pt x="16074" y="11408"/>
                      <a:pt x="16074" y="11177"/>
                    </a:cubicBezTo>
                    <a:cubicBezTo>
                      <a:pt x="16074" y="10140"/>
                      <a:pt x="15325" y="9276"/>
                      <a:pt x="14288" y="9161"/>
                    </a:cubicBezTo>
                    <a:lnTo>
                      <a:pt x="14346" y="9161"/>
                    </a:lnTo>
                    <a:lnTo>
                      <a:pt x="14346" y="7663"/>
                    </a:lnTo>
                    <a:cubicBezTo>
                      <a:pt x="14346" y="7548"/>
                      <a:pt x="14230" y="7433"/>
                      <a:pt x="14115" y="7433"/>
                    </a:cubicBezTo>
                    <a:lnTo>
                      <a:pt x="12560" y="7433"/>
                    </a:lnTo>
                    <a:lnTo>
                      <a:pt x="12560" y="231"/>
                    </a:lnTo>
                    <a:cubicBezTo>
                      <a:pt x="12560" y="58"/>
                      <a:pt x="12444" y="1"/>
                      <a:pt x="123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4"/>
              <p:cNvSpPr/>
              <p:nvPr/>
            </p:nvSpPr>
            <p:spPr>
              <a:xfrm>
                <a:off x="1132525" y="3046500"/>
                <a:ext cx="33150" cy="60550"/>
              </a:xfrm>
              <a:custGeom>
                <a:rect b="b" l="l" r="r" t="t"/>
                <a:pathLst>
                  <a:path extrusionOk="0" h="2422" w="1326">
                    <a:moveTo>
                      <a:pt x="634" y="1"/>
                    </a:moveTo>
                    <a:cubicBezTo>
                      <a:pt x="519" y="1"/>
                      <a:pt x="404" y="73"/>
                      <a:pt x="404" y="217"/>
                    </a:cubicBezTo>
                    <a:lnTo>
                      <a:pt x="404" y="275"/>
                    </a:lnTo>
                    <a:cubicBezTo>
                      <a:pt x="231" y="332"/>
                      <a:pt x="116" y="505"/>
                      <a:pt x="58" y="678"/>
                    </a:cubicBezTo>
                    <a:cubicBezTo>
                      <a:pt x="58" y="908"/>
                      <a:pt x="116" y="1081"/>
                      <a:pt x="231" y="1196"/>
                    </a:cubicBezTo>
                    <a:cubicBezTo>
                      <a:pt x="404" y="1312"/>
                      <a:pt x="576" y="1369"/>
                      <a:pt x="749" y="1427"/>
                    </a:cubicBezTo>
                    <a:cubicBezTo>
                      <a:pt x="749" y="1427"/>
                      <a:pt x="807" y="1484"/>
                      <a:pt x="807" y="1542"/>
                    </a:cubicBezTo>
                    <a:cubicBezTo>
                      <a:pt x="807" y="1600"/>
                      <a:pt x="749" y="1657"/>
                      <a:pt x="634" y="1657"/>
                    </a:cubicBezTo>
                    <a:cubicBezTo>
                      <a:pt x="519" y="1657"/>
                      <a:pt x="461" y="1657"/>
                      <a:pt x="404" y="1600"/>
                    </a:cubicBezTo>
                    <a:cubicBezTo>
                      <a:pt x="370" y="1583"/>
                      <a:pt x="336" y="1576"/>
                      <a:pt x="302" y="1576"/>
                    </a:cubicBezTo>
                    <a:cubicBezTo>
                      <a:pt x="221" y="1576"/>
                      <a:pt x="139" y="1616"/>
                      <a:pt x="58" y="1657"/>
                    </a:cubicBezTo>
                    <a:cubicBezTo>
                      <a:pt x="0" y="1772"/>
                      <a:pt x="0" y="1945"/>
                      <a:pt x="116" y="2003"/>
                    </a:cubicBezTo>
                    <a:cubicBezTo>
                      <a:pt x="231" y="2060"/>
                      <a:pt x="288" y="2118"/>
                      <a:pt x="404" y="2118"/>
                    </a:cubicBezTo>
                    <a:lnTo>
                      <a:pt x="404" y="2176"/>
                    </a:lnTo>
                    <a:cubicBezTo>
                      <a:pt x="404" y="2318"/>
                      <a:pt x="482" y="2421"/>
                      <a:pt x="606" y="2421"/>
                    </a:cubicBezTo>
                    <a:cubicBezTo>
                      <a:pt x="632" y="2421"/>
                      <a:pt x="661" y="2416"/>
                      <a:pt x="692" y="2406"/>
                    </a:cubicBezTo>
                    <a:cubicBezTo>
                      <a:pt x="807" y="2406"/>
                      <a:pt x="865" y="2291"/>
                      <a:pt x="865" y="2176"/>
                    </a:cubicBezTo>
                    <a:lnTo>
                      <a:pt x="865" y="2118"/>
                    </a:lnTo>
                    <a:cubicBezTo>
                      <a:pt x="1095" y="2003"/>
                      <a:pt x="1210" y="1830"/>
                      <a:pt x="1268" y="1600"/>
                    </a:cubicBezTo>
                    <a:cubicBezTo>
                      <a:pt x="1325" y="1312"/>
                      <a:pt x="1153" y="1081"/>
                      <a:pt x="865" y="966"/>
                    </a:cubicBezTo>
                    <a:cubicBezTo>
                      <a:pt x="749" y="908"/>
                      <a:pt x="576" y="908"/>
                      <a:pt x="519" y="793"/>
                    </a:cubicBezTo>
                    <a:cubicBezTo>
                      <a:pt x="519" y="793"/>
                      <a:pt x="519" y="735"/>
                      <a:pt x="576" y="735"/>
                    </a:cubicBezTo>
                    <a:cubicBezTo>
                      <a:pt x="615" y="716"/>
                      <a:pt x="647" y="710"/>
                      <a:pt x="675" y="710"/>
                    </a:cubicBezTo>
                    <a:cubicBezTo>
                      <a:pt x="730" y="710"/>
                      <a:pt x="769" y="735"/>
                      <a:pt x="807" y="735"/>
                    </a:cubicBezTo>
                    <a:cubicBezTo>
                      <a:pt x="807" y="735"/>
                      <a:pt x="884" y="787"/>
                      <a:pt x="969" y="787"/>
                    </a:cubicBezTo>
                    <a:cubicBezTo>
                      <a:pt x="1012" y="787"/>
                      <a:pt x="1057" y="774"/>
                      <a:pt x="1095" y="735"/>
                    </a:cubicBezTo>
                    <a:cubicBezTo>
                      <a:pt x="1325" y="505"/>
                      <a:pt x="1095" y="390"/>
                      <a:pt x="1095" y="390"/>
                    </a:cubicBezTo>
                    <a:cubicBezTo>
                      <a:pt x="1037" y="332"/>
                      <a:pt x="980" y="275"/>
                      <a:pt x="865" y="275"/>
                    </a:cubicBezTo>
                    <a:lnTo>
                      <a:pt x="865" y="217"/>
                    </a:lnTo>
                    <a:cubicBezTo>
                      <a:pt x="865" y="73"/>
                      <a:pt x="749" y="1"/>
                      <a:pt x="6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64" name="Google Shape;1664;p64"/>
          <p:cNvGrpSpPr/>
          <p:nvPr/>
        </p:nvGrpSpPr>
        <p:grpSpPr>
          <a:xfrm>
            <a:off x="1898069" y="1901550"/>
            <a:ext cx="595348" cy="595348"/>
            <a:chOff x="969434" y="1393050"/>
            <a:chExt cx="707400" cy="707400"/>
          </a:xfrm>
        </p:grpSpPr>
        <p:sp>
          <p:nvSpPr>
            <p:cNvPr id="1665" name="Google Shape;1665;p64"/>
            <p:cNvSpPr/>
            <p:nvPr/>
          </p:nvSpPr>
          <p:spPr>
            <a:xfrm flipH="1">
              <a:off x="969434" y="13930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6" name="Google Shape;1666;p64"/>
            <p:cNvGrpSpPr/>
            <p:nvPr/>
          </p:nvGrpSpPr>
          <p:grpSpPr>
            <a:xfrm>
              <a:off x="1119325" y="1555013"/>
              <a:ext cx="407625" cy="402125"/>
              <a:chOff x="1675500" y="2075525"/>
              <a:chExt cx="407625" cy="402125"/>
            </a:xfrm>
          </p:grpSpPr>
          <p:sp>
            <p:nvSpPr>
              <p:cNvPr id="1667" name="Google Shape;1667;p64"/>
              <p:cNvSpPr/>
              <p:nvPr/>
            </p:nvSpPr>
            <p:spPr>
              <a:xfrm>
                <a:off x="1727350" y="2145975"/>
                <a:ext cx="146925" cy="105175"/>
              </a:xfrm>
              <a:custGeom>
                <a:rect b="b" l="l" r="r" t="t"/>
                <a:pathLst>
                  <a:path extrusionOk="0" h="4207" w="5877">
                    <a:moveTo>
                      <a:pt x="3284" y="519"/>
                    </a:moveTo>
                    <a:lnTo>
                      <a:pt x="2996" y="980"/>
                    </a:lnTo>
                    <a:lnTo>
                      <a:pt x="750" y="980"/>
                    </a:lnTo>
                    <a:lnTo>
                      <a:pt x="1038" y="519"/>
                    </a:lnTo>
                    <a:close/>
                    <a:moveTo>
                      <a:pt x="4840" y="519"/>
                    </a:moveTo>
                    <a:lnTo>
                      <a:pt x="5128" y="980"/>
                    </a:lnTo>
                    <a:lnTo>
                      <a:pt x="4552" y="980"/>
                    </a:lnTo>
                    <a:lnTo>
                      <a:pt x="4206" y="519"/>
                    </a:lnTo>
                    <a:close/>
                    <a:moveTo>
                      <a:pt x="3515" y="980"/>
                    </a:moveTo>
                    <a:lnTo>
                      <a:pt x="3515" y="3746"/>
                    </a:lnTo>
                    <a:lnTo>
                      <a:pt x="1153" y="3746"/>
                    </a:lnTo>
                    <a:lnTo>
                      <a:pt x="1153" y="1441"/>
                    </a:lnTo>
                    <a:lnTo>
                      <a:pt x="3054" y="1441"/>
                    </a:lnTo>
                    <a:cubicBezTo>
                      <a:pt x="3169" y="1441"/>
                      <a:pt x="3227" y="1384"/>
                      <a:pt x="3284" y="1326"/>
                    </a:cubicBezTo>
                    <a:lnTo>
                      <a:pt x="3515" y="980"/>
                    </a:lnTo>
                    <a:close/>
                    <a:moveTo>
                      <a:pt x="3976" y="980"/>
                    </a:moveTo>
                    <a:lnTo>
                      <a:pt x="4206" y="1326"/>
                    </a:lnTo>
                    <a:cubicBezTo>
                      <a:pt x="4264" y="1384"/>
                      <a:pt x="4321" y="1384"/>
                      <a:pt x="4379" y="1384"/>
                    </a:cubicBezTo>
                    <a:lnTo>
                      <a:pt x="4725" y="1384"/>
                    </a:lnTo>
                    <a:lnTo>
                      <a:pt x="4725" y="3746"/>
                    </a:lnTo>
                    <a:lnTo>
                      <a:pt x="3976" y="3746"/>
                    </a:lnTo>
                    <a:lnTo>
                      <a:pt x="3976" y="980"/>
                    </a:lnTo>
                    <a:close/>
                    <a:moveTo>
                      <a:pt x="922" y="1"/>
                    </a:moveTo>
                    <a:cubicBezTo>
                      <a:pt x="865" y="1"/>
                      <a:pt x="807" y="59"/>
                      <a:pt x="750" y="116"/>
                    </a:cubicBezTo>
                    <a:lnTo>
                      <a:pt x="58" y="1038"/>
                    </a:lnTo>
                    <a:cubicBezTo>
                      <a:pt x="1" y="1153"/>
                      <a:pt x="1" y="1268"/>
                      <a:pt x="116" y="1326"/>
                    </a:cubicBezTo>
                    <a:lnTo>
                      <a:pt x="116" y="1384"/>
                    </a:lnTo>
                    <a:cubicBezTo>
                      <a:pt x="173" y="1384"/>
                      <a:pt x="231" y="1441"/>
                      <a:pt x="289" y="1441"/>
                    </a:cubicBezTo>
                    <a:lnTo>
                      <a:pt x="692" y="1441"/>
                    </a:lnTo>
                    <a:lnTo>
                      <a:pt x="692" y="3976"/>
                    </a:lnTo>
                    <a:cubicBezTo>
                      <a:pt x="692" y="4091"/>
                      <a:pt x="807" y="4206"/>
                      <a:pt x="922" y="4206"/>
                    </a:cubicBezTo>
                    <a:lnTo>
                      <a:pt x="4955" y="4206"/>
                    </a:lnTo>
                    <a:cubicBezTo>
                      <a:pt x="5070" y="4206"/>
                      <a:pt x="5186" y="4091"/>
                      <a:pt x="5186" y="3976"/>
                    </a:cubicBezTo>
                    <a:lnTo>
                      <a:pt x="5186" y="1384"/>
                    </a:lnTo>
                    <a:lnTo>
                      <a:pt x="5589" y="1384"/>
                    </a:lnTo>
                    <a:cubicBezTo>
                      <a:pt x="5762" y="1384"/>
                      <a:pt x="5877" y="1211"/>
                      <a:pt x="5819" y="1038"/>
                    </a:cubicBezTo>
                    <a:lnTo>
                      <a:pt x="5128" y="116"/>
                    </a:lnTo>
                    <a:cubicBezTo>
                      <a:pt x="5070" y="59"/>
                      <a:pt x="5013" y="1"/>
                      <a:pt x="495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4"/>
              <p:cNvSpPr/>
              <p:nvPr/>
            </p:nvSpPr>
            <p:spPr>
              <a:xfrm>
                <a:off x="1675500" y="2075525"/>
                <a:ext cx="407625" cy="402125"/>
              </a:xfrm>
              <a:custGeom>
                <a:rect b="b" l="l" r="r" t="t"/>
                <a:pathLst>
                  <a:path extrusionOk="0" h="16085" w="16305">
                    <a:moveTo>
                      <a:pt x="11262" y="5774"/>
                    </a:moveTo>
                    <a:cubicBezTo>
                      <a:pt x="11732" y="5774"/>
                      <a:pt x="12208" y="5847"/>
                      <a:pt x="12675" y="5987"/>
                    </a:cubicBezTo>
                    <a:cubicBezTo>
                      <a:pt x="13770" y="6333"/>
                      <a:pt x="14691" y="7140"/>
                      <a:pt x="15210" y="8177"/>
                    </a:cubicBezTo>
                    <a:cubicBezTo>
                      <a:pt x="15671" y="9098"/>
                      <a:pt x="15844" y="10078"/>
                      <a:pt x="15613" y="11057"/>
                    </a:cubicBezTo>
                    <a:lnTo>
                      <a:pt x="15671" y="11057"/>
                    </a:lnTo>
                    <a:cubicBezTo>
                      <a:pt x="15440" y="12037"/>
                      <a:pt x="14922" y="12901"/>
                      <a:pt x="14231" y="13534"/>
                    </a:cubicBezTo>
                    <a:cubicBezTo>
                      <a:pt x="14173" y="13592"/>
                      <a:pt x="14115" y="13650"/>
                      <a:pt x="14115" y="13707"/>
                    </a:cubicBezTo>
                    <a:lnTo>
                      <a:pt x="14115" y="15436"/>
                    </a:lnTo>
                    <a:lnTo>
                      <a:pt x="12502" y="14514"/>
                    </a:lnTo>
                    <a:lnTo>
                      <a:pt x="12329" y="14514"/>
                    </a:lnTo>
                    <a:cubicBezTo>
                      <a:pt x="11993" y="14593"/>
                      <a:pt x="11657" y="14631"/>
                      <a:pt x="11324" y="14631"/>
                    </a:cubicBezTo>
                    <a:cubicBezTo>
                      <a:pt x="10685" y="14631"/>
                      <a:pt x="10054" y="14491"/>
                      <a:pt x="9449" y="14226"/>
                    </a:cubicBezTo>
                    <a:cubicBezTo>
                      <a:pt x="8527" y="13823"/>
                      <a:pt x="7836" y="13131"/>
                      <a:pt x="7375" y="12209"/>
                    </a:cubicBezTo>
                    <a:cubicBezTo>
                      <a:pt x="6223" y="10020"/>
                      <a:pt x="7087" y="7370"/>
                      <a:pt x="9276" y="6276"/>
                    </a:cubicBezTo>
                    <a:cubicBezTo>
                      <a:pt x="9893" y="5933"/>
                      <a:pt x="10571" y="5774"/>
                      <a:pt x="11262" y="5774"/>
                    </a:cubicBezTo>
                    <a:close/>
                    <a:moveTo>
                      <a:pt x="4994" y="1"/>
                    </a:moveTo>
                    <a:cubicBezTo>
                      <a:pt x="4318" y="1"/>
                      <a:pt x="3638" y="132"/>
                      <a:pt x="2996" y="399"/>
                    </a:cubicBezTo>
                    <a:cubicBezTo>
                      <a:pt x="2743" y="551"/>
                      <a:pt x="2890" y="881"/>
                      <a:pt x="3125" y="881"/>
                    </a:cubicBezTo>
                    <a:cubicBezTo>
                      <a:pt x="3158" y="881"/>
                      <a:pt x="3192" y="874"/>
                      <a:pt x="3227" y="860"/>
                    </a:cubicBezTo>
                    <a:cubicBezTo>
                      <a:pt x="3789" y="593"/>
                      <a:pt x="4388" y="462"/>
                      <a:pt x="4989" y="462"/>
                    </a:cubicBezTo>
                    <a:cubicBezTo>
                      <a:pt x="5684" y="462"/>
                      <a:pt x="6381" y="636"/>
                      <a:pt x="7029" y="975"/>
                    </a:cubicBezTo>
                    <a:cubicBezTo>
                      <a:pt x="8758" y="1840"/>
                      <a:pt x="9737" y="3798"/>
                      <a:pt x="9391" y="5699"/>
                    </a:cubicBezTo>
                    <a:cubicBezTo>
                      <a:pt x="7951" y="6276"/>
                      <a:pt x="6914" y="7543"/>
                      <a:pt x="6511" y="9041"/>
                    </a:cubicBezTo>
                    <a:cubicBezTo>
                      <a:pt x="6007" y="9221"/>
                      <a:pt x="5480" y="9311"/>
                      <a:pt x="4945" y="9311"/>
                    </a:cubicBezTo>
                    <a:cubicBezTo>
                      <a:pt x="4624" y="9311"/>
                      <a:pt x="4300" y="9278"/>
                      <a:pt x="3976" y="9214"/>
                    </a:cubicBezTo>
                    <a:lnTo>
                      <a:pt x="3803" y="9214"/>
                    </a:lnTo>
                    <a:lnTo>
                      <a:pt x="2190" y="10135"/>
                    </a:lnTo>
                    <a:lnTo>
                      <a:pt x="2190" y="8407"/>
                    </a:lnTo>
                    <a:cubicBezTo>
                      <a:pt x="2190" y="8350"/>
                      <a:pt x="2132" y="8292"/>
                      <a:pt x="2132" y="8234"/>
                    </a:cubicBezTo>
                    <a:cubicBezTo>
                      <a:pt x="1383" y="7601"/>
                      <a:pt x="865" y="6736"/>
                      <a:pt x="692" y="5757"/>
                    </a:cubicBezTo>
                    <a:cubicBezTo>
                      <a:pt x="462" y="4778"/>
                      <a:pt x="634" y="3798"/>
                      <a:pt x="1095" y="2877"/>
                    </a:cubicBezTo>
                    <a:cubicBezTo>
                      <a:pt x="1326" y="2358"/>
                      <a:pt x="1729" y="1897"/>
                      <a:pt x="2190" y="1494"/>
                    </a:cubicBezTo>
                    <a:cubicBezTo>
                      <a:pt x="2376" y="1354"/>
                      <a:pt x="2186" y="1101"/>
                      <a:pt x="1984" y="1101"/>
                    </a:cubicBezTo>
                    <a:cubicBezTo>
                      <a:pt x="1936" y="1101"/>
                      <a:pt x="1888" y="1115"/>
                      <a:pt x="1844" y="1148"/>
                    </a:cubicBezTo>
                    <a:cubicBezTo>
                      <a:pt x="1383" y="1551"/>
                      <a:pt x="980" y="2070"/>
                      <a:pt x="634" y="2646"/>
                    </a:cubicBezTo>
                    <a:cubicBezTo>
                      <a:pt x="116" y="3683"/>
                      <a:pt x="1" y="4778"/>
                      <a:pt x="231" y="5872"/>
                    </a:cubicBezTo>
                    <a:cubicBezTo>
                      <a:pt x="404" y="6852"/>
                      <a:pt x="922" y="7831"/>
                      <a:pt x="1729" y="8522"/>
                    </a:cubicBezTo>
                    <a:lnTo>
                      <a:pt x="1729" y="10539"/>
                    </a:lnTo>
                    <a:cubicBezTo>
                      <a:pt x="1729" y="10681"/>
                      <a:pt x="1846" y="10784"/>
                      <a:pt x="1984" y="10784"/>
                    </a:cubicBezTo>
                    <a:cubicBezTo>
                      <a:pt x="2013" y="10784"/>
                      <a:pt x="2044" y="10779"/>
                      <a:pt x="2075" y="10769"/>
                    </a:cubicBezTo>
                    <a:lnTo>
                      <a:pt x="3976" y="9675"/>
                    </a:lnTo>
                    <a:cubicBezTo>
                      <a:pt x="4350" y="9755"/>
                      <a:pt x="4737" y="9798"/>
                      <a:pt x="5124" y="9798"/>
                    </a:cubicBezTo>
                    <a:cubicBezTo>
                      <a:pt x="5572" y="9798"/>
                      <a:pt x="6021" y="9740"/>
                      <a:pt x="6453" y="9617"/>
                    </a:cubicBezTo>
                    <a:lnTo>
                      <a:pt x="6453" y="9617"/>
                    </a:lnTo>
                    <a:cubicBezTo>
                      <a:pt x="6338" y="10539"/>
                      <a:pt x="6453" y="11518"/>
                      <a:pt x="6914" y="12440"/>
                    </a:cubicBezTo>
                    <a:cubicBezTo>
                      <a:pt x="7432" y="13419"/>
                      <a:pt x="8239" y="14226"/>
                      <a:pt x="9276" y="14687"/>
                    </a:cubicBezTo>
                    <a:cubicBezTo>
                      <a:pt x="9919" y="14952"/>
                      <a:pt x="10588" y="15092"/>
                      <a:pt x="11264" y="15092"/>
                    </a:cubicBezTo>
                    <a:cubicBezTo>
                      <a:pt x="11618" y="15092"/>
                      <a:pt x="11974" y="15054"/>
                      <a:pt x="12329" y="14975"/>
                    </a:cubicBezTo>
                    <a:lnTo>
                      <a:pt x="14231" y="16069"/>
                    </a:lnTo>
                    <a:cubicBezTo>
                      <a:pt x="14261" y="16080"/>
                      <a:pt x="14292" y="16084"/>
                      <a:pt x="14321" y="16084"/>
                    </a:cubicBezTo>
                    <a:cubicBezTo>
                      <a:pt x="14459" y="16084"/>
                      <a:pt x="14576" y="15981"/>
                      <a:pt x="14576" y="15839"/>
                    </a:cubicBezTo>
                    <a:lnTo>
                      <a:pt x="14576" y="13823"/>
                    </a:lnTo>
                    <a:cubicBezTo>
                      <a:pt x="15383" y="13131"/>
                      <a:pt x="15901" y="12152"/>
                      <a:pt x="16132" y="11172"/>
                    </a:cubicBezTo>
                    <a:cubicBezTo>
                      <a:pt x="16305" y="10078"/>
                      <a:pt x="16189" y="8926"/>
                      <a:pt x="15671" y="7946"/>
                    </a:cubicBezTo>
                    <a:cubicBezTo>
                      <a:pt x="14810" y="6271"/>
                      <a:pt x="13096" y="5307"/>
                      <a:pt x="11338" y="5307"/>
                    </a:cubicBezTo>
                    <a:cubicBezTo>
                      <a:pt x="10860" y="5307"/>
                      <a:pt x="10378" y="5379"/>
                      <a:pt x="9910" y="5527"/>
                    </a:cubicBezTo>
                    <a:cubicBezTo>
                      <a:pt x="10140" y="3510"/>
                      <a:pt x="9103" y="1494"/>
                      <a:pt x="7260" y="514"/>
                    </a:cubicBezTo>
                    <a:cubicBezTo>
                      <a:pt x="6550" y="175"/>
                      <a:pt x="5774" y="1"/>
                      <a:pt x="49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64"/>
              <p:cNvSpPr/>
              <p:nvPr/>
            </p:nvSpPr>
            <p:spPr>
              <a:xfrm>
                <a:off x="1895875" y="2269850"/>
                <a:ext cx="123875" cy="122450"/>
              </a:xfrm>
              <a:custGeom>
                <a:rect b="b" l="l" r="r" t="t"/>
                <a:pathLst>
                  <a:path extrusionOk="0" h="4898" w="4955">
                    <a:moveTo>
                      <a:pt x="2477" y="0"/>
                    </a:moveTo>
                    <a:cubicBezTo>
                      <a:pt x="1152" y="0"/>
                      <a:pt x="0" y="1095"/>
                      <a:pt x="0" y="2420"/>
                    </a:cubicBezTo>
                    <a:cubicBezTo>
                      <a:pt x="0" y="3803"/>
                      <a:pt x="1152" y="4897"/>
                      <a:pt x="2477" y="4897"/>
                    </a:cubicBezTo>
                    <a:cubicBezTo>
                      <a:pt x="2938" y="4897"/>
                      <a:pt x="3399" y="4782"/>
                      <a:pt x="3802" y="4494"/>
                    </a:cubicBezTo>
                    <a:cubicBezTo>
                      <a:pt x="3994" y="4351"/>
                      <a:pt x="3868" y="4049"/>
                      <a:pt x="3687" y="4049"/>
                    </a:cubicBezTo>
                    <a:cubicBezTo>
                      <a:pt x="3650" y="4049"/>
                      <a:pt x="3611" y="4061"/>
                      <a:pt x="3572" y="4091"/>
                    </a:cubicBezTo>
                    <a:cubicBezTo>
                      <a:pt x="3226" y="4321"/>
                      <a:pt x="2881" y="4436"/>
                      <a:pt x="2477" y="4436"/>
                    </a:cubicBezTo>
                    <a:cubicBezTo>
                      <a:pt x="1383" y="4436"/>
                      <a:pt x="519" y="3515"/>
                      <a:pt x="519" y="2420"/>
                    </a:cubicBezTo>
                    <a:cubicBezTo>
                      <a:pt x="519" y="1325"/>
                      <a:pt x="1383" y="461"/>
                      <a:pt x="2477" y="461"/>
                    </a:cubicBezTo>
                    <a:cubicBezTo>
                      <a:pt x="3572" y="461"/>
                      <a:pt x="4494" y="1325"/>
                      <a:pt x="4494" y="2420"/>
                    </a:cubicBezTo>
                    <a:cubicBezTo>
                      <a:pt x="4494" y="2766"/>
                      <a:pt x="4379" y="3054"/>
                      <a:pt x="4263" y="3342"/>
                    </a:cubicBezTo>
                    <a:cubicBezTo>
                      <a:pt x="4146" y="3537"/>
                      <a:pt x="4320" y="3679"/>
                      <a:pt x="4480" y="3679"/>
                    </a:cubicBezTo>
                    <a:cubicBezTo>
                      <a:pt x="4556" y="3679"/>
                      <a:pt x="4629" y="3647"/>
                      <a:pt x="4667" y="3572"/>
                    </a:cubicBezTo>
                    <a:cubicBezTo>
                      <a:pt x="4839" y="3169"/>
                      <a:pt x="4955" y="2823"/>
                      <a:pt x="4955" y="2420"/>
                    </a:cubicBezTo>
                    <a:cubicBezTo>
                      <a:pt x="4955" y="1095"/>
                      <a:pt x="3860" y="0"/>
                      <a:pt x="247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 name="Google Shape;1670;p64"/>
              <p:cNvSpPr/>
              <p:nvPr/>
            </p:nvSpPr>
            <p:spPr>
              <a:xfrm>
                <a:off x="1939075" y="2294700"/>
                <a:ext cx="38900" cy="74550"/>
              </a:xfrm>
              <a:custGeom>
                <a:rect b="b" l="l" r="r" t="t"/>
                <a:pathLst>
                  <a:path extrusionOk="0" h="2982" w="1556">
                    <a:moveTo>
                      <a:pt x="778" y="0"/>
                    </a:moveTo>
                    <a:cubicBezTo>
                      <a:pt x="649" y="0"/>
                      <a:pt x="519" y="72"/>
                      <a:pt x="519" y="216"/>
                    </a:cubicBezTo>
                    <a:lnTo>
                      <a:pt x="519" y="331"/>
                    </a:lnTo>
                    <a:cubicBezTo>
                      <a:pt x="289" y="447"/>
                      <a:pt x="173" y="620"/>
                      <a:pt x="116" y="850"/>
                    </a:cubicBezTo>
                    <a:cubicBezTo>
                      <a:pt x="58" y="1080"/>
                      <a:pt x="116" y="1253"/>
                      <a:pt x="289" y="1426"/>
                    </a:cubicBezTo>
                    <a:cubicBezTo>
                      <a:pt x="461" y="1541"/>
                      <a:pt x="634" y="1599"/>
                      <a:pt x="865" y="1714"/>
                    </a:cubicBezTo>
                    <a:cubicBezTo>
                      <a:pt x="1037" y="1714"/>
                      <a:pt x="1037" y="1829"/>
                      <a:pt x="1037" y="1945"/>
                    </a:cubicBezTo>
                    <a:cubicBezTo>
                      <a:pt x="980" y="2002"/>
                      <a:pt x="922" y="2117"/>
                      <a:pt x="749" y="2117"/>
                    </a:cubicBezTo>
                    <a:cubicBezTo>
                      <a:pt x="577" y="2117"/>
                      <a:pt x="519" y="2117"/>
                      <a:pt x="404" y="2060"/>
                    </a:cubicBezTo>
                    <a:cubicBezTo>
                      <a:pt x="356" y="2036"/>
                      <a:pt x="308" y="2022"/>
                      <a:pt x="265" y="2022"/>
                    </a:cubicBezTo>
                    <a:cubicBezTo>
                      <a:pt x="203" y="2022"/>
                      <a:pt x="149" y="2050"/>
                      <a:pt x="116" y="2117"/>
                    </a:cubicBezTo>
                    <a:cubicBezTo>
                      <a:pt x="0" y="2233"/>
                      <a:pt x="0" y="2348"/>
                      <a:pt x="116" y="2463"/>
                    </a:cubicBezTo>
                    <a:cubicBezTo>
                      <a:pt x="289" y="2521"/>
                      <a:pt x="404" y="2578"/>
                      <a:pt x="519" y="2578"/>
                    </a:cubicBezTo>
                    <a:lnTo>
                      <a:pt x="519" y="2693"/>
                    </a:lnTo>
                    <a:cubicBezTo>
                      <a:pt x="519" y="2866"/>
                      <a:pt x="634" y="2982"/>
                      <a:pt x="749" y="2982"/>
                    </a:cubicBezTo>
                    <a:lnTo>
                      <a:pt x="749" y="2924"/>
                    </a:lnTo>
                    <a:cubicBezTo>
                      <a:pt x="865" y="2924"/>
                      <a:pt x="980" y="2866"/>
                      <a:pt x="980" y="2693"/>
                    </a:cubicBezTo>
                    <a:lnTo>
                      <a:pt x="980" y="2578"/>
                    </a:lnTo>
                    <a:cubicBezTo>
                      <a:pt x="980" y="2578"/>
                      <a:pt x="1441" y="2233"/>
                      <a:pt x="1498" y="2002"/>
                    </a:cubicBezTo>
                    <a:cubicBezTo>
                      <a:pt x="1556" y="1657"/>
                      <a:pt x="1383" y="1368"/>
                      <a:pt x="1037" y="1253"/>
                    </a:cubicBezTo>
                    <a:cubicBezTo>
                      <a:pt x="865" y="1196"/>
                      <a:pt x="692" y="1080"/>
                      <a:pt x="577" y="1023"/>
                    </a:cubicBezTo>
                    <a:cubicBezTo>
                      <a:pt x="577" y="1023"/>
                      <a:pt x="577" y="965"/>
                      <a:pt x="577" y="908"/>
                    </a:cubicBezTo>
                    <a:cubicBezTo>
                      <a:pt x="577" y="908"/>
                      <a:pt x="577" y="792"/>
                      <a:pt x="692" y="792"/>
                    </a:cubicBezTo>
                    <a:cubicBezTo>
                      <a:pt x="726" y="781"/>
                      <a:pt x="759" y="776"/>
                      <a:pt x="788" y="776"/>
                    </a:cubicBezTo>
                    <a:cubicBezTo>
                      <a:pt x="906" y="776"/>
                      <a:pt x="980" y="850"/>
                      <a:pt x="980" y="850"/>
                    </a:cubicBezTo>
                    <a:cubicBezTo>
                      <a:pt x="980" y="850"/>
                      <a:pt x="1036" y="888"/>
                      <a:pt x="1106" y="888"/>
                    </a:cubicBezTo>
                    <a:cubicBezTo>
                      <a:pt x="1159" y="888"/>
                      <a:pt x="1219" y="866"/>
                      <a:pt x="1268" y="792"/>
                    </a:cubicBezTo>
                    <a:cubicBezTo>
                      <a:pt x="1441" y="677"/>
                      <a:pt x="1326" y="504"/>
                      <a:pt x="1326" y="504"/>
                    </a:cubicBezTo>
                    <a:cubicBezTo>
                      <a:pt x="1268" y="447"/>
                      <a:pt x="1037" y="331"/>
                      <a:pt x="1037" y="331"/>
                    </a:cubicBezTo>
                    <a:lnTo>
                      <a:pt x="1037" y="216"/>
                    </a:lnTo>
                    <a:cubicBezTo>
                      <a:pt x="1037" y="72"/>
                      <a:pt x="908" y="0"/>
                      <a:pt x="7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71" name="Google Shape;1671;p64"/>
          <p:cNvGrpSpPr/>
          <p:nvPr/>
        </p:nvGrpSpPr>
        <p:grpSpPr>
          <a:xfrm>
            <a:off x="1898069" y="1183202"/>
            <a:ext cx="595348" cy="595348"/>
            <a:chOff x="936559" y="539500"/>
            <a:chExt cx="707400" cy="707400"/>
          </a:xfrm>
        </p:grpSpPr>
        <p:sp>
          <p:nvSpPr>
            <p:cNvPr id="1672" name="Google Shape;1672;p64"/>
            <p:cNvSpPr/>
            <p:nvPr/>
          </p:nvSpPr>
          <p:spPr>
            <a:xfrm flipH="1">
              <a:off x="936559" y="5395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73" name="Google Shape;1673;p64"/>
            <p:cNvGrpSpPr/>
            <p:nvPr/>
          </p:nvGrpSpPr>
          <p:grpSpPr>
            <a:xfrm>
              <a:off x="1088600" y="671700"/>
              <a:ext cx="403300" cy="401925"/>
              <a:chOff x="706200" y="2075625"/>
              <a:chExt cx="403300" cy="401925"/>
            </a:xfrm>
          </p:grpSpPr>
          <p:sp>
            <p:nvSpPr>
              <p:cNvPr id="1674" name="Google Shape;1674;p64"/>
              <p:cNvSpPr/>
              <p:nvPr/>
            </p:nvSpPr>
            <p:spPr>
              <a:xfrm>
                <a:off x="706200" y="2075625"/>
                <a:ext cx="403300" cy="401925"/>
              </a:xfrm>
              <a:custGeom>
                <a:rect b="b" l="l" r="r" t="t"/>
                <a:pathLst>
                  <a:path extrusionOk="0" h="16077" w="16132">
                    <a:moveTo>
                      <a:pt x="8469" y="1778"/>
                    </a:moveTo>
                    <a:cubicBezTo>
                      <a:pt x="8297" y="1893"/>
                      <a:pt x="8181" y="2066"/>
                      <a:pt x="8008" y="2181"/>
                    </a:cubicBezTo>
                    <a:cubicBezTo>
                      <a:pt x="7893" y="2296"/>
                      <a:pt x="5992" y="4082"/>
                      <a:pt x="4033" y="7193"/>
                    </a:cubicBezTo>
                    <a:cubicBezTo>
                      <a:pt x="3775" y="7029"/>
                      <a:pt x="3479" y="6951"/>
                      <a:pt x="3183" y="6951"/>
                    </a:cubicBezTo>
                    <a:cubicBezTo>
                      <a:pt x="2753" y="6951"/>
                      <a:pt x="2324" y="7116"/>
                      <a:pt x="2017" y="7424"/>
                    </a:cubicBezTo>
                    <a:cubicBezTo>
                      <a:pt x="1902" y="7481"/>
                      <a:pt x="1844" y="7597"/>
                      <a:pt x="1786" y="7712"/>
                    </a:cubicBezTo>
                    <a:lnTo>
                      <a:pt x="1786" y="7712"/>
                    </a:lnTo>
                    <a:cubicBezTo>
                      <a:pt x="1959" y="4428"/>
                      <a:pt x="4667" y="1778"/>
                      <a:pt x="8066" y="1778"/>
                    </a:cubicBezTo>
                    <a:close/>
                    <a:moveTo>
                      <a:pt x="3166" y="7417"/>
                    </a:moveTo>
                    <a:cubicBezTo>
                      <a:pt x="3389" y="7417"/>
                      <a:pt x="3611" y="7477"/>
                      <a:pt x="3803" y="7597"/>
                    </a:cubicBezTo>
                    <a:cubicBezTo>
                      <a:pt x="3630" y="7885"/>
                      <a:pt x="3400" y="8230"/>
                      <a:pt x="3227" y="8576"/>
                    </a:cubicBezTo>
                    <a:cubicBezTo>
                      <a:pt x="2996" y="9094"/>
                      <a:pt x="2823" y="9613"/>
                      <a:pt x="2881" y="10189"/>
                    </a:cubicBezTo>
                    <a:cubicBezTo>
                      <a:pt x="2247" y="10420"/>
                      <a:pt x="1556" y="10650"/>
                      <a:pt x="1095" y="10765"/>
                    </a:cubicBezTo>
                    <a:cubicBezTo>
                      <a:pt x="1383" y="9786"/>
                      <a:pt x="1959" y="8173"/>
                      <a:pt x="2305" y="7769"/>
                    </a:cubicBezTo>
                    <a:cubicBezTo>
                      <a:pt x="2540" y="7534"/>
                      <a:pt x="2854" y="7417"/>
                      <a:pt x="3166" y="7417"/>
                    </a:cubicBezTo>
                    <a:close/>
                    <a:moveTo>
                      <a:pt x="8066" y="2815"/>
                    </a:moveTo>
                    <a:cubicBezTo>
                      <a:pt x="8297" y="3333"/>
                      <a:pt x="8873" y="4486"/>
                      <a:pt x="10198" y="5811"/>
                    </a:cubicBezTo>
                    <a:cubicBezTo>
                      <a:pt x="11004" y="6617"/>
                      <a:pt x="12041" y="7539"/>
                      <a:pt x="13309" y="8000"/>
                    </a:cubicBezTo>
                    <a:cubicBezTo>
                      <a:pt x="12675" y="8634"/>
                      <a:pt x="11004" y="10131"/>
                      <a:pt x="8527" y="11745"/>
                    </a:cubicBezTo>
                    <a:cubicBezTo>
                      <a:pt x="8124" y="11975"/>
                      <a:pt x="7663" y="12263"/>
                      <a:pt x="7260" y="12436"/>
                    </a:cubicBezTo>
                    <a:cubicBezTo>
                      <a:pt x="6875" y="12650"/>
                      <a:pt x="6427" y="12768"/>
                      <a:pt x="5986" y="12768"/>
                    </a:cubicBezTo>
                    <a:cubicBezTo>
                      <a:pt x="5833" y="12768"/>
                      <a:pt x="5680" y="12754"/>
                      <a:pt x="5531" y="12724"/>
                    </a:cubicBezTo>
                    <a:cubicBezTo>
                      <a:pt x="5819" y="12551"/>
                      <a:pt x="6107" y="12436"/>
                      <a:pt x="6223" y="12263"/>
                    </a:cubicBezTo>
                    <a:lnTo>
                      <a:pt x="6223" y="12321"/>
                    </a:lnTo>
                    <a:cubicBezTo>
                      <a:pt x="6856" y="11629"/>
                      <a:pt x="6856" y="10535"/>
                      <a:pt x="6223" y="9901"/>
                    </a:cubicBezTo>
                    <a:cubicBezTo>
                      <a:pt x="5877" y="9555"/>
                      <a:pt x="5430" y="9383"/>
                      <a:pt x="4991" y="9383"/>
                    </a:cubicBezTo>
                    <a:cubicBezTo>
                      <a:pt x="4552" y="9383"/>
                      <a:pt x="4120" y="9555"/>
                      <a:pt x="3803" y="9901"/>
                    </a:cubicBezTo>
                    <a:cubicBezTo>
                      <a:pt x="3630" y="10016"/>
                      <a:pt x="3515" y="10247"/>
                      <a:pt x="3342" y="10535"/>
                    </a:cubicBezTo>
                    <a:cubicBezTo>
                      <a:pt x="3284" y="9959"/>
                      <a:pt x="3342" y="9325"/>
                      <a:pt x="3630" y="8806"/>
                    </a:cubicBezTo>
                    <a:cubicBezTo>
                      <a:pt x="5416" y="5638"/>
                      <a:pt x="7375" y="3506"/>
                      <a:pt x="8066" y="2815"/>
                    </a:cubicBezTo>
                    <a:close/>
                    <a:moveTo>
                      <a:pt x="5013" y="9843"/>
                    </a:moveTo>
                    <a:cubicBezTo>
                      <a:pt x="5330" y="9843"/>
                      <a:pt x="5646" y="9959"/>
                      <a:pt x="5877" y="10189"/>
                    </a:cubicBezTo>
                    <a:cubicBezTo>
                      <a:pt x="6338" y="10708"/>
                      <a:pt x="6338" y="11514"/>
                      <a:pt x="5877" y="11975"/>
                    </a:cubicBezTo>
                    <a:cubicBezTo>
                      <a:pt x="5531" y="12321"/>
                      <a:pt x="3860" y="12897"/>
                      <a:pt x="2881" y="13185"/>
                    </a:cubicBezTo>
                    <a:cubicBezTo>
                      <a:pt x="3169" y="12205"/>
                      <a:pt x="3745" y="10592"/>
                      <a:pt x="4149" y="10189"/>
                    </a:cubicBezTo>
                    <a:cubicBezTo>
                      <a:pt x="4379" y="9959"/>
                      <a:pt x="4696" y="9843"/>
                      <a:pt x="5013" y="9843"/>
                    </a:cubicBezTo>
                    <a:close/>
                    <a:moveTo>
                      <a:pt x="14288" y="7597"/>
                    </a:moveTo>
                    <a:cubicBezTo>
                      <a:pt x="14288" y="7769"/>
                      <a:pt x="14288" y="7885"/>
                      <a:pt x="14288" y="8057"/>
                    </a:cubicBezTo>
                    <a:lnTo>
                      <a:pt x="14346" y="8057"/>
                    </a:lnTo>
                    <a:cubicBezTo>
                      <a:pt x="14346" y="11399"/>
                      <a:pt x="11696" y="14107"/>
                      <a:pt x="8354" y="14279"/>
                    </a:cubicBezTo>
                    <a:cubicBezTo>
                      <a:pt x="8469" y="14222"/>
                      <a:pt x="8585" y="14164"/>
                      <a:pt x="8642" y="14107"/>
                    </a:cubicBezTo>
                    <a:cubicBezTo>
                      <a:pt x="9218" y="13530"/>
                      <a:pt x="9276" y="12666"/>
                      <a:pt x="8930" y="12033"/>
                    </a:cubicBezTo>
                    <a:cubicBezTo>
                      <a:pt x="11984" y="10131"/>
                      <a:pt x="13770" y="8173"/>
                      <a:pt x="13885" y="8057"/>
                    </a:cubicBezTo>
                    <a:cubicBezTo>
                      <a:pt x="14058" y="7942"/>
                      <a:pt x="14173" y="7769"/>
                      <a:pt x="14288" y="7597"/>
                    </a:cubicBezTo>
                    <a:close/>
                    <a:moveTo>
                      <a:pt x="8527" y="12263"/>
                    </a:moveTo>
                    <a:cubicBezTo>
                      <a:pt x="8757" y="12782"/>
                      <a:pt x="8700" y="13358"/>
                      <a:pt x="8297" y="13761"/>
                    </a:cubicBezTo>
                    <a:cubicBezTo>
                      <a:pt x="7951" y="14164"/>
                      <a:pt x="6280" y="14683"/>
                      <a:pt x="5301" y="14971"/>
                    </a:cubicBezTo>
                    <a:cubicBezTo>
                      <a:pt x="5358" y="14856"/>
                      <a:pt x="5762" y="13646"/>
                      <a:pt x="5934" y="13242"/>
                    </a:cubicBezTo>
                    <a:cubicBezTo>
                      <a:pt x="6453" y="13242"/>
                      <a:pt x="7029" y="13127"/>
                      <a:pt x="7490" y="12839"/>
                    </a:cubicBezTo>
                    <a:cubicBezTo>
                      <a:pt x="7836" y="12666"/>
                      <a:pt x="8181" y="12493"/>
                      <a:pt x="8527" y="12263"/>
                    </a:cubicBezTo>
                    <a:close/>
                    <a:moveTo>
                      <a:pt x="13457" y="0"/>
                    </a:moveTo>
                    <a:cubicBezTo>
                      <a:pt x="12846" y="0"/>
                      <a:pt x="12145" y="72"/>
                      <a:pt x="11407" y="280"/>
                    </a:cubicBezTo>
                    <a:cubicBezTo>
                      <a:pt x="11151" y="331"/>
                      <a:pt x="11214" y="702"/>
                      <a:pt x="11434" y="702"/>
                    </a:cubicBezTo>
                    <a:cubicBezTo>
                      <a:pt x="11461" y="702"/>
                      <a:pt x="11491" y="696"/>
                      <a:pt x="11523" y="683"/>
                    </a:cubicBezTo>
                    <a:cubicBezTo>
                      <a:pt x="12162" y="523"/>
                      <a:pt x="12767" y="468"/>
                      <a:pt x="13304" y="468"/>
                    </a:cubicBezTo>
                    <a:cubicBezTo>
                      <a:pt x="14314" y="468"/>
                      <a:pt x="15082" y="666"/>
                      <a:pt x="15383" y="741"/>
                    </a:cubicBezTo>
                    <a:cubicBezTo>
                      <a:pt x="15440" y="1029"/>
                      <a:pt x="15671" y="1893"/>
                      <a:pt x="15613" y="3045"/>
                    </a:cubicBezTo>
                    <a:cubicBezTo>
                      <a:pt x="15555" y="4774"/>
                      <a:pt x="14864" y="6387"/>
                      <a:pt x="13654" y="7654"/>
                    </a:cubicBezTo>
                    <a:cubicBezTo>
                      <a:pt x="12387" y="7251"/>
                      <a:pt x="11350" y="6272"/>
                      <a:pt x="10543" y="5465"/>
                    </a:cubicBezTo>
                    <a:cubicBezTo>
                      <a:pt x="9103" y="4025"/>
                      <a:pt x="8585" y="2815"/>
                      <a:pt x="8469" y="2469"/>
                    </a:cubicBezTo>
                    <a:cubicBezTo>
                      <a:pt x="9045" y="1893"/>
                      <a:pt x="9679" y="1432"/>
                      <a:pt x="10370" y="1144"/>
                    </a:cubicBezTo>
                    <a:cubicBezTo>
                      <a:pt x="10623" y="992"/>
                      <a:pt x="10477" y="663"/>
                      <a:pt x="10281" y="663"/>
                    </a:cubicBezTo>
                    <a:cubicBezTo>
                      <a:pt x="10254" y="663"/>
                      <a:pt x="10226" y="669"/>
                      <a:pt x="10198" y="683"/>
                    </a:cubicBezTo>
                    <a:cubicBezTo>
                      <a:pt x="9794" y="856"/>
                      <a:pt x="9391" y="1087"/>
                      <a:pt x="8988" y="1375"/>
                    </a:cubicBezTo>
                    <a:cubicBezTo>
                      <a:pt x="8700" y="1317"/>
                      <a:pt x="8354" y="1317"/>
                      <a:pt x="8066" y="1317"/>
                    </a:cubicBezTo>
                    <a:cubicBezTo>
                      <a:pt x="6223" y="1317"/>
                      <a:pt x="4552" y="2008"/>
                      <a:pt x="3284" y="3276"/>
                    </a:cubicBezTo>
                    <a:cubicBezTo>
                      <a:pt x="2017" y="4543"/>
                      <a:pt x="1326" y="6272"/>
                      <a:pt x="1326" y="8057"/>
                    </a:cubicBezTo>
                    <a:cubicBezTo>
                      <a:pt x="1326" y="8230"/>
                      <a:pt x="1326" y="8461"/>
                      <a:pt x="1326" y="8691"/>
                    </a:cubicBezTo>
                    <a:cubicBezTo>
                      <a:pt x="922" y="9671"/>
                      <a:pt x="577" y="10880"/>
                      <a:pt x="519" y="11053"/>
                    </a:cubicBezTo>
                    <a:cubicBezTo>
                      <a:pt x="469" y="11203"/>
                      <a:pt x="592" y="11353"/>
                      <a:pt x="738" y="11353"/>
                    </a:cubicBezTo>
                    <a:cubicBezTo>
                      <a:pt x="761" y="11353"/>
                      <a:pt x="784" y="11349"/>
                      <a:pt x="807" y="11341"/>
                    </a:cubicBezTo>
                    <a:cubicBezTo>
                      <a:pt x="807" y="11341"/>
                      <a:pt x="980" y="11284"/>
                      <a:pt x="1210" y="11226"/>
                    </a:cubicBezTo>
                    <a:lnTo>
                      <a:pt x="1210" y="11226"/>
                    </a:lnTo>
                    <a:cubicBezTo>
                      <a:pt x="461" y="12782"/>
                      <a:pt x="1" y="15662"/>
                      <a:pt x="1" y="15835"/>
                    </a:cubicBezTo>
                    <a:cubicBezTo>
                      <a:pt x="1" y="15934"/>
                      <a:pt x="86" y="16077"/>
                      <a:pt x="221" y="16077"/>
                    </a:cubicBezTo>
                    <a:cubicBezTo>
                      <a:pt x="242" y="16077"/>
                      <a:pt x="265" y="16073"/>
                      <a:pt x="289" y="16065"/>
                    </a:cubicBezTo>
                    <a:cubicBezTo>
                      <a:pt x="289" y="16065"/>
                      <a:pt x="807" y="16008"/>
                      <a:pt x="1556" y="15835"/>
                    </a:cubicBezTo>
                    <a:cubicBezTo>
                      <a:pt x="1827" y="15781"/>
                      <a:pt x="1792" y="15369"/>
                      <a:pt x="1547" y="15369"/>
                    </a:cubicBezTo>
                    <a:cubicBezTo>
                      <a:pt x="1531" y="15369"/>
                      <a:pt x="1515" y="15371"/>
                      <a:pt x="1498" y="15374"/>
                    </a:cubicBezTo>
                    <a:cubicBezTo>
                      <a:pt x="1095" y="15489"/>
                      <a:pt x="749" y="15547"/>
                      <a:pt x="519" y="15547"/>
                    </a:cubicBezTo>
                    <a:cubicBezTo>
                      <a:pt x="692" y="14683"/>
                      <a:pt x="1153" y="12090"/>
                      <a:pt x="1844" y="10996"/>
                    </a:cubicBezTo>
                    <a:cubicBezTo>
                      <a:pt x="2190" y="10938"/>
                      <a:pt x="2535" y="10765"/>
                      <a:pt x="2881" y="10650"/>
                    </a:cubicBezTo>
                    <a:cubicBezTo>
                      <a:pt x="2939" y="10880"/>
                      <a:pt x="2996" y="11053"/>
                      <a:pt x="3054" y="11226"/>
                    </a:cubicBezTo>
                    <a:cubicBezTo>
                      <a:pt x="2708" y="12205"/>
                      <a:pt x="2363" y="13300"/>
                      <a:pt x="2305" y="13473"/>
                    </a:cubicBezTo>
                    <a:cubicBezTo>
                      <a:pt x="2255" y="13623"/>
                      <a:pt x="2378" y="13772"/>
                      <a:pt x="2524" y="13772"/>
                    </a:cubicBezTo>
                    <a:cubicBezTo>
                      <a:pt x="2547" y="13772"/>
                      <a:pt x="2570" y="13769"/>
                      <a:pt x="2593" y="13761"/>
                    </a:cubicBezTo>
                    <a:cubicBezTo>
                      <a:pt x="2766" y="13703"/>
                      <a:pt x="3860" y="13415"/>
                      <a:pt x="4840" y="13012"/>
                    </a:cubicBezTo>
                    <a:cubicBezTo>
                      <a:pt x="5013" y="13070"/>
                      <a:pt x="5243" y="13127"/>
                      <a:pt x="5416" y="13185"/>
                    </a:cubicBezTo>
                    <a:cubicBezTo>
                      <a:pt x="5301" y="13530"/>
                      <a:pt x="5128" y="13934"/>
                      <a:pt x="5070" y="14222"/>
                    </a:cubicBezTo>
                    <a:cubicBezTo>
                      <a:pt x="4609" y="14510"/>
                      <a:pt x="3745" y="14856"/>
                      <a:pt x="2651" y="15086"/>
                    </a:cubicBezTo>
                    <a:cubicBezTo>
                      <a:pt x="2394" y="15189"/>
                      <a:pt x="2457" y="15565"/>
                      <a:pt x="2678" y="15565"/>
                    </a:cubicBezTo>
                    <a:cubicBezTo>
                      <a:pt x="2705" y="15565"/>
                      <a:pt x="2734" y="15559"/>
                      <a:pt x="2766" y="15547"/>
                    </a:cubicBezTo>
                    <a:cubicBezTo>
                      <a:pt x="3630" y="15316"/>
                      <a:pt x="4321" y="15086"/>
                      <a:pt x="4840" y="14856"/>
                    </a:cubicBezTo>
                    <a:lnTo>
                      <a:pt x="4840" y="14856"/>
                    </a:lnTo>
                    <a:cubicBezTo>
                      <a:pt x="4782" y="15086"/>
                      <a:pt x="4725" y="15259"/>
                      <a:pt x="4725" y="15259"/>
                    </a:cubicBezTo>
                    <a:cubicBezTo>
                      <a:pt x="4675" y="15408"/>
                      <a:pt x="4798" y="15558"/>
                      <a:pt x="4944" y="15558"/>
                    </a:cubicBezTo>
                    <a:cubicBezTo>
                      <a:pt x="4966" y="15558"/>
                      <a:pt x="4990" y="15555"/>
                      <a:pt x="5013" y="15547"/>
                    </a:cubicBezTo>
                    <a:cubicBezTo>
                      <a:pt x="5243" y="15489"/>
                      <a:pt x="6453" y="15144"/>
                      <a:pt x="7432" y="14740"/>
                    </a:cubicBezTo>
                    <a:cubicBezTo>
                      <a:pt x="7490" y="14759"/>
                      <a:pt x="7560" y="14766"/>
                      <a:pt x="7633" y="14766"/>
                    </a:cubicBezTo>
                    <a:cubicBezTo>
                      <a:pt x="7778" y="14766"/>
                      <a:pt x="7932" y="14740"/>
                      <a:pt x="8008" y="14740"/>
                    </a:cubicBezTo>
                    <a:cubicBezTo>
                      <a:pt x="9852" y="14740"/>
                      <a:pt x="11523" y="14049"/>
                      <a:pt x="12790" y="12782"/>
                    </a:cubicBezTo>
                    <a:cubicBezTo>
                      <a:pt x="14058" y="11514"/>
                      <a:pt x="14749" y="9843"/>
                      <a:pt x="14749" y="8000"/>
                    </a:cubicBezTo>
                    <a:cubicBezTo>
                      <a:pt x="14749" y="7712"/>
                      <a:pt x="14749" y="7366"/>
                      <a:pt x="14691" y="7078"/>
                    </a:cubicBezTo>
                    <a:cubicBezTo>
                      <a:pt x="15728" y="5580"/>
                      <a:pt x="16016" y="4082"/>
                      <a:pt x="16074" y="2988"/>
                    </a:cubicBezTo>
                    <a:cubicBezTo>
                      <a:pt x="16132" y="1547"/>
                      <a:pt x="15786" y="510"/>
                      <a:pt x="15786" y="453"/>
                    </a:cubicBezTo>
                    <a:cubicBezTo>
                      <a:pt x="15786" y="395"/>
                      <a:pt x="15671" y="338"/>
                      <a:pt x="15613" y="338"/>
                    </a:cubicBezTo>
                    <a:cubicBezTo>
                      <a:pt x="15574" y="299"/>
                      <a:pt x="14704" y="0"/>
                      <a:pt x="1345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64"/>
              <p:cNvSpPr/>
              <p:nvPr/>
            </p:nvSpPr>
            <p:spPr>
              <a:xfrm>
                <a:off x="868950" y="2228075"/>
                <a:ext cx="90775" cy="83575"/>
              </a:xfrm>
              <a:custGeom>
                <a:rect b="b" l="l" r="r" t="t"/>
                <a:pathLst>
                  <a:path extrusionOk="0" h="3343" w="3631">
                    <a:moveTo>
                      <a:pt x="1815" y="462"/>
                    </a:moveTo>
                    <a:cubicBezTo>
                      <a:pt x="2118" y="462"/>
                      <a:pt x="2420" y="577"/>
                      <a:pt x="2651" y="807"/>
                    </a:cubicBezTo>
                    <a:cubicBezTo>
                      <a:pt x="3112" y="1268"/>
                      <a:pt x="3112" y="2017"/>
                      <a:pt x="2651" y="2478"/>
                    </a:cubicBezTo>
                    <a:cubicBezTo>
                      <a:pt x="2420" y="2708"/>
                      <a:pt x="2118" y="2824"/>
                      <a:pt x="1815" y="2824"/>
                    </a:cubicBezTo>
                    <a:cubicBezTo>
                      <a:pt x="1513" y="2824"/>
                      <a:pt x="1210" y="2708"/>
                      <a:pt x="980" y="2478"/>
                    </a:cubicBezTo>
                    <a:cubicBezTo>
                      <a:pt x="519" y="2017"/>
                      <a:pt x="519" y="1268"/>
                      <a:pt x="980" y="807"/>
                    </a:cubicBezTo>
                    <a:cubicBezTo>
                      <a:pt x="1210" y="577"/>
                      <a:pt x="1513" y="462"/>
                      <a:pt x="1815" y="462"/>
                    </a:cubicBezTo>
                    <a:close/>
                    <a:moveTo>
                      <a:pt x="1815" y="1"/>
                    </a:moveTo>
                    <a:cubicBezTo>
                      <a:pt x="1383" y="1"/>
                      <a:pt x="951" y="174"/>
                      <a:pt x="634" y="519"/>
                    </a:cubicBezTo>
                    <a:cubicBezTo>
                      <a:pt x="1" y="1153"/>
                      <a:pt x="1" y="2190"/>
                      <a:pt x="634" y="2824"/>
                    </a:cubicBezTo>
                    <a:cubicBezTo>
                      <a:pt x="980" y="3169"/>
                      <a:pt x="1383" y="3342"/>
                      <a:pt x="1787" y="3342"/>
                    </a:cubicBezTo>
                    <a:cubicBezTo>
                      <a:pt x="2247" y="3342"/>
                      <a:pt x="2651" y="3169"/>
                      <a:pt x="2996" y="2824"/>
                    </a:cubicBezTo>
                    <a:cubicBezTo>
                      <a:pt x="3630" y="2190"/>
                      <a:pt x="3630" y="1153"/>
                      <a:pt x="2996" y="519"/>
                    </a:cubicBezTo>
                    <a:cubicBezTo>
                      <a:pt x="2679" y="174"/>
                      <a:pt x="2247" y="1"/>
                      <a:pt x="181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76" name="Google Shape;1676;p64"/>
          <p:cNvGrpSpPr/>
          <p:nvPr/>
        </p:nvGrpSpPr>
        <p:grpSpPr>
          <a:xfrm>
            <a:off x="2848572" y="4008538"/>
            <a:ext cx="595348" cy="595348"/>
            <a:chOff x="1832684" y="3896600"/>
            <a:chExt cx="707400" cy="707400"/>
          </a:xfrm>
        </p:grpSpPr>
        <p:sp>
          <p:nvSpPr>
            <p:cNvPr id="1677" name="Google Shape;1677;p64"/>
            <p:cNvSpPr/>
            <p:nvPr/>
          </p:nvSpPr>
          <p:spPr>
            <a:xfrm flipH="1">
              <a:off x="1832684" y="38966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64"/>
            <p:cNvSpPr/>
            <p:nvPr/>
          </p:nvSpPr>
          <p:spPr>
            <a:xfrm>
              <a:off x="1996300" y="4049275"/>
              <a:ext cx="404725" cy="402050"/>
            </a:xfrm>
            <a:custGeom>
              <a:rect b="b" l="l" r="r" t="t"/>
              <a:pathLst>
                <a:path extrusionOk="0" h="16082" w="16189">
                  <a:moveTo>
                    <a:pt x="3285" y="1846"/>
                  </a:moveTo>
                  <a:cubicBezTo>
                    <a:pt x="3861" y="1846"/>
                    <a:pt x="4264" y="2249"/>
                    <a:pt x="4264" y="2825"/>
                  </a:cubicBezTo>
                  <a:cubicBezTo>
                    <a:pt x="4264" y="3401"/>
                    <a:pt x="3861" y="3805"/>
                    <a:pt x="3285" y="3805"/>
                  </a:cubicBezTo>
                  <a:cubicBezTo>
                    <a:pt x="2708" y="3805"/>
                    <a:pt x="2305" y="3401"/>
                    <a:pt x="2305" y="2825"/>
                  </a:cubicBezTo>
                  <a:cubicBezTo>
                    <a:pt x="2305" y="2249"/>
                    <a:pt x="2708" y="1846"/>
                    <a:pt x="3285" y="1846"/>
                  </a:cubicBezTo>
                  <a:close/>
                  <a:moveTo>
                    <a:pt x="12963" y="1846"/>
                  </a:moveTo>
                  <a:cubicBezTo>
                    <a:pt x="13482" y="1846"/>
                    <a:pt x="13943" y="2249"/>
                    <a:pt x="13943" y="2825"/>
                  </a:cubicBezTo>
                  <a:cubicBezTo>
                    <a:pt x="13943" y="3401"/>
                    <a:pt x="13482" y="3805"/>
                    <a:pt x="12963" y="3805"/>
                  </a:cubicBezTo>
                  <a:cubicBezTo>
                    <a:pt x="12387" y="3805"/>
                    <a:pt x="11926" y="3401"/>
                    <a:pt x="11926" y="2825"/>
                  </a:cubicBezTo>
                  <a:cubicBezTo>
                    <a:pt x="11926" y="2249"/>
                    <a:pt x="12387" y="1846"/>
                    <a:pt x="12963" y="1846"/>
                  </a:cubicBezTo>
                  <a:close/>
                  <a:moveTo>
                    <a:pt x="12963" y="463"/>
                  </a:moveTo>
                  <a:cubicBezTo>
                    <a:pt x="14461" y="463"/>
                    <a:pt x="15671" y="1731"/>
                    <a:pt x="15671" y="3229"/>
                  </a:cubicBezTo>
                  <a:cubicBezTo>
                    <a:pt x="15671" y="3862"/>
                    <a:pt x="15440" y="4496"/>
                    <a:pt x="15095" y="4957"/>
                  </a:cubicBezTo>
                  <a:cubicBezTo>
                    <a:pt x="14980" y="4438"/>
                    <a:pt x="14634" y="3920"/>
                    <a:pt x="14173" y="3632"/>
                  </a:cubicBezTo>
                  <a:cubicBezTo>
                    <a:pt x="14346" y="3401"/>
                    <a:pt x="14403" y="3113"/>
                    <a:pt x="14403" y="2825"/>
                  </a:cubicBezTo>
                  <a:cubicBezTo>
                    <a:pt x="14403" y="2019"/>
                    <a:pt x="13770" y="1385"/>
                    <a:pt x="12963" y="1385"/>
                  </a:cubicBezTo>
                  <a:cubicBezTo>
                    <a:pt x="12157" y="1385"/>
                    <a:pt x="11465" y="2019"/>
                    <a:pt x="11465" y="2825"/>
                  </a:cubicBezTo>
                  <a:cubicBezTo>
                    <a:pt x="11465" y="3113"/>
                    <a:pt x="11581" y="3401"/>
                    <a:pt x="11696" y="3632"/>
                  </a:cubicBezTo>
                  <a:cubicBezTo>
                    <a:pt x="11235" y="3920"/>
                    <a:pt x="10947" y="4438"/>
                    <a:pt x="10832" y="4957"/>
                  </a:cubicBezTo>
                  <a:cubicBezTo>
                    <a:pt x="10428" y="4496"/>
                    <a:pt x="10198" y="3862"/>
                    <a:pt x="10198" y="3229"/>
                  </a:cubicBezTo>
                  <a:cubicBezTo>
                    <a:pt x="10198" y="1731"/>
                    <a:pt x="11408" y="463"/>
                    <a:pt x="12963" y="463"/>
                  </a:cubicBezTo>
                  <a:close/>
                  <a:moveTo>
                    <a:pt x="3285" y="4611"/>
                  </a:moveTo>
                  <a:lnTo>
                    <a:pt x="3573" y="5418"/>
                  </a:lnTo>
                  <a:lnTo>
                    <a:pt x="3285" y="5821"/>
                  </a:lnTo>
                  <a:lnTo>
                    <a:pt x="2996" y="5418"/>
                  </a:lnTo>
                  <a:lnTo>
                    <a:pt x="3285" y="4611"/>
                  </a:lnTo>
                  <a:close/>
                  <a:moveTo>
                    <a:pt x="12963" y="4611"/>
                  </a:moveTo>
                  <a:lnTo>
                    <a:pt x="13251" y="5418"/>
                  </a:lnTo>
                  <a:lnTo>
                    <a:pt x="12963" y="5821"/>
                  </a:lnTo>
                  <a:lnTo>
                    <a:pt x="12618" y="5418"/>
                  </a:lnTo>
                  <a:lnTo>
                    <a:pt x="12963" y="4611"/>
                  </a:lnTo>
                  <a:close/>
                  <a:moveTo>
                    <a:pt x="2363" y="3978"/>
                  </a:moveTo>
                  <a:cubicBezTo>
                    <a:pt x="2536" y="4093"/>
                    <a:pt x="2708" y="4208"/>
                    <a:pt x="2939" y="4266"/>
                  </a:cubicBezTo>
                  <a:lnTo>
                    <a:pt x="2478" y="5360"/>
                  </a:lnTo>
                  <a:cubicBezTo>
                    <a:pt x="2478" y="5475"/>
                    <a:pt x="2478" y="5533"/>
                    <a:pt x="2536" y="5591"/>
                  </a:cubicBezTo>
                  <a:lnTo>
                    <a:pt x="2766" y="5936"/>
                  </a:lnTo>
                  <a:cubicBezTo>
                    <a:pt x="2305" y="5821"/>
                    <a:pt x="1902" y="5648"/>
                    <a:pt x="1556" y="5360"/>
                  </a:cubicBezTo>
                  <a:cubicBezTo>
                    <a:pt x="1614" y="4784"/>
                    <a:pt x="1902" y="4266"/>
                    <a:pt x="2363" y="3978"/>
                  </a:cubicBezTo>
                  <a:close/>
                  <a:moveTo>
                    <a:pt x="4206" y="3978"/>
                  </a:moveTo>
                  <a:cubicBezTo>
                    <a:pt x="4667" y="4266"/>
                    <a:pt x="4955" y="4784"/>
                    <a:pt x="5013" y="5360"/>
                  </a:cubicBezTo>
                  <a:cubicBezTo>
                    <a:pt x="4667" y="5648"/>
                    <a:pt x="4264" y="5821"/>
                    <a:pt x="3803" y="5936"/>
                  </a:cubicBezTo>
                  <a:lnTo>
                    <a:pt x="4033" y="5591"/>
                  </a:lnTo>
                  <a:cubicBezTo>
                    <a:pt x="4091" y="5533"/>
                    <a:pt x="4091" y="5475"/>
                    <a:pt x="4091" y="5360"/>
                  </a:cubicBezTo>
                  <a:lnTo>
                    <a:pt x="3688" y="4266"/>
                  </a:lnTo>
                  <a:cubicBezTo>
                    <a:pt x="3861" y="4208"/>
                    <a:pt x="4033" y="4093"/>
                    <a:pt x="4206" y="3978"/>
                  </a:cubicBezTo>
                  <a:close/>
                  <a:moveTo>
                    <a:pt x="12041" y="3978"/>
                  </a:moveTo>
                  <a:cubicBezTo>
                    <a:pt x="12157" y="4093"/>
                    <a:pt x="12387" y="4208"/>
                    <a:pt x="12560" y="4266"/>
                  </a:cubicBezTo>
                  <a:lnTo>
                    <a:pt x="12157" y="5360"/>
                  </a:lnTo>
                  <a:cubicBezTo>
                    <a:pt x="12099" y="5475"/>
                    <a:pt x="12157" y="5533"/>
                    <a:pt x="12157" y="5591"/>
                  </a:cubicBezTo>
                  <a:lnTo>
                    <a:pt x="12445" y="5936"/>
                  </a:lnTo>
                  <a:cubicBezTo>
                    <a:pt x="11984" y="5821"/>
                    <a:pt x="11581" y="5648"/>
                    <a:pt x="11177" y="5360"/>
                  </a:cubicBezTo>
                  <a:cubicBezTo>
                    <a:pt x="11235" y="4784"/>
                    <a:pt x="11523" y="4266"/>
                    <a:pt x="12041" y="3978"/>
                  </a:cubicBezTo>
                  <a:close/>
                  <a:moveTo>
                    <a:pt x="13827" y="3978"/>
                  </a:moveTo>
                  <a:cubicBezTo>
                    <a:pt x="14346" y="4266"/>
                    <a:pt x="14634" y="4784"/>
                    <a:pt x="14692" y="5360"/>
                  </a:cubicBezTo>
                  <a:cubicBezTo>
                    <a:pt x="14346" y="5648"/>
                    <a:pt x="13943" y="5821"/>
                    <a:pt x="13482" y="5936"/>
                  </a:cubicBezTo>
                  <a:lnTo>
                    <a:pt x="13712" y="5591"/>
                  </a:lnTo>
                  <a:cubicBezTo>
                    <a:pt x="13770" y="5533"/>
                    <a:pt x="13770" y="5475"/>
                    <a:pt x="13712" y="5360"/>
                  </a:cubicBezTo>
                  <a:lnTo>
                    <a:pt x="13309" y="4266"/>
                  </a:lnTo>
                  <a:cubicBezTo>
                    <a:pt x="13539" y="4208"/>
                    <a:pt x="13712" y="4093"/>
                    <a:pt x="13827" y="3978"/>
                  </a:cubicBezTo>
                  <a:close/>
                  <a:moveTo>
                    <a:pt x="8124" y="7088"/>
                  </a:moveTo>
                  <a:cubicBezTo>
                    <a:pt x="8642" y="7088"/>
                    <a:pt x="9103" y="7492"/>
                    <a:pt x="9103" y="8068"/>
                  </a:cubicBezTo>
                  <a:cubicBezTo>
                    <a:pt x="9103" y="8586"/>
                    <a:pt x="8642" y="9047"/>
                    <a:pt x="8124" y="9047"/>
                  </a:cubicBezTo>
                  <a:cubicBezTo>
                    <a:pt x="7548" y="9047"/>
                    <a:pt x="7144" y="8586"/>
                    <a:pt x="7144" y="8068"/>
                  </a:cubicBezTo>
                  <a:cubicBezTo>
                    <a:pt x="7144" y="7492"/>
                    <a:pt x="7605" y="7088"/>
                    <a:pt x="8124" y="7088"/>
                  </a:cubicBezTo>
                  <a:close/>
                  <a:moveTo>
                    <a:pt x="3285" y="11467"/>
                  </a:moveTo>
                  <a:cubicBezTo>
                    <a:pt x="3861" y="11467"/>
                    <a:pt x="4322" y="11928"/>
                    <a:pt x="4322" y="12504"/>
                  </a:cubicBezTo>
                  <a:cubicBezTo>
                    <a:pt x="4322" y="13022"/>
                    <a:pt x="3861" y="13483"/>
                    <a:pt x="3285" y="13483"/>
                  </a:cubicBezTo>
                  <a:cubicBezTo>
                    <a:pt x="2766" y="13483"/>
                    <a:pt x="2305" y="13022"/>
                    <a:pt x="2305" y="12504"/>
                  </a:cubicBezTo>
                  <a:cubicBezTo>
                    <a:pt x="2305" y="11928"/>
                    <a:pt x="2766" y="11467"/>
                    <a:pt x="3285" y="11467"/>
                  </a:cubicBezTo>
                  <a:close/>
                  <a:moveTo>
                    <a:pt x="12963" y="11467"/>
                  </a:moveTo>
                  <a:cubicBezTo>
                    <a:pt x="13482" y="11467"/>
                    <a:pt x="13943" y="11928"/>
                    <a:pt x="13943" y="12446"/>
                  </a:cubicBezTo>
                  <a:cubicBezTo>
                    <a:pt x="13943" y="13022"/>
                    <a:pt x="13482" y="13483"/>
                    <a:pt x="12963" y="13483"/>
                  </a:cubicBezTo>
                  <a:cubicBezTo>
                    <a:pt x="12387" y="13483"/>
                    <a:pt x="11926" y="13022"/>
                    <a:pt x="11926" y="12446"/>
                  </a:cubicBezTo>
                  <a:cubicBezTo>
                    <a:pt x="11926" y="11928"/>
                    <a:pt x="12387" y="11467"/>
                    <a:pt x="12963" y="11467"/>
                  </a:cubicBezTo>
                  <a:close/>
                  <a:moveTo>
                    <a:pt x="3285" y="10142"/>
                  </a:moveTo>
                  <a:cubicBezTo>
                    <a:pt x="4840" y="10142"/>
                    <a:pt x="6050" y="11352"/>
                    <a:pt x="6050" y="12850"/>
                  </a:cubicBezTo>
                  <a:cubicBezTo>
                    <a:pt x="6050" y="13541"/>
                    <a:pt x="5819" y="14117"/>
                    <a:pt x="5416" y="14578"/>
                  </a:cubicBezTo>
                  <a:cubicBezTo>
                    <a:pt x="5301" y="14059"/>
                    <a:pt x="4955" y="13598"/>
                    <a:pt x="4552" y="13310"/>
                  </a:cubicBezTo>
                  <a:cubicBezTo>
                    <a:pt x="4667" y="13080"/>
                    <a:pt x="4782" y="12792"/>
                    <a:pt x="4782" y="12504"/>
                  </a:cubicBezTo>
                  <a:cubicBezTo>
                    <a:pt x="4782" y="11640"/>
                    <a:pt x="4091" y="11006"/>
                    <a:pt x="3285" y="11006"/>
                  </a:cubicBezTo>
                  <a:cubicBezTo>
                    <a:pt x="2478" y="11006"/>
                    <a:pt x="1844" y="11697"/>
                    <a:pt x="1844" y="12504"/>
                  </a:cubicBezTo>
                  <a:cubicBezTo>
                    <a:pt x="1844" y="12792"/>
                    <a:pt x="1902" y="13080"/>
                    <a:pt x="2075" y="13310"/>
                  </a:cubicBezTo>
                  <a:cubicBezTo>
                    <a:pt x="1614" y="13598"/>
                    <a:pt x="1268" y="14059"/>
                    <a:pt x="1153" y="14578"/>
                  </a:cubicBezTo>
                  <a:cubicBezTo>
                    <a:pt x="750" y="14117"/>
                    <a:pt x="577" y="13541"/>
                    <a:pt x="577" y="12850"/>
                  </a:cubicBezTo>
                  <a:cubicBezTo>
                    <a:pt x="577" y="11352"/>
                    <a:pt x="1787" y="10142"/>
                    <a:pt x="3285" y="10142"/>
                  </a:cubicBezTo>
                  <a:close/>
                  <a:moveTo>
                    <a:pt x="12963" y="14232"/>
                  </a:moveTo>
                  <a:lnTo>
                    <a:pt x="13251" y="15096"/>
                  </a:lnTo>
                  <a:lnTo>
                    <a:pt x="12963" y="15442"/>
                  </a:lnTo>
                  <a:lnTo>
                    <a:pt x="12618" y="15096"/>
                  </a:lnTo>
                  <a:lnTo>
                    <a:pt x="12963" y="14232"/>
                  </a:lnTo>
                  <a:close/>
                  <a:moveTo>
                    <a:pt x="3285" y="14232"/>
                  </a:moveTo>
                  <a:lnTo>
                    <a:pt x="3630" y="15096"/>
                  </a:lnTo>
                  <a:lnTo>
                    <a:pt x="3285" y="15500"/>
                  </a:lnTo>
                  <a:lnTo>
                    <a:pt x="2996" y="15096"/>
                  </a:lnTo>
                  <a:lnTo>
                    <a:pt x="3285" y="14232"/>
                  </a:lnTo>
                  <a:close/>
                  <a:moveTo>
                    <a:pt x="2363" y="13656"/>
                  </a:moveTo>
                  <a:cubicBezTo>
                    <a:pt x="2536" y="13771"/>
                    <a:pt x="2708" y="13829"/>
                    <a:pt x="2939" y="13887"/>
                  </a:cubicBezTo>
                  <a:lnTo>
                    <a:pt x="2478" y="15039"/>
                  </a:lnTo>
                  <a:cubicBezTo>
                    <a:pt x="2478" y="15096"/>
                    <a:pt x="2478" y="15212"/>
                    <a:pt x="2536" y="15269"/>
                  </a:cubicBezTo>
                  <a:lnTo>
                    <a:pt x="2766" y="15557"/>
                  </a:lnTo>
                  <a:cubicBezTo>
                    <a:pt x="2305" y="15500"/>
                    <a:pt x="1902" y="15269"/>
                    <a:pt x="1556" y="15039"/>
                  </a:cubicBezTo>
                  <a:cubicBezTo>
                    <a:pt x="1614" y="14463"/>
                    <a:pt x="1902" y="13944"/>
                    <a:pt x="2363" y="13656"/>
                  </a:cubicBezTo>
                  <a:close/>
                  <a:moveTo>
                    <a:pt x="4206" y="13656"/>
                  </a:moveTo>
                  <a:cubicBezTo>
                    <a:pt x="4667" y="13944"/>
                    <a:pt x="5013" y="14463"/>
                    <a:pt x="5013" y="15039"/>
                  </a:cubicBezTo>
                  <a:cubicBezTo>
                    <a:pt x="4667" y="15269"/>
                    <a:pt x="4264" y="15500"/>
                    <a:pt x="3803" y="15557"/>
                  </a:cubicBezTo>
                  <a:lnTo>
                    <a:pt x="4033" y="15269"/>
                  </a:lnTo>
                  <a:cubicBezTo>
                    <a:pt x="4091" y="15212"/>
                    <a:pt x="4149" y="15096"/>
                    <a:pt x="4091" y="15039"/>
                  </a:cubicBezTo>
                  <a:lnTo>
                    <a:pt x="3688" y="13887"/>
                  </a:lnTo>
                  <a:cubicBezTo>
                    <a:pt x="3861" y="13829"/>
                    <a:pt x="4033" y="13771"/>
                    <a:pt x="4206" y="13656"/>
                  </a:cubicBezTo>
                  <a:close/>
                  <a:moveTo>
                    <a:pt x="12041" y="13656"/>
                  </a:moveTo>
                  <a:cubicBezTo>
                    <a:pt x="12214" y="13771"/>
                    <a:pt x="12387" y="13829"/>
                    <a:pt x="12560" y="13887"/>
                  </a:cubicBezTo>
                  <a:lnTo>
                    <a:pt x="12157" y="15039"/>
                  </a:lnTo>
                  <a:cubicBezTo>
                    <a:pt x="12157" y="15096"/>
                    <a:pt x="12157" y="15212"/>
                    <a:pt x="12214" y="15269"/>
                  </a:cubicBezTo>
                  <a:lnTo>
                    <a:pt x="12445" y="15557"/>
                  </a:lnTo>
                  <a:cubicBezTo>
                    <a:pt x="11984" y="15500"/>
                    <a:pt x="11581" y="15269"/>
                    <a:pt x="11235" y="14981"/>
                  </a:cubicBezTo>
                  <a:cubicBezTo>
                    <a:pt x="11235" y="14463"/>
                    <a:pt x="11581" y="13944"/>
                    <a:pt x="12041" y="13656"/>
                  </a:cubicBezTo>
                  <a:close/>
                  <a:moveTo>
                    <a:pt x="13885" y="13656"/>
                  </a:moveTo>
                  <a:cubicBezTo>
                    <a:pt x="14346" y="13944"/>
                    <a:pt x="14634" y="14463"/>
                    <a:pt x="14692" y="14981"/>
                  </a:cubicBezTo>
                  <a:cubicBezTo>
                    <a:pt x="14346" y="15269"/>
                    <a:pt x="13943" y="15500"/>
                    <a:pt x="13482" y="15557"/>
                  </a:cubicBezTo>
                  <a:lnTo>
                    <a:pt x="13712" y="15269"/>
                  </a:lnTo>
                  <a:cubicBezTo>
                    <a:pt x="13770" y="15212"/>
                    <a:pt x="13770" y="15096"/>
                    <a:pt x="13770" y="15039"/>
                  </a:cubicBezTo>
                  <a:lnTo>
                    <a:pt x="13309" y="13887"/>
                  </a:lnTo>
                  <a:cubicBezTo>
                    <a:pt x="13539" y="13829"/>
                    <a:pt x="13712" y="13771"/>
                    <a:pt x="13885" y="13656"/>
                  </a:cubicBezTo>
                  <a:close/>
                  <a:moveTo>
                    <a:pt x="12947" y="1"/>
                  </a:moveTo>
                  <a:cubicBezTo>
                    <a:pt x="12914" y="1"/>
                    <a:pt x="12881" y="1"/>
                    <a:pt x="12848" y="2"/>
                  </a:cubicBezTo>
                  <a:cubicBezTo>
                    <a:pt x="11120" y="60"/>
                    <a:pt x="9795" y="1443"/>
                    <a:pt x="9737" y="3113"/>
                  </a:cubicBezTo>
                  <a:cubicBezTo>
                    <a:pt x="9679" y="3920"/>
                    <a:pt x="9967" y="4726"/>
                    <a:pt x="10486" y="5303"/>
                  </a:cubicBezTo>
                  <a:lnTo>
                    <a:pt x="8930" y="6858"/>
                  </a:lnTo>
                  <a:cubicBezTo>
                    <a:pt x="8700" y="6685"/>
                    <a:pt x="8412" y="6570"/>
                    <a:pt x="8124" y="6570"/>
                  </a:cubicBezTo>
                  <a:cubicBezTo>
                    <a:pt x="7778" y="6570"/>
                    <a:pt x="7490" y="6685"/>
                    <a:pt x="7260" y="6858"/>
                  </a:cubicBezTo>
                  <a:lnTo>
                    <a:pt x="5704" y="5360"/>
                  </a:lnTo>
                  <a:cubicBezTo>
                    <a:pt x="6223" y="4784"/>
                    <a:pt x="6511" y="4035"/>
                    <a:pt x="6511" y="3229"/>
                  </a:cubicBezTo>
                  <a:cubicBezTo>
                    <a:pt x="6511" y="1443"/>
                    <a:pt x="5070" y="2"/>
                    <a:pt x="3285" y="2"/>
                  </a:cubicBezTo>
                  <a:cubicBezTo>
                    <a:pt x="2766" y="2"/>
                    <a:pt x="2305" y="118"/>
                    <a:pt x="1844" y="348"/>
                  </a:cubicBezTo>
                  <a:cubicBezTo>
                    <a:pt x="1729" y="406"/>
                    <a:pt x="1671" y="521"/>
                    <a:pt x="1729" y="636"/>
                  </a:cubicBezTo>
                  <a:cubicBezTo>
                    <a:pt x="1729" y="720"/>
                    <a:pt x="1822" y="774"/>
                    <a:pt x="1917" y="774"/>
                  </a:cubicBezTo>
                  <a:cubicBezTo>
                    <a:pt x="1951" y="774"/>
                    <a:pt x="1986" y="767"/>
                    <a:pt x="2017" y="751"/>
                  </a:cubicBezTo>
                  <a:cubicBezTo>
                    <a:pt x="2420" y="579"/>
                    <a:pt x="2824" y="463"/>
                    <a:pt x="3285" y="463"/>
                  </a:cubicBezTo>
                  <a:cubicBezTo>
                    <a:pt x="4782" y="463"/>
                    <a:pt x="6050" y="1731"/>
                    <a:pt x="6050" y="3229"/>
                  </a:cubicBezTo>
                  <a:cubicBezTo>
                    <a:pt x="6050" y="3862"/>
                    <a:pt x="5819" y="4496"/>
                    <a:pt x="5416" y="4957"/>
                  </a:cubicBezTo>
                  <a:cubicBezTo>
                    <a:pt x="5301" y="4438"/>
                    <a:pt x="4955" y="3920"/>
                    <a:pt x="4494" y="3632"/>
                  </a:cubicBezTo>
                  <a:cubicBezTo>
                    <a:pt x="4667" y="3344"/>
                    <a:pt x="4782" y="3056"/>
                    <a:pt x="4782" y="2710"/>
                  </a:cubicBezTo>
                  <a:cubicBezTo>
                    <a:pt x="4725" y="2019"/>
                    <a:pt x="4091" y="1385"/>
                    <a:pt x="3400" y="1385"/>
                  </a:cubicBezTo>
                  <a:cubicBezTo>
                    <a:pt x="3363" y="1383"/>
                    <a:pt x="3327" y="1381"/>
                    <a:pt x="3291" y="1381"/>
                  </a:cubicBezTo>
                  <a:cubicBezTo>
                    <a:pt x="2478" y="1381"/>
                    <a:pt x="1844" y="1998"/>
                    <a:pt x="1844" y="2825"/>
                  </a:cubicBezTo>
                  <a:cubicBezTo>
                    <a:pt x="1844" y="3113"/>
                    <a:pt x="1902" y="3401"/>
                    <a:pt x="2075" y="3632"/>
                  </a:cubicBezTo>
                  <a:cubicBezTo>
                    <a:pt x="1614" y="3978"/>
                    <a:pt x="1268" y="4438"/>
                    <a:pt x="1153" y="4957"/>
                  </a:cubicBezTo>
                  <a:cubicBezTo>
                    <a:pt x="750" y="4496"/>
                    <a:pt x="519" y="3862"/>
                    <a:pt x="519" y="3229"/>
                  </a:cubicBezTo>
                  <a:cubicBezTo>
                    <a:pt x="519" y="2595"/>
                    <a:pt x="750" y="1961"/>
                    <a:pt x="1153" y="1500"/>
                  </a:cubicBezTo>
                  <a:cubicBezTo>
                    <a:pt x="1268" y="1385"/>
                    <a:pt x="1211" y="1212"/>
                    <a:pt x="1095" y="1155"/>
                  </a:cubicBezTo>
                  <a:cubicBezTo>
                    <a:pt x="1048" y="1131"/>
                    <a:pt x="1000" y="1117"/>
                    <a:pt x="956" y="1117"/>
                  </a:cubicBezTo>
                  <a:cubicBezTo>
                    <a:pt x="895" y="1117"/>
                    <a:pt x="841" y="1145"/>
                    <a:pt x="807" y="1212"/>
                  </a:cubicBezTo>
                  <a:cubicBezTo>
                    <a:pt x="346" y="1788"/>
                    <a:pt x="58" y="2480"/>
                    <a:pt x="58" y="3229"/>
                  </a:cubicBezTo>
                  <a:cubicBezTo>
                    <a:pt x="58" y="5015"/>
                    <a:pt x="1499" y="6455"/>
                    <a:pt x="3285" y="6455"/>
                  </a:cubicBezTo>
                  <a:cubicBezTo>
                    <a:pt x="4091" y="6455"/>
                    <a:pt x="4782" y="6167"/>
                    <a:pt x="5359" y="5706"/>
                  </a:cubicBezTo>
                  <a:lnTo>
                    <a:pt x="6914" y="7204"/>
                  </a:lnTo>
                  <a:cubicBezTo>
                    <a:pt x="6741" y="7434"/>
                    <a:pt x="6626" y="7722"/>
                    <a:pt x="6626" y="8068"/>
                  </a:cubicBezTo>
                  <a:cubicBezTo>
                    <a:pt x="6626" y="8356"/>
                    <a:pt x="6741" y="8702"/>
                    <a:pt x="6914" y="8932"/>
                  </a:cubicBezTo>
                  <a:lnTo>
                    <a:pt x="5416" y="10488"/>
                  </a:lnTo>
                  <a:cubicBezTo>
                    <a:pt x="4840" y="9969"/>
                    <a:pt x="4091" y="9681"/>
                    <a:pt x="3285" y="9681"/>
                  </a:cubicBezTo>
                  <a:cubicBezTo>
                    <a:pt x="1499" y="9681"/>
                    <a:pt x="1" y="11179"/>
                    <a:pt x="58" y="13022"/>
                  </a:cubicBezTo>
                  <a:cubicBezTo>
                    <a:pt x="116" y="14693"/>
                    <a:pt x="1499" y="16018"/>
                    <a:pt x="3169" y="16076"/>
                  </a:cubicBezTo>
                  <a:cubicBezTo>
                    <a:pt x="3236" y="16080"/>
                    <a:pt x="3303" y="16082"/>
                    <a:pt x="3368" y="16082"/>
                  </a:cubicBezTo>
                  <a:cubicBezTo>
                    <a:pt x="5120" y="16082"/>
                    <a:pt x="6511" y="14628"/>
                    <a:pt x="6511" y="12907"/>
                  </a:cubicBezTo>
                  <a:cubicBezTo>
                    <a:pt x="6511" y="12101"/>
                    <a:pt x="6223" y="11352"/>
                    <a:pt x="5762" y="10776"/>
                  </a:cubicBezTo>
                  <a:lnTo>
                    <a:pt x="7260" y="9220"/>
                  </a:lnTo>
                  <a:cubicBezTo>
                    <a:pt x="7490" y="9393"/>
                    <a:pt x="7778" y="9508"/>
                    <a:pt x="8124" y="9508"/>
                  </a:cubicBezTo>
                  <a:cubicBezTo>
                    <a:pt x="8412" y="9508"/>
                    <a:pt x="8758" y="9393"/>
                    <a:pt x="8988" y="9220"/>
                  </a:cubicBezTo>
                  <a:lnTo>
                    <a:pt x="10544" y="10776"/>
                  </a:lnTo>
                  <a:cubicBezTo>
                    <a:pt x="10025" y="11352"/>
                    <a:pt x="9737" y="12101"/>
                    <a:pt x="9737" y="12907"/>
                  </a:cubicBezTo>
                  <a:cubicBezTo>
                    <a:pt x="9737" y="14635"/>
                    <a:pt x="11177" y="16076"/>
                    <a:pt x="12963" y="16076"/>
                  </a:cubicBezTo>
                  <a:cubicBezTo>
                    <a:pt x="14692" y="16076"/>
                    <a:pt x="16132" y="14635"/>
                    <a:pt x="16132" y="12907"/>
                  </a:cubicBezTo>
                  <a:cubicBezTo>
                    <a:pt x="16132" y="12389"/>
                    <a:pt x="16017" y="11870"/>
                    <a:pt x="15786" y="11409"/>
                  </a:cubicBezTo>
                  <a:cubicBezTo>
                    <a:pt x="15744" y="11325"/>
                    <a:pt x="15671" y="11271"/>
                    <a:pt x="15590" y="11271"/>
                  </a:cubicBezTo>
                  <a:cubicBezTo>
                    <a:pt x="15560" y="11271"/>
                    <a:pt x="15529" y="11279"/>
                    <a:pt x="15498" y="11294"/>
                  </a:cubicBezTo>
                  <a:cubicBezTo>
                    <a:pt x="15383" y="11352"/>
                    <a:pt x="15325" y="11525"/>
                    <a:pt x="15383" y="11640"/>
                  </a:cubicBezTo>
                  <a:cubicBezTo>
                    <a:pt x="15556" y="11985"/>
                    <a:pt x="15671" y="12446"/>
                    <a:pt x="15671" y="12850"/>
                  </a:cubicBezTo>
                  <a:cubicBezTo>
                    <a:pt x="15671" y="13541"/>
                    <a:pt x="15440" y="14117"/>
                    <a:pt x="15095" y="14578"/>
                  </a:cubicBezTo>
                  <a:cubicBezTo>
                    <a:pt x="14922" y="14059"/>
                    <a:pt x="14634" y="13598"/>
                    <a:pt x="14173" y="13253"/>
                  </a:cubicBezTo>
                  <a:cubicBezTo>
                    <a:pt x="14346" y="13022"/>
                    <a:pt x="14461" y="12677"/>
                    <a:pt x="14403" y="12331"/>
                  </a:cubicBezTo>
                  <a:cubicBezTo>
                    <a:pt x="14346" y="11640"/>
                    <a:pt x="13770" y="11064"/>
                    <a:pt x="13078" y="11006"/>
                  </a:cubicBezTo>
                  <a:cubicBezTo>
                    <a:pt x="13042" y="11004"/>
                    <a:pt x="13007" y="11003"/>
                    <a:pt x="12972" y="11003"/>
                  </a:cubicBezTo>
                  <a:cubicBezTo>
                    <a:pt x="12104" y="11003"/>
                    <a:pt x="11465" y="11673"/>
                    <a:pt x="11465" y="12504"/>
                  </a:cubicBezTo>
                  <a:cubicBezTo>
                    <a:pt x="11465" y="12792"/>
                    <a:pt x="11581" y="13080"/>
                    <a:pt x="11696" y="13310"/>
                  </a:cubicBezTo>
                  <a:cubicBezTo>
                    <a:pt x="11235" y="13598"/>
                    <a:pt x="10889" y="14059"/>
                    <a:pt x="10774" y="14578"/>
                  </a:cubicBezTo>
                  <a:cubicBezTo>
                    <a:pt x="10428" y="14117"/>
                    <a:pt x="10198" y="13541"/>
                    <a:pt x="10198" y="12850"/>
                  </a:cubicBezTo>
                  <a:cubicBezTo>
                    <a:pt x="10198" y="11352"/>
                    <a:pt x="11408" y="10142"/>
                    <a:pt x="12963" y="10142"/>
                  </a:cubicBezTo>
                  <a:cubicBezTo>
                    <a:pt x="13597" y="10142"/>
                    <a:pt x="14173" y="10315"/>
                    <a:pt x="14634" y="10718"/>
                  </a:cubicBezTo>
                  <a:cubicBezTo>
                    <a:pt x="14683" y="10767"/>
                    <a:pt x="14742" y="10784"/>
                    <a:pt x="14798" y="10784"/>
                  </a:cubicBezTo>
                  <a:cubicBezTo>
                    <a:pt x="14875" y="10784"/>
                    <a:pt x="14946" y="10751"/>
                    <a:pt x="14980" y="10718"/>
                  </a:cubicBezTo>
                  <a:cubicBezTo>
                    <a:pt x="15095" y="10603"/>
                    <a:pt x="15037" y="10430"/>
                    <a:pt x="14980" y="10372"/>
                  </a:cubicBezTo>
                  <a:cubicBezTo>
                    <a:pt x="14403" y="9911"/>
                    <a:pt x="13655" y="9681"/>
                    <a:pt x="12906" y="9681"/>
                  </a:cubicBezTo>
                  <a:cubicBezTo>
                    <a:pt x="12157" y="9681"/>
                    <a:pt x="11408" y="9969"/>
                    <a:pt x="10832" y="10430"/>
                  </a:cubicBezTo>
                  <a:lnTo>
                    <a:pt x="9276" y="8874"/>
                  </a:lnTo>
                  <a:cubicBezTo>
                    <a:pt x="9449" y="8644"/>
                    <a:pt x="9564" y="8356"/>
                    <a:pt x="9564" y="8068"/>
                  </a:cubicBezTo>
                  <a:cubicBezTo>
                    <a:pt x="9564" y="7722"/>
                    <a:pt x="9449" y="7434"/>
                    <a:pt x="9276" y="7204"/>
                  </a:cubicBezTo>
                  <a:lnTo>
                    <a:pt x="10832" y="5648"/>
                  </a:lnTo>
                  <a:cubicBezTo>
                    <a:pt x="11408" y="6167"/>
                    <a:pt x="12157" y="6455"/>
                    <a:pt x="13021" y="6455"/>
                  </a:cubicBezTo>
                  <a:cubicBezTo>
                    <a:pt x="14692" y="6397"/>
                    <a:pt x="16074" y="5015"/>
                    <a:pt x="16132" y="3344"/>
                  </a:cubicBezTo>
                  <a:cubicBezTo>
                    <a:pt x="16188" y="1533"/>
                    <a:pt x="14745" y="1"/>
                    <a:pt x="1294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9" name="Google Shape;1679;p64"/>
          <p:cNvGrpSpPr/>
          <p:nvPr/>
        </p:nvGrpSpPr>
        <p:grpSpPr>
          <a:xfrm>
            <a:off x="2848572" y="3361095"/>
            <a:ext cx="595348" cy="595348"/>
            <a:chOff x="1832659" y="3127300"/>
            <a:chExt cx="707400" cy="707400"/>
          </a:xfrm>
        </p:grpSpPr>
        <p:sp>
          <p:nvSpPr>
            <p:cNvPr id="1680" name="Google Shape;1680;p64"/>
            <p:cNvSpPr/>
            <p:nvPr/>
          </p:nvSpPr>
          <p:spPr>
            <a:xfrm flipH="1">
              <a:off x="1832659" y="312730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81" name="Google Shape;1681;p64"/>
            <p:cNvGrpSpPr/>
            <p:nvPr/>
          </p:nvGrpSpPr>
          <p:grpSpPr>
            <a:xfrm>
              <a:off x="2020038" y="3279350"/>
              <a:ext cx="357200" cy="403300"/>
              <a:chOff x="5404375" y="2723525"/>
              <a:chExt cx="357200" cy="403300"/>
            </a:xfrm>
          </p:grpSpPr>
          <p:sp>
            <p:nvSpPr>
              <p:cNvPr id="1682" name="Google Shape;1682;p64"/>
              <p:cNvSpPr/>
              <p:nvPr/>
            </p:nvSpPr>
            <p:spPr>
              <a:xfrm>
                <a:off x="5404375" y="2723525"/>
                <a:ext cx="357200" cy="403300"/>
              </a:xfrm>
              <a:custGeom>
                <a:rect b="b" l="l" r="r" t="t"/>
                <a:pathLst>
                  <a:path extrusionOk="0" h="16132" w="14288">
                    <a:moveTo>
                      <a:pt x="7835" y="807"/>
                    </a:moveTo>
                    <a:lnTo>
                      <a:pt x="8988" y="1959"/>
                    </a:lnTo>
                    <a:lnTo>
                      <a:pt x="7835" y="1959"/>
                    </a:lnTo>
                    <a:lnTo>
                      <a:pt x="7835" y="807"/>
                    </a:lnTo>
                    <a:close/>
                    <a:moveTo>
                      <a:pt x="12271" y="8124"/>
                    </a:moveTo>
                    <a:lnTo>
                      <a:pt x="11119" y="9276"/>
                    </a:lnTo>
                    <a:lnTo>
                      <a:pt x="5416" y="9276"/>
                    </a:lnTo>
                    <a:lnTo>
                      <a:pt x="6510" y="8124"/>
                    </a:lnTo>
                    <a:close/>
                    <a:moveTo>
                      <a:pt x="2881" y="8527"/>
                    </a:moveTo>
                    <a:cubicBezTo>
                      <a:pt x="2996" y="8527"/>
                      <a:pt x="3111" y="8585"/>
                      <a:pt x="3111" y="8700"/>
                    </a:cubicBezTo>
                    <a:lnTo>
                      <a:pt x="3111" y="9334"/>
                    </a:lnTo>
                    <a:lnTo>
                      <a:pt x="2708" y="9334"/>
                    </a:lnTo>
                    <a:lnTo>
                      <a:pt x="2708" y="8700"/>
                    </a:lnTo>
                    <a:cubicBezTo>
                      <a:pt x="2708" y="8585"/>
                      <a:pt x="2766" y="8527"/>
                      <a:pt x="2881" y="8527"/>
                    </a:cubicBezTo>
                    <a:close/>
                    <a:moveTo>
                      <a:pt x="13769" y="2017"/>
                    </a:moveTo>
                    <a:cubicBezTo>
                      <a:pt x="13827" y="2017"/>
                      <a:pt x="13827" y="2017"/>
                      <a:pt x="13827" y="2075"/>
                    </a:cubicBezTo>
                    <a:lnTo>
                      <a:pt x="13827" y="11580"/>
                    </a:lnTo>
                    <a:cubicBezTo>
                      <a:pt x="13827" y="11638"/>
                      <a:pt x="13769" y="11696"/>
                      <a:pt x="13712" y="11696"/>
                    </a:cubicBezTo>
                    <a:lnTo>
                      <a:pt x="13020" y="11696"/>
                    </a:lnTo>
                    <a:lnTo>
                      <a:pt x="13020" y="7893"/>
                    </a:lnTo>
                    <a:cubicBezTo>
                      <a:pt x="13020" y="7721"/>
                      <a:pt x="12905" y="7605"/>
                      <a:pt x="12790" y="7605"/>
                    </a:cubicBezTo>
                    <a:lnTo>
                      <a:pt x="11753" y="7605"/>
                    </a:lnTo>
                    <a:lnTo>
                      <a:pt x="11753" y="7087"/>
                    </a:lnTo>
                    <a:lnTo>
                      <a:pt x="12214" y="7087"/>
                    </a:lnTo>
                    <a:cubicBezTo>
                      <a:pt x="12329" y="7087"/>
                      <a:pt x="12444" y="7029"/>
                      <a:pt x="12444" y="6914"/>
                    </a:cubicBezTo>
                    <a:cubicBezTo>
                      <a:pt x="12444" y="6741"/>
                      <a:pt x="12329" y="6626"/>
                      <a:pt x="12214" y="6626"/>
                    </a:cubicBezTo>
                    <a:lnTo>
                      <a:pt x="11753" y="6626"/>
                    </a:lnTo>
                    <a:lnTo>
                      <a:pt x="11753" y="6107"/>
                    </a:lnTo>
                    <a:lnTo>
                      <a:pt x="12214" y="6107"/>
                    </a:lnTo>
                    <a:cubicBezTo>
                      <a:pt x="12329" y="6107"/>
                      <a:pt x="12444" y="5992"/>
                      <a:pt x="12444" y="5877"/>
                    </a:cubicBezTo>
                    <a:cubicBezTo>
                      <a:pt x="12444" y="5762"/>
                      <a:pt x="12387" y="5647"/>
                      <a:pt x="12214" y="5647"/>
                    </a:cubicBezTo>
                    <a:lnTo>
                      <a:pt x="11753" y="5647"/>
                    </a:lnTo>
                    <a:lnTo>
                      <a:pt x="11753" y="5128"/>
                    </a:lnTo>
                    <a:lnTo>
                      <a:pt x="12214" y="5128"/>
                    </a:lnTo>
                    <a:cubicBezTo>
                      <a:pt x="12329" y="5128"/>
                      <a:pt x="12444" y="5013"/>
                      <a:pt x="12444" y="4898"/>
                    </a:cubicBezTo>
                    <a:cubicBezTo>
                      <a:pt x="12444" y="4782"/>
                      <a:pt x="12387" y="4667"/>
                      <a:pt x="12214" y="4667"/>
                    </a:cubicBezTo>
                    <a:lnTo>
                      <a:pt x="11753" y="4667"/>
                    </a:lnTo>
                    <a:lnTo>
                      <a:pt x="11753" y="4091"/>
                    </a:lnTo>
                    <a:lnTo>
                      <a:pt x="12214" y="4091"/>
                    </a:lnTo>
                    <a:cubicBezTo>
                      <a:pt x="12329" y="4091"/>
                      <a:pt x="12444" y="4033"/>
                      <a:pt x="12444" y="3918"/>
                    </a:cubicBezTo>
                    <a:cubicBezTo>
                      <a:pt x="12502" y="3745"/>
                      <a:pt x="12387" y="3630"/>
                      <a:pt x="12214" y="3630"/>
                    </a:cubicBezTo>
                    <a:lnTo>
                      <a:pt x="11753" y="3630"/>
                    </a:lnTo>
                    <a:lnTo>
                      <a:pt x="11753" y="3112"/>
                    </a:lnTo>
                    <a:lnTo>
                      <a:pt x="12214" y="3112"/>
                    </a:lnTo>
                    <a:cubicBezTo>
                      <a:pt x="12329" y="3112"/>
                      <a:pt x="12444" y="3054"/>
                      <a:pt x="12444" y="2939"/>
                    </a:cubicBezTo>
                    <a:cubicBezTo>
                      <a:pt x="12502" y="2766"/>
                      <a:pt x="12387" y="2651"/>
                      <a:pt x="12214" y="2651"/>
                    </a:cubicBezTo>
                    <a:lnTo>
                      <a:pt x="11810" y="2651"/>
                    </a:lnTo>
                    <a:lnTo>
                      <a:pt x="11810" y="2075"/>
                    </a:lnTo>
                    <a:cubicBezTo>
                      <a:pt x="11810" y="2017"/>
                      <a:pt x="11810" y="2017"/>
                      <a:pt x="11868" y="2017"/>
                    </a:cubicBezTo>
                    <a:close/>
                    <a:moveTo>
                      <a:pt x="3342" y="9795"/>
                    </a:moveTo>
                    <a:lnTo>
                      <a:pt x="3342" y="14403"/>
                    </a:lnTo>
                    <a:cubicBezTo>
                      <a:pt x="3342" y="14634"/>
                      <a:pt x="3169" y="14807"/>
                      <a:pt x="2938" y="14807"/>
                    </a:cubicBezTo>
                    <a:cubicBezTo>
                      <a:pt x="2650" y="14807"/>
                      <a:pt x="2478" y="14634"/>
                      <a:pt x="2478" y="14403"/>
                    </a:cubicBezTo>
                    <a:lnTo>
                      <a:pt x="2478" y="9795"/>
                    </a:lnTo>
                    <a:close/>
                    <a:moveTo>
                      <a:pt x="12559" y="8469"/>
                    </a:moveTo>
                    <a:lnTo>
                      <a:pt x="12559" y="14115"/>
                    </a:lnTo>
                    <a:lnTo>
                      <a:pt x="11465" y="15325"/>
                    </a:lnTo>
                    <a:lnTo>
                      <a:pt x="11465" y="13942"/>
                    </a:lnTo>
                    <a:cubicBezTo>
                      <a:pt x="11465" y="13827"/>
                      <a:pt x="11407" y="13712"/>
                      <a:pt x="11234" y="13712"/>
                    </a:cubicBezTo>
                    <a:cubicBezTo>
                      <a:pt x="11214" y="13702"/>
                      <a:pt x="11194" y="13697"/>
                      <a:pt x="11174" y="13697"/>
                    </a:cubicBezTo>
                    <a:cubicBezTo>
                      <a:pt x="11082" y="13697"/>
                      <a:pt x="11004" y="13800"/>
                      <a:pt x="11004" y="13942"/>
                    </a:cubicBezTo>
                    <a:lnTo>
                      <a:pt x="11004" y="15613"/>
                    </a:lnTo>
                    <a:lnTo>
                      <a:pt x="5128" y="15613"/>
                    </a:lnTo>
                    <a:lnTo>
                      <a:pt x="5128" y="9737"/>
                    </a:lnTo>
                    <a:lnTo>
                      <a:pt x="11004" y="9737"/>
                    </a:lnTo>
                    <a:lnTo>
                      <a:pt x="11004" y="12675"/>
                    </a:lnTo>
                    <a:cubicBezTo>
                      <a:pt x="11004" y="12790"/>
                      <a:pt x="11062" y="12905"/>
                      <a:pt x="11177" y="12905"/>
                    </a:cubicBezTo>
                    <a:cubicBezTo>
                      <a:pt x="11350" y="12905"/>
                      <a:pt x="11465" y="12790"/>
                      <a:pt x="11465" y="12675"/>
                    </a:cubicBezTo>
                    <a:lnTo>
                      <a:pt x="11465" y="9622"/>
                    </a:lnTo>
                    <a:lnTo>
                      <a:pt x="12559" y="8469"/>
                    </a:lnTo>
                    <a:close/>
                    <a:moveTo>
                      <a:pt x="231" y="1"/>
                    </a:moveTo>
                    <a:cubicBezTo>
                      <a:pt x="115" y="1"/>
                      <a:pt x="0" y="116"/>
                      <a:pt x="0" y="231"/>
                    </a:cubicBezTo>
                    <a:lnTo>
                      <a:pt x="0" y="3227"/>
                    </a:lnTo>
                    <a:cubicBezTo>
                      <a:pt x="0" y="3400"/>
                      <a:pt x="115" y="3486"/>
                      <a:pt x="231" y="3486"/>
                    </a:cubicBezTo>
                    <a:cubicBezTo>
                      <a:pt x="346" y="3486"/>
                      <a:pt x="461" y="3400"/>
                      <a:pt x="461" y="3227"/>
                    </a:cubicBezTo>
                    <a:lnTo>
                      <a:pt x="461" y="462"/>
                    </a:lnTo>
                    <a:lnTo>
                      <a:pt x="7317" y="462"/>
                    </a:lnTo>
                    <a:lnTo>
                      <a:pt x="7317" y="2190"/>
                    </a:lnTo>
                    <a:cubicBezTo>
                      <a:pt x="7317" y="2305"/>
                      <a:pt x="7432" y="2420"/>
                      <a:pt x="7547" y="2420"/>
                    </a:cubicBezTo>
                    <a:lnTo>
                      <a:pt x="9333" y="2420"/>
                    </a:lnTo>
                    <a:lnTo>
                      <a:pt x="9333" y="7663"/>
                    </a:lnTo>
                    <a:lnTo>
                      <a:pt x="6453" y="7663"/>
                    </a:lnTo>
                    <a:cubicBezTo>
                      <a:pt x="6337" y="7663"/>
                      <a:pt x="6280" y="7663"/>
                      <a:pt x="6280" y="7721"/>
                    </a:cubicBezTo>
                    <a:lnTo>
                      <a:pt x="4667" y="9391"/>
                    </a:lnTo>
                    <a:cubicBezTo>
                      <a:pt x="4667" y="9449"/>
                      <a:pt x="4609" y="9506"/>
                      <a:pt x="4609" y="9564"/>
                    </a:cubicBezTo>
                    <a:lnTo>
                      <a:pt x="4609" y="12502"/>
                    </a:lnTo>
                    <a:lnTo>
                      <a:pt x="3803" y="12502"/>
                    </a:lnTo>
                    <a:lnTo>
                      <a:pt x="3803" y="9795"/>
                    </a:lnTo>
                    <a:cubicBezTo>
                      <a:pt x="4091" y="9795"/>
                      <a:pt x="4148" y="9334"/>
                      <a:pt x="3860" y="9334"/>
                    </a:cubicBezTo>
                    <a:lnTo>
                      <a:pt x="3572" y="9334"/>
                    </a:lnTo>
                    <a:lnTo>
                      <a:pt x="3572" y="8700"/>
                    </a:lnTo>
                    <a:cubicBezTo>
                      <a:pt x="3572" y="8354"/>
                      <a:pt x="3284" y="8009"/>
                      <a:pt x="2881" y="8009"/>
                    </a:cubicBezTo>
                    <a:cubicBezTo>
                      <a:pt x="2535" y="8009"/>
                      <a:pt x="2189" y="8354"/>
                      <a:pt x="2189" y="8700"/>
                    </a:cubicBezTo>
                    <a:lnTo>
                      <a:pt x="2189" y="9334"/>
                    </a:lnTo>
                    <a:lnTo>
                      <a:pt x="2017" y="9334"/>
                    </a:lnTo>
                    <a:cubicBezTo>
                      <a:pt x="1498" y="9334"/>
                      <a:pt x="1095" y="9737"/>
                      <a:pt x="1095" y="10255"/>
                    </a:cubicBezTo>
                    <a:lnTo>
                      <a:pt x="1095" y="11696"/>
                    </a:lnTo>
                    <a:cubicBezTo>
                      <a:pt x="1095" y="11811"/>
                      <a:pt x="1152" y="11926"/>
                      <a:pt x="1268" y="11984"/>
                    </a:cubicBezTo>
                    <a:cubicBezTo>
                      <a:pt x="1441" y="11984"/>
                      <a:pt x="1556" y="11868"/>
                      <a:pt x="1556" y="11753"/>
                    </a:cubicBezTo>
                    <a:lnTo>
                      <a:pt x="1556" y="10255"/>
                    </a:lnTo>
                    <a:cubicBezTo>
                      <a:pt x="1556" y="10025"/>
                      <a:pt x="1729" y="9795"/>
                      <a:pt x="2017" y="9795"/>
                    </a:cubicBezTo>
                    <a:lnTo>
                      <a:pt x="2017" y="12445"/>
                    </a:lnTo>
                    <a:lnTo>
                      <a:pt x="519" y="12445"/>
                    </a:lnTo>
                    <a:lnTo>
                      <a:pt x="519" y="4552"/>
                    </a:lnTo>
                    <a:cubicBezTo>
                      <a:pt x="519" y="4408"/>
                      <a:pt x="389" y="4336"/>
                      <a:pt x="260" y="4336"/>
                    </a:cubicBezTo>
                    <a:cubicBezTo>
                      <a:pt x="130" y="4336"/>
                      <a:pt x="0" y="4408"/>
                      <a:pt x="0" y="4552"/>
                    </a:cubicBezTo>
                    <a:lnTo>
                      <a:pt x="0" y="12675"/>
                    </a:lnTo>
                    <a:cubicBezTo>
                      <a:pt x="0" y="12848"/>
                      <a:pt x="115" y="12905"/>
                      <a:pt x="288" y="12905"/>
                    </a:cubicBezTo>
                    <a:lnTo>
                      <a:pt x="2017" y="12905"/>
                    </a:lnTo>
                    <a:lnTo>
                      <a:pt x="2017" y="14346"/>
                    </a:lnTo>
                    <a:cubicBezTo>
                      <a:pt x="2017" y="14807"/>
                      <a:pt x="2305" y="15152"/>
                      <a:pt x="2650" y="15268"/>
                    </a:cubicBezTo>
                    <a:lnTo>
                      <a:pt x="2650" y="15844"/>
                    </a:lnTo>
                    <a:cubicBezTo>
                      <a:pt x="2650" y="16016"/>
                      <a:pt x="2780" y="16103"/>
                      <a:pt x="2910" y="16103"/>
                    </a:cubicBezTo>
                    <a:cubicBezTo>
                      <a:pt x="3039" y="16103"/>
                      <a:pt x="3169" y="16016"/>
                      <a:pt x="3169" y="15844"/>
                    </a:cubicBezTo>
                    <a:lnTo>
                      <a:pt x="3169" y="15268"/>
                    </a:lnTo>
                    <a:cubicBezTo>
                      <a:pt x="3572" y="15152"/>
                      <a:pt x="3860" y="14807"/>
                      <a:pt x="3860" y="14346"/>
                    </a:cubicBezTo>
                    <a:lnTo>
                      <a:pt x="3860" y="12905"/>
                    </a:lnTo>
                    <a:lnTo>
                      <a:pt x="4667" y="12905"/>
                    </a:lnTo>
                    <a:lnTo>
                      <a:pt x="4667" y="15844"/>
                    </a:lnTo>
                    <a:cubicBezTo>
                      <a:pt x="4667" y="16016"/>
                      <a:pt x="4782" y="16132"/>
                      <a:pt x="4897" y="16132"/>
                    </a:cubicBezTo>
                    <a:lnTo>
                      <a:pt x="11234" y="16132"/>
                    </a:lnTo>
                    <a:cubicBezTo>
                      <a:pt x="11292" y="16132"/>
                      <a:pt x="11350" y="16074"/>
                      <a:pt x="11407" y="16016"/>
                    </a:cubicBezTo>
                    <a:lnTo>
                      <a:pt x="12963" y="14346"/>
                    </a:lnTo>
                    <a:cubicBezTo>
                      <a:pt x="13020" y="14346"/>
                      <a:pt x="13020" y="14288"/>
                      <a:pt x="13020" y="14231"/>
                    </a:cubicBezTo>
                    <a:lnTo>
                      <a:pt x="13020" y="12157"/>
                    </a:lnTo>
                    <a:lnTo>
                      <a:pt x="13712" y="12157"/>
                    </a:lnTo>
                    <a:cubicBezTo>
                      <a:pt x="14000" y="12157"/>
                      <a:pt x="14288" y="11926"/>
                      <a:pt x="14288" y="11580"/>
                    </a:cubicBezTo>
                    <a:lnTo>
                      <a:pt x="14288" y="2132"/>
                    </a:lnTo>
                    <a:cubicBezTo>
                      <a:pt x="14288" y="1844"/>
                      <a:pt x="14000" y="1556"/>
                      <a:pt x="13712" y="1556"/>
                    </a:cubicBezTo>
                    <a:lnTo>
                      <a:pt x="11868" y="1556"/>
                    </a:lnTo>
                    <a:cubicBezTo>
                      <a:pt x="11522" y="1556"/>
                      <a:pt x="11292" y="1787"/>
                      <a:pt x="11292" y="2132"/>
                    </a:cubicBezTo>
                    <a:lnTo>
                      <a:pt x="11292" y="7663"/>
                    </a:lnTo>
                    <a:lnTo>
                      <a:pt x="9794" y="7663"/>
                    </a:lnTo>
                    <a:lnTo>
                      <a:pt x="9794" y="2190"/>
                    </a:lnTo>
                    <a:cubicBezTo>
                      <a:pt x="9794" y="2132"/>
                      <a:pt x="9794" y="2075"/>
                      <a:pt x="9736" y="2017"/>
                    </a:cubicBezTo>
                    <a:lnTo>
                      <a:pt x="7778" y="58"/>
                    </a:lnTo>
                    <a:cubicBezTo>
                      <a:pt x="7720" y="58"/>
                      <a:pt x="7663" y="1"/>
                      <a:pt x="760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 name="Google Shape;1683;p64"/>
              <p:cNvSpPr/>
              <p:nvPr/>
            </p:nvSpPr>
            <p:spPr>
              <a:xfrm>
                <a:off x="5554150" y="2808500"/>
                <a:ext cx="59075" cy="11550"/>
              </a:xfrm>
              <a:custGeom>
                <a:rect b="b" l="l" r="r" t="t"/>
                <a:pathLst>
                  <a:path extrusionOk="0" h="462" w="2363">
                    <a:moveTo>
                      <a:pt x="289" y="1"/>
                    </a:moveTo>
                    <a:cubicBezTo>
                      <a:pt x="174" y="1"/>
                      <a:pt x="58" y="58"/>
                      <a:pt x="58" y="174"/>
                    </a:cubicBezTo>
                    <a:cubicBezTo>
                      <a:pt x="1" y="346"/>
                      <a:pt x="116" y="462"/>
                      <a:pt x="289" y="462"/>
                    </a:cubicBezTo>
                    <a:lnTo>
                      <a:pt x="2132" y="462"/>
                    </a:lnTo>
                    <a:cubicBezTo>
                      <a:pt x="2248" y="462"/>
                      <a:pt x="2363" y="404"/>
                      <a:pt x="2363" y="231"/>
                    </a:cubicBezTo>
                    <a:cubicBezTo>
                      <a:pt x="2363" y="116"/>
                      <a:pt x="2248" y="1"/>
                      <a:pt x="213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5554150" y="2843075"/>
                <a:ext cx="59075" cy="12975"/>
              </a:xfrm>
              <a:custGeom>
                <a:rect b="b" l="l" r="r" t="t"/>
                <a:pathLst>
                  <a:path extrusionOk="0" h="519" w="2363">
                    <a:moveTo>
                      <a:pt x="289" y="0"/>
                    </a:moveTo>
                    <a:cubicBezTo>
                      <a:pt x="174" y="0"/>
                      <a:pt x="58" y="116"/>
                      <a:pt x="58" y="231"/>
                    </a:cubicBezTo>
                    <a:cubicBezTo>
                      <a:pt x="1" y="346"/>
                      <a:pt x="116" y="519"/>
                      <a:pt x="289" y="519"/>
                    </a:cubicBezTo>
                    <a:lnTo>
                      <a:pt x="2132" y="519"/>
                    </a:lnTo>
                    <a:cubicBezTo>
                      <a:pt x="2248" y="519"/>
                      <a:pt x="2363" y="404"/>
                      <a:pt x="2363" y="288"/>
                    </a:cubicBezTo>
                    <a:cubicBezTo>
                      <a:pt x="2363" y="116"/>
                      <a:pt x="2248" y="0"/>
                      <a:pt x="21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64"/>
              <p:cNvSpPr/>
              <p:nvPr/>
            </p:nvSpPr>
            <p:spPr>
              <a:xfrm>
                <a:off x="5440375" y="2879075"/>
                <a:ext cx="172850" cy="11550"/>
              </a:xfrm>
              <a:custGeom>
                <a:rect b="b" l="l" r="r" t="t"/>
                <a:pathLst>
                  <a:path extrusionOk="0" h="462" w="6914">
                    <a:moveTo>
                      <a:pt x="289" y="1"/>
                    </a:moveTo>
                    <a:cubicBezTo>
                      <a:pt x="116" y="1"/>
                      <a:pt x="58" y="58"/>
                      <a:pt x="1" y="173"/>
                    </a:cubicBezTo>
                    <a:cubicBezTo>
                      <a:pt x="1" y="346"/>
                      <a:pt x="116" y="462"/>
                      <a:pt x="231" y="462"/>
                    </a:cubicBezTo>
                    <a:lnTo>
                      <a:pt x="6683" y="462"/>
                    </a:lnTo>
                    <a:cubicBezTo>
                      <a:pt x="6799" y="462"/>
                      <a:pt x="6914" y="404"/>
                      <a:pt x="6914" y="231"/>
                    </a:cubicBezTo>
                    <a:cubicBezTo>
                      <a:pt x="6914" y="116"/>
                      <a:pt x="6856" y="1"/>
                      <a:pt x="668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5441825" y="2765300"/>
                <a:ext cx="89325" cy="90750"/>
              </a:xfrm>
              <a:custGeom>
                <a:rect b="b" l="l" r="r" t="t"/>
                <a:pathLst>
                  <a:path extrusionOk="0" h="3630" w="3573">
                    <a:moveTo>
                      <a:pt x="2765" y="461"/>
                    </a:moveTo>
                    <a:lnTo>
                      <a:pt x="2362" y="865"/>
                    </a:lnTo>
                    <a:lnTo>
                      <a:pt x="749" y="865"/>
                    </a:lnTo>
                    <a:lnTo>
                      <a:pt x="1152" y="461"/>
                    </a:lnTo>
                    <a:close/>
                    <a:moveTo>
                      <a:pt x="3111" y="807"/>
                    </a:moveTo>
                    <a:lnTo>
                      <a:pt x="3111" y="2362"/>
                    </a:lnTo>
                    <a:lnTo>
                      <a:pt x="2708" y="2766"/>
                    </a:lnTo>
                    <a:lnTo>
                      <a:pt x="2708" y="1210"/>
                    </a:lnTo>
                    <a:lnTo>
                      <a:pt x="3111" y="807"/>
                    </a:lnTo>
                    <a:close/>
                    <a:moveTo>
                      <a:pt x="2247" y="1325"/>
                    </a:moveTo>
                    <a:lnTo>
                      <a:pt x="2247" y="3111"/>
                    </a:lnTo>
                    <a:lnTo>
                      <a:pt x="461" y="3111"/>
                    </a:lnTo>
                    <a:lnTo>
                      <a:pt x="461" y="1325"/>
                    </a:lnTo>
                    <a:close/>
                    <a:moveTo>
                      <a:pt x="1037" y="0"/>
                    </a:moveTo>
                    <a:cubicBezTo>
                      <a:pt x="980" y="0"/>
                      <a:pt x="922" y="0"/>
                      <a:pt x="864" y="58"/>
                    </a:cubicBezTo>
                    <a:lnTo>
                      <a:pt x="58" y="922"/>
                    </a:lnTo>
                    <a:cubicBezTo>
                      <a:pt x="0" y="980"/>
                      <a:pt x="0" y="1037"/>
                      <a:pt x="0" y="1095"/>
                    </a:cubicBezTo>
                    <a:lnTo>
                      <a:pt x="0" y="3342"/>
                    </a:lnTo>
                    <a:cubicBezTo>
                      <a:pt x="0" y="3515"/>
                      <a:pt x="115" y="3630"/>
                      <a:pt x="231" y="3630"/>
                    </a:cubicBezTo>
                    <a:lnTo>
                      <a:pt x="2477" y="3630"/>
                    </a:lnTo>
                    <a:cubicBezTo>
                      <a:pt x="2535" y="3630"/>
                      <a:pt x="2593" y="3572"/>
                      <a:pt x="2650" y="3515"/>
                    </a:cubicBezTo>
                    <a:lnTo>
                      <a:pt x="3514" y="2651"/>
                    </a:lnTo>
                    <a:cubicBezTo>
                      <a:pt x="3514" y="2593"/>
                      <a:pt x="3572" y="2535"/>
                      <a:pt x="3572" y="2478"/>
                    </a:cubicBezTo>
                    <a:lnTo>
                      <a:pt x="3572" y="231"/>
                    </a:lnTo>
                    <a:cubicBezTo>
                      <a:pt x="3572" y="116"/>
                      <a:pt x="3457" y="0"/>
                      <a:pt x="334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87" name="Google Shape;1687;p64"/>
          <p:cNvGrpSpPr/>
          <p:nvPr/>
        </p:nvGrpSpPr>
        <p:grpSpPr>
          <a:xfrm>
            <a:off x="2848572" y="2627514"/>
            <a:ext cx="595348" cy="595348"/>
            <a:chOff x="1844947" y="2255650"/>
            <a:chExt cx="707400" cy="707400"/>
          </a:xfrm>
        </p:grpSpPr>
        <p:sp>
          <p:nvSpPr>
            <p:cNvPr id="1688" name="Google Shape;1688;p64"/>
            <p:cNvSpPr/>
            <p:nvPr/>
          </p:nvSpPr>
          <p:spPr>
            <a:xfrm flipH="1">
              <a:off x="1844947" y="22556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89" name="Google Shape;1689;p64"/>
            <p:cNvGrpSpPr/>
            <p:nvPr/>
          </p:nvGrpSpPr>
          <p:grpSpPr>
            <a:xfrm>
              <a:off x="2032284" y="2412375"/>
              <a:ext cx="332725" cy="403000"/>
              <a:chOff x="1354325" y="2722800"/>
              <a:chExt cx="332725" cy="403000"/>
            </a:xfrm>
          </p:grpSpPr>
          <p:sp>
            <p:nvSpPr>
              <p:cNvPr id="1690" name="Google Shape;1690;p64"/>
              <p:cNvSpPr/>
              <p:nvPr/>
            </p:nvSpPr>
            <p:spPr>
              <a:xfrm>
                <a:off x="1354325" y="2722800"/>
                <a:ext cx="332725" cy="403000"/>
              </a:xfrm>
              <a:custGeom>
                <a:rect b="b" l="l" r="r" t="t"/>
                <a:pathLst>
                  <a:path extrusionOk="0" h="16120" w="13309">
                    <a:moveTo>
                      <a:pt x="6626" y="519"/>
                    </a:moveTo>
                    <a:cubicBezTo>
                      <a:pt x="6943" y="519"/>
                      <a:pt x="7259" y="606"/>
                      <a:pt x="7490" y="779"/>
                    </a:cubicBezTo>
                    <a:cubicBezTo>
                      <a:pt x="8008" y="1240"/>
                      <a:pt x="8066" y="2046"/>
                      <a:pt x="7605" y="2968"/>
                    </a:cubicBezTo>
                    <a:cubicBezTo>
                      <a:pt x="7317" y="2853"/>
                      <a:pt x="6971" y="2737"/>
                      <a:pt x="6626" y="2737"/>
                    </a:cubicBezTo>
                    <a:cubicBezTo>
                      <a:pt x="6280" y="2737"/>
                      <a:pt x="5934" y="2853"/>
                      <a:pt x="5646" y="2968"/>
                    </a:cubicBezTo>
                    <a:cubicBezTo>
                      <a:pt x="5185" y="1988"/>
                      <a:pt x="5243" y="1240"/>
                      <a:pt x="5762" y="779"/>
                    </a:cubicBezTo>
                    <a:cubicBezTo>
                      <a:pt x="5992" y="606"/>
                      <a:pt x="6309" y="519"/>
                      <a:pt x="6626" y="519"/>
                    </a:cubicBezTo>
                    <a:close/>
                    <a:moveTo>
                      <a:pt x="9629" y="2149"/>
                    </a:moveTo>
                    <a:cubicBezTo>
                      <a:pt x="9764" y="2149"/>
                      <a:pt x="9897" y="2172"/>
                      <a:pt x="10025" y="2219"/>
                    </a:cubicBezTo>
                    <a:cubicBezTo>
                      <a:pt x="10601" y="2449"/>
                      <a:pt x="10947" y="3141"/>
                      <a:pt x="10889" y="3717"/>
                    </a:cubicBezTo>
                    <a:cubicBezTo>
                      <a:pt x="10774" y="4408"/>
                      <a:pt x="10082" y="4811"/>
                      <a:pt x="9045" y="4927"/>
                    </a:cubicBezTo>
                    <a:cubicBezTo>
                      <a:pt x="8988" y="4235"/>
                      <a:pt x="8584" y="3602"/>
                      <a:pt x="8066" y="3198"/>
                    </a:cubicBezTo>
                    <a:cubicBezTo>
                      <a:pt x="8526" y="2509"/>
                      <a:pt x="9095" y="2149"/>
                      <a:pt x="9629" y="2149"/>
                    </a:cubicBezTo>
                    <a:close/>
                    <a:moveTo>
                      <a:pt x="6626" y="3256"/>
                    </a:moveTo>
                    <a:cubicBezTo>
                      <a:pt x="7720" y="3256"/>
                      <a:pt x="8584" y="4120"/>
                      <a:pt x="8584" y="5157"/>
                    </a:cubicBezTo>
                    <a:cubicBezTo>
                      <a:pt x="8584" y="6252"/>
                      <a:pt x="7720" y="7116"/>
                      <a:pt x="6626" y="7116"/>
                    </a:cubicBezTo>
                    <a:cubicBezTo>
                      <a:pt x="5531" y="7116"/>
                      <a:pt x="4667" y="6252"/>
                      <a:pt x="4667" y="5157"/>
                    </a:cubicBezTo>
                    <a:cubicBezTo>
                      <a:pt x="4667" y="4120"/>
                      <a:pt x="5531" y="3256"/>
                      <a:pt x="6626" y="3256"/>
                    </a:cubicBezTo>
                    <a:close/>
                    <a:moveTo>
                      <a:pt x="9045" y="5445"/>
                    </a:moveTo>
                    <a:cubicBezTo>
                      <a:pt x="10082" y="5503"/>
                      <a:pt x="10774" y="5964"/>
                      <a:pt x="10889" y="6597"/>
                    </a:cubicBezTo>
                    <a:cubicBezTo>
                      <a:pt x="10947" y="7231"/>
                      <a:pt x="10601" y="7922"/>
                      <a:pt x="10025" y="8095"/>
                    </a:cubicBezTo>
                    <a:cubicBezTo>
                      <a:pt x="9879" y="8161"/>
                      <a:pt x="9728" y="8194"/>
                      <a:pt x="9573" y="8194"/>
                    </a:cubicBezTo>
                    <a:cubicBezTo>
                      <a:pt x="9056" y="8194"/>
                      <a:pt x="8510" y="7826"/>
                      <a:pt x="8066" y="7116"/>
                    </a:cubicBezTo>
                    <a:cubicBezTo>
                      <a:pt x="8584" y="6770"/>
                      <a:pt x="8988" y="6136"/>
                      <a:pt x="9045" y="5445"/>
                    </a:cubicBezTo>
                    <a:close/>
                    <a:moveTo>
                      <a:pt x="4206" y="5445"/>
                    </a:moveTo>
                    <a:cubicBezTo>
                      <a:pt x="4264" y="6136"/>
                      <a:pt x="4667" y="6770"/>
                      <a:pt x="5185" y="7173"/>
                    </a:cubicBezTo>
                    <a:cubicBezTo>
                      <a:pt x="4743" y="7837"/>
                      <a:pt x="4233" y="8195"/>
                      <a:pt x="3733" y="8195"/>
                    </a:cubicBezTo>
                    <a:cubicBezTo>
                      <a:pt x="3582" y="8195"/>
                      <a:pt x="3431" y="8162"/>
                      <a:pt x="3284" y="8095"/>
                    </a:cubicBezTo>
                    <a:cubicBezTo>
                      <a:pt x="2708" y="7922"/>
                      <a:pt x="2305" y="7231"/>
                      <a:pt x="2420" y="6597"/>
                    </a:cubicBezTo>
                    <a:cubicBezTo>
                      <a:pt x="2535" y="5964"/>
                      <a:pt x="3169" y="5503"/>
                      <a:pt x="4206" y="5445"/>
                    </a:cubicBezTo>
                    <a:close/>
                    <a:moveTo>
                      <a:pt x="5646" y="7404"/>
                    </a:moveTo>
                    <a:cubicBezTo>
                      <a:pt x="5934" y="7519"/>
                      <a:pt x="6280" y="7634"/>
                      <a:pt x="6626" y="7634"/>
                    </a:cubicBezTo>
                    <a:cubicBezTo>
                      <a:pt x="6971" y="7634"/>
                      <a:pt x="7317" y="7519"/>
                      <a:pt x="7605" y="7404"/>
                    </a:cubicBezTo>
                    <a:lnTo>
                      <a:pt x="7605" y="7404"/>
                    </a:lnTo>
                    <a:cubicBezTo>
                      <a:pt x="8066" y="8326"/>
                      <a:pt x="8066" y="9132"/>
                      <a:pt x="7490" y="9535"/>
                    </a:cubicBezTo>
                    <a:cubicBezTo>
                      <a:pt x="7259" y="9737"/>
                      <a:pt x="6957" y="9838"/>
                      <a:pt x="6647" y="9838"/>
                    </a:cubicBezTo>
                    <a:cubicBezTo>
                      <a:pt x="6338" y="9838"/>
                      <a:pt x="6021" y="9737"/>
                      <a:pt x="5762" y="9535"/>
                    </a:cubicBezTo>
                    <a:cubicBezTo>
                      <a:pt x="5243" y="9132"/>
                      <a:pt x="5185" y="8326"/>
                      <a:pt x="5646" y="7404"/>
                    </a:cubicBezTo>
                    <a:close/>
                    <a:moveTo>
                      <a:pt x="2190" y="10054"/>
                    </a:moveTo>
                    <a:cubicBezTo>
                      <a:pt x="2881" y="10054"/>
                      <a:pt x="3515" y="10572"/>
                      <a:pt x="3745" y="10861"/>
                    </a:cubicBezTo>
                    <a:cubicBezTo>
                      <a:pt x="3515" y="11091"/>
                      <a:pt x="2881" y="11667"/>
                      <a:pt x="2190" y="11667"/>
                    </a:cubicBezTo>
                    <a:cubicBezTo>
                      <a:pt x="1441" y="11667"/>
                      <a:pt x="807" y="11149"/>
                      <a:pt x="577" y="10861"/>
                    </a:cubicBezTo>
                    <a:cubicBezTo>
                      <a:pt x="807" y="10572"/>
                      <a:pt x="1441" y="10054"/>
                      <a:pt x="2190" y="10054"/>
                    </a:cubicBezTo>
                    <a:close/>
                    <a:moveTo>
                      <a:pt x="10486" y="13626"/>
                    </a:moveTo>
                    <a:lnTo>
                      <a:pt x="10486" y="14548"/>
                    </a:lnTo>
                    <a:lnTo>
                      <a:pt x="2766" y="14548"/>
                    </a:lnTo>
                    <a:lnTo>
                      <a:pt x="2766" y="13626"/>
                    </a:lnTo>
                    <a:close/>
                    <a:moveTo>
                      <a:pt x="6633" y="1"/>
                    </a:moveTo>
                    <a:cubicBezTo>
                      <a:pt x="6208" y="1"/>
                      <a:pt x="5790" y="145"/>
                      <a:pt x="5473" y="433"/>
                    </a:cubicBezTo>
                    <a:cubicBezTo>
                      <a:pt x="5185" y="663"/>
                      <a:pt x="4725" y="1182"/>
                      <a:pt x="4897" y="2161"/>
                    </a:cubicBezTo>
                    <a:cubicBezTo>
                      <a:pt x="4552" y="1873"/>
                      <a:pt x="4206" y="1758"/>
                      <a:pt x="3918" y="1700"/>
                    </a:cubicBezTo>
                    <a:cubicBezTo>
                      <a:pt x="3901" y="1697"/>
                      <a:pt x="3885" y="1695"/>
                      <a:pt x="3870" y="1695"/>
                    </a:cubicBezTo>
                    <a:cubicBezTo>
                      <a:pt x="3624" y="1695"/>
                      <a:pt x="3589" y="2107"/>
                      <a:pt x="3860" y="2161"/>
                    </a:cubicBezTo>
                    <a:cubicBezTo>
                      <a:pt x="4321" y="2219"/>
                      <a:pt x="4782" y="2565"/>
                      <a:pt x="5243" y="3198"/>
                    </a:cubicBezTo>
                    <a:cubicBezTo>
                      <a:pt x="4667" y="3602"/>
                      <a:pt x="4321" y="4178"/>
                      <a:pt x="4206" y="4927"/>
                    </a:cubicBezTo>
                    <a:cubicBezTo>
                      <a:pt x="2939" y="4811"/>
                      <a:pt x="2535" y="4235"/>
                      <a:pt x="2420" y="3890"/>
                    </a:cubicBezTo>
                    <a:cubicBezTo>
                      <a:pt x="2305" y="3371"/>
                      <a:pt x="2535" y="2737"/>
                      <a:pt x="2996" y="2392"/>
                    </a:cubicBezTo>
                    <a:cubicBezTo>
                      <a:pt x="3187" y="2248"/>
                      <a:pt x="3061" y="1946"/>
                      <a:pt x="2848" y="1946"/>
                    </a:cubicBezTo>
                    <a:cubicBezTo>
                      <a:pt x="2805" y="1946"/>
                      <a:pt x="2757" y="1959"/>
                      <a:pt x="2708" y="1988"/>
                    </a:cubicBezTo>
                    <a:cubicBezTo>
                      <a:pt x="2074" y="2449"/>
                      <a:pt x="1786" y="3314"/>
                      <a:pt x="2017" y="4005"/>
                    </a:cubicBezTo>
                    <a:cubicBezTo>
                      <a:pt x="2074" y="4351"/>
                      <a:pt x="2362" y="4869"/>
                      <a:pt x="3169" y="5157"/>
                    </a:cubicBezTo>
                    <a:cubicBezTo>
                      <a:pt x="2247" y="5503"/>
                      <a:pt x="2017" y="6194"/>
                      <a:pt x="1959" y="6540"/>
                    </a:cubicBezTo>
                    <a:cubicBezTo>
                      <a:pt x="1844" y="7346"/>
                      <a:pt x="2305" y="8268"/>
                      <a:pt x="3111" y="8556"/>
                    </a:cubicBezTo>
                    <a:cubicBezTo>
                      <a:pt x="3284" y="8614"/>
                      <a:pt x="3457" y="8671"/>
                      <a:pt x="3688" y="8671"/>
                    </a:cubicBezTo>
                    <a:cubicBezTo>
                      <a:pt x="4033" y="8671"/>
                      <a:pt x="4436" y="8556"/>
                      <a:pt x="4897" y="8210"/>
                    </a:cubicBezTo>
                    <a:lnTo>
                      <a:pt x="4897" y="8210"/>
                    </a:lnTo>
                    <a:cubicBezTo>
                      <a:pt x="4782" y="9190"/>
                      <a:pt x="5243" y="9708"/>
                      <a:pt x="5473" y="9939"/>
                    </a:cubicBezTo>
                    <a:cubicBezTo>
                      <a:pt x="5762" y="10112"/>
                      <a:pt x="6107" y="10284"/>
                      <a:pt x="6453" y="10284"/>
                    </a:cubicBezTo>
                    <a:lnTo>
                      <a:pt x="6453" y="11897"/>
                    </a:lnTo>
                    <a:cubicBezTo>
                      <a:pt x="5934" y="11149"/>
                      <a:pt x="5128" y="10688"/>
                      <a:pt x="4206" y="10630"/>
                    </a:cubicBezTo>
                    <a:cubicBezTo>
                      <a:pt x="4033" y="10342"/>
                      <a:pt x="3169" y="9535"/>
                      <a:pt x="2190" y="9535"/>
                    </a:cubicBezTo>
                    <a:cubicBezTo>
                      <a:pt x="1037" y="9535"/>
                      <a:pt x="116" y="10630"/>
                      <a:pt x="116" y="10688"/>
                    </a:cubicBezTo>
                    <a:cubicBezTo>
                      <a:pt x="0" y="10745"/>
                      <a:pt x="0" y="10918"/>
                      <a:pt x="116" y="10976"/>
                    </a:cubicBezTo>
                    <a:cubicBezTo>
                      <a:pt x="116" y="11033"/>
                      <a:pt x="1037" y="12128"/>
                      <a:pt x="2190" y="12128"/>
                    </a:cubicBezTo>
                    <a:cubicBezTo>
                      <a:pt x="3169" y="12128"/>
                      <a:pt x="3918" y="11379"/>
                      <a:pt x="4206" y="11091"/>
                    </a:cubicBezTo>
                    <a:cubicBezTo>
                      <a:pt x="5358" y="11149"/>
                      <a:pt x="6280" y="12013"/>
                      <a:pt x="6395" y="13107"/>
                    </a:cubicBezTo>
                    <a:lnTo>
                      <a:pt x="2593" y="13107"/>
                    </a:lnTo>
                    <a:cubicBezTo>
                      <a:pt x="2478" y="13107"/>
                      <a:pt x="2362" y="13223"/>
                      <a:pt x="2362" y="13338"/>
                    </a:cubicBezTo>
                    <a:lnTo>
                      <a:pt x="2362" y="14778"/>
                    </a:lnTo>
                    <a:cubicBezTo>
                      <a:pt x="2362" y="14778"/>
                      <a:pt x="2478" y="15008"/>
                      <a:pt x="2593" y="15008"/>
                    </a:cubicBezTo>
                    <a:lnTo>
                      <a:pt x="2939" y="15008"/>
                    </a:lnTo>
                    <a:lnTo>
                      <a:pt x="3054" y="15930"/>
                    </a:lnTo>
                    <a:cubicBezTo>
                      <a:pt x="3080" y="16060"/>
                      <a:pt x="3188" y="16120"/>
                      <a:pt x="3293" y="16120"/>
                    </a:cubicBezTo>
                    <a:cubicBezTo>
                      <a:pt x="3421" y="16120"/>
                      <a:pt x="3546" y="16031"/>
                      <a:pt x="3515" y="15873"/>
                    </a:cubicBezTo>
                    <a:lnTo>
                      <a:pt x="3399" y="15008"/>
                    </a:lnTo>
                    <a:lnTo>
                      <a:pt x="9910" y="15008"/>
                    </a:lnTo>
                    <a:lnTo>
                      <a:pt x="9794" y="15873"/>
                    </a:lnTo>
                    <a:cubicBezTo>
                      <a:pt x="9763" y="16031"/>
                      <a:pt x="9888" y="16120"/>
                      <a:pt x="10016" y="16120"/>
                    </a:cubicBezTo>
                    <a:cubicBezTo>
                      <a:pt x="10121" y="16120"/>
                      <a:pt x="10229" y="16060"/>
                      <a:pt x="10255" y="15930"/>
                    </a:cubicBezTo>
                    <a:lnTo>
                      <a:pt x="10370" y="15066"/>
                    </a:lnTo>
                    <a:lnTo>
                      <a:pt x="10716" y="15066"/>
                    </a:lnTo>
                    <a:cubicBezTo>
                      <a:pt x="10716" y="15066"/>
                      <a:pt x="10947" y="14893"/>
                      <a:pt x="10947" y="14778"/>
                    </a:cubicBezTo>
                    <a:lnTo>
                      <a:pt x="10947" y="13395"/>
                    </a:lnTo>
                    <a:cubicBezTo>
                      <a:pt x="10947" y="13223"/>
                      <a:pt x="10831" y="13107"/>
                      <a:pt x="10716" y="13107"/>
                    </a:cubicBezTo>
                    <a:lnTo>
                      <a:pt x="6914" y="13107"/>
                    </a:lnTo>
                    <a:cubicBezTo>
                      <a:pt x="7087" y="12013"/>
                      <a:pt x="8008" y="11149"/>
                      <a:pt x="9161" y="11091"/>
                    </a:cubicBezTo>
                    <a:cubicBezTo>
                      <a:pt x="9391" y="11379"/>
                      <a:pt x="10198" y="12128"/>
                      <a:pt x="11119" y="12128"/>
                    </a:cubicBezTo>
                    <a:cubicBezTo>
                      <a:pt x="11292" y="12128"/>
                      <a:pt x="11407" y="12128"/>
                      <a:pt x="11523" y="12070"/>
                    </a:cubicBezTo>
                    <a:cubicBezTo>
                      <a:pt x="11794" y="12016"/>
                      <a:pt x="11708" y="11604"/>
                      <a:pt x="11456" y="11604"/>
                    </a:cubicBezTo>
                    <a:cubicBezTo>
                      <a:pt x="11441" y="11604"/>
                      <a:pt x="11424" y="11606"/>
                      <a:pt x="11407" y="11609"/>
                    </a:cubicBezTo>
                    <a:cubicBezTo>
                      <a:pt x="11350" y="11667"/>
                      <a:pt x="11235" y="11667"/>
                      <a:pt x="11119" y="11667"/>
                    </a:cubicBezTo>
                    <a:cubicBezTo>
                      <a:pt x="10428" y="11667"/>
                      <a:pt x="9794" y="11149"/>
                      <a:pt x="9564" y="10861"/>
                    </a:cubicBezTo>
                    <a:cubicBezTo>
                      <a:pt x="9794" y="10572"/>
                      <a:pt x="10428" y="10054"/>
                      <a:pt x="11119" y="10054"/>
                    </a:cubicBezTo>
                    <a:cubicBezTo>
                      <a:pt x="11868" y="10054"/>
                      <a:pt x="12502" y="10572"/>
                      <a:pt x="12732" y="10861"/>
                    </a:cubicBezTo>
                    <a:cubicBezTo>
                      <a:pt x="12675" y="10918"/>
                      <a:pt x="12560" y="11033"/>
                      <a:pt x="12387" y="11149"/>
                    </a:cubicBezTo>
                    <a:cubicBezTo>
                      <a:pt x="12205" y="11285"/>
                      <a:pt x="12345" y="11564"/>
                      <a:pt x="12526" y="11564"/>
                    </a:cubicBezTo>
                    <a:cubicBezTo>
                      <a:pt x="12574" y="11564"/>
                      <a:pt x="12626" y="11543"/>
                      <a:pt x="12675" y="11494"/>
                    </a:cubicBezTo>
                    <a:cubicBezTo>
                      <a:pt x="13021" y="11264"/>
                      <a:pt x="13251" y="11033"/>
                      <a:pt x="13251" y="10976"/>
                    </a:cubicBezTo>
                    <a:cubicBezTo>
                      <a:pt x="13309" y="10918"/>
                      <a:pt x="13309" y="10803"/>
                      <a:pt x="13251" y="10688"/>
                    </a:cubicBezTo>
                    <a:cubicBezTo>
                      <a:pt x="13193" y="10630"/>
                      <a:pt x="12272" y="9593"/>
                      <a:pt x="11119" y="9593"/>
                    </a:cubicBezTo>
                    <a:cubicBezTo>
                      <a:pt x="10082" y="9593"/>
                      <a:pt x="9276" y="10400"/>
                      <a:pt x="9045" y="10630"/>
                    </a:cubicBezTo>
                    <a:cubicBezTo>
                      <a:pt x="8124" y="10688"/>
                      <a:pt x="6856" y="11897"/>
                      <a:pt x="6856" y="11897"/>
                    </a:cubicBezTo>
                    <a:lnTo>
                      <a:pt x="6856" y="10284"/>
                    </a:lnTo>
                    <a:cubicBezTo>
                      <a:pt x="7202" y="10284"/>
                      <a:pt x="7547" y="10112"/>
                      <a:pt x="7836" y="9939"/>
                    </a:cubicBezTo>
                    <a:cubicBezTo>
                      <a:pt x="8066" y="9708"/>
                      <a:pt x="8527" y="9190"/>
                      <a:pt x="8412" y="8210"/>
                    </a:cubicBezTo>
                    <a:lnTo>
                      <a:pt x="8412" y="8210"/>
                    </a:lnTo>
                    <a:cubicBezTo>
                      <a:pt x="8815" y="8556"/>
                      <a:pt x="9276" y="8671"/>
                      <a:pt x="9621" y="8671"/>
                    </a:cubicBezTo>
                    <a:cubicBezTo>
                      <a:pt x="9852" y="8671"/>
                      <a:pt x="10025" y="8614"/>
                      <a:pt x="10198" y="8556"/>
                    </a:cubicBezTo>
                    <a:cubicBezTo>
                      <a:pt x="10947" y="8268"/>
                      <a:pt x="11465" y="7346"/>
                      <a:pt x="11350" y="6540"/>
                    </a:cubicBezTo>
                    <a:cubicBezTo>
                      <a:pt x="11292" y="6194"/>
                      <a:pt x="11062" y="5503"/>
                      <a:pt x="10140" y="5157"/>
                    </a:cubicBezTo>
                    <a:cubicBezTo>
                      <a:pt x="11062" y="4811"/>
                      <a:pt x="11292" y="4178"/>
                      <a:pt x="11350" y="3832"/>
                    </a:cubicBezTo>
                    <a:cubicBezTo>
                      <a:pt x="11465" y="2968"/>
                      <a:pt x="10947" y="2104"/>
                      <a:pt x="10198" y="1816"/>
                    </a:cubicBezTo>
                    <a:cubicBezTo>
                      <a:pt x="10051" y="1742"/>
                      <a:pt x="9843" y="1680"/>
                      <a:pt x="9594" y="1680"/>
                    </a:cubicBezTo>
                    <a:cubicBezTo>
                      <a:pt x="9256" y="1680"/>
                      <a:pt x="8843" y="1796"/>
                      <a:pt x="8412" y="2161"/>
                    </a:cubicBezTo>
                    <a:cubicBezTo>
                      <a:pt x="8527" y="1182"/>
                      <a:pt x="8066" y="663"/>
                      <a:pt x="7836" y="433"/>
                    </a:cubicBezTo>
                    <a:cubicBezTo>
                      <a:pt x="7490" y="145"/>
                      <a:pt x="7058" y="1"/>
                      <a:pt x="663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64"/>
              <p:cNvSpPr/>
              <p:nvPr/>
            </p:nvSpPr>
            <p:spPr>
              <a:xfrm>
                <a:off x="1501225" y="2817500"/>
                <a:ext cx="37475" cy="71325"/>
              </a:xfrm>
              <a:custGeom>
                <a:rect b="b" l="l" r="r" t="t"/>
                <a:pathLst>
                  <a:path extrusionOk="0" h="2853" w="1499">
                    <a:moveTo>
                      <a:pt x="750" y="1"/>
                    </a:moveTo>
                    <a:cubicBezTo>
                      <a:pt x="634" y="1"/>
                      <a:pt x="519" y="73"/>
                      <a:pt x="519" y="217"/>
                    </a:cubicBezTo>
                    <a:lnTo>
                      <a:pt x="519" y="332"/>
                    </a:lnTo>
                    <a:cubicBezTo>
                      <a:pt x="289" y="390"/>
                      <a:pt x="116" y="563"/>
                      <a:pt x="116" y="793"/>
                    </a:cubicBezTo>
                    <a:cubicBezTo>
                      <a:pt x="58" y="1023"/>
                      <a:pt x="116" y="1254"/>
                      <a:pt x="289" y="1369"/>
                    </a:cubicBezTo>
                    <a:cubicBezTo>
                      <a:pt x="404" y="1484"/>
                      <a:pt x="634" y="1542"/>
                      <a:pt x="865" y="1657"/>
                    </a:cubicBezTo>
                    <a:cubicBezTo>
                      <a:pt x="980" y="1715"/>
                      <a:pt x="980" y="1772"/>
                      <a:pt x="980" y="1888"/>
                    </a:cubicBezTo>
                    <a:cubicBezTo>
                      <a:pt x="980" y="1945"/>
                      <a:pt x="865" y="2060"/>
                      <a:pt x="750" y="2060"/>
                    </a:cubicBezTo>
                    <a:cubicBezTo>
                      <a:pt x="577" y="2060"/>
                      <a:pt x="519" y="2060"/>
                      <a:pt x="404" y="2003"/>
                    </a:cubicBezTo>
                    <a:cubicBezTo>
                      <a:pt x="356" y="1979"/>
                      <a:pt x="309" y="1965"/>
                      <a:pt x="261" y="1965"/>
                    </a:cubicBezTo>
                    <a:cubicBezTo>
                      <a:pt x="193" y="1965"/>
                      <a:pt x="126" y="1993"/>
                      <a:pt x="58" y="2060"/>
                    </a:cubicBezTo>
                    <a:cubicBezTo>
                      <a:pt x="1" y="2176"/>
                      <a:pt x="1" y="2291"/>
                      <a:pt x="116" y="2406"/>
                    </a:cubicBezTo>
                    <a:cubicBezTo>
                      <a:pt x="289" y="2464"/>
                      <a:pt x="404" y="2521"/>
                      <a:pt x="519" y="2521"/>
                    </a:cubicBezTo>
                    <a:lnTo>
                      <a:pt x="519" y="2636"/>
                    </a:lnTo>
                    <a:cubicBezTo>
                      <a:pt x="519" y="2781"/>
                      <a:pt x="634" y="2853"/>
                      <a:pt x="750" y="2853"/>
                    </a:cubicBezTo>
                    <a:cubicBezTo>
                      <a:pt x="865" y="2853"/>
                      <a:pt x="980" y="2781"/>
                      <a:pt x="980" y="2636"/>
                    </a:cubicBezTo>
                    <a:lnTo>
                      <a:pt x="980" y="2521"/>
                    </a:lnTo>
                    <a:cubicBezTo>
                      <a:pt x="1268" y="2406"/>
                      <a:pt x="1441" y="2176"/>
                      <a:pt x="1441" y="1945"/>
                    </a:cubicBezTo>
                    <a:cubicBezTo>
                      <a:pt x="1499" y="1600"/>
                      <a:pt x="1326" y="1311"/>
                      <a:pt x="1038" y="1196"/>
                    </a:cubicBezTo>
                    <a:cubicBezTo>
                      <a:pt x="865" y="1139"/>
                      <a:pt x="692" y="1081"/>
                      <a:pt x="577" y="966"/>
                    </a:cubicBezTo>
                    <a:cubicBezTo>
                      <a:pt x="577" y="966"/>
                      <a:pt x="519" y="966"/>
                      <a:pt x="577" y="908"/>
                    </a:cubicBezTo>
                    <a:cubicBezTo>
                      <a:pt x="577" y="799"/>
                      <a:pt x="693" y="759"/>
                      <a:pt x="792" y="759"/>
                    </a:cubicBezTo>
                    <a:cubicBezTo>
                      <a:pt x="849" y="759"/>
                      <a:pt x="901" y="772"/>
                      <a:pt x="923" y="793"/>
                    </a:cubicBezTo>
                    <a:cubicBezTo>
                      <a:pt x="923" y="793"/>
                      <a:pt x="999" y="870"/>
                      <a:pt x="1102" y="870"/>
                    </a:cubicBezTo>
                    <a:cubicBezTo>
                      <a:pt x="1153" y="870"/>
                      <a:pt x="1211" y="851"/>
                      <a:pt x="1268" y="793"/>
                    </a:cubicBezTo>
                    <a:cubicBezTo>
                      <a:pt x="1441" y="620"/>
                      <a:pt x="1268" y="447"/>
                      <a:pt x="1268" y="447"/>
                    </a:cubicBezTo>
                    <a:cubicBezTo>
                      <a:pt x="1211" y="390"/>
                      <a:pt x="1095" y="332"/>
                      <a:pt x="980" y="332"/>
                    </a:cubicBezTo>
                    <a:lnTo>
                      <a:pt x="980" y="217"/>
                    </a:lnTo>
                    <a:cubicBezTo>
                      <a:pt x="980" y="73"/>
                      <a:pt x="865" y="1"/>
                      <a:pt x="75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692" name="Google Shape;1692;p64"/>
          <p:cNvGrpSpPr/>
          <p:nvPr/>
        </p:nvGrpSpPr>
        <p:grpSpPr>
          <a:xfrm>
            <a:off x="2848572" y="1183213"/>
            <a:ext cx="595348" cy="595348"/>
            <a:chOff x="1888459" y="539513"/>
            <a:chExt cx="707400" cy="707400"/>
          </a:xfrm>
        </p:grpSpPr>
        <p:sp>
          <p:nvSpPr>
            <p:cNvPr id="1693" name="Google Shape;1693;p64"/>
            <p:cNvSpPr/>
            <p:nvPr/>
          </p:nvSpPr>
          <p:spPr>
            <a:xfrm flipH="1">
              <a:off x="1888459" y="539513"/>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94" name="Google Shape;1694;p64"/>
            <p:cNvGrpSpPr/>
            <p:nvPr/>
          </p:nvGrpSpPr>
          <p:grpSpPr>
            <a:xfrm>
              <a:off x="2062000" y="709575"/>
              <a:ext cx="405800" cy="402550"/>
              <a:chOff x="2163750" y="2092700"/>
              <a:chExt cx="405800" cy="402550"/>
            </a:xfrm>
          </p:grpSpPr>
          <p:sp>
            <p:nvSpPr>
              <p:cNvPr id="1695" name="Google Shape;1695;p64"/>
              <p:cNvSpPr/>
              <p:nvPr/>
            </p:nvSpPr>
            <p:spPr>
              <a:xfrm>
                <a:off x="2199775" y="2130150"/>
                <a:ext cx="15850" cy="11550"/>
              </a:xfrm>
              <a:custGeom>
                <a:rect b="b" l="l" r="r" t="t"/>
                <a:pathLst>
                  <a:path extrusionOk="0" h="462" w="634">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64"/>
              <p:cNvSpPr/>
              <p:nvPr/>
            </p:nvSpPr>
            <p:spPr>
              <a:xfrm>
                <a:off x="2228575" y="2130150"/>
                <a:ext cx="15850" cy="11550"/>
              </a:xfrm>
              <a:custGeom>
                <a:rect b="b" l="l" r="r" t="t"/>
                <a:pathLst>
                  <a:path extrusionOk="0" h="462" w="634">
                    <a:moveTo>
                      <a:pt x="346" y="0"/>
                    </a:moveTo>
                    <a:cubicBezTo>
                      <a:pt x="0" y="0"/>
                      <a:pt x="0" y="461"/>
                      <a:pt x="346" y="461"/>
                    </a:cubicBezTo>
                    <a:cubicBezTo>
                      <a:pt x="634" y="461"/>
                      <a:pt x="634" y="0"/>
                      <a:pt x="34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64"/>
              <p:cNvSpPr/>
              <p:nvPr/>
            </p:nvSpPr>
            <p:spPr>
              <a:xfrm>
                <a:off x="2258825" y="2130150"/>
                <a:ext cx="14425" cy="11550"/>
              </a:xfrm>
              <a:custGeom>
                <a:rect b="b" l="l" r="r" t="t"/>
                <a:pathLst>
                  <a:path extrusionOk="0" h="462" w="577">
                    <a:moveTo>
                      <a:pt x="288" y="0"/>
                    </a:moveTo>
                    <a:cubicBezTo>
                      <a:pt x="0" y="0"/>
                      <a:pt x="0" y="461"/>
                      <a:pt x="288" y="461"/>
                    </a:cubicBezTo>
                    <a:cubicBezTo>
                      <a:pt x="576" y="461"/>
                      <a:pt x="576"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 name="Google Shape;1698;p64"/>
              <p:cNvSpPr/>
              <p:nvPr/>
            </p:nvSpPr>
            <p:spPr>
              <a:xfrm>
                <a:off x="2209850" y="2221250"/>
                <a:ext cx="107075" cy="150150"/>
              </a:xfrm>
              <a:custGeom>
                <a:rect b="b" l="l" r="r" t="t"/>
                <a:pathLst>
                  <a:path extrusionOk="0" h="6006" w="4283">
                    <a:moveTo>
                      <a:pt x="778" y="0"/>
                    </a:moveTo>
                    <a:cubicBezTo>
                      <a:pt x="389" y="0"/>
                      <a:pt x="0" y="245"/>
                      <a:pt x="0" y="735"/>
                    </a:cubicBezTo>
                    <a:lnTo>
                      <a:pt x="0" y="1253"/>
                    </a:lnTo>
                    <a:cubicBezTo>
                      <a:pt x="0" y="1397"/>
                      <a:pt x="116" y="1469"/>
                      <a:pt x="231" y="1469"/>
                    </a:cubicBezTo>
                    <a:cubicBezTo>
                      <a:pt x="346" y="1469"/>
                      <a:pt x="461" y="1397"/>
                      <a:pt x="461" y="1253"/>
                    </a:cubicBezTo>
                    <a:lnTo>
                      <a:pt x="461" y="735"/>
                    </a:lnTo>
                    <a:cubicBezTo>
                      <a:pt x="461" y="533"/>
                      <a:pt x="620" y="432"/>
                      <a:pt x="778" y="432"/>
                    </a:cubicBezTo>
                    <a:cubicBezTo>
                      <a:pt x="936" y="432"/>
                      <a:pt x="1095" y="533"/>
                      <a:pt x="1095" y="735"/>
                    </a:cubicBezTo>
                    <a:lnTo>
                      <a:pt x="1095" y="1714"/>
                    </a:lnTo>
                    <a:cubicBezTo>
                      <a:pt x="1095" y="1714"/>
                      <a:pt x="1255" y="1914"/>
                      <a:pt x="1408" y="1914"/>
                    </a:cubicBezTo>
                    <a:cubicBezTo>
                      <a:pt x="1439" y="1914"/>
                      <a:pt x="1469" y="1906"/>
                      <a:pt x="1498" y="1887"/>
                    </a:cubicBezTo>
                    <a:lnTo>
                      <a:pt x="2881" y="562"/>
                    </a:lnTo>
                    <a:cubicBezTo>
                      <a:pt x="2941" y="502"/>
                      <a:pt x="3006" y="477"/>
                      <a:pt x="3069" y="477"/>
                    </a:cubicBezTo>
                    <a:cubicBezTo>
                      <a:pt x="3309" y="477"/>
                      <a:pt x="3524" y="840"/>
                      <a:pt x="3342" y="1023"/>
                    </a:cubicBezTo>
                    <a:lnTo>
                      <a:pt x="1556" y="2693"/>
                    </a:lnTo>
                    <a:cubicBezTo>
                      <a:pt x="1498" y="2809"/>
                      <a:pt x="1441" y="2924"/>
                      <a:pt x="1556" y="3039"/>
                    </a:cubicBezTo>
                    <a:lnTo>
                      <a:pt x="3399" y="4883"/>
                    </a:lnTo>
                    <a:cubicBezTo>
                      <a:pt x="3624" y="5062"/>
                      <a:pt x="3429" y="5451"/>
                      <a:pt x="3168" y="5451"/>
                    </a:cubicBezTo>
                    <a:cubicBezTo>
                      <a:pt x="3094" y="5451"/>
                      <a:pt x="3015" y="5420"/>
                      <a:pt x="2938" y="5343"/>
                    </a:cubicBezTo>
                    <a:lnTo>
                      <a:pt x="1498" y="3903"/>
                    </a:lnTo>
                    <a:cubicBezTo>
                      <a:pt x="1479" y="3884"/>
                      <a:pt x="1455" y="3876"/>
                      <a:pt x="1428" y="3876"/>
                    </a:cubicBezTo>
                    <a:cubicBezTo>
                      <a:pt x="1295" y="3876"/>
                      <a:pt x="1095" y="4076"/>
                      <a:pt x="1095" y="4076"/>
                    </a:cubicBezTo>
                    <a:lnTo>
                      <a:pt x="1095" y="5228"/>
                    </a:lnTo>
                    <a:cubicBezTo>
                      <a:pt x="1095" y="5430"/>
                      <a:pt x="936" y="5531"/>
                      <a:pt x="778" y="5531"/>
                    </a:cubicBezTo>
                    <a:cubicBezTo>
                      <a:pt x="620" y="5531"/>
                      <a:pt x="461" y="5430"/>
                      <a:pt x="461" y="5228"/>
                    </a:cubicBezTo>
                    <a:lnTo>
                      <a:pt x="461" y="2463"/>
                    </a:lnTo>
                    <a:cubicBezTo>
                      <a:pt x="461" y="2319"/>
                      <a:pt x="346" y="2247"/>
                      <a:pt x="231" y="2247"/>
                    </a:cubicBezTo>
                    <a:cubicBezTo>
                      <a:pt x="116" y="2247"/>
                      <a:pt x="0" y="2319"/>
                      <a:pt x="0" y="2463"/>
                    </a:cubicBezTo>
                    <a:lnTo>
                      <a:pt x="0" y="5228"/>
                    </a:lnTo>
                    <a:cubicBezTo>
                      <a:pt x="0" y="5747"/>
                      <a:pt x="389" y="6006"/>
                      <a:pt x="778" y="6006"/>
                    </a:cubicBezTo>
                    <a:cubicBezTo>
                      <a:pt x="1167" y="6006"/>
                      <a:pt x="1556" y="5747"/>
                      <a:pt x="1556" y="5228"/>
                    </a:cubicBezTo>
                    <a:lnTo>
                      <a:pt x="1556" y="4652"/>
                    </a:lnTo>
                    <a:lnTo>
                      <a:pt x="2650" y="5689"/>
                    </a:lnTo>
                    <a:cubicBezTo>
                      <a:pt x="2804" y="5856"/>
                      <a:pt x="2978" y="5925"/>
                      <a:pt x="3148" y="5925"/>
                    </a:cubicBezTo>
                    <a:cubicBezTo>
                      <a:pt x="3740" y="5925"/>
                      <a:pt x="4283" y="5074"/>
                      <a:pt x="3745" y="4537"/>
                    </a:cubicBezTo>
                    <a:lnTo>
                      <a:pt x="2074" y="2866"/>
                    </a:lnTo>
                    <a:lnTo>
                      <a:pt x="3630" y="1368"/>
                    </a:lnTo>
                    <a:cubicBezTo>
                      <a:pt x="4216" y="827"/>
                      <a:pt x="3672" y="3"/>
                      <a:pt x="3077" y="3"/>
                    </a:cubicBezTo>
                    <a:cubicBezTo>
                      <a:pt x="2912" y="3"/>
                      <a:pt x="2743" y="66"/>
                      <a:pt x="2593" y="216"/>
                    </a:cubicBezTo>
                    <a:lnTo>
                      <a:pt x="1556" y="1138"/>
                    </a:lnTo>
                    <a:lnTo>
                      <a:pt x="1556" y="735"/>
                    </a:lnTo>
                    <a:cubicBezTo>
                      <a:pt x="1556" y="245"/>
                      <a:pt x="1167" y="0"/>
                      <a:pt x="77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64"/>
              <p:cNvSpPr/>
              <p:nvPr/>
            </p:nvSpPr>
            <p:spPr>
              <a:xfrm>
                <a:off x="2378350" y="2223750"/>
                <a:ext cx="118125" cy="13000"/>
              </a:xfrm>
              <a:custGeom>
                <a:rect b="b" l="l" r="r" t="t"/>
                <a:pathLst>
                  <a:path extrusionOk="0" h="520" w="4725">
                    <a:moveTo>
                      <a:pt x="346" y="1"/>
                    </a:moveTo>
                    <a:cubicBezTo>
                      <a:pt x="1" y="1"/>
                      <a:pt x="1" y="519"/>
                      <a:pt x="346" y="519"/>
                    </a:cubicBezTo>
                    <a:lnTo>
                      <a:pt x="4437" y="519"/>
                    </a:lnTo>
                    <a:cubicBezTo>
                      <a:pt x="4725" y="519"/>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64"/>
              <p:cNvSpPr/>
              <p:nvPr/>
            </p:nvSpPr>
            <p:spPr>
              <a:xfrm>
                <a:off x="2378350" y="2256875"/>
                <a:ext cx="118125" cy="13000"/>
              </a:xfrm>
              <a:custGeom>
                <a:rect b="b" l="l" r="r" t="t"/>
                <a:pathLst>
                  <a:path extrusionOk="0" h="520" w="4725">
                    <a:moveTo>
                      <a:pt x="346" y="1"/>
                    </a:moveTo>
                    <a:cubicBezTo>
                      <a:pt x="1" y="1"/>
                      <a:pt x="1" y="519"/>
                      <a:pt x="346" y="519"/>
                    </a:cubicBezTo>
                    <a:lnTo>
                      <a:pt x="4437" y="519"/>
                    </a:lnTo>
                    <a:cubicBezTo>
                      <a:pt x="4725" y="519"/>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64"/>
              <p:cNvSpPr/>
              <p:nvPr/>
            </p:nvSpPr>
            <p:spPr>
              <a:xfrm>
                <a:off x="2378350" y="2290000"/>
                <a:ext cx="118125" cy="11550"/>
              </a:xfrm>
              <a:custGeom>
                <a:rect b="b" l="l" r="r" t="t"/>
                <a:pathLst>
                  <a:path extrusionOk="0" h="462" w="4725">
                    <a:moveTo>
                      <a:pt x="346" y="1"/>
                    </a:moveTo>
                    <a:cubicBezTo>
                      <a:pt x="1" y="1"/>
                      <a:pt x="1" y="462"/>
                      <a:pt x="346" y="462"/>
                    </a:cubicBezTo>
                    <a:lnTo>
                      <a:pt x="4437" y="462"/>
                    </a:lnTo>
                    <a:cubicBezTo>
                      <a:pt x="4725" y="462"/>
                      <a:pt x="4725" y="1"/>
                      <a:pt x="443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64"/>
              <p:cNvSpPr/>
              <p:nvPr/>
            </p:nvSpPr>
            <p:spPr>
              <a:xfrm>
                <a:off x="2378350" y="2323150"/>
                <a:ext cx="118125" cy="11525"/>
              </a:xfrm>
              <a:custGeom>
                <a:rect b="b" l="l" r="r" t="t"/>
                <a:pathLst>
                  <a:path extrusionOk="0" h="461" w="4725">
                    <a:moveTo>
                      <a:pt x="346" y="0"/>
                    </a:moveTo>
                    <a:cubicBezTo>
                      <a:pt x="1" y="0"/>
                      <a:pt x="1" y="461"/>
                      <a:pt x="346" y="461"/>
                    </a:cubicBezTo>
                    <a:lnTo>
                      <a:pt x="4437" y="461"/>
                    </a:lnTo>
                    <a:cubicBezTo>
                      <a:pt x="4725" y="461"/>
                      <a:pt x="4725" y="0"/>
                      <a:pt x="443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4"/>
              <p:cNvSpPr/>
              <p:nvPr/>
            </p:nvSpPr>
            <p:spPr>
              <a:xfrm>
                <a:off x="2379800" y="2356275"/>
                <a:ext cx="61950" cy="11525"/>
              </a:xfrm>
              <a:custGeom>
                <a:rect b="b" l="l" r="r" t="t"/>
                <a:pathLst>
                  <a:path extrusionOk="0" h="461" w="2478">
                    <a:moveTo>
                      <a:pt x="288" y="0"/>
                    </a:moveTo>
                    <a:cubicBezTo>
                      <a:pt x="0" y="0"/>
                      <a:pt x="0" y="461"/>
                      <a:pt x="288" y="461"/>
                    </a:cubicBezTo>
                    <a:lnTo>
                      <a:pt x="2132" y="461"/>
                    </a:lnTo>
                    <a:cubicBezTo>
                      <a:pt x="2478" y="461"/>
                      <a:pt x="2478" y="0"/>
                      <a:pt x="213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64"/>
              <p:cNvSpPr/>
              <p:nvPr/>
            </p:nvSpPr>
            <p:spPr>
              <a:xfrm>
                <a:off x="2163750" y="2092700"/>
                <a:ext cx="405800" cy="402550"/>
              </a:xfrm>
              <a:custGeom>
                <a:rect b="b" l="l" r="r" t="t"/>
                <a:pathLst>
                  <a:path extrusionOk="0" h="16102" w="16232">
                    <a:moveTo>
                      <a:pt x="13424" y="519"/>
                    </a:moveTo>
                    <a:cubicBezTo>
                      <a:pt x="13943" y="519"/>
                      <a:pt x="14288" y="922"/>
                      <a:pt x="14288" y="1383"/>
                    </a:cubicBezTo>
                    <a:lnTo>
                      <a:pt x="14288" y="2938"/>
                    </a:lnTo>
                    <a:lnTo>
                      <a:pt x="462" y="2938"/>
                    </a:lnTo>
                    <a:lnTo>
                      <a:pt x="462" y="1383"/>
                    </a:lnTo>
                    <a:cubicBezTo>
                      <a:pt x="462" y="922"/>
                      <a:pt x="865" y="519"/>
                      <a:pt x="1383" y="519"/>
                    </a:cubicBezTo>
                    <a:close/>
                    <a:moveTo>
                      <a:pt x="7145" y="3399"/>
                    </a:moveTo>
                    <a:lnTo>
                      <a:pt x="7145" y="12905"/>
                    </a:lnTo>
                    <a:lnTo>
                      <a:pt x="1383" y="12905"/>
                    </a:lnTo>
                    <a:cubicBezTo>
                      <a:pt x="923" y="12905"/>
                      <a:pt x="519" y="12502"/>
                      <a:pt x="519" y="11983"/>
                    </a:cubicBezTo>
                    <a:lnTo>
                      <a:pt x="519" y="3399"/>
                    </a:lnTo>
                    <a:close/>
                    <a:moveTo>
                      <a:pt x="14346" y="3399"/>
                    </a:moveTo>
                    <a:lnTo>
                      <a:pt x="14346" y="11983"/>
                    </a:lnTo>
                    <a:cubicBezTo>
                      <a:pt x="14346" y="12099"/>
                      <a:pt x="14346" y="12156"/>
                      <a:pt x="14288" y="12271"/>
                    </a:cubicBezTo>
                    <a:lnTo>
                      <a:pt x="13827" y="11753"/>
                    </a:lnTo>
                    <a:cubicBezTo>
                      <a:pt x="13787" y="11699"/>
                      <a:pt x="13738" y="11677"/>
                      <a:pt x="13688" y="11677"/>
                    </a:cubicBezTo>
                    <a:cubicBezTo>
                      <a:pt x="13522" y="11677"/>
                      <a:pt x="13349" y="11922"/>
                      <a:pt x="13482" y="12099"/>
                    </a:cubicBezTo>
                    <a:lnTo>
                      <a:pt x="15268" y="14057"/>
                    </a:lnTo>
                    <a:lnTo>
                      <a:pt x="13597" y="13827"/>
                    </a:lnTo>
                    <a:cubicBezTo>
                      <a:pt x="13539" y="13827"/>
                      <a:pt x="13424" y="13827"/>
                      <a:pt x="13366" y="13884"/>
                    </a:cubicBezTo>
                    <a:lnTo>
                      <a:pt x="12272" y="15210"/>
                    </a:lnTo>
                    <a:lnTo>
                      <a:pt x="12272" y="10773"/>
                    </a:lnTo>
                    <a:lnTo>
                      <a:pt x="12675" y="11177"/>
                    </a:lnTo>
                    <a:cubicBezTo>
                      <a:pt x="12715" y="11230"/>
                      <a:pt x="12768" y="11253"/>
                      <a:pt x="12822" y="11253"/>
                    </a:cubicBezTo>
                    <a:cubicBezTo>
                      <a:pt x="13001" y="11253"/>
                      <a:pt x="13198" y="11008"/>
                      <a:pt x="13021" y="10831"/>
                    </a:cubicBezTo>
                    <a:lnTo>
                      <a:pt x="12214" y="9967"/>
                    </a:lnTo>
                    <a:cubicBezTo>
                      <a:pt x="12176" y="9929"/>
                      <a:pt x="12118" y="9909"/>
                      <a:pt x="12059" y="9909"/>
                    </a:cubicBezTo>
                    <a:cubicBezTo>
                      <a:pt x="11939" y="9909"/>
                      <a:pt x="11811" y="9986"/>
                      <a:pt x="11811" y="10140"/>
                    </a:cubicBezTo>
                    <a:lnTo>
                      <a:pt x="11811" y="12905"/>
                    </a:lnTo>
                    <a:lnTo>
                      <a:pt x="7605" y="12905"/>
                    </a:lnTo>
                    <a:lnTo>
                      <a:pt x="7605" y="3399"/>
                    </a:lnTo>
                    <a:close/>
                    <a:moveTo>
                      <a:pt x="1383" y="0"/>
                    </a:moveTo>
                    <a:cubicBezTo>
                      <a:pt x="634" y="0"/>
                      <a:pt x="1" y="634"/>
                      <a:pt x="1" y="1383"/>
                    </a:cubicBezTo>
                    <a:lnTo>
                      <a:pt x="1" y="11983"/>
                    </a:lnTo>
                    <a:cubicBezTo>
                      <a:pt x="1" y="12732"/>
                      <a:pt x="634" y="13366"/>
                      <a:pt x="1383" y="13366"/>
                    </a:cubicBezTo>
                    <a:lnTo>
                      <a:pt x="11811" y="13366"/>
                    </a:lnTo>
                    <a:lnTo>
                      <a:pt x="11811" y="15901"/>
                    </a:lnTo>
                    <a:cubicBezTo>
                      <a:pt x="11811" y="16013"/>
                      <a:pt x="11933" y="16102"/>
                      <a:pt x="12050" y="16102"/>
                    </a:cubicBezTo>
                    <a:cubicBezTo>
                      <a:pt x="12113" y="16102"/>
                      <a:pt x="12174" y="16076"/>
                      <a:pt x="12214" y="16016"/>
                    </a:cubicBezTo>
                    <a:lnTo>
                      <a:pt x="13655" y="14345"/>
                    </a:lnTo>
                    <a:lnTo>
                      <a:pt x="15844" y="14633"/>
                    </a:lnTo>
                    <a:cubicBezTo>
                      <a:pt x="15864" y="14638"/>
                      <a:pt x="15884" y="14641"/>
                      <a:pt x="15903" y="14641"/>
                    </a:cubicBezTo>
                    <a:cubicBezTo>
                      <a:pt x="16102" y="14641"/>
                      <a:pt x="16232" y="14388"/>
                      <a:pt x="16074" y="14230"/>
                    </a:cubicBezTo>
                    <a:lnTo>
                      <a:pt x="14634" y="12675"/>
                    </a:lnTo>
                    <a:cubicBezTo>
                      <a:pt x="14749" y="12444"/>
                      <a:pt x="14807" y="12214"/>
                      <a:pt x="14807" y="11983"/>
                    </a:cubicBezTo>
                    <a:lnTo>
                      <a:pt x="14807" y="1383"/>
                    </a:lnTo>
                    <a:cubicBezTo>
                      <a:pt x="14807" y="634"/>
                      <a:pt x="14231" y="0"/>
                      <a:pt x="1348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05" name="Google Shape;1705;p64"/>
          <p:cNvGrpSpPr/>
          <p:nvPr/>
        </p:nvGrpSpPr>
        <p:grpSpPr>
          <a:xfrm>
            <a:off x="2848572" y="1901550"/>
            <a:ext cx="595348" cy="595348"/>
            <a:chOff x="1888459" y="1393050"/>
            <a:chExt cx="707400" cy="707400"/>
          </a:xfrm>
        </p:grpSpPr>
        <p:sp>
          <p:nvSpPr>
            <p:cNvPr id="1706" name="Google Shape;1706;p64"/>
            <p:cNvSpPr/>
            <p:nvPr/>
          </p:nvSpPr>
          <p:spPr>
            <a:xfrm flipH="1">
              <a:off x="1888459" y="13930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07" name="Google Shape;1707;p64"/>
            <p:cNvGrpSpPr/>
            <p:nvPr/>
          </p:nvGrpSpPr>
          <p:grpSpPr>
            <a:xfrm>
              <a:off x="2036900" y="1545463"/>
              <a:ext cx="410500" cy="402575"/>
              <a:chOff x="2646250" y="2075050"/>
              <a:chExt cx="410500" cy="402575"/>
            </a:xfrm>
          </p:grpSpPr>
          <p:sp>
            <p:nvSpPr>
              <p:cNvPr id="1708" name="Google Shape;1708;p64"/>
              <p:cNvSpPr/>
              <p:nvPr/>
            </p:nvSpPr>
            <p:spPr>
              <a:xfrm>
                <a:off x="2646250" y="2075050"/>
                <a:ext cx="410500" cy="402575"/>
              </a:xfrm>
              <a:custGeom>
                <a:rect b="b" l="l" r="r" t="t"/>
                <a:pathLst>
                  <a:path extrusionOk="0" h="16103" w="16420">
                    <a:moveTo>
                      <a:pt x="8210" y="1"/>
                    </a:moveTo>
                    <a:cubicBezTo>
                      <a:pt x="7908" y="1"/>
                      <a:pt x="7605" y="159"/>
                      <a:pt x="7490" y="476"/>
                    </a:cubicBezTo>
                    <a:lnTo>
                      <a:pt x="6510" y="3356"/>
                    </a:lnTo>
                    <a:cubicBezTo>
                      <a:pt x="6424" y="3486"/>
                      <a:pt x="6338" y="3551"/>
                      <a:pt x="6227" y="3551"/>
                    </a:cubicBezTo>
                    <a:cubicBezTo>
                      <a:pt x="6190" y="3551"/>
                      <a:pt x="6150" y="3544"/>
                      <a:pt x="6107" y="3529"/>
                    </a:cubicBezTo>
                    <a:lnTo>
                      <a:pt x="3342" y="2204"/>
                    </a:lnTo>
                    <a:cubicBezTo>
                      <a:pt x="3249" y="2158"/>
                      <a:pt x="3153" y="2137"/>
                      <a:pt x="3058" y="2137"/>
                    </a:cubicBezTo>
                    <a:cubicBezTo>
                      <a:pt x="2568" y="2137"/>
                      <a:pt x="2121" y="2701"/>
                      <a:pt x="2362" y="3184"/>
                    </a:cubicBezTo>
                    <a:lnTo>
                      <a:pt x="3688" y="5949"/>
                    </a:lnTo>
                    <a:cubicBezTo>
                      <a:pt x="3745" y="6122"/>
                      <a:pt x="3688" y="6237"/>
                      <a:pt x="3515" y="6352"/>
                    </a:cubicBezTo>
                    <a:lnTo>
                      <a:pt x="634" y="7332"/>
                    </a:lnTo>
                    <a:cubicBezTo>
                      <a:pt x="0" y="7620"/>
                      <a:pt x="0" y="8541"/>
                      <a:pt x="634" y="8772"/>
                    </a:cubicBezTo>
                    <a:lnTo>
                      <a:pt x="3515" y="9751"/>
                    </a:lnTo>
                    <a:cubicBezTo>
                      <a:pt x="3688" y="9866"/>
                      <a:pt x="3745" y="9982"/>
                      <a:pt x="3688" y="10154"/>
                    </a:cubicBezTo>
                    <a:lnTo>
                      <a:pt x="2362" y="12920"/>
                    </a:lnTo>
                    <a:cubicBezTo>
                      <a:pt x="2124" y="13445"/>
                      <a:pt x="2558" y="13971"/>
                      <a:pt x="3042" y="13971"/>
                    </a:cubicBezTo>
                    <a:cubicBezTo>
                      <a:pt x="3142" y="13971"/>
                      <a:pt x="3243" y="13948"/>
                      <a:pt x="3342" y="13899"/>
                    </a:cubicBezTo>
                    <a:lnTo>
                      <a:pt x="4206" y="13496"/>
                    </a:lnTo>
                    <a:cubicBezTo>
                      <a:pt x="4449" y="13398"/>
                      <a:pt x="4323" y="13054"/>
                      <a:pt x="4104" y="13054"/>
                    </a:cubicBezTo>
                    <a:cubicBezTo>
                      <a:pt x="4063" y="13054"/>
                      <a:pt x="4020" y="13066"/>
                      <a:pt x="3976" y="13093"/>
                    </a:cubicBezTo>
                    <a:lnTo>
                      <a:pt x="3169" y="13496"/>
                    </a:lnTo>
                    <a:cubicBezTo>
                      <a:pt x="3145" y="13502"/>
                      <a:pt x="3120" y="13505"/>
                      <a:pt x="3096" y="13505"/>
                    </a:cubicBezTo>
                    <a:cubicBezTo>
                      <a:pt x="2894" y="13505"/>
                      <a:pt x="2720" y="13299"/>
                      <a:pt x="2823" y="13093"/>
                    </a:cubicBezTo>
                    <a:lnTo>
                      <a:pt x="4091" y="10327"/>
                    </a:lnTo>
                    <a:cubicBezTo>
                      <a:pt x="4321" y="9982"/>
                      <a:pt x="4091" y="9463"/>
                      <a:pt x="3688" y="9348"/>
                    </a:cubicBezTo>
                    <a:lnTo>
                      <a:pt x="807" y="8311"/>
                    </a:lnTo>
                    <a:cubicBezTo>
                      <a:pt x="577" y="8253"/>
                      <a:pt x="577" y="7908"/>
                      <a:pt x="807" y="7792"/>
                    </a:cubicBezTo>
                    <a:lnTo>
                      <a:pt x="3688" y="6755"/>
                    </a:lnTo>
                    <a:cubicBezTo>
                      <a:pt x="4091" y="6640"/>
                      <a:pt x="4264" y="6179"/>
                      <a:pt x="4091" y="5776"/>
                    </a:cubicBezTo>
                    <a:lnTo>
                      <a:pt x="2823" y="3011"/>
                    </a:lnTo>
                    <a:cubicBezTo>
                      <a:pt x="2729" y="2823"/>
                      <a:pt x="2866" y="2634"/>
                      <a:pt x="3044" y="2634"/>
                    </a:cubicBezTo>
                    <a:cubicBezTo>
                      <a:pt x="3084" y="2634"/>
                      <a:pt x="3127" y="2644"/>
                      <a:pt x="3169" y="2665"/>
                    </a:cubicBezTo>
                    <a:lnTo>
                      <a:pt x="5934" y="3933"/>
                    </a:lnTo>
                    <a:cubicBezTo>
                      <a:pt x="6029" y="3996"/>
                      <a:pt x="6136" y="4024"/>
                      <a:pt x="6245" y="4024"/>
                    </a:cubicBezTo>
                    <a:cubicBezTo>
                      <a:pt x="6533" y="4024"/>
                      <a:pt x="6830" y="3822"/>
                      <a:pt x="6914" y="3529"/>
                    </a:cubicBezTo>
                    <a:lnTo>
                      <a:pt x="7951" y="649"/>
                    </a:lnTo>
                    <a:cubicBezTo>
                      <a:pt x="8008" y="533"/>
                      <a:pt x="8109" y="476"/>
                      <a:pt x="8210" y="476"/>
                    </a:cubicBezTo>
                    <a:cubicBezTo>
                      <a:pt x="8311" y="476"/>
                      <a:pt x="8412" y="533"/>
                      <a:pt x="8469" y="649"/>
                    </a:cubicBezTo>
                    <a:lnTo>
                      <a:pt x="9506" y="3529"/>
                    </a:lnTo>
                    <a:cubicBezTo>
                      <a:pt x="9590" y="3822"/>
                      <a:pt x="9887" y="4024"/>
                      <a:pt x="10175" y="4024"/>
                    </a:cubicBezTo>
                    <a:cubicBezTo>
                      <a:pt x="10284" y="4024"/>
                      <a:pt x="10391" y="3996"/>
                      <a:pt x="10486" y="3933"/>
                    </a:cubicBezTo>
                    <a:lnTo>
                      <a:pt x="13251" y="2665"/>
                    </a:lnTo>
                    <a:cubicBezTo>
                      <a:pt x="13293" y="2644"/>
                      <a:pt x="13335" y="2634"/>
                      <a:pt x="13376" y="2634"/>
                    </a:cubicBezTo>
                    <a:cubicBezTo>
                      <a:pt x="13554" y="2634"/>
                      <a:pt x="13691" y="2823"/>
                      <a:pt x="13597" y="3011"/>
                    </a:cubicBezTo>
                    <a:lnTo>
                      <a:pt x="12329" y="5776"/>
                    </a:lnTo>
                    <a:cubicBezTo>
                      <a:pt x="12099" y="6179"/>
                      <a:pt x="12329" y="6640"/>
                      <a:pt x="12732" y="6755"/>
                    </a:cubicBezTo>
                    <a:lnTo>
                      <a:pt x="15613" y="7792"/>
                    </a:lnTo>
                    <a:cubicBezTo>
                      <a:pt x="15843" y="7908"/>
                      <a:pt x="15843" y="8253"/>
                      <a:pt x="15613" y="8311"/>
                    </a:cubicBezTo>
                    <a:lnTo>
                      <a:pt x="12732" y="9348"/>
                    </a:lnTo>
                    <a:cubicBezTo>
                      <a:pt x="12329" y="9463"/>
                      <a:pt x="12156" y="9982"/>
                      <a:pt x="12329" y="10327"/>
                    </a:cubicBezTo>
                    <a:lnTo>
                      <a:pt x="13597" y="13093"/>
                    </a:lnTo>
                    <a:cubicBezTo>
                      <a:pt x="13700" y="13299"/>
                      <a:pt x="13526" y="13505"/>
                      <a:pt x="13323" y="13505"/>
                    </a:cubicBezTo>
                    <a:cubicBezTo>
                      <a:pt x="13300" y="13505"/>
                      <a:pt x="13275" y="13502"/>
                      <a:pt x="13251" y="13496"/>
                    </a:cubicBezTo>
                    <a:lnTo>
                      <a:pt x="10486" y="12171"/>
                    </a:lnTo>
                    <a:cubicBezTo>
                      <a:pt x="10395" y="12126"/>
                      <a:pt x="10293" y="12104"/>
                      <a:pt x="10189" y="12104"/>
                    </a:cubicBezTo>
                    <a:cubicBezTo>
                      <a:pt x="9896" y="12104"/>
                      <a:pt x="9591" y="12276"/>
                      <a:pt x="9506" y="12574"/>
                    </a:cubicBezTo>
                    <a:lnTo>
                      <a:pt x="8469" y="15455"/>
                    </a:lnTo>
                    <a:cubicBezTo>
                      <a:pt x="8412" y="15570"/>
                      <a:pt x="8311" y="15627"/>
                      <a:pt x="8210" y="15627"/>
                    </a:cubicBezTo>
                    <a:cubicBezTo>
                      <a:pt x="8109" y="15627"/>
                      <a:pt x="8008" y="15570"/>
                      <a:pt x="7951" y="15455"/>
                    </a:cubicBezTo>
                    <a:lnTo>
                      <a:pt x="6914" y="12574"/>
                    </a:lnTo>
                    <a:cubicBezTo>
                      <a:pt x="6829" y="12276"/>
                      <a:pt x="6523" y="12104"/>
                      <a:pt x="6231" y="12104"/>
                    </a:cubicBezTo>
                    <a:cubicBezTo>
                      <a:pt x="6127" y="12104"/>
                      <a:pt x="6025" y="12126"/>
                      <a:pt x="5934" y="12171"/>
                    </a:cubicBezTo>
                    <a:lnTo>
                      <a:pt x="5128" y="12516"/>
                    </a:lnTo>
                    <a:cubicBezTo>
                      <a:pt x="4875" y="12668"/>
                      <a:pt x="5022" y="12998"/>
                      <a:pt x="5217" y="12998"/>
                    </a:cubicBezTo>
                    <a:cubicBezTo>
                      <a:pt x="5244" y="12998"/>
                      <a:pt x="5273" y="12991"/>
                      <a:pt x="5301" y="12977"/>
                    </a:cubicBezTo>
                    <a:lnTo>
                      <a:pt x="6107" y="12574"/>
                    </a:lnTo>
                    <a:cubicBezTo>
                      <a:pt x="6150" y="12560"/>
                      <a:pt x="6190" y="12552"/>
                      <a:pt x="6227" y="12552"/>
                    </a:cubicBezTo>
                    <a:cubicBezTo>
                      <a:pt x="6338" y="12552"/>
                      <a:pt x="6424" y="12617"/>
                      <a:pt x="6510" y="12747"/>
                    </a:cubicBezTo>
                    <a:lnTo>
                      <a:pt x="7490" y="15627"/>
                    </a:lnTo>
                    <a:cubicBezTo>
                      <a:pt x="7605" y="15944"/>
                      <a:pt x="7908" y="16103"/>
                      <a:pt x="8210" y="16103"/>
                    </a:cubicBezTo>
                    <a:cubicBezTo>
                      <a:pt x="8512" y="16103"/>
                      <a:pt x="8815" y="15944"/>
                      <a:pt x="8930" y="15627"/>
                    </a:cubicBezTo>
                    <a:lnTo>
                      <a:pt x="9909" y="12747"/>
                    </a:lnTo>
                    <a:cubicBezTo>
                      <a:pt x="9996" y="12617"/>
                      <a:pt x="10082" y="12552"/>
                      <a:pt x="10193" y="12552"/>
                    </a:cubicBezTo>
                    <a:cubicBezTo>
                      <a:pt x="10230" y="12552"/>
                      <a:pt x="10270" y="12560"/>
                      <a:pt x="10313" y="12574"/>
                    </a:cubicBezTo>
                    <a:lnTo>
                      <a:pt x="13078" y="13899"/>
                    </a:lnTo>
                    <a:cubicBezTo>
                      <a:pt x="13181" y="13946"/>
                      <a:pt x="13283" y="13967"/>
                      <a:pt x="13382" y="13967"/>
                    </a:cubicBezTo>
                    <a:cubicBezTo>
                      <a:pt x="13893" y="13967"/>
                      <a:pt x="14299" y="13403"/>
                      <a:pt x="14057" y="12920"/>
                    </a:cubicBezTo>
                    <a:lnTo>
                      <a:pt x="12732" y="10154"/>
                    </a:lnTo>
                    <a:cubicBezTo>
                      <a:pt x="12675" y="9982"/>
                      <a:pt x="12732" y="9866"/>
                      <a:pt x="12905" y="9751"/>
                    </a:cubicBezTo>
                    <a:lnTo>
                      <a:pt x="15786" y="8772"/>
                    </a:lnTo>
                    <a:cubicBezTo>
                      <a:pt x="16420" y="8541"/>
                      <a:pt x="16420" y="7562"/>
                      <a:pt x="15786" y="7332"/>
                    </a:cubicBezTo>
                    <a:lnTo>
                      <a:pt x="12905" y="6352"/>
                    </a:lnTo>
                    <a:cubicBezTo>
                      <a:pt x="12732" y="6237"/>
                      <a:pt x="12675" y="6122"/>
                      <a:pt x="12732" y="5949"/>
                    </a:cubicBezTo>
                    <a:lnTo>
                      <a:pt x="14057" y="3184"/>
                    </a:lnTo>
                    <a:cubicBezTo>
                      <a:pt x="14299" y="2701"/>
                      <a:pt x="13852" y="2137"/>
                      <a:pt x="13362" y="2137"/>
                    </a:cubicBezTo>
                    <a:cubicBezTo>
                      <a:pt x="13267" y="2137"/>
                      <a:pt x="13171" y="2158"/>
                      <a:pt x="13078" y="2204"/>
                    </a:cubicBezTo>
                    <a:lnTo>
                      <a:pt x="10313" y="3529"/>
                    </a:lnTo>
                    <a:cubicBezTo>
                      <a:pt x="10270" y="3544"/>
                      <a:pt x="10230" y="3551"/>
                      <a:pt x="10193" y="3551"/>
                    </a:cubicBezTo>
                    <a:cubicBezTo>
                      <a:pt x="10082" y="3551"/>
                      <a:pt x="9996" y="3486"/>
                      <a:pt x="9909" y="3356"/>
                    </a:cubicBezTo>
                    <a:lnTo>
                      <a:pt x="8930" y="476"/>
                    </a:lnTo>
                    <a:cubicBezTo>
                      <a:pt x="8815" y="159"/>
                      <a:pt x="8512" y="1"/>
                      <a:pt x="82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64"/>
              <p:cNvSpPr/>
              <p:nvPr/>
            </p:nvSpPr>
            <p:spPr>
              <a:xfrm>
                <a:off x="2785950" y="2192075"/>
                <a:ext cx="131100" cy="169975"/>
              </a:xfrm>
              <a:custGeom>
                <a:rect b="b" l="l" r="r" t="t"/>
                <a:pathLst>
                  <a:path extrusionOk="0" h="6799" w="5244">
                    <a:moveTo>
                      <a:pt x="3227" y="5589"/>
                    </a:moveTo>
                    <a:lnTo>
                      <a:pt x="3227" y="5992"/>
                    </a:lnTo>
                    <a:cubicBezTo>
                      <a:pt x="3227" y="6165"/>
                      <a:pt x="3112" y="6280"/>
                      <a:pt x="2939" y="6280"/>
                    </a:cubicBezTo>
                    <a:lnTo>
                      <a:pt x="2305" y="6280"/>
                    </a:lnTo>
                    <a:cubicBezTo>
                      <a:pt x="2132" y="6280"/>
                      <a:pt x="2017" y="6165"/>
                      <a:pt x="2017" y="5992"/>
                    </a:cubicBezTo>
                    <a:lnTo>
                      <a:pt x="2017" y="5589"/>
                    </a:lnTo>
                    <a:close/>
                    <a:moveTo>
                      <a:pt x="2593" y="0"/>
                    </a:moveTo>
                    <a:cubicBezTo>
                      <a:pt x="1902" y="0"/>
                      <a:pt x="1268" y="289"/>
                      <a:pt x="807" y="749"/>
                    </a:cubicBezTo>
                    <a:cubicBezTo>
                      <a:pt x="289" y="1268"/>
                      <a:pt x="58" y="1902"/>
                      <a:pt x="58" y="2593"/>
                    </a:cubicBezTo>
                    <a:cubicBezTo>
                      <a:pt x="1" y="3515"/>
                      <a:pt x="519" y="4321"/>
                      <a:pt x="1268" y="4840"/>
                    </a:cubicBezTo>
                    <a:lnTo>
                      <a:pt x="1268" y="5070"/>
                    </a:lnTo>
                    <a:cubicBezTo>
                      <a:pt x="1268" y="5243"/>
                      <a:pt x="1383" y="5473"/>
                      <a:pt x="1556" y="5531"/>
                    </a:cubicBezTo>
                    <a:lnTo>
                      <a:pt x="1556" y="5992"/>
                    </a:lnTo>
                    <a:cubicBezTo>
                      <a:pt x="1556" y="6453"/>
                      <a:pt x="1902" y="6798"/>
                      <a:pt x="2305" y="6798"/>
                    </a:cubicBezTo>
                    <a:lnTo>
                      <a:pt x="2939" y="6798"/>
                    </a:lnTo>
                    <a:cubicBezTo>
                      <a:pt x="3342" y="6798"/>
                      <a:pt x="3688" y="6453"/>
                      <a:pt x="3688" y="5992"/>
                    </a:cubicBezTo>
                    <a:lnTo>
                      <a:pt x="3688" y="5531"/>
                    </a:lnTo>
                    <a:cubicBezTo>
                      <a:pt x="3861" y="5473"/>
                      <a:pt x="3976" y="5243"/>
                      <a:pt x="3976" y="5070"/>
                    </a:cubicBezTo>
                    <a:lnTo>
                      <a:pt x="3976" y="4840"/>
                    </a:lnTo>
                    <a:cubicBezTo>
                      <a:pt x="4725" y="4321"/>
                      <a:pt x="5243" y="3515"/>
                      <a:pt x="5243" y="2593"/>
                    </a:cubicBezTo>
                    <a:cubicBezTo>
                      <a:pt x="5243" y="2420"/>
                      <a:pt x="5186" y="2247"/>
                      <a:pt x="5186" y="2074"/>
                    </a:cubicBezTo>
                    <a:cubicBezTo>
                      <a:pt x="5161" y="1950"/>
                      <a:pt x="5060" y="1890"/>
                      <a:pt x="4959" y="1890"/>
                    </a:cubicBezTo>
                    <a:cubicBezTo>
                      <a:pt x="4826" y="1890"/>
                      <a:pt x="4692" y="1993"/>
                      <a:pt x="4725" y="2190"/>
                    </a:cubicBezTo>
                    <a:cubicBezTo>
                      <a:pt x="4725" y="2305"/>
                      <a:pt x="4782" y="2420"/>
                      <a:pt x="4782" y="2593"/>
                    </a:cubicBezTo>
                    <a:cubicBezTo>
                      <a:pt x="4782" y="3399"/>
                      <a:pt x="4321" y="4091"/>
                      <a:pt x="3630" y="4494"/>
                    </a:cubicBezTo>
                    <a:cubicBezTo>
                      <a:pt x="3573" y="4494"/>
                      <a:pt x="3515" y="4609"/>
                      <a:pt x="3515" y="4667"/>
                    </a:cubicBezTo>
                    <a:lnTo>
                      <a:pt x="3515" y="5070"/>
                    </a:lnTo>
                    <a:cubicBezTo>
                      <a:pt x="3515" y="5070"/>
                      <a:pt x="3457" y="5128"/>
                      <a:pt x="3457" y="5128"/>
                    </a:cubicBezTo>
                    <a:lnTo>
                      <a:pt x="1787" y="5128"/>
                    </a:lnTo>
                    <a:cubicBezTo>
                      <a:pt x="1787" y="5128"/>
                      <a:pt x="1729" y="5128"/>
                      <a:pt x="1729" y="5070"/>
                    </a:cubicBezTo>
                    <a:lnTo>
                      <a:pt x="1729" y="4667"/>
                    </a:lnTo>
                    <a:cubicBezTo>
                      <a:pt x="1729" y="4609"/>
                      <a:pt x="1729" y="4494"/>
                      <a:pt x="1614" y="4494"/>
                    </a:cubicBezTo>
                    <a:cubicBezTo>
                      <a:pt x="922" y="4091"/>
                      <a:pt x="519" y="3342"/>
                      <a:pt x="519" y="2593"/>
                    </a:cubicBezTo>
                    <a:cubicBezTo>
                      <a:pt x="519" y="1441"/>
                      <a:pt x="1441" y="461"/>
                      <a:pt x="2593" y="461"/>
                    </a:cubicBezTo>
                    <a:cubicBezTo>
                      <a:pt x="3227" y="461"/>
                      <a:pt x="3803" y="692"/>
                      <a:pt x="4206" y="1153"/>
                    </a:cubicBezTo>
                    <a:cubicBezTo>
                      <a:pt x="4251" y="1213"/>
                      <a:pt x="4312" y="1237"/>
                      <a:pt x="4372" y="1237"/>
                    </a:cubicBezTo>
                    <a:cubicBezTo>
                      <a:pt x="4546" y="1237"/>
                      <a:pt x="4723" y="1035"/>
                      <a:pt x="4552" y="865"/>
                    </a:cubicBezTo>
                    <a:cubicBezTo>
                      <a:pt x="4033" y="289"/>
                      <a:pt x="3342" y="0"/>
                      <a:pt x="259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4"/>
              <p:cNvSpPr/>
              <p:nvPr/>
            </p:nvSpPr>
            <p:spPr>
              <a:xfrm>
                <a:off x="2811875" y="2219450"/>
                <a:ext cx="46125" cy="43950"/>
              </a:xfrm>
              <a:custGeom>
                <a:rect b="b" l="l" r="r" t="t"/>
                <a:pathLst>
                  <a:path extrusionOk="0" h="1758" w="1845">
                    <a:moveTo>
                      <a:pt x="1556" y="0"/>
                    </a:moveTo>
                    <a:cubicBezTo>
                      <a:pt x="692" y="0"/>
                      <a:pt x="1" y="691"/>
                      <a:pt x="1" y="1498"/>
                    </a:cubicBezTo>
                    <a:cubicBezTo>
                      <a:pt x="1" y="1671"/>
                      <a:pt x="116" y="1757"/>
                      <a:pt x="231" y="1757"/>
                    </a:cubicBezTo>
                    <a:cubicBezTo>
                      <a:pt x="346" y="1757"/>
                      <a:pt x="462" y="1671"/>
                      <a:pt x="462" y="1498"/>
                    </a:cubicBezTo>
                    <a:cubicBezTo>
                      <a:pt x="462" y="922"/>
                      <a:pt x="980" y="461"/>
                      <a:pt x="1556" y="461"/>
                    </a:cubicBezTo>
                    <a:cubicBezTo>
                      <a:pt x="1844" y="461"/>
                      <a:pt x="1844" y="0"/>
                      <a:pt x="155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11" name="Google Shape;1711;p64"/>
          <p:cNvGrpSpPr/>
          <p:nvPr/>
        </p:nvGrpSpPr>
        <p:grpSpPr>
          <a:xfrm>
            <a:off x="7601085" y="4004729"/>
            <a:ext cx="595348" cy="595348"/>
            <a:chOff x="6135703" y="3892075"/>
            <a:chExt cx="707400" cy="707400"/>
          </a:xfrm>
        </p:grpSpPr>
        <p:sp>
          <p:nvSpPr>
            <p:cNvPr id="1712" name="Google Shape;1712;p64"/>
            <p:cNvSpPr/>
            <p:nvPr/>
          </p:nvSpPr>
          <p:spPr>
            <a:xfrm flipH="1">
              <a:off x="6135703" y="3892075"/>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13" name="Google Shape;1713;p64"/>
            <p:cNvGrpSpPr/>
            <p:nvPr/>
          </p:nvGrpSpPr>
          <p:grpSpPr>
            <a:xfrm>
              <a:off x="6310975" y="4049375"/>
              <a:ext cx="347125" cy="401850"/>
              <a:chOff x="5620075" y="5017675"/>
              <a:chExt cx="347125" cy="401850"/>
            </a:xfrm>
          </p:grpSpPr>
          <p:sp>
            <p:nvSpPr>
              <p:cNvPr id="1714" name="Google Shape;1714;p64"/>
              <p:cNvSpPr/>
              <p:nvPr/>
            </p:nvSpPr>
            <p:spPr>
              <a:xfrm>
                <a:off x="5758350" y="5292775"/>
                <a:ext cx="38900" cy="77775"/>
              </a:xfrm>
              <a:custGeom>
                <a:rect b="b" l="l" r="r" t="t"/>
                <a:pathLst>
                  <a:path extrusionOk="0" h="3111" w="1556">
                    <a:moveTo>
                      <a:pt x="749" y="0"/>
                    </a:moveTo>
                    <a:cubicBezTo>
                      <a:pt x="634" y="0"/>
                      <a:pt x="519" y="115"/>
                      <a:pt x="519" y="230"/>
                    </a:cubicBezTo>
                    <a:lnTo>
                      <a:pt x="519" y="403"/>
                    </a:lnTo>
                    <a:cubicBezTo>
                      <a:pt x="288" y="461"/>
                      <a:pt x="115" y="634"/>
                      <a:pt x="58" y="922"/>
                    </a:cubicBezTo>
                    <a:cubicBezTo>
                      <a:pt x="58" y="1152"/>
                      <a:pt x="115" y="1325"/>
                      <a:pt x="288" y="1498"/>
                    </a:cubicBezTo>
                    <a:cubicBezTo>
                      <a:pt x="461" y="1613"/>
                      <a:pt x="634" y="1671"/>
                      <a:pt x="864" y="1786"/>
                    </a:cubicBezTo>
                    <a:cubicBezTo>
                      <a:pt x="1037" y="1844"/>
                      <a:pt x="1037" y="1959"/>
                      <a:pt x="1037" y="2016"/>
                    </a:cubicBezTo>
                    <a:cubicBezTo>
                      <a:pt x="979" y="2132"/>
                      <a:pt x="922" y="2247"/>
                      <a:pt x="749" y="2247"/>
                    </a:cubicBezTo>
                    <a:cubicBezTo>
                      <a:pt x="576" y="2247"/>
                      <a:pt x="519" y="2247"/>
                      <a:pt x="403" y="2189"/>
                    </a:cubicBezTo>
                    <a:cubicBezTo>
                      <a:pt x="346" y="2160"/>
                      <a:pt x="288" y="2146"/>
                      <a:pt x="230" y="2146"/>
                    </a:cubicBezTo>
                    <a:cubicBezTo>
                      <a:pt x="173" y="2146"/>
                      <a:pt x="115" y="2160"/>
                      <a:pt x="58" y="2189"/>
                    </a:cubicBezTo>
                    <a:cubicBezTo>
                      <a:pt x="0" y="2304"/>
                      <a:pt x="0" y="2477"/>
                      <a:pt x="115" y="2592"/>
                    </a:cubicBezTo>
                    <a:cubicBezTo>
                      <a:pt x="288" y="2650"/>
                      <a:pt x="403" y="2708"/>
                      <a:pt x="519" y="2708"/>
                    </a:cubicBezTo>
                    <a:lnTo>
                      <a:pt x="519" y="2881"/>
                    </a:lnTo>
                    <a:cubicBezTo>
                      <a:pt x="519" y="2996"/>
                      <a:pt x="576" y="3111"/>
                      <a:pt x="691" y="3111"/>
                    </a:cubicBezTo>
                    <a:cubicBezTo>
                      <a:pt x="864" y="3111"/>
                      <a:pt x="979" y="2996"/>
                      <a:pt x="979" y="2881"/>
                    </a:cubicBezTo>
                    <a:lnTo>
                      <a:pt x="979" y="2708"/>
                    </a:lnTo>
                    <a:cubicBezTo>
                      <a:pt x="1267" y="2650"/>
                      <a:pt x="1440" y="2420"/>
                      <a:pt x="1498" y="2132"/>
                    </a:cubicBezTo>
                    <a:cubicBezTo>
                      <a:pt x="1556" y="1786"/>
                      <a:pt x="1383" y="1440"/>
                      <a:pt x="1037" y="1325"/>
                    </a:cubicBezTo>
                    <a:cubicBezTo>
                      <a:pt x="864" y="1267"/>
                      <a:pt x="691" y="1210"/>
                      <a:pt x="576" y="1152"/>
                    </a:cubicBezTo>
                    <a:cubicBezTo>
                      <a:pt x="461" y="1037"/>
                      <a:pt x="576" y="864"/>
                      <a:pt x="634" y="864"/>
                    </a:cubicBezTo>
                    <a:cubicBezTo>
                      <a:pt x="668" y="847"/>
                      <a:pt x="706" y="840"/>
                      <a:pt x="745" y="840"/>
                    </a:cubicBezTo>
                    <a:cubicBezTo>
                      <a:pt x="840" y="840"/>
                      <a:pt x="939" y="881"/>
                      <a:pt x="979" y="922"/>
                    </a:cubicBezTo>
                    <a:cubicBezTo>
                      <a:pt x="979" y="922"/>
                      <a:pt x="1056" y="973"/>
                      <a:pt x="1159" y="973"/>
                    </a:cubicBezTo>
                    <a:cubicBezTo>
                      <a:pt x="1210" y="973"/>
                      <a:pt x="1267" y="960"/>
                      <a:pt x="1325" y="922"/>
                    </a:cubicBezTo>
                    <a:cubicBezTo>
                      <a:pt x="1498" y="691"/>
                      <a:pt x="1267" y="576"/>
                      <a:pt x="1267" y="576"/>
                    </a:cubicBezTo>
                    <a:cubicBezTo>
                      <a:pt x="1210" y="519"/>
                      <a:pt x="1095" y="461"/>
                      <a:pt x="979" y="403"/>
                    </a:cubicBezTo>
                    <a:lnTo>
                      <a:pt x="979" y="288"/>
                    </a:lnTo>
                    <a:cubicBezTo>
                      <a:pt x="979" y="115"/>
                      <a:pt x="922" y="58"/>
                      <a:pt x="74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64"/>
              <p:cNvSpPr/>
              <p:nvPr/>
            </p:nvSpPr>
            <p:spPr>
              <a:xfrm>
                <a:off x="5625825" y="5245225"/>
                <a:ext cx="341375" cy="174300"/>
              </a:xfrm>
              <a:custGeom>
                <a:rect b="b" l="l" r="r" t="t"/>
                <a:pathLst>
                  <a:path extrusionOk="0" h="6972" w="13655">
                    <a:moveTo>
                      <a:pt x="1556" y="462"/>
                    </a:moveTo>
                    <a:cubicBezTo>
                      <a:pt x="1441" y="980"/>
                      <a:pt x="1038" y="1441"/>
                      <a:pt x="519" y="1556"/>
                    </a:cubicBezTo>
                    <a:lnTo>
                      <a:pt x="519" y="462"/>
                    </a:lnTo>
                    <a:close/>
                    <a:moveTo>
                      <a:pt x="11638" y="462"/>
                    </a:moveTo>
                    <a:lnTo>
                      <a:pt x="11638" y="1556"/>
                    </a:lnTo>
                    <a:cubicBezTo>
                      <a:pt x="11120" y="1441"/>
                      <a:pt x="10659" y="980"/>
                      <a:pt x="10601" y="462"/>
                    </a:cubicBezTo>
                    <a:close/>
                    <a:moveTo>
                      <a:pt x="13194" y="2305"/>
                    </a:moveTo>
                    <a:lnTo>
                      <a:pt x="13194" y="2824"/>
                    </a:lnTo>
                    <a:lnTo>
                      <a:pt x="10716" y="2824"/>
                    </a:lnTo>
                    <a:lnTo>
                      <a:pt x="10716" y="2305"/>
                    </a:lnTo>
                    <a:close/>
                    <a:moveTo>
                      <a:pt x="13194" y="3285"/>
                    </a:moveTo>
                    <a:lnTo>
                      <a:pt x="13194" y="3746"/>
                    </a:lnTo>
                    <a:lnTo>
                      <a:pt x="10716" y="3746"/>
                    </a:lnTo>
                    <a:lnTo>
                      <a:pt x="10716" y="3285"/>
                    </a:lnTo>
                    <a:close/>
                    <a:moveTo>
                      <a:pt x="10256" y="4206"/>
                    </a:moveTo>
                    <a:lnTo>
                      <a:pt x="10256" y="4667"/>
                    </a:lnTo>
                    <a:lnTo>
                      <a:pt x="7778" y="4667"/>
                    </a:lnTo>
                    <a:lnTo>
                      <a:pt x="7778" y="4206"/>
                    </a:lnTo>
                    <a:close/>
                    <a:moveTo>
                      <a:pt x="13194" y="4206"/>
                    </a:moveTo>
                    <a:lnTo>
                      <a:pt x="13194" y="4667"/>
                    </a:lnTo>
                    <a:lnTo>
                      <a:pt x="10716" y="4667"/>
                    </a:lnTo>
                    <a:lnTo>
                      <a:pt x="10716" y="4206"/>
                    </a:lnTo>
                    <a:close/>
                    <a:moveTo>
                      <a:pt x="6050" y="1441"/>
                    </a:moveTo>
                    <a:cubicBezTo>
                      <a:pt x="7145" y="1441"/>
                      <a:pt x="8066" y="2363"/>
                      <a:pt x="8066" y="3457"/>
                    </a:cubicBezTo>
                    <a:cubicBezTo>
                      <a:pt x="8066" y="3573"/>
                      <a:pt x="8066" y="3630"/>
                      <a:pt x="8066" y="3746"/>
                    </a:cubicBezTo>
                    <a:lnTo>
                      <a:pt x="7490" y="3746"/>
                    </a:lnTo>
                    <a:cubicBezTo>
                      <a:pt x="7375" y="3746"/>
                      <a:pt x="7260" y="3861"/>
                      <a:pt x="7260" y="3976"/>
                    </a:cubicBezTo>
                    <a:lnTo>
                      <a:pt x="7260" y="5128"/>
                    </a:lnTo>
                    <a:cubicBezTo>
                      <a:pt x="6914" y="5416"/>
                      <a:pt x="6511" y="5531"/>
                      <a:pt x="6050" y="5531"/>
                    </a:cubicBezTo>
                    <a:cubicBezTo>
                      <a:pt x="4955" y="5531"/>
                      <a:pt x="4034" y="4610"/>
                      <a:pt x="4034" y="3457"/>
                    </a:cubicBezTo>
                    <a:cubicBezTo>
                      <a:pt x="4034" y="2363"/>
                      <a:pt x="4955" y="1441"/>
                      <a:pt x="6050" y="1441"/>
                    </a:cubicBezTo>
                    <a:close/>
                    <a:moveTo>
                      <a:pt x="10256" y="5128"/>
                    </a:moveTo>
                    <a:lnTo>
                      <a:pt x="10256" y="5589"/>
                    </a:lnTo>
                    <a:lnTo>
                      <a:pt x="7778" y="5589"/>
                    </a:lnTo>
                    <a:lnTo>
                      <a:pt x="7778" y="5128"/>
                    </a:lnTo>
                    <a:close/>
                    <a:moveTo>
                      <a:pt x="13194" y="5128"/>
                    </a:moveTo>
                    <a:lnTo>
                      <a:pt x="13194" y="5589"/>
                    </a:lnTo>
                    <a:lnTo>
                      <a:pt x="10716" y="5589"/>
                    </a:lnTo>
                    <a:lnTo>
                      <a:pt x="10716" y="5128"/>
                    </a:lnTo>
                    <a:close/>
                    <a:moveTo>
                      <a:pt x="519" y="5416"/>
                    </a:moveTo>
                    <a:cubicBezTo>
                      <a:pt x="1038" y="5531"/>
                      <a:pt x="1441" y="5935"/>
                      <a:pt x="1556" y="6511"/>
                    </a:cubicBezTo>
                    <a:lnTo>
                      <a:pt x="519" y="6511"/>
                    </a:lnTo>
                    <a:lnTo>
                      <a:pt x="519" y="5416"/>
                    </a:lnTo>
                    <a:close/>
                    <a:moveTo>
                      <a:pt x="10083" y="462"/>
                    </a:moveTo>
                    <a:cubicBezTo>
                      <a:pt x="10198" y="1095"/>
                      <a:pt x="10601" y="1614"/>
                      <a:pt x="11177" y="1902"/>
                    </a:cubicBezTo>
                    <a:lnTo>
                      <a:pt x="10486" y="1902"/>
                    </a:lnTo>
                    <a:cubicBezTo>
                      <a:pt x="10313" y="1902"/>
                      <a:pt x="10256" y="2017"/>
                      <a:pt x="10256" y="2132"/>
                    </a:cubicBezTo>
                    <a:lnTo>
                      <a:pt x="10256" y="3688"/>
                    </a:lnTo>
                    <a:lnTo>
                      <a:pt x="8527" y="3688"/>
                    </a:lnTo>
                    <a:cubicBezTo>
                      <a:pt x="8527" y="3630"/>
                      <a:pt x="8527" y="3515"/>
                      <a:pt x="8527" y="3457"/>
                    </a:cubicBezTo>
                    <a:cubicBezTo>
                      <a:pt x="8527" y="2075"/>
                      <a:pt x="7433" y="923"/>
                      <a:pt x="6050" y="923"/>
                    </a:cubicBezTo>
                    <a:cubicBezTo>
                      <a:pt x="4667" y="923"/>
                      <a:pt x="3573" y="2075"/>
                      <a:pt x="3573" y="3457"/>
                    </a:cubicBezTo>
                    <a:cubicBezTo>
                      <a:pt x="3573" y="4840"/>
                      <a:pt x="4667" y="5992"/>
                      <a:pt x="6050" y="5992"/>
                    </a:cubicBezTo>
                    <a:cubicBezTo>
                      <a:pt x="6511" y="5992"/>
                      <a:pt x="6914" y="5877"/>
                      <a:pt x="7260" y="5647"/>
                    </a:cubicBezTo>
                    <a:lnTo>
                      <a:pt x="7260" y="6511"/>
                    </a:lnTo>
                    <a:lnTo>
                      <a:pt x="2017" y="6511"/>
                    </a:lnTo>
                    <a:cubicBezTo>
                      <a:pt x="1902" y="5704"/>
                      <a:pt x="1268" y="5071"/>
                      <a:pt x="462" y="4955"/>
                    </a:cubicBezTo>
                    <a:lnTo>
                      <a:pt x="462" y="2017"/>
                    </a:lnTo>
                    <a:cubicBezTo>
                      <a:pt x="1268" y="1902"/>
                      <a:pt x="1902" y="1268"/>
                      <a:pt x="2017" y="462"/>
                    </a:cubicBezTo>
                    <a:close/>
                    <a:moveTo>
                      <a:pt x="10256" y="6050"/>
                    </a:moveTo>
                    <a:lnTo>
                      <a:pt x="10256" y="6511"/>
                    </a:lnTo>
                    <a:lnTo>
                      <a:pt x="7778" y="6511"/>
                    </a:lnTo>
                    <a:lnTo>
                      <a:pt x="7778" y="6050"/>
                    </a:lnTo>
                    <a:close/>
                    <a:moveTo>
                      <a:pt x="231" y="1"/>
                    </a:moveTo>
                    <a:cubicBezTo>
                      <a:pt x="116" y="1"/>
                      <a:pt x="1" y="58"/>
                      <a:pt x="1" y="231"/>
                    </a:cubicBezTo>
                    <a:lnTo>
                      <a:pt x="1" y="6741"/>
                    </a:lnTo>
                    <a:cubicBezTo>
                      <a:pt x="1" y="6857"/>
                      <a:pt x="116" y="6972"/>
                      <a:pt x="231" y="6972"/>
                    </a:cubicBezTo>
                    <a:lnTo>
                      <a:pt x="11350" y="6972"/>
                    </a:lnTo>
                    <a:cubicBezTo>
                      <a:pt x="11638" y="6972"/>
                      <a:pt x="11638" y="6511"/>
                      <a:pt x="11350" y="6511"/>
                    </a:cubicBezTo>
                    <a:lnTo>
                      <a:pt x="10716" y="6511"/>
                    </a:lnTo>
                    <a:lnTo>
                      <a:pt x="10716" y="6050"/>
                    </a:lnTo>
                    <a:lnTo>
                      <a:pt x="13194" y="6050"/>
                    </a:lnTo>
                    <a:lnTo>
                      <a:pt x="13194" y="6511"/>
                    </a:lnTo>
                    <a:lnTo>
                      <a:pt x="12560" y="6511"/>
                    </a:lnTo>
                    <a:cubicBezTo>
                      <a:pt x="12272" y="6511"/>
                      <a:pt x="12272" y="6972"/>
                      <a:pt x="12560" y="6972"/>
                    </a:cubicBezTo>
                    <a:lnTo>
                      <a:pt x="13424" y="6972"/>
                    </a:lnTo>
                    <a:cubicBezTo>
                      <a:pt x="13539" y="6972"/>
                      <a:pt x="13655" y="6857"/>
                      <a:pt x="13655" y="6741"/>
                    </a:cubicBezTo>
                    <a:lnTo>
                      <a:pt x="13655" y="2132"/>
                    </a:lnTo>
                    <a:cubicBezTo>
                      <a:pt x="13655" y="2017"/>
                      <a:pt x="13539" y="1902"/>
                      <a:pt x="13424" y="1902"/>
                    </a:cubicBezTo>
                    <a:lnTo>
                      <a:pt x="12099" y="1902"/>
                    </a:lnTo>
                    <a:lnTo>
                      <a:pt x="12099" y="231"/>
                    </a:lnTo>
                    <a:cubicBezTo>
                      <a:pt x="12099" y="58"/>
                      <a:pt x="12042" y="1"/>
                      <a:pt x="1186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4"/>
              <p:cNvSpPr/>
              <p:nvPr/>
            </p:nvSpPr>
            <p:spPr>
              <a:xfrm>
                <a:off x="5643050" y="5123525"/>
                <a:ext cx="269500" cy="104450"/>
              </a:xfrm>
              <a:custGeom>
                <a:rect b="b" l="l" r="r" t="t"/>
                <a:pathLst>
                  <a:path extrusionOk="0" h="4178" w="10780">
                    <a:moveTo>
                      <a:pt x="5397" y="1"/>
                    </a:moveTo>
                    <a:cubicBezTo>
                      <a:pt x="5332" y="1"/>
                      <a:pt x="5275" y="30"/>
                      <a:pt x="5246" y="87"/>
                    </a:cubicBezTo>
                    <a:lnTo>
                      <a:pt x="4670" y="663"/>
                    </a:lnTo>
                    <a:cubicBezTo>
                      <a:pt x="4499" y="834"/>
                      <a:pt x="4644" y="1036"/>
                      <a:pt x="4825" y="1036"/>
                    </a:cubicBezTo>
                    <a:cubicBezTo>
                      <a:pt x="4888" y="1036"/>
                      <a:pt x="4955" y="1011"/>
                      <a:pt x="5015" y="951"/>
                    </a:cubicBezTo>
                    <a:lnTo>
                      <a:pt x="5188" y="836"/>
                    </a:lnTo>
                    <a:lnTo>
                      <a:pt x="5188" y="2737"/>
                    </a:lnTo>
                    <a:lnTo>
                      <a:pt x="1098" y="2737"/>
                    </a:lnTo>
                    <a:lnTo>
                      <a:pt x="1098" y="1873"/>
                    </a:lnTo>
                    <a:lnTo>
                      <a:pt x="1271" y="2046"/>
                    </a:lnTo>
                    <a:cubicBezTo>
                      <a:pt x="1325" y="2100"/>
                      <a:pt x="1383" y="2123"/>
                      <a:pt x="1437" y="2123"/>
                    </a:cubicBezTo>
                    <a:cubicBezTo>
                      <a:pt x="1611" y="2123"/>
                      <a:pt x="1748" y="1890"/>
                      <a:pt x="1616" y="1758"/>
                    </a:cubicBezTo>
                    <a:lnTo>
                      <a:pt x="1040" y="1182"/>
                    </a:lnTo>
                    <a:cubicBezTo>
                      <a:pt x="1011" y="1124"/>
                      <a:pt x="954" y="1095"/>
                      <a:pt x="889" y="1095"/>
                    </a:cubicBezTo>
                    <a:cubicBezTo>
                      <a:pt x="824" y="1095"/>
                      <a:pt x="752" y="1124"/>
                      <a:pt x="694" y="1182"/>
                    </a:cubicBezTo>
                    <a:lnTo>
                      <a:pt x="176" y="1758"/>
                    </a:lnTo>
                    <a:cubicBezTo>
                      <a:pt x="0" y="1890"/>
                      <a:pt x="160" y="2123"/>
                      <a:pt x="322" y="2123"/>
                    </a:cubicBezTo>
                    <a:cubicBezTo>
                      <a:pt x="373" y="2123"/>
                      <a:pt x="423" y="2100"/>
                      <a:pt x="464" y="2046"/>
                    </a:cubicBezTo>
                    <a:lnTo>
                      <a:pt x="637" y="1873"/>
                    </a:lnTo>
                    <a:lnTo>
                      <a:pt x="637" y="2968"/>
                    </a:lnTo>
                    <a:cubicBezTo>
                      <a:pt x="637" y="3083"/>
                      <a:pt x="752" y="3198"/>
                      <a:pt x="867" y="3198"/>
                    </a:cubicBezTo>
                    <a:lnTo>
                      <a:pt x="5188" y="3198"/>
                    </a:lnTo>
                    <a:lnTo>
                      <a:pt x="5188" y="3947"/>
                    </a:lnTo>
                    <a:cubicBezTo>
                      <a:pt x="5188" y="4062"/>
                      <a:pt x="5303" y="4178"/>
                      <a:pt x="5419" y="4178"/>
                    </a:cubicBezTo>
                    <a:cubicBezTo>
                      <a:pt x="5534" y="4178"/>
                      <a:pt x="5649" y="4062"/>
                      <a:pt x="5649" y="3947"/>
                    </a:cubicBezTo>
                    <a:lnTo>
                      <a:pt x="5649" y="3198"/>
                    </a:lnTo>
                    <a:lnTo>
                      <a:pt x="9912" y="3198"/>
                    </a:lnTo>
                    <a:cubicBezTo>
                      <a:pt x="9912" y="3198"/>
                      <a:pt x="10143" y="3083"/>
                      <a:pt x="10143" y="2968"/>
                    </a:cubicBezTo>
                    <a:lnTo>
                      <a:pt x="10143" y="1873"/>
                    </a:lnTo>
                    <a:lnTo>
                      <a:pt x="10258" y="2046"/>
                    </a:lnTo>
                    <a:cubicBezTo>
                      <a:pt x="10312" y="2100"/>
                      <a:pt x="10373" y="2123"/>
                      <a:pt x="10431" y="2123"/>
                    </a:cubicBezTo>
                    <a:cubicBezTo>
                      <a:pt x="10620" y="2123"/>
                      <a:pt x="10780" y="1890"/>
                      <a:pt x="10604" y="1758"/>
                    </a:cubicBezTo>
                    <a:lnTo>
                      <a:pt x="10085" y="1182"/>
                    </a:lnTo>
                    <a:cubicBezTo>
                      <a:pt x="10027" y="1124"/>
                      <a:pt x="9955" y="1095"/>
                      <a:pt x="9891" y="1095"/>
                    </a:cubicBezTo>
                    <a:cubicBezTo>
                      <a:pt x="9826" y="1095"/>
                      <a:pt x="9768" y="1124"/>
                      <a:pt x="9739" y="1182"/>
                    </a:cubicBezTo>
                    <a:lnTo>
                      <a:pt x="9163" y="1758"/>
                    </a:lnTo>
                    <a:cubicBezTo>
                      <a:pt x="9031" y="1890"/>
                      <a:pt x="9168" y="2123"/>
                      <a:pt x="9343" y="2123"/>
                    </a:cubicBezTo>
                    <a:cubicBezTo>
                      <a:pt x="9397" y="2123"/>
                      <a:pt x="9455" y="2100"/>
                      <a:pt x="9509" y="2046"/>
                    </a:cubicBezTo>
                    <a:lnTo>
                      <a:pt x="9682" y="1873"/>
                    </a:lnTo>
                    <a:lnTo>
                      <a:pt x="9682" y="2680"/>
                    </a:lnTo>
                    <a:lnTo>
                      <a:pt x="5649" y="2680"/>
                    </a:lnTo>
                    <a:lnTo>
                      <a:pt x="5649" y="836"/>
                    </a:lnTo>
                    <a:lnTo>
                      <a:pt x="5764" y="951"/>
                    </a:lnTo>
                    <a:cubicBezTo>
                      <a:pt x="5824" y="1011"/>
                      <a:pt x="5892" y="1036"/>
                      <a:pt x="5955" y="1036"/>
                    </a:cubicBezTo>
                    <a:cubicBezTo>
                      <a:pt x="6135" y="1036"/>
                      <a:pt x="6281" y="834"/>
                      <a:pt x="6110" y="663"/>
                    </a:cubicBezTo>
                    <a:lnTo>
                      <a:pt x="5591" y="87"/>
                    </a:lnTo>
                    <a:cubicBezTo>
                      <a:pt x="5534" y="30"/>
                      <a:pt x="5462" y="1"/>
                      <a:pt x="539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4"/>
              <p:cNvSpPr/>
              <p:nvPr/>
            </p:nvSpPr>
            <p:spPr>
              <a:xfrm>
                <a:off x="5620075" y="5046475"/>
                <a:ext cx="90750" cy="90775"/>
              </a:xfrm>
              <a:custGeom>
                <a:rect b="b" l="l" r="r" t="t"/>
                <a:pathLst>
                  <a:path extrusionOk="0" h="3631" w="3630">
                    <a:moveTo>
                      <a:pt x="1786" y="1"/>
                    </a:moveTo>
                    <a:cubicBezTo>
                      <a:pt x="1556" y="1"/>
                      <a:pt x="1268" y="58"/>
                      <a:pt x="1037" y="231"/>
                    </a:cubicBezTo>
                    <a:cubicBezTo>
                      <a:pt x="785" y="332"/>
                      <a:pt x="931" y="655"/>
                      <a:pt x="1126" y="655"/>
                    </a:cubicBezTo>
                    <a:cubicBezTo>
                      <a:pt x="1154" y="655"/>
                      <a:pt x="1182" y="648"/>
                      <a:pt x="1210" y="634"/>
                    </a:cubicBezTo>
                    <a:cubicBezTo>
                      <a:pt x="1383" y="519"/>
                      <a:pt x="1613" y="519"/>
                      <a:pt x="1786" y="519"/>
                    </a:cubicBezTo>
                    <a:cubicBezTo>
                      <a:pt x="2535" y="519"/>
                      <a:pt x="3169" y="1095"/>
                      <a:pt x="3169" y="1844"/>
                    </a:cubicBezTo>
                    <a:cubicBezTo>
                      <a:pt x="3169" y="2593"/>
                      <a:pt x="2535" y="3169"/>
                      <a:pt x="1786" y="3169"/>
                    </a:cubicBezTo>
                    <a:cubicBezTo>
                      <a:pt x="1037" y="3169"/>
                      <a:pt x="461" y="2593"/>
                      <a:pt x="461" y="1844"/>
                    </a:cubicBezTo>
                    <a:cubicBezTo>
                      <a:pt x="461" y="1671"/>
                      <a:pt x="461" y="1556"/>
                      <a:pt x="519" y="1383"/>
                    </a:cubicBezTo>
                    <a:cubicBezTo>
                      <a:pt x="588" y="1212"/>
                      <a:pt x="451" y="1101"/>
                      <a:pt x="318" y="1101"/>
                    </a:cubicBezTo>
                    <a:cubicBezTo>
                      <a:pt x="228" y="1101"/>
                      <a:pt x="139" y="1152"/>
                      <a:pt x="116" y="1268"/>
                    </a:cubicBezTo>
                    <a:cubicBezTo>
                      <a:pt x="0" y="1441"/>
                      <a:pt x="0" y="1614"/>
                      <a:pt x="0" y="1844"/>
                    </a:cubicBezTo>
                    <a:cubicBezTo>
                      <a:pt x="0" y="2824"/>
                      <a:pt x="807" y="3630"/>
                      <a:pt x="1786" y="3630"/>
                    </a:cubicBezTo>
                    <a:cubicBezTo>
                      <a:pt x="2823" y="3630"/>
                      <a:pt x="3630" y="2824"/>
                      <a:pt x="3630" y="1844"/>
                    </a:cubicBezTo>
                    <a:cubicBezTo>
                      <a:pt x="3630" y="865"/>
                      <a:pt x="2823" y="1"/>
                      <a:pt x="17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64"/>
              <p:cNvSpPr/>
              <p:nvPr/>
            </p:nvSpPr>
            <p:spPr>
              <a:xfrm>
                <a:off x="5844750" y="5046475"/>
                <a:ext cx="90775" cy="90775"/>
              </a:xfrm>
              <a:custGeom>
                <a:rect b="b" l="l" r="r" t="t"/>
                <a:pathLst>
                  <a:path extrusionOk="0" h="3631" w="3631">
                    <a:moveTo>
                      <a:pt x="1787" y="519"/>
                    </a:moveTo>
                    <a:cubicBezTo>
                      <a:pt x="2536" y="519"/>
                      <a:pt x="3169" y="1095"/>
                      <a:pt x="3169" y="1844"/>
                    </a:cubicBezTo>
                    <a:cubicBezTo>
                      <a:pt x="3169" y="2593"/>
                      <a:pt x="2536" y="3169"/>
                      <a:pt x="1787" y="3169"/>
                    </a:cubicBezTo>
                    <a:cubicBezTo>
                      <a:pt x="1038" y="3169"/>
                      <a:pt x="462" y="2593"/>
                      <a:pt x="462" y="1844"/>
                    </a:cubicBezTo>
                    <a:cubicBezTo>
                      <a:pt x="462" y="1095"/>
                      <a:pt x="1038" y="519"/>
                      <a:pt x="1787" y="519"/>
                    </a:cubicBezTo>
                    <a:close/>
                    <a:moveTo>
                      <a:pt x="1787" y="1"/>
                    </a:moveTo>
                    <a:cubicBezTo>
                      <a:pt x="807" y="1"/>
                      <a:pt x="1" y="865"/>
                      <a:pt x="1" y="1844"/>
                    </a:cubicBezTo>
                    <a:cubicBezTo>
                      <a:pt x="1" y="2824"/>
                      <a:pt x="807" y="3630"/>
                      <a:pt x="1787" y="3630"/>
                    </a:cubicBezTo>
                    <a:cubicBezTo>
                      <a:pt x="2824" y="3630"/>
                      <a:pt x="3630" y="2824"/>
                      <a:pt x="3630" y="1844"/>
                    </a:cubicBezTo>
                    <a:cubicBezTo>
                      <a:pt x="3630" y="865"/>
                      <a:pt x="2824" y="1"/>
                      <a:pt x="178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64"/>
              <p:cNvSpPr/>
              <p:nvPr/>
            </p:nvSpPr>
            <p:spPr>
              <a:xfrm>
                <a:off x="5732425" y="5017675"/>
                <a:ext cx="90750" cy="90750"/>
              </a:xfrm>
              <a:custGeom>
                <a:rect b="b" l="l" r="r" t="t"/>
                <a:pathLst>
                  <a:path extrusionOk="0" h="3630" w="3630">
                    <a:moveTo>
                      <a:pt x="1786" y="461"/>
                    </a:moveTo>
                    <a:cubicBezTo>
                      <a:pt x="2535" y="461"/>
                      <a:pt x="3169" y="1037"/>
                      <a:pt x="3169" y="1786"/>
                    </a:cubicBezTo>
                    <a:cubicBezTo>
                      <a:pt x="3169" y="2535"/>
                      <a:pt x="2535" y="3169"/>
                      <a:pt x="1786" y="3169"/>
                    </a:cubicBezTo>
                    <a:cubicBezTo>
                      <a:pt x="1037" y="3169"/>
                      <a:pt x="461" y="2535"/>
                      <a:pt x="461" y="1786"/>
                    </a:cubicBezTo>
                    <a:cubicBezTo>
                      <a:pt x="461" y="1095"/>
                      <a:pt x="1037" y="461"/>
                      <a:pt x="1786" y="461"/>
                    </a:cubicBezTo>
                    <a:close/>
                    <a:moveTo>
                      <a:pt x="1786" y="0"/>
                    </a:moveTo>
                    <a:cubicBezTo>
                      <a:pt x="807" y="0"/>
                      <a:pt x="0" y="807"/>
                      <a:pt x="0" y="1786"/>
                    </a:cubicBezTo>
                    <a:cubicBezTo>
                      <a:pt x="0" y="2823"/>
                      <a:pt x="807" y="3630"/>
                      <a:pt x="1786" y="3630"/>
                    </a:cubicBezTo>
                    <a:cubicBezTo>
                      <a:pt x="2823" y="3630"/>
                      <a:pt x="3630" y="2823"/>
                      <a:pt x="3630" y="1786"/>
                    </a:cubicBezTo>
                    <a:cubicBezTo>
                      <a:pt x="3630" y="807"/>
                      <a:pt x="2823" y="0"/>
                      <a:pt x="178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20" name="Google Shape;1720;p64"/>
          <p:cNvGrpSpPr/>
          <p:nvPr/>
        </p:nvGrpSpPr>
        <p:grpSpPr>
          <a:xfrm>
            <a:off x="7601085" y="3353468"/>
            <a:ext cx="595348" cy="595358"/>
            <a:chOff x="6135703" y="3118238"/>
            <a:chExt cx="707400" cy="707413"/>
          </a:xfrm>
        </p:grpSpPr>
        <p:sp>
          <p:nvSpPr>
            <p:cNvPr id="1721" name="Google Shape;1721;p64"/>
            <p:cNvSpPr/>
            <p:nvPr/>
          </p:nvSpPr>
          <p:spPr>
            <a:xfrm flipH="1">
              <a:off x="6135703" y="3118250"/>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64"/>
            <p:cNvSpPr/>
            <p:nvPr/>
          </p:nvSpPr>
          <p:spPr>
            <a:xfrm flipH="1">
              <a:off x="6135703" y="3118238"/>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23" name="Google Shape;1723;p64"/>
            <p:cNvGrpSpPr/>
            <p:nvPr/>
          </p:nvGrpSpPr>
          <p:grpSpPr>
            <a:xfrm>
              <a:off x="6334563" y="3271025"/>
              <a:ext cx="309675" cy="401850"/>
              <a:chOff x="5434625" y="3227625"/>
              <a:chExt cx="309675" cy="401850"/>
            </a:xfrm>
          </p:grpSpPr>
          <p:sp>
            <p:nvSpPr>
              <p:cNvPr id="1724" name="Google Shape;1724;p64"/>
              <p:cNvSpPr/>
              <p:nvPr/>
            </p:nvSpPr>
            <p:spPr>
              <a:xfrm>
                <a:off x="5643450" y="3263625"/>
                <a:ext cx="57650" cy="57650"/>
              </a:xfrm>
              <a:custGeom>
                <a:rect b="b" l="l" r="r" t="t"/>
                <a:pathLst>
                  <a:path extrusionOk="0" h="2306" w="2306">
                    <a:moveTo>
                      <a:pt x="1153" y="462"/>
                    </a:moveTo>
                    <a:cubicBezTo>
                      <a:pt x="1326" y="462"/>
                      <a:pt x="1499" y="577"/>
                      <a:pt x="1671" y="692"/>
                    </a:cubicBezTo>
                    <a:cubicBezTo>
                      <a:pt x="1787" y="807"/>
                      <a:pt x="1844" y="980"/>
                      <a:pt x="1844" y="1153"/>
                    </a:cubicBezTo>
                    <a:cubicBezTo>
                      <a:pt x="1844" y="1326"/>
                      <a:pt x="1787" y="1499"/>
                      <a:pt x="1671" y="1671"/>
                    </a:cubicBezTo>
                    <a:cubicBezTo>
                      <a:pt x="1556" y="1787"/>
                      <a:pt x="1383" y="1844"/>
                      <a:pt x="1153" y="1844"/>
                    </a:cubicBezTo>
                    <a:cubicBezTo>
                      <a:pt x="980" y="1844"/>
                      <a:pt x="807" y="1787"/>
                      <a:pt x="692" y="1671"/>
                    </a:cubicBezTo>
                    <a:cubicBezTo>
                      <a:pt x="577" y="1499"/>
                      <a:pt x="519" y="1326"/>
                      <a:pt x="519" y="1153"/>
                    </a:cubicBezTo>
                    <a:cubicBezTo>
                      <a:pt x="519" y="980"/>
                      <a:pt x="577" y="807"/>
                      <a:pt x="692" y="692"/>
                    </a:cubicBezTo>
                    <a:cubicBezTo>
                      <a:pt x="807" y="577"/>
                      <a:pt x="980" y="462"/>
                      <a:pt x="1153" y="462"/>
                    </a:cubicBezTo>
                    <a:close/>
                    <a:moveTo>
                      <a:pt x="1182" y="1"/>
                    </a:moveTo>
                    <a:cubicBezTo>
                      <a:pt x="879" y="1"/>
                      <a:pt x="577" y="116"/>
                      <a:pt x="346" y="346"/>
                    </a:cubicBezTo>
                    <a:cubicBezTo>
                      <a:pt x="173" y="577"/>
                      <a:pt x="1" y="865"/>
                      <a:pt x="1" y="1153"/>
                    </a:cubicBezTo>
                    <a:cubicBezTo>
                      <a:pt x="1" y="1499"/>
                      <a:pt x="173" y="1787"/>
                      <a:pt x="346" y="1959"/>
                    </a:cubicBezTo>
                    <a:cubicBezTo>
                      <a:pt x="577" y="2190"/>
                      <a:pt x="865" y="2305"/>
                      <a:pt x="1153" y="2305"/>
                    </a:cubicBezTo>
                    <a:cubicBezTo>
                      <a:pt x="1499" y="2305"/>
                      <a:pt x="1787" y="2190"/>
                      <a:pt x="2017" y="1959"/>
                    </a:cubicBezTo>
                    <a:cubicBezTo>
                      <a:pt x="2190" y="1787"/>
                      <a:pt x="2305" y="1499"/>
                      <a:pt x="2305" y="1153"/>
                    </a:cubicBezTo>
                    <a:cubicBezTo>
                      <a:pt x="2305" y="865"/>
                      <a:pt x="2190" y="577"/>
                      <a:pt x="2017" y="346"/>
                    </a:cubicBezTo>
                    <a:cubicBezTo>
                      <a:pt x="1787" y="116"/>
                      <a:pt x="1484" y="1"/>
                      <a:pt x="118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4"/>
              <p:cNvSpPr/>
              <p:nvPr/>
            </p:nvSpPr>
            <p:spPr>
              <a:xfrm>
                <a:off x="5607450" y="3227625"/>
                <a:ext cx="131075" cy="129650"/>
              </a:xfrm>
              <a:custGeom>
                <a:rect b="b" l="l" r="r" t="t"/>
                <a:pathLst>
                  <a:path extrusionOk="0" h="5186" w="5243">
                    <a:moveTo>
                      <a:pt x="2766" y="461"/>
                    </a:moveTo>
                    <a:lnTo>
                      <a:pt x="2823" y="922"/>
                    </a:lnTo>
                    <a:cubicBezTo>
                      <a:pt x="2823" y="1037"/>
                      <a:pt x="2939" y="1095"/>
                      <a:pt x="2996" y="1095"/>
                    </a:cubicBezTo>
                    <a:cubicBezTo>
                      <a:pt x="3111" y="1153"/>
                      <a:pt x="3284" y="1210"/>
                      <a:pt x="3399" y="1268"/>
                    </a:cubicBezTo>
                    <a:cubicBezTo>
                      <a:pt x="3428" y="1297"/>
                      <a:pt x="3471" y="1311"/>
                      <a:pt x="3515" y="1311"/>
                    </a:cubicBezTo>
                    <a:cubicBezTo>
                      <a:pt x="3558" y="1311"/>
                      <a:pt x="3601" y="1297"/>
                      <a:pt x="3630" y="1268"/>
                    </a:cubicBezTo>
                    <a:lnTo>
                      <a:pt x="4033" y="980"/>
                    </a:lnTo>
                    <a:lnTo>
                      <a:pt x="4206" y="1153"/>
                    </a:lnTo>
                    <a:lnTo>
                      <a:pt x="3976" y="1556"/>
                    </a:lnTo>
                    <a:cubicBezTo>
                      <a:pt x="3918" y="1613"/>
                      <a:pt x="3918" y="1729"/>
                      <a:pt x="3918" y="1844"/>
                    </a:cubicBezTo>
                    <a:cubicBezTo>
                      <a:pt x="4033" y="1959"/>
                      <a:pt x="4091" y="2074"/>
                      <a:pt x="4091" y="2190"/>
                    </a:cubicBezTo>
                    <a:cubicBezTo>
                      <a:pt x="4148" y="2305"/>
                      <a:pt x="4206" y="2362"/>
                      <a:pt x="4264" y="2362"/>
                    </a:cubicBezTo>
                    <a:lnTo>
                      <a:pt x="4724" y="2478"/>
                    </a:lnTo>
                    <a:lnTo>
                      <a:pt x="4724" y="2708"/>
                    </a:lnTo>
                    <a:lnTo>
                      <a:pt x="4264" y="2823"/>
                    </a:lnTo>
                    <a:cubicBezTo>
                      <a:pt x="4206" y="2823"/>
                      <a:pt x="4148" y="2881"/>
                      <a:pt x="4091" y="2996"/>
                    </a:cubicBezTo>
                    <a:cubicBezTo>
                      <a:pt x="4091" y="3111"/>
                      <a:pt x="4033" y="3227"/>
                      <a:pt x="3918" y="3399"/>
                    </a:cubicBezTo>
                    <a:cubicBezTo>
                      <a:pt x="3860" y="3457"/>
                      <a:pt x="3918" y="3572"/>
                      <a:pt x="3918" y="3630"/>
                    </a:cubicBezTo>
                    <a:lnTo>
                      <a:pt x="4206" y="4033"/>
                    </a:lnTo>
                    <a:lnTo>
                      <a:pt x="4033" y="4206"/>
                    </a:lnTo>
                    <a:lnTo>
                      <a:pt x="3630" y="3918"/>
                    </a:lnTo>
                    <a:cubicBezTo>
                      <a:pt x="3601" y="3889"/>
                      <a:pt x="3558" y="3875"/>
                      <a:pt x="3515" y="3875"/>
                    </a:cubicBezTo>
                    <a:cubicBezTo>
                      <a:pt x="3471" y="3875"/>
                      <a:pt x="3428" y="3889"/>
                      <a:pt x="3399" y="3918"/>
                    </a:cubicBezTo>
                    <a:cubicBezTo>
                      <a:pt x="3284" y="3976"/>
                      <a:pt x="3111" y="4033"/>
                      <a:pt x="2996" y="4091"/>
                    </a:cubicBezTo>
                    <a:cubicBezTo>
                      <a:pt x="2881" y="4091"/>
                      <a:pt x="2823" y="4206"/>
                      <a:pt x="2823" y="4264"/>
                    </a:cubicBezTo>
                    <a:lnTo>
                      <a:pt x="2708" y="4724"/>
                    </a:lnTo>
                    <a:lnTo>
                      <a:pt x="2478" y="4724"/>
                    </a:lnTo>
                    <a:lnTo>
                      <a:pt x="2362" y="4264"/>
                    </a:lnTo>
                    <a:cubicBezTo>
                      <a:pt x="2362" y="4206"/>
                      <a:pt x="2305" y="4091"/>
                      <a:pt x="2190" y="4091"/>
                    </a:cubicBezTo>
                    <a:cubicBezTo>
                      <a:pt x="2074" y="4033"/>
                      <a:pt x="1959" y="3976"/>
                      <a:pt x="1844" y="3918"/>
                    </a:cubicBezTo>
                    <a:cubicBezTo>
                      <a:pt x="1786" y="3889"/>
                      <a:pt x="1729" y="3875"/>
                      <a:pt x="1678" y="3875"/>
                    </a:cubicBezTo>
                    <a:cubicBezTo>
                      <a:pt x="1628" y="3875"/>
                      <a:pt x="1585" y="3889"/>
                      <a:pt x="1556" y="3918"/>
                    </a:cubicBezTo>
                    <a:lnTo>
                      <a:pt x="1210" y="4206"/>
                    </a:lnTo>
                    <a:lnTo>
                      <a:pt x="980" y="4033"/>
                    </a:lnTo>
                    <a:lnTo>
                      <a:pt x="1268" y="3630"/>
                    </a:lnTo>
                    <a:cubicBezTo>
                      <a:pt x="1325" y="3572"/>
                      <a:pt x="1325" y="3457"/>
                      <a:pt x="1268" y="3399"/>
                    </a:cubicBezTo>
                    <a:cubicBezTo>
                      <a:pt x="1210" y="3227"/>
                      <a:pt x="1153" y="3111"/>
                      <a:pt x="1095" y="2996"/>
                    </a:cubicBezTo>
                    <a:cubicBezTo>
                      <a:pt x="1095" y="2881"/>
                      <a:pt x="1037" y="2823"/>
                      <a:pt x="922" y="2823"/>
                    </a:cubicBezTo>
                    <a:lnTo>
                      <a:pt x="461" y="2708"/>
                    </a:lnTo>
                    <a:lnTo>
                      <a:pt x="461" y="2478"/>
                    </a:lnTo>
                    <a:lnTo>
                      <a:pt x="922" y="2362"/>
                    </a:lnTo>
                    <a:cubicBezTo>
                      <a:pt x="1037" y="2362"/>
                      <a:pt x="1095" y="2305"/>
                      <a:pt x="1095" y="2190"/>
                    </a:cubicBezTo>
                    <a:cubicBezTo>
                      <a:pt x="1153" y="2074"/>
                      <a:pt x="1210" y="1959"/>
                      <a:pt x="1268" y="1844"/>
                    </a:cubicBezTo>
                    <a:cubicBezTo>
                      <a:pt x="1325" y="1729"/>
                      <a:pt x="1325" y="1613"/>
                      <a:pt x="1268" y="1556"/>
                    </a:cubicBezTo>
                    <a:lnTo>
                      <a:pt x="1037" y="1153"/>
                    </a:lnTo>
                    <a:lnTo>
                      <a:pt x="1210" y="980"/>
                    </a:lnTo>
                    <a:lnTo>
                      <a:pt x="1556" y="1268"/>
                    </a:lnTo>
                    <a:cubicBezTo>
                      <a:pt x="1613" y="1297"/>
                      <a:pt x="1657" y="1311"/>
                      <a:pt x="1700" y="1311"/>
                    </a:cubicBezTo>
                    <a:cubicBezTo>
                      <a:pt x="1743" y="1311"/>
                      <a:pt x="1786" y="1297"/>
                      <a:pt x="1844" y="1268"/>
                    </a:cubicBezTo>
                    <a:cubicBezTo>
                      <a:pt x="1959" y="1210"/>
                      <a:pt x="2074" y="1153"/>
                      <a:pt x="2247" y="1095"/>
                    </a:cubicBezTo>
                    <a:cubicBezTo>
                      <a:pt x="2305" y="1095"/>
                      <a:pt x="2362" y="1037"/>
                      <a:pt x="2420" y="922"/>
                    </a:cubicBezTo>
                    <a:lnTo>
                      <a:pt x="2478" y="461"/>
                    </a:lnTo>
                    <a:close/>
                    <a:moveTo>
                      <a:pt x="2305" y="0"/>
                    </a:moveTo>
                    <a:cubicBezTo>
                      <a:pt x="2190" y="0"/>
                      <a:pt x="2074" y="58"/>
                      <a:pt x="2074" y="173"/>
                    </a:cubicBezTo>
                    <a:lnTo>
                      <a:pt x="1959" y="692"/>
                    </a:lnTo>
                    <a:cubicBezTo>
                      <a:pt x="1902" y="749"/>
                      <a:pt x="1786" y="749"/>
                      <a:pt x="1729" y="807"/>
                    </a:cubicBezTo>
                    <a:lnTo>
                      <a:pt x="1325" y="519"/>
                    </a:lnTo>
                    <a:cubicBezTo>
                      <a:pt x="1277" y="470"/>
                      <a:pt x="1228" y="452"/>
                      <a:pt x="1179" y="452"/>
                    </a:cubicBezTo>
                    <a:cubicBezTo>
                      <a:pt x="1113" y="452"/>
                      <a:pt x="1046" y="486"/>
                      <a:pt x="980" y="519"/>
                    </a:cubicBezTo>
                    <a:lnTo>
                      <a:pt x="519" y="980"/>
                    </a:lnTo>
                    <a:cubicBezTo>
                      <a:pt x="461" y="1095"/>
                      <a:pt x="461" y="1210"/>
                      <a:pt x="519" y="1268"/>
                    </a:cubicBezTo>
                    <a:lnTo>
                      <a:pt x="807" y="1729"/>
                    </a:lnTo>
                    <a:cubicBezTo>
                      <a:pt x="749" y="1786"/>
                      <a:pt x="749" y="1844"/>
                      <a:pt x="692" y="1959"/>
                    </a:cubicBezTo>
                    <a:lnTo>
                      <a:pt x="231" y="2017"/>
                    </a:lnTo>
                    <a:cubicBezTo>
                      <a:pt x="58" y="2074"/>
                      <a:pt x="0" y="2132"/>
                      <a:pt x="0" y="2247"/>
                    </a:cubicBezTo>
                    <a:lnTo>
                      <a:pt x="0" y="2939"/>
                    </a:lnTo>
                    <a:cubicBezTo>
                      <a:pt x="0" y="3054"/>
                      <a:pt x="116" y="3169"/>
                      <a:pt x="231" y="3169"/>
                    </a:cubicBezTo>
                    <a:lnTo>
                      <a:pt x="692" y="3284"/>
                    </a:lnTo>
                    <a:cubicBezTo>
                      <a:pt x="749" y="3342"/>
                      <a:pt x="749" y="3399"/>
                      <a:pt x="807" y="3457"/>
                    </a:cubicBezTo>
                    <a:lnTo>
                      <a:pt x="519" y="3918"/>
                    </a:lnTo>
                    <a:cubicBezTo>
                      <a:pt x="461" y="3976"/>
                      <a:pt x="461" y="4148"/>
                      <a:pt x="519" y="4206"/>
                    </a:cubicBezTo>
                    <a:lnTo>
                      <a:pt x="980" y="4667"/>
                    </a:lnTo>
                    <a:cubicBezTo>
                      <a:pt x="1047" y="4734"/>
                      <a:pt x="1115" y="4762"/>
                      <a:pt x="1182" y="4762"/>
                    </a:cubicBezTo>
                    <a:cubicBezTo>
                      <a:pt x="1230" y="4762"/>
                      <a:pt x="1278" y="4748"/>
                      <a:pt x="1325" y="4724"/>
                    </a:cubicBezTo>
                    <a:lnTo>
                      <a:pt x="1729" y="4436"/>
                    </a:lnTo>
                    <a:cubicBezTo>
                      <a:pt x="1786" y="4436"/>
                      <a:pt x="1902" y="4494"/>
                      <a:pt x="1959" y="4494"/>
                    </a:cubicBezTo>
                    <a:lnTo>
                      <a:pt x="2074" y="5013"/>
                    </a:lnTo>
                    <a:cubicBezTo>
                      <a:pt x="2074" y="5128"/>
                      <a:pt x="2190" y="5185"/>
                      <a:pt x="2305" y="5185"/>
                    </a:cubicBezTo>
                    <a:lnTo>
                      <a:pt x="2939" y="5185"/>
                    </a:lnTo>
                    <a:cubicBezTo>
                      <a:pt x="3054" y="5185"/>
                      <a:pt x="3169" y="5128"/>
                      <a:pt x="3169" y="5013"/>
                    </a:cubicBezTo>
                    <a:lnTo>
                      <a:pt x="3284" y="4494"/>
                    </a:lnTo>
                    <a:cubicBezTo>
                      <a:pt x="3342" y="4494"/>
                      <a:pt x="3399" y="4436"/>
                      <a:pt x="3515" y="4436"/>
                    </a:cubicBezTo>
                    <a:lnTo>
                      <a:pt x="3918" y="4724"/>
                    </a:lnTo>
                    <a:cubicBezTo>
                      <a:pt x="3966" y="4748"/>
                      <a:pt x="4013" y="4762"/>
                      <a:pt x="4057" y="4762"/>
                    </a:cubicBezTo>
                    <a:cubicBezTo>
                      <a:pt x="4119" y="4762"/>
                      <a:pt x="4172" y="4734"/>
                      <a:pt x="4206" y="4667"/>
                    </a:cubicBezTo>
                    <a:lnTo>
                      <a:pt x="4667" y="4206"/>
                    </a:lnTo>
                    <a:cubicBezTo>
                      <a:pt x="4782" y="4148"/>
                      <a:pt x="4782" y="3976"/>
                      <a:pt x="4724" y="3918"/>
                    </a:cubicBezTo>
                    <a:lnTo>
                      <a:pt x="4436" y="3457"/>
                    </a:lnTo>
                    <a:cubicBezTo>
                      <a:pt x="4436" y="3399"/>
                      <a:pt x="4494" y="3342"/>
                      <a:pt x="4494" y="3284"/>
                    </a:cubicBezTo>
                    <a:lnTo>
                      <a:pt x="5013" y="3169"/>
                    </a:lnTo>
                    <a:cubicBezTo>
                      <a:pt x="5128" y="3169"/>
                      <a:pt x="5243" y="3054"/>
                      <a:pt x="5243" y="2939"/>
                    </a:cubicBezTo>
                    <a:lnTo>
                      <a:pt x="5243" y="2247"/>
                    </a:lnTo>
                    <a:cubicBezTo>
                      <a:pt x="5243" y="2132"/>
                      <a:pt x="5128" y="2074"/>
                      <a:pt x="5013" y="2017"/>
                    </a:cubicBezTo>
                    <a:lnTo>
                      <a:pt x="4494" y="1959"/>
                    </a:lnTo>
                    <a:cubicBezTo>
                      <a:pt x="4494" y="1844"/>
                      <a:pt x="4436" y="1786"/>
                      <a:pt x="4436" y="1729"/>
                    </a:cubicBezTo>
                    <a:lnTo>
                      <a:pt x="4724" y="1268"/>
                    </a:lnTo>
                    <a:cubicBezTo>
                      <a:pt x="4782" y="1210"/>
                      <a:pt x="4782" y="1095"/>
                      <a:pt x="4667" y="980"/>
                    </a:cubicBezTo>
                    <a:lnTo>
                      <a:pt x="4206" y="519"/>
                    </a:lnTo>
                    <a:cubicBezTo>
                      <a:pt x="4173" y="486"/>
                      <a:pt x="4120" y="452"/>
                      <a:pt x="4060" y="452"/>
                    </a:cubicBezTo>
                    <a:cubicBezTo>
                      <a:pt x="4015" y="452"/>
                      <a:pt x="3967" y="470"/>
                      <a:pt x="3918" y="519"/>
                    </a:cubicBezTo>
                    <a:lnTo>
                      <a:pt x="3515" y="807"/>
                    </a:lnTo>
                    <a:cubicBezTo>
                      <a:pt x="3399" y="749"/>
                      <a:pt x="3342" y="692"/>
                      <a:pt x="3284" y="692"/>
                    </a:cubicBezTo>
                    <a:lnTo>
                      <a:pt x="3169" y="173"/>
                    </a:lnTo>
                    <a:cubicBezTo>
                      <a:pt x="3169" y="58"/>
                      <a:pt x="3054" y="0"/>
                      <a:pt x="293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64"/>
              <p:cNvSpPr/>
              <p:nvPr/>
            </p:nvSpPr>
            <p:spPr>
              <a:xfrm>
                <a:off x="5571450" y="3540150"/>
                <a:ext cx="36025" cy="63400"/>
              </a:xfrm>
              <a:custGeom>
                <a:rect b="b" l="l" r="r" t="t"/>
                <a:pathLst>
                  <a:path extrusionOk="0" h="2536" w="1441">
                    <a:moveTo>
                      <a:pt x="749" y="1"/>
                    </a:moveTo>
                    <a:cubicBezTo>
                      <a:pt x="576" y="1"/>
                      <a:pt x="461" y="58"/>
                      <a:pt x="461" y="231"/>
                    </a:cubicBezTo>
                    <a:lnTo>
                      <a:pt x="461" y="289"/>
                    </a:lnTo>
                    <a:cubicBezTo>
                      <a:pt x="461" y="289"/>
                      <a:pt x="173" y="519"/>
                      <a:pt x="115" y="750"/>
                    </a:cubicBezTo>
                    <a:cubicBezTo>
                      <a:pt x="58" y="923"/>
                      <a:pt x="173" y="1095"/>
                      <a:pt x="288" y="1211"/>
                    </a:cubicBezTo>
                    <a:cubicBezTo>
                      <a:pt x="403" y="1326"/>
                      <a:pt x="634" y="1441"/>
                      <a:pt x="807" y="1499"/>
                    </a:cubicBezTo>
                    <a:cubicBezTo>
                      <a:pt x="864" y="1499"/>
                      <a:pt x="922" y="1556"/>
                      <a:pt x="864" y="1614"/>
                    </a:cubicBezTo>
                    <a:cubicBezTo>
                      <a:pt x="864" y="1672"/>
                      <a:pt x="807" y="1787"/>
                      <a:pt x="691" y="1787"/>
                    </a:cubicBezTo>
                    <a:cubicBezTo>
                      <a:pt x="576" y="1787"/>
                      <a:pt x="519" y="1787"/>
                      <a:pt x="461" y="1729"/>
                    </a:cubicBezTo>
                    <a:cubicBezTo>
                      <a:pt x="413" y="1705"/>
                      <a:pt x="356" y="1691"/>
                      <a:pt x="300" y="1691"/>
                    </a:cubicBezTo>
                    <a:cubicBezTo>
                      <a:pt x="222" y="1691"/>
                      <a:pt x="149" y="1719"/>
                      <a:pt x="115" y="1787"/>
                    </a:cubicBezTo>
                    <a:cubicBezTo>
                      <a:pt x="0" y="1902"/>
                      <a:pt x="58" y="2017"/>
                      <a:pt x="173" y="2132"/>
                    </a:cubicBezTo>
                    <a:cubicBezTo>
                      <a:pt x="288" y="2190"/>
                      <a:pt x="519" y="2248"/>
                      <a:pt x="519" y="2248"/>
                    </a:cubicBezTo>
                    <a:lnTo>
                      <a:pt x="519" y="2305"/>
                    </a:lnTo>
                    <a:cubicBezTo>
                      <a:pt x="519" y="2421"/>
                      <a:pt x="576" y="2536"/>
                      <a:pt x="691" y="2536"/>
                    </a:cubicBezTo>
                    <a:lnTo>
                      <a:pt x="749" y="2536"/>
                    </a:lnTo>
                    <a:cubicBezTo>
                      <a:pt x="864" y="2536"/>
                      <a:pt x="922" y="2478"/>
                      <a:pt x="922" y="2363"/>
                    </a:cubicBezTo>
                    <a:lnTo>
                      <a:pt x="922" y="2248"/>
                    </a:lnTo>
                    <a:cubicBezTo>
                      <a:pt x="1152" y="2132"/>
                      <a:pt x="1325" y="1960"/>
                      <a:pt x="1383" y="1729"/>
                    </a:cubicBezTo>
                    <a:cubicBezTo>
                      <a:pt x="1440" y="1441"/>
                      <a:pt x="1268" y="1153"/>
                      <a:pt x="980" y="1038"/>
                    </a:cubicBezTo>
                    <a:cubicBezTo>
                      <a:pt x="864" y="1038"/>
                      <a:pt x="749" y="980"/>
                      <a:pt x="634" y="923"/>
                    </a:cubicBezTo>
                    <a:cubicBezTo>
                      <a:pt x="576" y="865"/>
                      <a:pt x="576" y="807"/>
                      <a:pt x="634" y="750"/>
                    </a:cubicBezTo>
                    <a:cubicBezTo>
                      <a:pt x="691" y="731"/>
                      <a:pt x="736" y="724"/>
                      <a:pt x="770" y="724"/>
                    </a:cubicBezTo>
                    <a:cubicBezTo>
                      <a:pt x="839" y="724"/>
                      <a:pt x="864" y="750"/>
                      <a:pt x="864" y="750"/>
                    </a:cubicBezTo>
                    <a:cubicBezTo>
                      <a:pt x="864" y="750"/>
                      <a:pt x="941" y="827"/>
                      <a:pt x="1026" y="827"/>
                    </a:cubicBezTo>
                    <a:cubicBezTo>
                      <a:pt x="1069" y="827"/>
                      <a:pt x="1114" y="807"/>
                      <a:pt x="1152" y="750"/>
                    </a:cubicBezTo>
                    <a:cubicBezTo>
                      <a:pt x="1325" y="577"/>
                      <a:pt x="1152" y="404"/>
                      <a:pt x="1152" y="404"/>
                    </a:cubicBezTo>
                    <a:cubicBezTo>
                      <a:pt x="1152" y="404"/>
                      <a:pt x="1037" y="347"/>
                      <a:pt x="922" y="289"/>
                    </a:cubicBezTo>
                    <a:lnTo>
                      <a:pt x="922" y="231"/>
                    </a:lnTo>
                    <a:cubicBezTo>
                      <a:pt x="922" y="116"/>
                      <a:pt x="864" y="1"/>
                      <a:pt x="74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64"/>
              <p:cNvSpPr/>
              <p:nvPr/>
            </p:nvSpPr>
            <p:spPr>
              <a:xfrm>
                <a:off x="5434625" y="3255000"/>
                <a:ext cx="309675" cy="374475"/>
              </a:xfrm>
              <a:custGeom>
                <a:rect b="b" l="l" r="r" t="t"/>
                <a:pathLst>
                  <a:path extrusionOk="0" h="14979" w="12387">
                    <a:moveTo>
                      <a:pt x="3727" y="2472"/>
                    </a:moveTo>
                    <a:cubicBezTo>
                      <a:pt x="4263" y="2472"/>
                      <a:pt x="4724" y="2913"/>
                      <a:pt x="4724" y="3457"/>
                    </a:cubicBezTo>
                    <a:cubicBezTo>
                      <a:pt x="4724" y="3975"/>
                      <a:pt x="4321" y="4378"/>
                      <a:pt x="3802" y="4436"/>
                    </a:cubicBezTo>
                    <a:lnTo>
                      <a:pt x="3572" y="4436"/>
                    </a:lnTo>
                    <a:cubicBezTo>
                      <a:pt x="3053" y="4378"/>
                      <a:pt x="2650" y="3918"/>
                      <a:pt x="2708" y="3341"/>
                    </a:cubicBezTo>
                    <a:cubicBezTo>
                      <a:pt x="2765" y="2881"/>
                      <a:pt x="3111" y="2477"/>
                      <a:pt x="3630" y="2477"/>
                    </a:cubicBezTo>
                    <a:cubicBezTo>
                      <a:pt x="3662" y="2474"/>
                      <a:pt x="3695" y="2472"/>
                      <a:pt x="3727" y="2472"/>
                    </a:cubicBezTo>
                    <a:close/>
                    <a:moveTo>
                      <a:pt x="3918" y="518"/>
                    </a:moveTo>
                    <a:lnTo>
                      <a:pt x="4090" y="1152"/>
                    </a:lnTo>
                    <a:cubicBezTo>
                      <a:pt x="4090" y="1267"/>
                      <a:pt x="4148" y="1325"/>
                      <a:pt x="4263" y="1383"/>
                    </a:cubicBezTo>
                    <a:cubicBezTo>
                      <a:pt x="4436" y="1440"/>
                      <a:pt x="4609" y="1498"/>
                      <a:pt x="4782" y="1613"/>
                    </a:cubicBezTo>
                    <a:lnTo>
                      <a:pt x="5070" y="1613"/>
                    </a:lnTo>
                    <a:lnTo>
                      <a:pt x="5588" y="1210"/>
                    </a:lnTo>
                    <a:lnTo>
                      <a:pt x="5992" y="1555"/>
                    </a:lnTo>
                    <a:lnTo>
                      <a:pt x="5588" y="2132"/>
                    </a:lnTo>
                    <a:cubicBezTo>
                      <a:pt x="5531" y="2189"/>
                      <a:pt x="5531" y="2304"/>
                      <a:pt x="5588" y="2362"/>
                    </a:cubicBezTo>
                    <a:cubicBezTo>
                      <a:pt x="5646" y="2535"/>
                      <a:pt x="5761" y="2708"/>
                      <a:pt x="5819" y="2938"/>
                    </a:cubicBezTo>
                    <a:cubicBezTo>
                      <a:pt x="5819" y="2996"/>
                      <a:pt x="5876" y="3053"/>
                      <a:pt x="5992" y="3111"/>
                    </a:cubicBezTo>
                    <a:lnTo>
                      <a:pt x="6683" y="3226"/>
                    </a:lnTo>
                    <a:lnTo>
                      <a:pt x="6683" y="3687"/>
                    </a:lnTo>
                    <a:lnTo>
                      <a:pt x="5992" y="3860"/>
                    </a:lnTo>
                    <a:cubicBezTo>
                      <a:pt x="5876" y="3860"/>
                      <a:pt x="5819" y="3918"/>
                      <a:pt x="5819" y="4033"/>
                    </a:cubicBezTo>
                    <a:cubicBezTo>
                      <a:pt x="5761" y="4148"/>
                      <a:pt x="5704" y="4321"/>
                      <a:pt x="5646" y="4436"/>
                    </a:cubicBezTo>
                    <a:lnTo>
                      <a:pt x="4782" y="4436"/>
                    </a:lnTo>
                    <a:cubicBezTo>
                      <a:pt x="5070" y="4148"/>
                      <a:pt x="5185" y="3802"/>
                      <a:pt x="5185" y="3341"/>
                    </a:cubicBezTo>
                    <a:cubicBezTo>
                      <a:pt x="5127" y="2650"/>
                      <a:pt x="4551" y="2016"/>
                      <a:pt x="3802" y="1959"/>
                    </a:cubicBezTo>
                    <a:cubicBezTo>
                      <a:pt x="3769" y="1957"/>
                      <a:pt x="3735" y="1955"/>
                      <a:pt x="3702" y="1955"/>
                    </a:cubicBezTo>
                    <a:cubicBezTo>
                      <a:pt x="2885" y="1955"/>
                      <a:pt x="2247" y="2626"/>
                      <a:pt x="2247" y="3457"/>
                    </a:cubicBezTo>
                    <a:cubicBezTo>
                      <a:pt x="2247" y="3860"/>
                      <a:pt x="2362" y="4206"/>
                      <a:pt x="2593" y="4436"/>
                    </a:cubicBezTo>
                    <a:lnTo>
                      <a:pt x="1786" y="4436"/>
                    </a:lnTo>
                    <a:cubicBezTo>
                      <a:pt x="1728" y="4321"/>
                      <a:pt x="1671" y="4148"/>
                      <a:pt x="1613" y="3975"/>
                    </a:cubicBezTo>
                    <a:lnTo>
                      <a:pt x="1613" y="4033"/>
                    </a:lnTo>
                    <a:cubicBezTo>
                      <a:pt x="1556" y="3918"/>
                      <a:pt x="1498" y="3860"/>
                      <a:pt x="1383" y="3860"/>
                    </a:cubicBezTo>
                    <a:lnTo>
                      <a:pt x="749" y="3687"/>
                    </a:lnTo>
                    <a:lnTo>
                      <a:pt x="749" y="3226"/>
                    </a:lnTo>
                    <a:lnTo>
                      <a:pt x="1383" y="3111"/>
                    </a:lnTo>
                    <a:cubicBezTo>
                      <a:pt x="1498" y="3053"/>
                      <a:pt x="1556" y="2996"/>
                      <a:pt x="1613" y="2938"/>
                    </a:cubicBezTo>
                    <a:cubicBezTo>
                      <a:pt x="1613" y="2708"/>
                      <a:pt x="1728" y="2535"/>
                      <a:pt x="1844" y="2362"/>
                    </a:cubicBezTo>
                    <a:cubicBezTo>
                      <a:pt x="1844" y="2304"/>
                      <a:pt x="1844" y="2189"/>
                      <a:pt x="1786" y="2132"/>
                    </a:cubicBezTo>
                    <a:lnTo>
                      <a:pt x="1440" y="1555"/>
                    </a:lnTo>
                    <a:lnTo>
                      <a:pt x="1786" y="1210"/>
                    </a:lnTo>
                    <a:lnTo>
                      <a:pt x="2362" y="1613"/>
                    </a:lnTo>
                    <a:cubicBezTo>
                      <a:pt x="2401" y="1613"/>
                      <a:pt x="2465" y="1639"/>
                      <a:pt x="2520" y="1639"/>
                    </a:cubicBezTo>
                    <a:cubicBezTo>
                      <a:pt x="2548" y="1639"/>
                      <a:pt x="2573" y="1632"/>
                      <a:pt x="2593" y="1613"/>
                    </a:cubicBezTo>
                    <a:cubicBezTo>
                      <a:pt x="2765" y="1498"/>
                      <a:pt x="2938" y="1440"/>
                      <a:pt x="3169" y="1383"/>
                    </a:cubicBezTo>
                    <a:cubicBezTo>
                      <a:pt x="3226" y="1325"/>
                      <a:pt x="3284" y="1267"/>
                      <a:pt x="3342" y="1152"/>
                    </a:cubicBezTo>
                    <a:lnTo>
                      <a:pt x="3457" y="518"/>
                    </a:lnTo>
                    <a:close/>
                    <a:moveTo>
                      <a:pt x="11465" y="4955"/>
                    </a:moveTo>
                    <a:cubicBezTo>
                      <a:pt x="11753" y="4955"/>
                      <a:pt x="11753" y="5415"/>
                      <a:pt x="11465" y="5415"/>
                    </a:cubicBezTo>
                    <a:lnTo>
                      <a:pt x="4033" y="5415"/>
                    </a:lnTo>
                    <a:cubicBezTo>
                      <a:pt x="3918" y="5415"/>
                      <a:pt x="3802" y="5473"/>
                      <a:pt x="3745" y="5588"/>
                    </a:cubicBezTo>
                    <a:cubicBezTo>
                      <a:pt x="3745" y="5761"/>
                      <a:pt x="3860" y="5876"/>
                      <a:pt x="3975" y="5876"/>
                    </a:cubicBezTo>
                    <a:lnTo>
                      <a:pt x="10658" y="5876"/>
                    </a:lnTo>
                    <a:cubicBezTo>
                      <a:pt x="9909" y="6568"/>
                      <a:pt x="7432" y="8930"/>
                      <a:pt x="6913" y="9448"/>
                    </a:cubicBezTo>
                    <a:cubicBezTo>
                      <a:pt x="6856" y="9506"/>
                      <a:pt x="6856" y="9563"/>
                      <a:pt x="6856" y="9621"/>
                    </a:cubicBezTo>
                    <a:lnTo>
                      <a:pt x="6856" y="10485"/>
                    </a:lnTo>
                    <a:cubicBezTo>
                      <a:pt x="6654" y="10428"/>
                      <a:pt x="6438" y="10399"/>
                      <a:pt x="6222" y="10399"/>
                    </a:cubicBezTo>
                    <a:cubicBezTo>
                      <a:pt x="6006" y="10399"/>
                      <a:pt x="5790" y="10428"/>
                      <a:pt x="5588" y="10485"/>
                    </a:cubicBezTo>
                    <a:lnTo>
                      <a:pt x="5588" y="9851"/>
                    </a:lnTo>
                    <a:cubicBezTo>
                      <a:pt x="5588" y="9679"/>
                      <a:pt x="5588" y="9563"/>
                      <a:pt x="5473" y="9391"/>
                    </a:cubicBezTo>
                    <a:cubicBezTo>
                      <a:pt x="5300" y="9218"/>
                      <a:pt x="1786" y="5876"/>
                      <a:pt x="1786" y="5876"/>
                    </a:cubicBezTo>
                    <a:lnTo>
                      <a:pt x="2765" y="5876"/>
                    </a:lnTo>
                    <a:cubicBezTo>
                      <a:pt x="2881" y="5876"/>
                      <a:pt x="2996" y="5761"/>
                      <a:pt x="2996" y="5588"/>
                    </a:cubicBezTo>
                    <a:cubicBezTo>
                      <a:pt x="2938" y="5473"/>
                      <a:pt x="2823" y="5415"/>
                      <a:pt x="2765" y="5415"/>
                    </a:cubicBezTo>
                    <a:lnTo>
                      <a:pt x="979" y="5415"/>
                    </a:lnTo>
                    <a:cubicBezTo>
                      <a:pt x="634" y="5415"/>
                      <a:pt x="634" y="4955"/>
                      <a:pt x="979" y="4955"/>
                    </a:cubicBezTo>
                    <a:close/>
                    <a:moveTo>
                      <a:pt x="3226" y="0"/>
                    </a:moveTo>
                    <a:cubicBezTo>
                      <a:pt x="3111" y="0"/>
                      <a:pt x="2996" y="115"/>
                      <a:pt x="2996" y="230"/>
                    </a:cubicBezTo>
                    <a:lnTo>
                      <a:pt x="2881" y="922"/>
                    </a:lnTo>
                    <a:cubicBezTo>
                      <a:pt x="2708" y="979"/>
                      <a:pt x="2593" y="1037"/>
                      <a:pt x="2477" y="1095"/>
                    </a:cubicBezTo>
                    <a:lnTo>
                      <a:pt x="1844" y="691"/>
                    </a:lnTo>
                    <a:cubicBezTo>
                      <a:pt x="1815" y="663"/>
                      <a:pt x="1757" y="648"/>
                      <a:pt x="1700" y="648"/>
                    </a:cubicBezTo>
                    <a:cubicBezTo>
                      <a:pt x="1642" y="648"/>
                      <a:pt x="1584" y="663"/>
                      <a:pt x="1556" y="691"/>
                    </a:cubicBezTo>
                    <a:lnTo>
                      <a:pt x="922" y="1325"/>
                    </a:lnTo>
                    <a:cubicBezTo>
                      <a:pt x="864" y="1440"/>
                      <a:pt x="864" y="1555"/>
                      <a:pt x="922" y="1671"/>
                    </a:cubicBezTo>
                    <a:lnTo>
                      <a:pt x="1325" y="2247"/>
                    </a:lnTo>
                    <a:cubicBezTo>
                      <a:pt x="1268" y="2420"/>
                      <a:pt x="1210" y="2535"/>
                      <a:pt x="1152" y="2650"/>
                    </a:cubicBezTo>
                    <a:lnTo>
                      <a:pt x="461" y="2765"/>
                    </a:lnTo>
                    <a:cubicBezTo>
                      <a:pt x="346" y="2823"/>
                      <a:pt x="231" y="2881"/>
                      <a:pt x="231" y="2996"/>
                    </a:cubicBezTo>
                    <a:lnTo>
                      <a:pt x="231" y="4090"/>
                    </a:lnTo>
                    <a:lnTo>
                      <a:pt x="288" y="4090"/>
                    </a:lnTo>
                    <a:lnTo>
                      <a:pt x="1152" y="4263"/>
                    </a:lnTo>
                    <a:cubicBezTo>
                      <a:pt x="1210" y="4321"/>
                      <a:pt x="1210" y="4378"/>
                      <a:pt x="1210" y="4436"/>
                    </a:cubicBezTo>
                    <a:lnTo>
                      <a:pt x="922" y="4436"/>
                    </a:lnTo>
                    <a:cubicBezTo>
                      <a:pt x="58" y="4436"/>
                      <a:pt x="0" y="5876"/>
                      <a:pt x="922" y="5876"/>
                    </a:cubicBezTo>
                    <a:lnTo>
                      <a:pt x="1095" y="5876"/>
                    </a:lnTo>
                    <a:cubicBezTo>
                      <a:pt x="1095" y="5876"/>
                      <a:pt x="4897" y="9563"/>
                      <a:pt x="5070" y="9736"/>
                    </a:cubicBezTo>
                    <a:cubicBezTo>
                      <a:pt x="5070" y="10024"/>
                      <a:pt x="5070" y="10370"/>
                      <a:pt x="5070" y="10658"/>
                    </a:cubicBezTo>
                    <a:cubicBezTo>
                      <a:pt x="4379" y="11061"/>
                      <a:pt x="3860" y="11810"/>
                      <a:pt x="3860" y="12674"/>
                    </a:cubicBezTo>
                    <a:cubicBezTo>
                      <a:pt x="3860" y="13942"/>
                      <a:pt x="4897" y="14979"/>
                      <a:pt x="6222" y="14979"/>
                    </a:cubicBezTo>
                    <a:cubicBezTo>
                      <a:pt x="6683" y="14979"/>
                      <a:pt x="7144" y="14864"/>
                      <a:pt x="7547" y="14575"/>
                    </a:cubicBezTo>
                    <a:cubicBezTo>
                      <a:pt x="7720" y="14460"/>
                      <a:pt x="7662" y="14172"/>
                      <a:pt x="7374" y="14115"/>
                    </a:cubicBezTo>
                    <a:lnTo>
                      <a:pt x="7317" y="14115"/>
                    </a:lnTo>
                    <a:cubicBezTo>
                      <a:pt x="7007" y="14368"/>
                      <a:pt x="6616" y="14511"/>
                      <a:pt x="6202" y="14511"/>
                    </a:cubicBezTo>
                    <a:cubicBezTo>
                      <a:pt x="5768" y="14511"/>
                      <a:pt x="5310" y="14353"/>
                      <a:pt x="4897" y="13999"/>
                    </a:cubicBezTo>
                    <a:lnTo>
                      <a:pt x="4839" y="13999"/>
                    </a:lnTo>
                    <a:cubicBezTo>
                      <a:pt x="3724" y="12482"/>
                      <a:pt x="4786" y="10827"/>
                      <a:pt x="6231" y="10827"/>
                    </a:cubicBezTo>
                    <a:cubicBezTo>
                      <a:pt x="6652" y="10827"/>
                      <a:pt x="7106" y="10967"/>
                      <a:pt x="7547" y="11292"/>
                    </a:cubicBezTo>
                    <a:cubicBezTo>
                      <a:pt x="7547" y="11349"/>
                      <a:pt x="7605" y="11349"/>
                      <a:pt x="7605" y="11349"/>
                    </a:cubicBezTo>
                    <a:cubicBezTo>
                      <a:pt x="8066" y="12041"/>
                      <a:pt x="8181" y="12790"/>
                      <a:pt x="7893" y="13423"/>
                    </a:cubicBezTo>
                    <a:cubicBezTo>
                      <a:pt x="7954" y="13575"/>
                      <a:pt x="8063" y="13647"/>
                      <a:pt x="8160" y="13647"/>
                    </a:cubicBezTo>
                    <a:cubicBezTo>
                      <a:pt x="8248" y="13647"/>
                      <a:pt x="8326" y="13590"/>
                      <a:pt x="8354" y="13481"/>
                    </a:cubicBezTo>
                    <a:cubicBezTo>
                      <a:pt x="8469" y="13250"/>
                      <a:pt x="8526" y="12962"/>
                      <a:pt x="8526" y="12674"/>
                    </a:cubicBezTo>
                    <a:cubicBezTo>
                      <a:pt x="8526" y="11810"/>
                      <a:pt x="8008" y="11061"/>
                      <a:pt x="7317" y="10658"/>
                    </a:cubicBezTo>
                    <a:cubicBezTo>
                      <a:pt x="7317" y="10312"/>
                      <a:pt x="7317" y="10024"/>
                      <a:pt x="7317" y="9736"/>
                    </a:cubicBezTo>
                    <a:lnTo>
                      <a:pt x="11292" y="5876"/>
                    </a:lnTo>
                    <a:lnTo>
                      <a:pt x="11465" y="5876"/>
                    </a:lnTo>
                    <a:cubicBezTo>
                      <a:pt x="12329" y="5876"/>
                      <a:pt x="12386" y="4436"/>
                      <a:pt x="11465" y="4436"/>
                    </a:cubicBezTo>
                    <a:lnTo>
                      <a:pt x="6107" y="4436"/>
                    </a:lnTo>
                    <a:cubicBezTo>
                      <a:pt x="6107" y="4378"/>
                      <a:pt x="6164" y="4321"/>
                      <a:pt x="6164" y="4263"/>
                    </a:cubicBezTo>
                    <a:lnTo>
                      <a:pt x="6913" y="4148"/>
                    </a:lnTo>
                    <a:cubicBezTo>
                      <a:pt x="7029" y="4090"/>
                      <a:pt x="7086" y="4033"/>
                      <a:pt x="7086" y="3918"/>
                    </a:cubicBezTo>
                    <a:lnTo>
                      <a:pt x="7086" y="2996"/>
                    </a:lnTo>
                    <a:cubicBezTo>
                      <a:pt x="7086" y="2881"/>
                      <a:pt x="7029" y="2823"/>
                      <a:pt x="6913" y="2765"/>
                    </a:cubicBezTo>
                    <a:lnTo>
                      <a:pt x="6164" y="2650"/>
                    </a:lnTo>
                    <a:cubicBezTo>
                      <a:pt x="6107" y="2535"/>
                      <a:pt x="6107" y="2362"/>
                      <a:pt x="5992" y="2247"/>
                    </a:cubicBezTo>
                    <a:lnTo>
                      <a:pt x="6453" y="1671"/>
                    </a:lnTo>
                    <a:cubicBezTo>
                      <a:pt x="6510" y="1555"/>
                      <a:pt x="6510" y="1440"/>
                      <a:pt x="6395" y="1325"/>
                    </a:cubicBezTo>
                    <a:lnTo>
                      <a:pt x="5761" y="691"/>
                    </a:lnTo>
                    <a:cubicBezTo>
                      <a:pt x="5732" y="663"/>
                      <a:pt x="5689" y="648"/>
                      <a:pt x="5639" y="648"/>
                    </a:cubicBezTo>
                    <a:cubicBezTo>
                      <a:pt x="5588" y="648"/>
                      <a:pt x="5531" y="663"/>
                      <a:pt x="5473" y="691"/>
                    </a:cubicBezTo>
                    <a:lnTo>
                      <a:pt x="4897" y="1095"/>
                    </a:lnTo>
                    <a:cubicBezTo>
                      <a:pt x="4724" y="1037"/>
                      <a:pt x="4609" y="979"/>
                      <a:pt x="4494" y="922"/>
                    </a:cubicBezTo>
                    <a:lnTo>
                      <a:pt x="4321" y="230"/>
                    </a:lnTo>
                    <a:cubicBezTo>
                      <a:pt x="4321" y="115"/>
                      <a:pt x="4206" y="0"/>
                      <a:pt x="409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28" name="Google Shape;1728;p64"/>
          <p:cNvGrpSpPr/>
          <p:nvPr/>
        </p:nvGrpSpPr>
        <p:grpSpPr>
          <a:xfrm>
            <a:off x="7601085" y="2627504"/>
            <a:ext cx="595348" cy="595348"/>
            <a:chOff x="6135703" y="2255638"/>
            <a:chExt cx="707400" cy="707400"/>
          </a:xfrm>
        </p:grpSpPr>
        <p:sp>
          <p:nvSpPr>
            <p:cNvPr id="1729" name="Google Shape;1729;p64"/>
            <p:cNvSpPr/>
            <p:nvPr/>
          </p:nvSpPr>
          <p:spPr>
            <a:xfrm flipH="1">
              <a:off x="6135703" y="2255638"/>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30" name="Google Shape;1730;p64"/>
            <p:cNvGrpSpPr/>
            <p:nvPr/>
          </p:nvGrpSpPr>
          <p:grpSpPr>
            <a:xfrm>
              <a:off x="6283600" y="2408425"/>
              <a:ext cx="401875" cy="401850"/>
              <a:chOff x="5891175" y="3227625"/>
              <a:chExt cx="401875" cy="401850"/>
            </a:xfrm>
          </p:grpSpPr>
          <p:sp>
            <p:nvSpPr>
              <p:cNvPr id="1731" name="Google Shape;1731;p64"/>
              <p:cNvSpPr/>
              <p:nvPr/>
            </p:nvSpPr>
            <p:spPr>
              <a:xfrm>
                <a:off x="6190750" y="3305400"/>
                <a:ext cx="31725" cy="57625"/>
              </a:xfrm>
              <a:custGeom>
                <a:rect b="b" l="l" r="r" t="t"/>
                <a:pathLst>
                  <a:path extrusionOk="0" h="2305" w="1269">
                    <a:moveTo>
                      <a:pt x="635" y="0"/>
                    </a:moveTo>
                    <a:cubicBezTo>
                      <a:pt x="519" y="0"/>
                      <a:pt x="404" y="116"/>
                      <a:pt x="404" y="231"/>
                    </a:cubicBezTo>
                    <a:lnTo>
                      <a:pt x="404" y="288"/>
                    </a:lnTo>
                    <a:cubicBezTo>
                      <a:pt x="231" y="346"/>
                      <a:pt x="116" y="519"/>
                      <a:pt x="116" y="692"/>
                    </a:cubicBezTo>
                    <a:cubicBezTo>
                      <a:pt x="58" y="865"/>
                      <a:pt x="116" y="1037"/>
                      <a:pt x="231" y="1153"/>
                    </a:cubicBezTo>
                    <a:cubicBezTo>
                      <a:pt x="404" y="1210"/>
                      <a:pt x="519" y="1268"/>
                      <a:pt x="692" y="1325"/>
                    </a:cubicBezTo>
                    <a:cubicBezTo>
                      <a:pt x="807" y="1383"/>
                      <a:pt x="750" y="1556"/>
                      <a:pt x="635" y="1556"/>
                    </a:cubicBezTo>
                    <a:lnTo>
                      <a:pt x="635" y="1613"/>
                    </a:lnTo>
                    <a:cubicBezTo>
                      <a:pt x="519" y="1613"/>
                      <a:pt x="519" y="1556"/>
                      <a:pt x="404" y="1498"/>
                    </a:cubicBezTo>
                    <a:cubicBezTo>
                      <a:pt x="387" y="1481"/>
                      <a:pt x="360" y="1474"/>
                      <a:pt x="330" y="1474"/>
                    </a:cubicBezTo>
                    <a:cubicBezTo>
                      <a:pt x="255" y="1474"/>
                      <a:pt x="157" y="1515"/>
                      <a:pt x="116" y="1556"/>
                    </a:cubicBezTo>
                    <a:cubicBezTo>
                      <a:pt x="1" y="1671"/>
                      <a:pt x="1" y="1844"/>
                      <a:pt x="174" y="1902"/>
                    </a:cubicBezTo>
                    <a:cubicBezTo>
                      <a:pt x="231" y="1959"/>
                      <a:pt x="346" y="2017"/>
                      <a:pt x="404" y="2017"/>
                    </a:cubicBezTo>
                    <a:lnTo>
                      <a:pt x="404" y="2074"/>
                    </a:lnTo>
                    <a:cubicBezTo>
                      <a:pt x="404" y="2190"/>
                      <a:pt x="462" y="2305"/>
                      <a:pt x="577" y="2305"/>
                    </a:cubicBezTo>
                    <a:cubicBezTo>
                      <a:pt x="750" y="2305"/>
                      <a:pt x="865" y="2190"/>
                      <a:pt x="865" y="2074"/>
                    </a:cubicBezTo>
                    <a:lnTo>
                      <a:pt x="865" y="2017"/>
                    </a:lnTo>
                    <a:cubicBezTo>
                      <a:pt x="1038" y="1902"/>
                      <a:pt x="1211" y="1729"/>
                      <a:pt x="1211" y="1556"/>
                    </a:cubicBezTo>
                    <a:cubicBezTo>
                      <a:pt x="1268" y="1268"/>
                      <a:pt x="1153" y="1037"/>
                      <a:pt x="865" y="922"/>
                    </a:cubicBezTo>
                    <a:cubicBezTo>
                      <a:pt x="750" y="865"/>
                      <a:pt x="577" y="865"/>
                      <a:pt x="577" y="807"/>
                    </a:cubicBezTo>
                    <a:cubicBezTo>
                      <a:pt x="577" y="739"/>
                      <a:pt x="616" y="711"/>
                      <a:pt x="661" y="711"/>
                    </a:cubicBezTo>
                    <a:cubicBezTo>
                      <a:pt x="692" y="711"/>
                      <a:pt x="726" y="725"/>
                      <a:pt x="750" y="749"/>
                    </a:cubicBezTo>
                    <a:cubicBezTo>
                      <a:pt x="750" y="749"/>
                      <a:pt x="827" y="801"/>
                      <a:pt x="929" y="801"/>
                    </a:cubicBezTo>
                    <a:cubicBezTo>
                      <a:pt x="980" y="801"/>
                      <a:pt x="1038" y="788"/>
                      <a:pt x="1095" y="749"/>
                    </a:cubicBezTo>
                    <a:cubicBezTo>
                      <a:pt x="1211" y="576"/>
                      <a:pt x="1038" y="404"/>
                      <a:pt x="1038" y="404"/>
                    </a:cubicBezTo>
                    <a:cubicBezTo>
                      <a:pt x="1038" y="404"/>
                      <a:pt x="980" y="346"/>
                      <a:pt x="865" y="288"/>
                    </a:cubicBezTo>
                    <a:lnTo>
                      <a:pt x="865" y="231"/>
                    </a:lnTo>
                    <a:cubicBezTo>
                      <a:pt x="865" y="116"/>
                      <a:pt x="807" y="0"/>
                      <a:pt x="6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64"/>
              <p:cNvSpPr/>
              <p:nvPr/>
            </p:nvSpPr>
            <p:spPr>
              <a:xfrm>
                <a:off x="6075525" y="3360125"/>
                <a:ext cx="31725" cy="58000"/>
              </a:xfrm>
              <a:custGeom>
                <a:rect b="b" l="l" r="r" t="t"/>
                <a:pathLst>
                  <a:path extrusionOk="0" h="2320" w="1269">
                    <a:moveTo>
                      <a:pt x="692" y="1"/>
                    </a:moveTo>
                    <a:cubicBezTo>
                      <a:pt x="519" y="1"/>
                      <a:pt x="404" y="116"/>
                      <a:pt x="404" y="231"/>
                    </a:cubicBezTo>
                    <a:lnTo>
                      <a:pt x="404" y="289"/>
                    </a:lnTo>
                    <a:cubicBezTo>
                      <a:pt x="231" y="404"/>
                      <a:pt x="116" y="519"/>
                      <a:pt x="116" y="692"/>
                    </a:cubicBezTo>
                    <a:cubicBezTo>
                      <a:pt x="59" y="865"/>
                      <a:pt x="116" y="1038"/>
                      <a:pt x="289" y="1153"/>
                    </a:cubicBezTo>
                    <a:cubicBezTo>
                      <a:pt x="404" y="1268"/>
                      <a:pt x="577" y="1326"/>
                      <a:pt x="750" y="1383"/>
                    </a:cubicBezTo>
                    <a:cubicBezTo>
                      <a:pt x="865" y="1441"/>
                      <a:pt x="750" y="1614"/>
                      <a:pt x="635" y="1614"/>
                    </a:cubicBezTo>
                    <a:cubicBezTo>
                      <a:pt x="577" y="1614"/>
                      <a:pt x="519" y="1614"/>
                      <a:pt x="462" y="1556"/>
                    </a:cubicBezTo>
                    <a:cubicBezTo>
                      <a:pt x="404" y="1527"/>
                      <a:pt x="347" y="1513"/>
                      <a:pt x="289" y="1513"/>
                    </a:cubicBezTo>
                    <a:cubicBezTo>
                      <a:pt x="231" y="1513"/>
                      <a:pt x="174" y="1527"/>
                      <a:pt x="116" y="1556"/>
                    </a:cubicBezTo>
                    <a:cubicBezTo>
                      <a:pt x="1" y="1671"/>
                      <a:pt x="59" y="1844"/>
                      <a:pt x="174" y="1959"/>
                    </a:cubicBezTo>
                    <a:cubicBezTo>
                      <a:pt x="289" y="2017"/>
                      <a:pt x="347" y="2017"/>
                      <a:pt x="404" y="2075"/>
                    </a:cubicBezTo>
                    <a:cubicBezTo>
                      <a:pt x="404" y="2190"/>
                      <a:pt x="519" y="2305"/>
                      <a:pt x="635" y="2305"/>
                    </a:cubicBezTo>
                    <a:cubicBezTo>
                      <a:pt x="655" y="2315"/>
                      <a:pt x="675" y="2320"/>
                      <a:pt x="695" y="2320"/>
                    </a:cubicBezTo>
                    <a:cubicBezTo>
                      <a:pt x="787" y="2320"/>
                      <a:pt x="865" y="2217"/>
                      <a:pt x="865" y="2075"/>
                    </a:cubicBezTo>
                    <a:lnTo>
                      <a:pt x="865" y="2017"/>
                    </a:lnTo>
                    <a:cubicBezTo>
                      <a:pt x="1096" y="1959"/>
                      <a:pt x="1211" y="1786"/>
                      <a:pt x="1268" y="1556"/>
                    </a:cubicBezTo>
                    <a:cubicBezTo>
                      <a:pt x="1268" y="1326"/>
                      <a:pt x="1153" y="1038"/>
                      <a:pt x="865" y="922"/>
                    </a:cubicBezTo>
                    <a:cubicBezTo>
                      <a:pt x="750" y="922"/>
                      <a:pt x="577" y="865"/>
                      <a:pt x="577" y="807"/>
                    </a:cubicBezTo>
                    <a:cubicBezTo>
                      <a:pt x="577" y="750"/>
                      <a:pt x="620" y="735"/>
                      <a:pt x="663" y="735"/>
                    </a:cubicBezTo>
                    <a:cubicBezTo>
                      <a:pt x="707" y="735"/>
                      <a:pt x="750" y="750"/>
                      <a:pt x="750" y="750"/>
                    </a:cubicBezTo>
                    <a:cubicBezTo>
                      <a:pt x="750" y="750"/>
                      <a:pt x="852" y="826"/>
                      <a:pt x="955" y="826"/>
                    </a:cubicBezTo>
                    <a:cubicBezTo>
                      <a:pt x="1006" y="826"/>
                      <a:pt x="1057" y="807"/>
                      <a:pt x="1096" y="750"/>
                    </a:cubicBezTo>
                    <a:cubicBezTo>
                      <a:pt x="1268" y="577"/>
                      <a:pt x="1096" y="404"/>
                      <a:pt x="1096" y="404"/>
                    </a:cubicBezTo>
                    <a:cubicBezTo>
                      <a:pt x="1096" y="404"/>
                      <a:pt x="980" y="346"/>
                      <a:pt x="865" y="289"/>
                    </a:cubicBezTo>
                    <a:cubicBezTo>
                      <a:pt x="865" y="173"/>
                      <a:pt x="807" y="58"/>
                      <a:pt x="6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 name="Google Shape;1733;p64"/>
              <p:cNvSpPr/>
              <p:nvPr/>
            </p:nvSpPr>
            <p:spPr>
              <a:xfrm>
                <a:off x="5891175" y="3283800"/>
                <a:ext cx="401875" cy="345675"/>
              </a:xfrm>
              <a:custGeom>
                <a:rect b="b" l="l" r="r" t="t"/>
                <a:pathLst>
                  <a:path extrusionOk="0" h="13827" w="16075">
                    <a:moveTo>
                      <a:pt x="12618" y="461"/>
                    </a:moveTo>
                    <a:cubicBezTo>
                      <a:pt x="13482" y="461"/>
                      <a:pt x="14173" y="1152"/>
                      <a:pt x="14173" y="2017"/>
                    </a:cubicBezTo>
                    <a:cubicBezTo>
                      <a:pt x="14173" y="2881"/>
                      <a:pt x="13482" y="3572"/>
                      <a:pt x="12618" y="3572"/>
                    </a:cubicBezTo>
                    <a:cubicBezTo>
                      <a:pt x="11753" y="3572"/>
                      <a:pt x="11062" y="2881"/>
                      <a:pt x="11062" y="2017"/>
                    </a:cubicBezTo>
                    <a:cubicBezTo>
                      <a:pt x="11062" y="1152"/>
                      <a:pt x="11753" y="461"/>
                      <a:pt x="12618" y="461"/>
                    </a:cubicBezTo>
                    <a:close/>
                    <a:moveTo>
                      <a:pt x="6223" y="3226"/>
                    </a:moveTo>
                    <a:cubicBezTo>
                      <a:pt x="5935" y="3860"/>
                      <a:pt x="5877" y="4551"/>
                      <a:pt x="6223" y="5185"/>
                    </a:cubicBezTo>
                    <a:lnTo>
                      <a:pt x="462" y="5185"/>
                    </a:lnTo>
                    <a:lnTo>
                      <a:pt x="462" y="3975"/>
                    </a:lnTo>
                    <a:cubicBezTo>
                      <a:pt x="462" y="3572"/>
                      <a:pt x="807" y="3226"/>
                      <a:pt x="1153" y="3226"/>
                    </a:cubicBezTo>
                    <a:close/>
                    <a:moveTo>
                      <a:pt x="14922" y="3226"/>
                    </a:moveTo>
                    <a:cubicBezTo>
                      <a:pt x="15325" y="3226"/>
                      <a:pt x="15613" y="3572"/>
                      <a:pt x="15613" y="3918"/>
                    </a:cubicBezTo>
                    <a:lnTo>
                      <a:pt x="15613" y="5185"/>
                    </a:lnTo>
                    <a:lnTo>
                      <a:pt x="9852" y="5185"/>
                    </a:lnTo>
                    <a:cubicBezTo>
                      <a:pt x="10198" y="4551"/>
                      <a:pt x="10140" y="3860"/>
                      <a:pt x="9852" y="3226"/>
                    </a:cubicBezTo>
                    <a:lnTo>
                      <a:pt x="11004" y="3226"/>
                    </a:lnTo>
                    <a:cubicBezTo>
                      <a:pt x="11350" y="3745"/>
                      <a:pt x="11984" y="4033"/>
                      <a:pt x="12618" y="4033"/>
                    </a:cubicBezTo>
                    <a:cubicBezTo>
                      <a:pt x="13251" y="4033"/>
                      <a:pt x="13885" y="3745"/>
                      <a:pt x="14231" y="3226"/>
                    </a:cubicBezTo>
                    <a:close/>
                    <a:moveTo>
                      <a:pt x="8066" y="2650"/>
                    </a:moveTo>
                    <a:cubicBezTo>
                      <a:pt x="8930" y="2650"/>
                      <a:pt x="9622" y="3342"/>
                      <a:pt x="9622" y="4206"/>
                    </a:cubicBezTo>
                    <a:cubicBezTo>
                      <a:pt x="9622" y="5070"/>
                      <a:pt x="8930" y="5819"/>
                      <a:pt x="8066" y="5819"/>
                    </a:cubicBezTo>
                    <a:cubicBezTo>
                      <a:pt x="7202" y="5819"/>
                      <a:pt x="6511" y="5070"/>
                      <a:pt x="6511" y="4206"/>
                    </a:cubicBezTo>
                    <a:cubicBezTo>
                      <a:pt x="6511" y="3342"/>
                      <a:pt x="7202" y="2650"/>
                      <a:pt x="8066" y="2650"/>
                    </a:cubicBezTo>
                    <a:close/>
                    <a:moveTo>
                      <a:pt x="12618" y="0"/>
                    </a:moveTo>
                    <a:cubicBezTo>
                      <a:pt x="11465" y="0"/>
                      <a:pt x="10544" y="922"/>
                      <a:pt x="10544" y="2017"/>
                    </a:cubicBezTo>
                    <a:cubicBezTo>
                      <a:pt x="10544" y="2305"/>
                      <a:pt x="10601" y="2535"/>
                      <a:pt x="10716" y="2766"/>
                    </a:cubicBezTo>
                    <a:lnTo>
                      <a:pt x="9449" y="2766"/>
                    </a:lnTo>
                    <a:cubicBezTo>
                      <a:pt x="9103" y="2420"/>
                      <a:pt x="8585" y="2189"/>
                      <a:pt x="8009" y="2189"/>
                    </a:cubicBezTo>
                    <a:cubicBezTo>
                      <a:pt x="7490" y="2189"/>
                      <a:pt x="6972" y="2420"/>
                      <a:pt x="6626" y="2766"/>
                    </a:cubicBezTo>
                    <a:lnTo>
                      <a:pt x="1153" y="2766"/>
                    </a:lnTo>
                    <a:cubicBezTo>
                      <a:pt x="519" y="2766"/>
                      <a:pt x="1" y="3284"/>
                      <a:pt x="1" y="3975"/>
                    </a:cubicBezTo>
                    <a:lnTo>
                      <a:pt x="1" y="13596"/>
                    </a:lnTo>
                    <a:cubicBezTo>
                      <a:pt x="1" y="13712"/>
                      <a:pt x="116" y="13827"/>
                      <a:pt x="231" y="13827"/>
                    </a:cubicBezTo>
                    <a:lnTo>
                      <a:pt x="12041" y="13827"/>
                    </a:lnTo>
                    <a:cubicBezTo>
                      <a:pt x="12272" y="13596"/>
                      <a:pt x="12099" y="13366"/>
                      <a:pt x="11926" y="13366"/>
                    </a:cubicBezTo>
                    <a:lnTo>
                      <a:pt x="1153" y="13366"/>
                    </a:lnTo>
                    <a:cubicBezTo>
                      <a:pt x="750" y="13366"/>
                      <a:pt x="462" y="13020"/>
                      <a:pt x="462" y="12675"/>
                    </a:cubicBezTo>
                    <a:lnTo>
                      <a:pt x="462" y="5646"/>
                    </a:lnTo>
                    <a:lnTo>
                      <a:pt x="6568" y="5646"/>
                    </a:lnTo>
                    <a:cubicBezTo>
                      <a:pt x="6914" y="6049"/>
                      <a:pt x="7433" y="6280"/>
                      <a:pt x="8009" y="6280"/>
                    </a:cubicBezTo>
                    <a:cubicBezTo>
                      <a:pt x="8642" y="6280"/>
                      <a:pt x="9161" y="5992"/>
                      <a:pt x="9507" y="5646"/>
                    </a:cubicBezTo>
                    <a:lnTo>
                      <a:pt x="15613" y="5646"/>
                    </a:lnTo>
                    <a:lnTo>
                      <a:pt x="15613" y="13135"/>
                    </a:lnTo>
                    <a:cubicBezTo>
                      <a:pt x="15613" y="13251"/>
                      <a:pt x="15498" y="13366"/>
                      <a:pt x="15383" y="13366"/>
                    </a:cubicBezTo>
                    <a:lnTo>
                      <a:pt x="13251" y="13366"/>
                    </a:lnTo>
                    <a:cubicBezTo>
                      <a:pt x="13021" y="13596"/>
                      <a:pt x="13194" y="13827"/>
                      <a:pt x="13366" y="13827"/>
                    </a:cubicBezTo>
                    <a:lnTo>
                      <a:pt x="14922" y="13827"/>
                    </a:lnTo>
                    <a:cubicBezTo>
                      <a:pt x="15556" y="13827"/>
                      <a:pt x="16074" y="13308"/>
                      <a:pt x="16074" y="12675"/>
                    </a:cubicBezTo>
                    <a:lnTo>
                      <a:pt x="16074" y="3975"/>
                    </a:lnTo>
                    <a:cubicBezTo>
                      <a:pt x="16074" y="3284"/>
                      <a:pt x="15556" y="2766"/>
                      <a:pt x="14922" y="2766"/>
                    </a:cubicBezTo>
                    <a:lnTo>
                      <a:pt x="14519" y="2766"/>
                    </a:lnTo>
                    <a:cubicBezTo>
                      <a:pt x="14576" y="2535"/>
                      <a:pt x="14634" y="2305"/>
                      <a:pt x="14634" y="2017"/>
                    </a:cubicBezTo>
                    <a:cubicBezTo>
                      <a:pt x="14634" y="922"/>
                      <a:pt x="13712" y="0"/>
                      <a:pt x="1261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 name="Google Shape;1734;p64"/>
              <p:cNvSpPr/>
              <p:nvPr/>
            </p:nvSpPr>
            <p:spPr>
              <a:xfrm>
                <a:off x="5921425" y="3383175"/>
                <a:ext cx="14425" cy="11550"/>
              </a:xfrm>
              <a:custGeom>
                <a:rect b="b" l="l" r="r" t="t"/>
                <a:pathLst>
                  <a:path extrusionOk="0" h="462" w="577">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5" name="Google Shape;1735;p64"/>
              <p:cNvSpPr/>
              <p:nvPr/>
            </p:nvSpPr>
            <p:spPr>
              <a:xfrm>
                <a:off x="5945900" y="3383175"/>
                <a:ext cx="14450" cy="11550"/>
              </a:xfrm>
              <a:custGeom>
                <a:rect b="b" l="l" r="r" t="t"/>
                <a:pathLst>
                  <a:path extrusionOk="0" h="462" w="578">
                    <a:moveTo>
                      <a:pt x="289" y="0"/>
                    </a:moveTo>
                    <a:cubicBezTo>
                      <a:pt x="1" y="0"/>
                      <a:pt x="1" y="461"/>
                      <a:pt x="289" y="461"/>
                    </a:cubicBezTo>
                    <a:cubicBezTo>
                      <a:pt x="577" y="461"/>
                      <a:pt x="577" y="0"/>
                      <a:pt x="28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64"/>
              <p:cNvSpPr/>
              <p:nvPr/>
            </p:nvSpPr>
            <p:spPr>
              <a:xfrm>
                <a:off x="5970400" y="3383175"/>
                <a:ext cx="15875" cy="11550"/>
              </a:xfrm>
              <a:custGeom>
                <a:rect b="b" l="l" r="r" t="t"/>
                <a:pathLst>
                  <a:path extrusionOk="0" h="462" w="635">
                    <a:moveTo>
                      <a:pt x="288" y="0"/>
                    </a:moveTo>
                    <a:cubicBezTo>
                      <a:pt x="0" y="0"/>
                      <a:pt x="0" y="461"/>
                      <a:pt x="288" y="461"/>
                    </a:cubicBezTo>
                    <a:cubicBezTo>
                      <a:pt x="634" y="461"/>
                      <a:pt x="63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4"/>
              <p:cNvSpPr/>
              <p:nvPr/>
            </p:nvSpPr>
            <p:spPr>
              <a:xfrm>
                <a:off x="5930075" y="3453750"/>
                <a:ext cx="95075" cy="80675"/>
              </a:xfrm>
              <a:custGeom>
                <a:rect b="b" l="l" r="r" t="t"/>
                <a:pathLst>
                  <a:path extrusionOk="0" h="3227" w="3803">
                    <a:moveTo>
                      <a:pt x="3342" y="519"/>
                    </a:moveTo>
                    <a:lnTo>
                      <a:pt x="3342" y="2766"/>
                    </a:lnTo>
                    <a:lnTo>
                      <a:pt x="461" y="2766"/>
                    </a:lnTo>
                    <a:lnTo>
                      <a:pt x="461" y="519"/>
                    </a:lnTo>
                    <a:close/>
                    <a:moveTo>
                      <a:pt x="231" y="0"/>
                    </a:moveTo>
                    <a:cubicBezTo>
                      <a:pt x="115" y="0"/>
                      <a:pt x="0" y="115"/>
                      <a:pt x="0" y="288"/>
                    </a:cubicBezTo>
                    <a:lnTo>
                      <a:pt x="0" y="2938"/>
                    </a:lnTo>
                    <a:cubicBezTo>
                      <a:pt x="0" y="3111"/>
                      <a:pt x="115" y="3226"/>
                      <a:pt x="231" y="3226"/>
                    </a:cubicBezTo>
                    <a:lnTo>
                      <a:pt x="3572" y="3226"/>
                    </a:lnTo>
                    <a:cubicBezTo>
                      <a:pt x="3687" y="3226"/>
                      <a:pt x="3803" y="3111"/>
                      <a:pt x="3803" y="2938"/>
                    </a:cubicBezTo>
                    <a:lnTo>
                      <a:pt x="3803" y="231"/>
                    </a:lnTo>
                    <a:cubicBezTo>
                      <a:pt x="3803" y="115"/>
                      <a:pt x="3745" y="0"/>
                      <a:pt x="357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 name="Google Shape;1738;p64"/>
              <p:cNvSpPr/>
              <p:nvPr/>
            </p:nvSpPr>
            <p:spPr>
              <a:xfrm>
                <a:off x="6045300" y="3453750"/>
                <a:ext cx="95075" cy="80675"/>
              </a:xfrm>
              <a:custGeom>
                <a:rect b="b" l="l" r="r" t="t"/>
                <a:pathLst>
                  <a:path extrusionOk="0" h="3227" w="3803">
                    <a:moveTo>
                      <a:pt x="3342" y="519"/>
                    </a:moveTo>
                    <a:lnTo>
                      <a:pt x="3342" y="2766"/>
                    </a:lnTo>
                    <a:lnTo>
                      <a:pt x="461" y="2766"/>
                    </a:lnTo>
                    <a:lnTo>
                      <a:pt x="461" y="519"/>
                    </a:lnTo>
                    <a:close/>
                    <a:moveTo>
                      <a:pt x="231" y="0"/>
                    </a:moveTo>
                    <a:cubicBezTo>
                      <a:pt x="115" y="0"/>
                      <a:pt x="0" y="115"/>
                      <a:pt x="0" y="288"/>
                    </a:cubicBezTo>
                    <a:lnTo>
                      <a:pt x="0" y="2938"/>
                    </a:lnTo>
                    <a:cubicBezTo>
                      <a:pt x="0" y="3111"/>
                      <a:pt x="115" y="3226"/>
                      <a:pt x="231" y="3226"/>
                    </a:cubicBezTo>
                    <a:lnTo>
                      <a:pt x="3572" y="3226"/>
                    </a:lnTo>
                    <a:cubicBezTo>
                      <a:pt x="3687" y="3226"/>
                      <a:pt x="3802" y="3111"/>
                      <a:pt x="3802" y="2938"/>
                    </a:cubicBezTo>
                    <a:lnTo>
                      <a:pt x="3802" y="231"/>
                    </a:lnTo>
                    <a:cubicBezTo>
                      <a:pt x="3802" y="115"/>
                      <a:pt x="3687" y="0"/>
                      <a:pt x="357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 name="Google Shape;1739;p64"/>
              <p:cNvSpPr/>
              <p:nvPr/>
            </p:nvSpPr>
            <p:spPr>
              <a:xfrm>
                <a:off x="6159075" y="3455175"/>
                <a:ext cx="95075" cy="79250"/>
              </a:xfrm>
              <a:custGeom>
                <a:rect b="b" l="l" r="r" t="t"/>
                <a:pathLst>
                  <a:path extrusionOk="0" h="3170" w="3803">
                    <a:moveTo>
                      <a:pt x="3342" y="462"/>
                    </a:moveTo>
                    <a:lnTo>
                      <a:pt x="3342" y="2709"/>
                    </a:lnTo>
                    <a:lnTo>
                      <a:pt x="461" y="2709"/>
                    </a:lnTo>
                    <a:lnTo>
                      <a:pt x="461" y="462"/>
                    </a:lnTo>
                    <a:close/>
                    <a:moveTo>
                      <a:pt x="231" y="1"/>
                    </a:moveTo>
                    <a:cubicBezTo>
                      <a:pt x="116" y="1"/>
                      <a:pt x="0" y="58"/>
                      <a:pt x="0" y="231"/>
                    </a:cubicBezTo>
                    <a:lnTo>
                      <a:pt x="0" y="2939"/>
                    </a:lnTo>
                    <a:cubicBezTo>
                      <a:pt x="0" y="3054"/>
                      <a:pt x="116" y="3169"/>
                      <a:pt x="231" y="3169"/>
                    </a:cubicBezTo>
                    <a:lnTo>
                      <a:pt x="3572" y="3169"/>
                    </a:lnTo>
                    <a:cubicBezTo>
                      <a:pt x="3687" y="3169"/>
                      <a:pt x="3803" y="3054"/>
                      <a:pt x="3803" y="2939"/>
                    </a:cubicBezTo>
                    <a:lnTo>
                      <a:pt x="3803" y="231"/>
                    </a:lnTo>
                    <a:cubicBezTo>
                      <a:pt x="3803" y="58"/>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4"/>
              <p:cNvSpPr/>
              <p:nvPr/>
            </p:nvSpPr>
            <p:spPr>
              <a:xfrm>
                <a:off x="5930075" y="3551675"/>
                <a:ext cx="96525" cy="11550"/>
              </a:xfrm>
              <a:custGeom>
                <a:rect b="b" l="l" r="r" t="t"/>
                <a:pathLst>
                  <a:path extrusionOk="0" h="462" w="3861">
                    <a:moveTo>
                      <a:pt x="288" y="1"/>
                    </a:moveTo>
                    <a:cubicBezTo>
                      <a:pt x="115" y="1"/>
                      <a:pt x="58" y="58"/>
                      <a:pt x="0" y="174"/>
                    </a:cubicBezTo>
                    <a:cubicBezTo>
                      <a:pt x="0" y="346"/>
                      <a:pt x="115" y="462"/>
                      <a:pt x="231" y="462"/>
                    </a:cubicBezTo>
                    <a:lnTo>
                      <a:pt x="3572" y="462"/>
                    </a:lnTo>
                    <a:cubicBezTo>
                      <a:pt x="3745" y="462"/>
                      <a:pt x="3860" y="346"/>
                      <a:pt x="3803" y="174"/>
                    </a:cubicBezTo>
                    <a:cubicBezTo>
                      <a:pt x="3803" y="58"/>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64"/>
              <p:cNvSpPr/>
              <p:nvPr/>
            </p:nvSpPr>
            <p:spPr>
              <a:xfrm>
                <a:off x="5945900" y="3576175"/>
                <a:ext cx="64850" cy="11550"/>
              </a:xfrm>
              <a:custGeom>
                <a:rect b="b" l="l" r="r" t="t"/>
                <a:pathLst>
                  <a:path extrusionOk="0" h="462" w="2594">
                    <a:moveTo>
                      <a:pt x="231" y="0"/>
                    </a:moveTo>
                    <a:cubicBezTo>
                      <a:pt x="116" y="0"/>
                      <a:pt x="1" y="115"/>
                      <a:pt x="1" y="288"/>
                    </a:cubicBezTo>
                    <a:cubicBezTo>
                      <a:pt x="59" y="403"/>
                      <a:pt x="174" y="461"/>
                      <a:pt x="289" y="461"/>
                    </a:cubicBezTo>
                    <a:lnTo>
                      <a:pt x="2305" y="461"/>
                    </a:lnTo>
                    <a:cubicBezTo>
                      <a:pt x="2421" y="461"/>
                      <a:pt x="2536" y="403"/>
                      <a:pt x="2536" y="288"/>
                    </a:cubicBezTo>
                    <a:cubicBezTo>
                      <a:pt x="2593" y="115"/>
                      <a:pt x="2478"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4"/>
              <p:cNvSpPr/>
              <p:nvPr/>
            </p:nvSpPr>
            <p:spPr>
              <a:xfrm>
                <a:off x="6043850" y="3551675"/>
                <a:ext cx="96525" cy="11550"/>
              </a:xfrm>
              <a:custGeom>
                <a:rect b="b" l="l" r="r" t="t"/>
                <a:pathLst>
                  <a:path extrusionOk="0" h="462" w="3861">
                    <a:moveTo>
                      <a:pt x="289" y="1"/>
                    </a:moveTo>
                    <a:cubicBezTo>
                      <a:pt x="173" y="1"/>
                      <a:pt x="58" y="58"/>
                      <a:pt x="58" y="174"/>
                    </a:cubicBezTo>
                    <a:cubicBezTo>
                      <a:pt x="0" y="346"/>
                      <a:pt x="116" y="462"/>
                      <a:pt x="289" y="462"/>
                    </a:cubicBezTo>
                    <a:lnTo>
                      <a:pt x="3572" y="462"/>
                    </a:lnTo>
                    <a:cubicBezTo>
                      <a:pt x="3745" y="462"/>
                      <a:pt x="3860" y="346"/>
                      <a:pt x="3803" y="174"/>
                    </a:cubicBezTo>
                    <a:cubicBezTo>
                      <a:pt x="3803" y="58"/>
                      <a:pt x="3688"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64"/>
              <p:cNvSpPr/>
              <p:nvPr/>
            </p:nvSpPr>
            <p:spPr>
              <a:xfrm>
                <a:off x="6059700" y="3576175"/>
                <a:ext cx="64825" cy="11550"/>
              </a:xfrm>
              <a:custGeom>
                <a:rect b="b" l="l" r="r" t="t"/>
                <a:pathLst>
                  <a:path extrusionOk="0" h="462" w="2593">
                    <a:moveTo>
                      <a:pt x="288" y="0"/>
                    </a:moveTo>
                    <a:cubicBezTo>
                      <a:pt x="115" y="0"/>
                      <a:pt x="0" y="115"/>
                      <a:pt x="58" y="288"/>
                    </a:cubicBezTo>
                    <a:cubicBezTo>
                      <a:pt x="58" y="403"/>
                      <a:pt x="173" y="461"/>
                      <a:pt x="288" y="461"/>
                    </a:cubicBezTo>
                    <a:lnTo>
                      <a:pt x="2362" y="461"/>
                    </a:lnTo>
                    <a:cubicBezTo>
                      <a:pt x="2477" y="461"/>
                      <a:pt x="2593" y="403"/>
                      <a:pt x="2593" y="288"/>
                    </a:cubicBezTo>
                    <a:cubicBezTo>
                      <a:pt x="2593" y="115"/>
                      <a:pt x="2477" y="0"/>
                      <a:pt x="23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4"/>
              <p:cNvSpPr/>
              <p:nvPr/>
            </p:nvSpPr>
            <p:spPr>
              <a:xfrm>
                <a:off x="6159075" y="3551675"/>
                <a:ext cx="95075" cy="11550"/>
              </a:xfrm>
              <a:custGeom>
                <a:rect b="b" l="l" r="r" t="t"/>
                <a:pathLst>
                  <a:path extrusionOk="0" h="462" w="3803">
                    <a:moveTo>
                      <a:pt x="231" y="1"/>
                    </a:moveTo>
                    <a:cubicBezTo>
                      <a:pt x="116" y="1"/>
                      <a:pt x="0" y="58"/>
                      <a:pt x="0" y="174"/>
                    </a:cubicBezTo>
                    <a:cubicBezTo>
                      <a:pt x="0" y="346"/>
                      <a:pt x="116" y="462"/>
                      <a:pt x="231" y="462"/>
                    </a:cubicBezTo>
                    <a:lnTo>
                      <a:pt x="3572" y="462"/>
                    </a:lnTo>
                    <a:cubicBezTo>
                      <a:pt x="3687" y="462"/>
                      <a:pt x="3803" y="346"/>
                      <a:pt x="3803" y="231"/>
                    </a:cubicBezTo>
                    <a:cubicBezTo>
                      <a:pt x="3803" y="116"/>
                      <a:pt x="3687" y="1"/>
                      <a:pt x="357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4"/>
              <p:cNvSpPr/>
              <p:nvPr/>
            </p:nvSpPr>
            <p:spPr>
              <a:xfrm>
                <a:off x="6174925" y="3576175"/>
                <a:ext cx="63375" cy="11550"/>
              </a:xfrm>
              <a:custGeom>
                <a:rect b="b" l="l" r="r" t="t"/>
                <a:pathLst>
                  <a:path extrusionOk="0" h="462" w="2535">
                    <a:moveTo>
                      <a:pt x="231" y="0"/>
                    </a:moveTo>
                    <a:cubicBezTo>
                      <a:pt x="115" y="0"/>
                      <a:pt x="0" y="58"/>
                      <a:pt x="0" y="231"/>
                    </a:cubicBezTo>
                    <a:cubicBezTo>
                      <a:pt x="0" y="346"/>
                      <a:pt x="115" y="461"/>
                      <a:pt x="231" y="461"/>
                    </a:cubicBezTo>
                    <a:lnTo>
                      <a:pt x="2305" y="461"/>
                    </a:lnTo>
                    <a:cubicBezTo>
                      <a:pt x="2420" y="461"/>
                      <a:pt x="2535" y="403"/>
                      <a:pt x="2535" y="288"/>
                    </a:cubicBezTo>
                    <a:cubicBezTo>
                      <a:pt x="2535" y="115"/>
                      <a:pt x="2420" y="0"/>
                      <a:pt x="230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6" name="Google Shape;1746;p64"/>
              <p:cNvSpPr/>
              <p:nvPr/>
            </p:nvSpPr>
            <p:spPr>
              <a:xfrm>
                <a:off x="6185000" y="3227625"/>
                <a:ext cx="12975" cy="43225"/>
              </a:xfrm>
              <a:custGeom>
                <a:rect b="b" l="l" r="r" t="t"/>
                <a:pathLst>
                  <a:path extrusionOk="0" h="1729" w="519">
                    <a:moveTo>
                      <a:pt x="288" y="0"/>
                    </a:moveTo>
                    <a:cubicBezTo>
                      <a:pt x="173" y="0"/>
                      <a:pt x="0" y="116"/>
                      <a:pt x="0" y="231"/>
                    </a:cubicBezTo>
                    <a:lnTo>
                      <a:pt x="0" y="1498"/>
                    </a:lnTo>
                    <a:cubicBezTo>
                      <a:pt x="0" y="1613"/>
                      <a:pt x="173" y="1729"/>
                      <a:pt x="288" y="1729"/>
                    </a:cubicBezTo>
                    <a:cubicBezTo>
                      <a:pt x="404" y="1671"/>
                      <a:pt x="519" y="1613"/>
                      <a:pt x="519" y="1441"/>
                    </a:cubicBezTo>
                    <a:lnTo>
                      <a:pt x="519" y="231"/>
                    </a:lnTo>
                    <a:cubicBezTo>
                      <a:pt x="519" y="116"/>
                      <a:pt x="404" y="0"/>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7" name="Google Shape;1747;p64"/>
              <p:cNvSpPr/>
              <p:nvPr/>
            </p:nvSpPr>
            <p:spPr>
              <a:xfrm>
                <a:off x="6215250" y="3234825"/>
                <a:ext cx="11550" cy="36025"/>
              </a:xfrm>
              <a:custGeom>
                <a:rect b="b" l="l" r="r" t="t"/>
                <a:pathLst>
                  <a:path extrusionOk="0" h="1441" w="462">
                    <a:moveTo>
                      <a:pt x="288" y="0"/>
                    </a:moveTo>
                    <a:cubicBezTo>
                      <a:pt x="115" y="0"/>
                      <a:pt x="0" y="116"/>
                      <a:pt x="0" y="231"/>
                    </a:cubicBezTo>
                    <a:lnTo>
                      <a:pt x="0" y="1210"/>
                    </a:lnTo>
                    <a:cubicBezTo>
                      <a:pt x="0" y="1325"/>
                      <a:pt x="115" y="1441"/>
                      <a:pt x="288" y="1441"/>
                    </a:cubicBezTo>
                    <a:cubicBezTo>
                      <a:pt x="403" y="1383"/>
                      <a:pt x="461" y="1268"/>
                      <a:pt x="461" y="1153"/>
                    </a:cubicBezTo>
                    <a:lnTo>
                      <a:pt x="461" y="289"/>
                    </a:lnTo>
                    <a:cubicBezTo>
                      <a:pt x="461" y="116"/>
                      <a:pt x="403" y="58"/>
                      <a:pt x="28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64"/>
              <p:cNvSpPr/>
              <p:nvPr/>
            </p:nvSpPr>
            <p:spPr>
              <a:xfrm>
                <a:off x="5927200" y="3227625"/>
                <a:ext cx="102275" cy="102275"/>
              </a:xfrm>
              <a:custGeom>
                <a:rect b="b" l="l" r="r" t="t"/>
                <a:pathLst>
                  <a:path extrusionOk="0" h="4091" w="4091">
                    <a:moveTo>
                      <a:pt x="2016" y="0"/>
                    </a:moveTo>
                    <a:cubicBezTo>
                      <a:pt x="1728" y="0"/>
                      <a:pt x="1440" y="58"/>
                      <a:pt x="1152" y="173"/>
                    </a:cubicBezTo>
                    <a:cubicBezTo>
                      <a:pt x="1037" y="231"/>
                      <a:pt x="979" y="404"/>
                      <a:pt x="1037" y="519"/>
                    </a:cubicBezTo>
                    <a:cubicBezTo>
                      <a:pt x="1079" y="603"/>
                      <a:pt x="1183" y="657"/>
                      <a:pt x="1281" y="657"/>
                    </a:cubicBezTo>
                    <a:cubicBezTo>
                      <a:pt x="1317" y="657"/>
                      <a:pt x="1352" y="650"/>
                      <a:pt x="1383" y="634"/>
                    </a:cubicBezTo>
                    <a:cubicBezTo>
                      <a:pt x="1613" y="519"/>
                      <a:pt x="1786" y="461"/>
                      <a:pt x="2016" y="461"/>
                    </a:cubicBezTo>
                    <a:cubicBezTo>
                      <a:pt x="2881" y="461"/>
                      <a:pt x="3629" y="1153"/>
                      <a:pt x="3629" y="2017"/>
                    </a:cubicBezTo>
                    <a:cubicBezTo>
                      <a:pt x="3629" y="2881"/>
                      <a:pt x="2881" y="3572"/>
                      <a:pt x="2016" y="3572"/>
                    </a:cubicBezTo>
                    <a:cubicBezTo>
                      <a:pt x="1152" y="3572"/>
                      <a:pt x="461" y="2881"/>
                      <a:pt x="461" y="2017"/>
                    </a:cubicBezTo>
                    <a:cubicBezTo>
                      <a:pt x="461" y="1786"/>
                      <a:pt x="519" y="1556"/>
                      <a:pt x="634" y="1325"/>
                    </a:cubicBezTo>
                    <a:cubicBezTo>
                      <a:pt x="691" y="1210"/>
                      <a:pt x="634" y="1095"/>
                      <a:pt x="519" y="1037"/>
                    </a:cubicBezTo>
                    <a:cubicBezTo>
                      <a:pt x="488" y="1022"/>
                      <a:pt x="457" y="1015"/>
                      <a:pt x="427" y="1015"/>
                    </a:cubicBezTo>
                    <a:cubicBezTo>
                      <a:pt x="346" y="1015"/>
                      <a:pt x="273" y="1068"/>
                      <a:pt x="230" y="1153"/>
                    </a:cubicBezTo>
                    <a:cubicBezTo>
                      <a:pt x="58" y="1441"/>
                      <a:pt x="0" y="1729"/>
                      <a:pt x="0" y="2017"/>
                    </a:cubicBezTo>
                    <a:cubicBezTo>
                      <a:pt x="0" y="3159"/>
                      <a:pt x="906" y="4075"/>
                      <a:pt x="2045" y="4091"/>
                    </a:cubicBezTo>
                    <a:lnTo>
                      <a:pt x="2045" y="4091"/>
                    </a:lnTo>
                    <a:cubicBezTo>
                      <a:pt x="3184" y="4075"/>
                      <a:pt x="4090" y="3159"/>
                      <a:pt x="4090" y="2017"/>
                    </a:cubicBezTo>
                    <a:cubicBezTo>
                      <a:pt x="4090" y="922"/>
                      <a:pt x="3169" y="0"/>
                      <a:pt x="2016" y="0"/>
                    </a:cubicBezTo>
                    <a:close/>
                    <a:moveTo>
                      <a:pt x="2045" y="4091"/>
                    </a:moveTo>
                    <a:cubicBezTo>
                      <a:pt x="2036" y="4091"/>
                      <a:pt x="2026" y="4091"/>
                      <a:pt x="2016" y="4091"/>
                    </a:cubicBezTo>
                    <a:lnTo>
                      <a:pt x="2074" y="4091"/>
                    </a:lnTo>
                    <a:cubicBezTo>
                      <a:pt x="2064" y="4091"/>
                      <a:pt x="2055" y="4091"/>
                      <a:pt x="2045" y="409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4"/>
              <p:cNvSpPr/>
              <p:nvPr/>
            </p:nvSpPr>
            <p:spPr>
              <a:xfrm>
                <a:off x="5961750" y="3249225"/>
                <a:ext cx="31725" cy="58000"/>
              </a:xfrm>
              <a:custGeom>
                <a:rect b="b" l="l" r="r" t="t"/>
                <a:pathLst>
                  <a:path extrusionOk="0" h="2320" w="1269">
                    <a:moveTo>
                      <a:pt x="692" y="1"/>
                    </a:moveTo>
                    <a:cubicBezTo>
                      <a:pt x="519" y="1"/>
                      <a:pt x="404" y="116"/>
                      <a:pt x="404" y="231"/>
                    </a:cubicBezTo>
                    <a:lnTo>
                      <a:pt x="404" y="289"/>
                    </a:lnTo>
                    <a:cubicBezTo>
                      <a:pt x="231" y="404"/>
                      <a:pt x="116" y="519"/>
                      <a:pt x="116" y="692"/>
                    </a:cubicBezTo>
                    <a:cubicBezTo>
                      <a:pt x="58" y="865"/>
                      <a:pt x="116" y="1038"/>
                      <a:pt x="289" y="1153"/>
                    </a:cubicBezTo>
                    <a:cubicBezTo>
                      <a:pt x="404" y="1268"/>
                      <a:pt x="577" y="1326"/>
                      <a:pt x="692" y="1383"/>
                    </a:cubicBezTo>
                    <a:cubicBezTo>
                      <a:pt x="865" y="1441"/>
                      <a:pt x="750" y="1614"/>
                      <a:pt x="634" y="1614"/>
                    </a:cubicBezTo>
                    <a:cubicBezTo>
                      <a:pt x="577" y="1614"/>
                      <a:pt x="519" y="1614"/>
                      <a:pt x="462" y="1556"/>
                    </a:cubicBezTo>
                    <a:cubicBezTo>
                      <a:pt x="404" y="1527"/>
                      <a:pt x="332" y="1513"/>
                      <a:pt x="267" y="1513"/>
                    </a:cubicBezTo>
                    <a:cubicBezTo>
                      <a:pt x="202" y="1513"/>
                      <a:pt x="145" y="1527"/>
                      <a:pt x="116" y="1556"/>
                    </a:cubicBezTo>
                    <a:cubicBezTo>
                      <a:pt x="1" y="1671"/>
                      <a:pt x="58" y="1844"/>
                      <a:pt x="174" y="1959"/>
                    </a:cubicBezTo>
                    <a:cubicBezTo>
                      <a:pt x="231" y="2017"/>
                      <a:pt x="346" y="2017"/>
                      <a:pt x="404" y="2075"/>
                    </a:cubicBezTo>
                    <a:cubicBezTo>
                      <a:pt x="404" y="2190"/>
                      <a:pt x="519" y="2305"/>
                      <a:pt x="634" y="2305"/>
                    </a:cubicBezTo>
                    <a:cubicBezTo>
                      <a:pt x="655" y="2315"/>
                      <a:pt x="675" y="2320"/>
                      <a:pt x="695" y="2320"/>
                    </a:cubicBezTo>
                    <a:cubicBezTo>
                      <a:pt x="787" y="2320"/>
                      <a:pt x="865" y="2217"/>
                      <a:pt x="865" y="2075"/>
                    </a:cubicBezTo>
                    <a:lnTo>
                      <a:pt x="865" y="2017"/>
                    </a:lnTo>
                    <a:cubicBezTo>
                      <a:pt x="1095" y="1959"/>
                      <a:pt x="1211" y="1786"/>
                      <a:pt x="1268" y="1556"/>
                    </a:cubicBezTo>
                    <a:cubicBezTo>
                      <a:pt x="1268" y="1326"/>
                      <a:pt x="1153" y="1038"/>
                      <a:pt x="865" y="980"/>
                    </a:cubicBezTo>
                    <a:cubicBezTo>
                      <a:pt x="750" y="922"/>
                      <a:pt x="577" y="865"/>
                      <a:pt x="577" y="807"/>
                    </a:cubicBezTo>
                    <a:cubicBezTo>
                      <a:pt x="577" y="749"/>
                      <a:pt x="606" y="735"/>
                      <a:pt x="642" y="735"/>
                    </a:cubicBezTo>
                    <a:cubicBezTo>
                      <a:pt x="678" y="735"/>
                      <a:pt x="721" y="749"/>
                      <a:pt x="750" y="749"/>
                    </a:cubicBezTo>
                    <a:cubicBezTo>
                      <a:pt x="750" y="749"/>
                      <a:pt x="826" y="826"/>
                      <a:pt x="929" y="826"/>
                    </a:cubicBezTo>
                    <a:cubicBezTo>
                      <a:pt x="980" y="826"/>
                      <a:pt x="1038" y="807"/>
                      <a:pt x="1095" y="749"/>
                    </a:cubicBezTo>
                    <a:cubicBezTo>
                      <a:pt x="1268" y="577"/>
                      <a:pt x="1095" y="404"/>
                      <a:pt x="1095" y="404"/>
                    </a:cubicBezTo>
                    <a:cubicBezTo>
                      <a:pt x="1038" y="404"/>
                      <a:pt x="980" y="346"/>
                      <a:pt x="865" y="289"/>
                    </a:cubicBezTo>
                    <a:cubicBezTo>
                      <a:pt x="865" y="173"/>
                      <a:pt x="807" y="58"/>
                      <a:pt x="69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4"/>
              <p:cNvSpPr/>
              <p:nvPr/>
            </p:nvSpPr>
            <p:spPr>
              <a:xfrm>
                <a:off x="6071225" y="3291000"/>
                <a:ext cx="11525" cy="36025"/>
              </a:xfrm>
              <a:custGeom>
                <a:rect b="b" l="l" r="r" t="t"/>
                <a:pathLst>
                  <a:path extrusionOk="0" h="1441" w="461">
                    <a:moveTo>
                      <a:pt x="231" y="0"/>
                    </a:moveTo>
                    <a:cubicBezTo>
                      <a:pt x="115" y="0"/>
                      <a:pt x="0" y="115"/>
                      <a:pt x="0" y="231"/>
                    </a:cubicBezTo>
                    <a:lnTo>
                      <a:pt x="0" y="1210"/>
                    </a:lnTo>
                    <a:cubicBezTo>
                      <a:pt x="0" y="1325"/>
                      <a:pt x="115" y="1441"/>
                      <a:pt x="231" y="1441"/>
                    </a:cubicBezTo>
                    <a:cubicBezTo>
                      <a:pt x="403" y="1383"/>
                      <a:pt x="461" y="1268"/>
                      <a:pt x="461" y="1152"/>
                    </a:cubicBezTo>
                    <a:lnTo>
                      <a:pt x="461" y="288"/>
                    </a:lnTo>
                    <a:cubicBezTo>
                      <a:pt x="461" y="173"/>
                      <a:pt x="403" y="58"/>
                      <a:pt x="23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 name="Google Shape;1751;p64"/>
              <p:cNvSpPr/>
              <p:nvPr/>
            </p:nvSpPr>
            <p:spPr>
              <a:xfrm>
                <a:off x="6101450" y="3260375"/>
                <a:ext cx="11550" cy="66650"/>
              </a:xfrm>
              <a:custGeom>
                <a:rect b="b" l="l" r="r" t="t"/>
                <a:pathLst>
                  <a:path extrusionOk="0" h="2666" w="462">
                    <a:moveTo>
                      <a:pt x="203" y="0"/>
                    </a:moveTo>
                    <a:cubicBezTo>
                      <a:pt x="79" y="0"/>
                      <a:pt x="1" y="104"/>
                      <a:pt x="1" y="246"/>
                    </a:cubicBezTo>
                    <a:lnTo>
                      <a:pt x="1" y="2435"/>
                    </a:lnTo>
                    <a:cubicBezTo>
                      <a:pt x="1" y="2550"/>
                      <a:pt x="116" y="2666"/>
                      <a:pt x="289" y="2666"/>
                    </a:cubicBezTo>
                    <a:cubicBezTo>
                      <a:pt x="404" y="2608"/>
                      <a:pt x="462" y="2550"/>
                      <a:pt x="462" y="2377"/>
                    </a:cubicBezTo>
                    <a:lnTo>
                      <a:pt x="462" y="246"/>
                    </a:lnTo>
                    <a:cubicBezTo>
                      <a:pt x="462" y="131"/>
                      <a:pt x="404" y="15"/>
                      <a:pt x="289" y="15"/>
                    </a:cubicBezTo>
                    <a:cubicBezTo>
                      <a:pt x="258" y="5"/>
                      <a:pt x="230" y="0"/>
                      <a:pt x="20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52" name="Google Shape;1752;p64"/>
          <p:cNvGrpSpPr/>
          <p:nvPr/>
        </p:nvGrpSpPr>
        <p:grpSpPr>
          <a:xfrm>
            <a:off x="7601085" y="1901540"/>
            <a:ext cx="595348" cy="595348"/>
            <a:chOff x="6135703" y="1393038"/>
            <a:chExt cx="707400" cy="707400"/>
          </a:xfrm>
        </p:grpSpPr>
        <p:sp>
          <p:nvSpPr>
            <p:cNvPr id="1753" name="Google Shape;1753;p64"/>
            <p:cNvSpPr/>
            <p:nvPr/>
          </p:nvSpPr>
          <p:spPr>
            <a:xfrm flipH="1">
              <a:off x="6135703" y="1393038"/>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54" name="Google Shape;1754;p64"/>
            <p:cNvGrpSpPr/>
            <p:nvPr/>
          </p:nvGrpSpPr>
          <p:grpSpPr>
            <a:xfrm>
              <a:off x="6292088" y="1545763"/>
              <a:ext cx="394650" cy="401975"/>
              <a:chOff x="6376550" y="3227625"/>
              <a:chExt cx="394650" cy="401975"/>
            </a:xfrm>
          </p:grpSpPr>
          <p:sp>
            <p:nvSpPr>
              <p:cNvPr id="1755" name="Google Shape;1755;p64"/>
              <p:cNvSpPr/>
              <p:nvPr/>
            </p:nvSpPr>
            <p:spPr>
              <a:xfrm>
                <a:off x="6376550" y="3227625"/>
                <a:ext cx="394650" cy="401975"/>
              </a:xfrm>
              <a:custGeom>
                <a:rect b="b" l="l" r="r" t="t"/>
                <a:pathLst>
                  <a:path extrusionOk="0" h="16079" w="15786">
                    <a:moveTo>
                      <a:pt x="3342" y="3457"/>
                    </a:moveTo>
                    <a:lnTo>
                      <a:pt x="3342" y="4436"/>
                    </a:lnTo>
                    <a:lnTo>
                      <a:pt x="2363" y="4436"/>
                    </a:lnTo>
                    <a:lnTo>
                      <a:pt x="3342" y="3457"/>
                    </a:lnTo>
                    <a:close/>
                    <a:moveTo>
                      <a:pt x="10889" y="5761"/>
                    </a:moveTo>
                    <a:lnTo>
                      <a:pt x="10889" y="6165"/>
                    </a:lnTo>
                    <a:cubicBezTo>
                      <a:pt x="10889" y="6338"/>
                      <a:pt x="10774" y="6453"/>
                      <a:pt x="10601" y="6453"/>
                    </a:cubicBezTo>
                    <a:lnTo>
                      <a:pt x="9967" y="6453"/>
                    </a:lnTo>
                    <a:cubicBezTo>
                      <a:pt x="9794" y="6453"/>
                      <a:pt x="9679" y="6338"/>
                      <a:pt x="9679" y="6165"/>
                    </a:cubicBezTo>
                    <a:lnTo>
                      <a:pt x="9679" y="5761"/>
                    </a:lnTo>
                    <a:close/>
                    <a:moveTo>
                      <a:pt x="12387" y="7893"/>
                    </a:moveTo>
                    <a:lnTo>
                      <a:pt x="12733" y="8239"/>
                    </a:lnTo>
                    <a:cubicBezTo>
                      <a:pt x="12675" y="8296"/>
                      <a:pt x="12560" y="8296"/>
                      <a:pt x="12445" y="8296"/>
                    </a:cubicBezTo>
                    <a:cubicBezTo>
                      <a:pt x="12387" y="8316"/>
                      <a:pt x="12336" y="8322"/>
                      <a:pt x="12291" y="8322"/>
                    </a:cubicBezTo>
                    <a:cubicBezTo>
                      <a:pt x="12201" y="8322"/>
                      <a:pt x="12137" y="8296"/>
                      <a:pt x="12099" y="8296"/>
                    </a:cubicBezTo>
                    <a:lnTo>
                      <a:pt x="12387" y="7893"/>
                    </a:lnTo>
                    <a:close/>
                    <a:moveTo>
                      <a:pt x="1789" y="9087"/>
                    </a:moveTo>
                    <a:cubicBezTo>
                      <a:pt x="1864" y="9087"/>
                      <a:pt x="1902" y="9171"/>
                      <a:pt x="1902" y="9218"/>
                    </a:cubicBezTo>
                    <a:lnTo>
                      <a:pt x="1902" y="9794"/>
                    </a:lnTo>
                    <a:lnTo>
                      <a:pt x="1614" y="9794"/>
                    </a:lnTo>
                    <a:lnTo>
                      <a:pt x="1614" y="9218"/>
                    </a:lnTo>
                    <a:cubicBezTo>
                      <a:pt x="1614" y="9160"/>
                      <a:pt x="1671" y="9103"/>
                      <a:pt x="1729" y="9103"/>
                    </a:cubicBezTo>
                    <a:cubicBezTo>
                      <a:pt x="1751" y="9092"/>
                      <a:pt x="1771" y="9087"/>
                      <a:pt x="1789" y="9087"/>
                    </a:cubicBezTo>
                    <a:close/>
                    <a:moveTo>
                      <a:pt x="14807" y="9909"/>
                    </a:moveTo>
                    <a:lnTo>
                      <a:pt x="15152" y="10255"/>
                    </a:lnTo>
                    <a:lnTo>
                      <a:pt x="14864" y="10601"/>
                    </a:lnTo>
                    <a:cubicBezTo>
                      <a:pt x="14691" y="10428"/>
                      <a:pt x="14691" y="10140"/>
                      <a:pt x="14807" y="9909"/>
                    </a:cubicBezTo>
                    <a:close/>
                    <a:moveTo>
                      <a:pt x="11541" y="10719"/>
                    </a:moveTo>
                    <a:cubicBezTo>
                      <a:pt x="11772" y="10719"/>
                      <a:pt x="12010" y="10793"/>
                      <a:pt x="12214" y="10946"/>
                    </a:cubicBezTo>
                    <a:cubicBezTo>
                      <a:pt x="12617" y="11292"/>
                      <a:pt x="12675" y="11926"/>
                      <a:pt x="12329" y="12387"/>
                    </a:cubicBezTo>
                    <a:cubicBezTo>
                      <a:pt x="12099" y="12617"/>
                      <a:pt x="11753" y="12732"/>
                      <a:pt x="11408" y="12732"/>
                    </a:cubicBezTo>
                    <a:cubicBezTo>
                      <a:pt x="11235" y="12675"/>
                      <a:pt x="11004" y="12617"/>
                      <a:pt x="10889" y="12502"/>
                    </a:cubicBezTo>
                    <a:cubicBezTo>
                      <a:pt x="10486" y="12099"/>
                      <a:pt x="10428" y="11465"/>
                      <a:pt x="10774" y="11062"/>
                    </a:cubicBezTo>
                    <a:cubicBezTo>
                      <a:pt x="10967" y="10837"/>
                      <a:pt x="11249" y="10719"/>
                      <a:pt x="11541" y="10719"/>
                    </a:cubicBezTo>
                    <a:close/>
                    <a:moveTo>
                      <a:pt x="7605" y="3111"/>
                    </a:moveTo>
                    <a:cubicBezTo>
                      <a:pt x="7720" y="3860"/>
                      <a:pt x="8181" y="4552"/>
                      <a:pt x="8930" y="4955"/>
                    </a:cubicBezTo>
                    <a:lnTo>
                      <a:pt x="8873" y="4955"/>
                    </a:lnTo>
                    <a:lnTo>
                      <a:pt x="8873" y="5185"/>
                    </a:lnTo>
                    <a:cubicBezTo>
                      <a:pt x="8873" y="5416"/>
                      <a:pt x="8988" y="5589"/>
                      <a:pt x="9218" y="5704"/>
                    </a:cubicBezTo>
                    <a:lnTo>
                      <a:pt x="9218" y="6165"/>
                    </a:lnTo>
                    <a:cubicBezTo>
                      <a:pt x="9218" y="6592"/>
                      <a:pt x="9565" y="6920"/>
                      <a:pt x="9936" y="6920"/>
                    </a:cubicBezTo>
                    <a:cubicBezTo>
                      <a:pt x="9966" y="6920"/>
                      <a:pt x="9995" y="6918"/>
                      <a:pt x="10025" y="6914"/>
                    </a:cubicBezTo>
                    <a:lnTo>
                      <a:pt x="10025" y="14000"/>
                    </a:lnTo>
                    <a:lnTo>
                      <a:pt x="2593" y="14000"/>
                    </a:lnTo>
                    <a:lnTo>
                      <a:pt x="2593" y="10255"/>
                    </a:lnTo>
                    <a:cubicBezTo>
                      <a:pt x="2708" y="10255"/>
                      <a:pt x="2824" y="10197"/>
                      <a:pt x="2824" y="10082"/>
                    </a:cubicBezTo>
                    <a:cubicBezTo>
                      <a:pt x="2881" y="9967"/>
                      <a:pt x="2766" y="9794"/>
                      <a:pt x="2593" y="9794"/>
                    </a:cubicBezTo>
                    <a:lnTo>
                      <a:pt x="2420" y="9794"/>
                    </a:lnTo>
                    <a:lnTo>
                      <a:pt x="2420" y="9218"/>
                    </a:lnTo>
                    <a:cubicBezTo>
                      <a:pt x="2420" y="8988"/>
                      <a:pt x="2247" y="8757"/>
                      <a:pt x="2017" y="8642"/>
                    </a:cubicBezTo>
                    <a:lnTo>
                      <a:pt x="2017" y="4897"/>
                    </a:lnTo>
                    <a:lnTo>
                      <a:pt x="3630" y="4897"/>
                    </a:lnTo>
                    <a:cubicBezTo>
                      <a:pt x="3745" y="4897"/>
                      <a:pt x="3861" y="4782"/>
                      <a:pt x="3861" y="4667"/>
                    </a:cubicBezTo>
                    <a:lnTo>
                      <a:pt x="3861" y="3111"/>
                    </a:lnTo>
                    <a:close/>
                    <a:moveTo>
                      <a:pt x="13136" y="8527"/>
                    </a:moveTo>
                    <a:lnTo>
                      <a:pt x="14403" y="9621"/>
                    </a:lnTo>
                    <a:cubicBezTo>
                      <a:pt x="14173" y="10025"/>
                      <a:pt x="14231" y="10601"/>
                      <a:pt x="14519" y="10946"/>
                    </a:cubicBezTo>
                    <a:lnTo>
                      <a:pt x="11292" y="14806"/>
                    </a:lnTo>
                    <a:cubicBezTo>
                      <a:pt x="11062" y="14691"/>
                      <a:pt x="10831" y="14633"/>
                      <a:pt x="10601" y="14633"/>
                    </a:cubicBezTo>
                    <a:cubicBezTo>
                      <a:pt x="10371" y="14633"/>
                      <a:pt x="10140" y="14749"/>
                      <a:pt x="9910" y="14922"/>
                    </a:cubicBezTo>
                    <a:lnTo>
                      <a:pt x="9449" y="14461"/>
                    </a:lnTo>
                    <a:lnTo>
                      <a:pt x="10255" y="14461"/>
                    </a:lnTo>
                    <a:cubicBezTo>
                      <a:pt x="10371" y="14461"/>
                      <a:pt x="10486" y="14345"/>
                      <a:pt x="10486" y="14230"/>
                    </a:cubicBezTo>
                    <a:lnTo>
                      <a:pt x="10486" y="12790"/>
                    </a:lnTo>
                    <a:cubicBezTo>
                      <a:pt x="10780" y="13057"/>
                      <a:pt x="11149" y="13188"/>
                      <a:pt x="11517" y="13188"/>
                    </a:cubicBezTo>
                    <a:cubicBezTo>
                      <a:pt x="11942" y="13188"/>
                      <a:pt x="12366" y="13014"/>
                      <a:pt x="12675" y="12675"/>
                    </a:cubicBezTo>
                    <a:cubicBezTo>
                      <a:pt x="13194" y="12041"/>
                      <a:pt x="13078" y="11119"/>
                      <a:pt x="12502" y="10543"/>
                    </a:cubicBezTo>
                    <a:cubicBezTo>
                      <a:pt x="12239" y="10333"/>
                      <a:pt x="11917" y="10231"/>
                      <a:pt x="11589" y="10231"/>
                    </a:cubicBezTo>
                    <a:cubicBezTo>
                      <a:pt x="11198" y="10231"/>
                      <a:pt x="10799" y="10376"/>
                      <a:pt x="10486" y="10658"/>
                    </a:cubicBezTo>
                    <a:lnTo>
                      <a:pt x="10486" y="10140"/>
                    </a:lnTo>
                    <a:lnTo>
                      <a:pt x="11753" y="8642"/>
                    </a:lnTo>
                    <a:cubicBezTo>
                      <a:pt x="11922" y="8738"/>
                      <a:pt x="12120" y="8784"/>
                      <a:pt x="12323" y="8784"/>
                    </a:cubicBezTo>
                    <a:cubicBezTo>
                      <a:pt x="12607" y="8784"/>
                      <a:pt x="12901" y="8695"/>
                      <a:pt x="13136" y="8527"/>
                    </a:cubicBezTo>
                    <a:close/>
                    <a:moveTo>
                      <a:pt x="10659" y="15094"/>
                    </a:moveTo>
                    <a:cubicBezTo>
                      <a:pt x="10774" y="15094"/>
                      <a:pt x="10889" y="15094"/>
                      <a:pt x="11004" y="15152"/>
                    </a:cubicBezTo>
                    <a:lnTo>
                      <a:pt x="10716" y="15498"/>
                    </a:lnTo>
                    <a:lnTo>
                      <a:pt x="10313" y="15210"/>
                    </a:lnTo>
                    <a:cubicBezTo>
                      <a:pt x="10428" y="15152"/>
                      <a:pt x="10543" y="15094"/>
                      <a:pt x="10659" y="15094"/>
                    </a:cubicBezTo>
                    <a:close/>
                    <a:moveTo>
                      <a:pt x="10255" y="0"/>
                    </a:moveTo>
                    <a:cubicBezTo>
                      <a:pt x="9564" y="0"/>
                      <a:pt x="8930" y="288"/>
                      <a:pt x="8412" y="807"/>
                    </a:cubicBezTo>
                    <a:cubicBezTo>
                      <a:pt x="7951" y="1268"/>
                      <a:pt x="7663" y="1902"/>
                      <a:pt x="7663" y="2593"/>
                    </a:cubicBezTo>
                    <a:lnTo>
                      <a:pt x="3572" y="2593"/>
                    </a:lnTo>
                    <a:cubicBezTo>
                      <a:pt x="3515" y="2593"/>
                      <a:pt x="3457" y="2650"/>
                      <a:pt x="3457" y="2708"/>
                    </a:cubicBezTo>
                    <a:lnTo>
                      <a:pt x="1614" y="4494"/>
                    </a:lnTo>
                    <a:cubicBezTo>
                      <a:pt x="1614" y="4494"/>
                      <a:pt x="1556" y="4609"/>
                      <a:pt x="1556" y="4667"/>
                    </a:cubicBezTo>
                    <a:lnTo>
                      <a:pt x="1556" y="8642"/>
                    </a:lnTo>
                    <a:cubicBezTo>
                      <a:pt x="1326" y="8700"/>
                      <a:pt x="1095" y="8988"/>
                      <a:pt x="1095" y="9276"/>
                    </a:cubicBezTo>
                    <a:lnTo>
                      <a:pt x="1095" y="9794"/>
                    </a:lnTo>
                    <a:lnTo>
                      <a:pt x="865" y="9794"/>
                    </a:lnTo>
                    <a:cubicBezTo>
                      <a:pt x="865" y="9794"/>
                      <a:pt x="1" y="10197"/>
                      <a:pt x="1" y="10658"/>
                    </a:cubicBezTo>
                    <a:lnTo>
                      <a:pt x="1" y="11926"/>
                    </a:lnTo>
                    <a:cubicBezTo>
                      <a:pt x="1" y="12070"/>
                      <a:pt x="130" y="12142"/>
                      <a:pt x="253" y="12142"/>
                    </a:cubicBezTo>
                    <a:cubicBezTo>
                      <a:pt x="375" y="12142"/>
                      <a:pt x="490" y="12070"/>
                      <a:pt x="461" y="11926"/>
                    </a:cubicBezTo>
                    <a:lnTo>
                      <a:pt x="461" y="10658"/>
                    </a:lnTo>
                    <a:cubicBezTo>
                      <a:pt x="461" y="10428"/>
                      <a:pt x="865" y="10255"/>
                      <a:pt x="865" y="10255"/>
                    </a:cubicBezTo>
                    <a:lnTo>
                      <a:pt x="922" y="10255"/>
                    </a:lnTo>
                    <a:lnTo>
                      <a:pt x="922" y="12444"/>
                    </a:lnTo>
                    <a:cubicBezTo>
                      <a:pt x="922" y="12617"/>
                      <a:pt x="1038" y="12704"/>
                      <a:pt x="1153" y="12704"/>
                    </a:cubicBezTo>
                    <a:cubicBezTo>
                      <a:pt x="1268" y="12704"/>
                      <a:pt x="1383" y="12617"/>
                      <a:pt x="1383" y="12444"/>
                    </a:cubicBezTo>
                    <a:lnTo>
                      <a:pt x="1383" y="10255"/>
                    </a:lnTo>
                    <a:lnTo>
                      <a:pt x="2132" y="10255"/>
                    </a:lnTo>
                    <a:lnTo>
                      <a:pt x="2132" y="14403"/>
                    </a:lnTo>
                    <a:cubicBezTo>
                      <a:pt x="2132" y="14576"/>
                      <a:pt x="2017" y="14749"/>
                      <a:pt x="1844" y="14806"/>
                    </a:cubicBezTo>
                    <a:cubicBezTo>
                      <a:pt x="1820" y="14812"/>
                      <a:pt x="1795" y="14815"/>
                      <a:pt x="1771" y="14815"/>
                    </a:cubicBezTo>
                    <a:cubicBezTo>
                      <a:pt x="1568" y="14815"/>
                      <a:pt x="1383" y="14609"/>
                      <a:pt x="1383" y="14403"/>
                    </a:cubicBezTo>
                    <a:lnTo>
                      <a:pt x="1383" y="13712"/>
                    </a:lnTo>
                    <a:cubicBezTo>
                      <a:pt x="1383" y="13568"/>
                      <a:pt x="1268" y="13496"/>
                      <a:pt x="1153" y="13496"/>
                    </a:cubicBezTo>
                    <a:cubicBezTo>
                      <a:pt x="1038" y="13496"/>
                      <a:pt x="922" y="13568"/>
                      <a:pt x="922" y="13712"/>
                    </a:cubicBezTo>
                    <a:lnTo>
                      <a:pt x="922" y="14461"/>
                    </a:lnTo>
                    <a:cubicBezTo>
                      <a:pt x="922" y="14806"/>
                      <a:pt x="1153" y="15152"/>
                      <a:pt x="1498" y="15210"/>
                    </a:cubicBezTo>
                    <a:lnTo>
                      <a:pt x="1498" y="15786"/>
                    </a:lnTo>
                    <a:cubicBezTo>
                      <a:pt x="1498" y="15901"/>
                      <a:pt x="1614" y="16016"/>
                      <a:pt x="1729" y="16016"/>
                    </a:cubicBezTo>
                    <a:cubicBezTo>
                      <a:pt x="1844" y="16016"/>
                      <a:pt x="1959" y="15901"/>
                      <a:pt x="1959" y="15786"/>
                    </a:cubicBezTo>
                    <a:lnTo>
                      <a:pt x="1959" y="15210"/>
                    </a:lnTo>
                    <a:cubicBezTo>
                      <a:pt x="2305" y="15152"/>
                      <a:pt x="2593" y="14806"/>
                      <a:pt x="2593" y="14461"/>
                    </a:cubicBezTo>
                    <a:lnTo>
                      <a:pt x="8700" y="14461"/>
                    </a:lnTo>
                    <a:lnTo>
                      <a:pt x="10543" y="16016"/>
                    </a:lnTo>
                    <a:cubicBezTo>
                      <a:pt x="10587" y="16060"/>
                      <a:pt x="10640" y="16079"/>
                      <a:pt x="10691" y="16079"/>
                    </a:cubicBezTo>
                    <a:cubicBezTo>
                      <a:pt x="10774" y="16079"/>
                      <a:pt x="10853" y="16030"/>
                      <a:pt x="10889" y="15959"/>
                    </a:cubicBezTo>
                    <a:lnTo>
                      <a:pt x="15728" y="10370"/>
                    </a:lnTo>
                    <a:cubicBezTo>
                      <a:pt x="15786" y="10255"/>
                      <a:pt x="15786" y="10082"/>
                      <a:pt x="15671" y="10025"/>
                    </a:cubicBezTo>
                    <a:lnTo>
                      <a:pt x="12502" y="7375"/>
                    </a:lnTo>
                    <a:cubicBezTo>
                      <a:pt x="12478" y="7351"/>
                      <a:pt x="12435" y="7337"/>
                      <a:pt x="12384" y="7337"/>
                    </a:cubicBezTo>
                    <a:cubicBezTo>
                      <a:pt x="12311" y="7337"/>
                      <a:pt x="12224" y="7365"/>
                      <a:pt x="12157" y="7432"/>
                    </a:cubicBezTo>
                    <a:lnTo>
                      <a:pt x="10486" y="9391"/>
                    </a:lnTo>
                    <a:lnTo>
                      <a:pt x="10486" y="6914"/>
                    </a:lnTo>
                    <a:cubicBezTo>
                      <a:pt x="10520" y="6918"/>
                      <a:pt x="10553" y="6920"/>
                      <a:pt x="10586" y="6920"/>
                    </a:cubicBezTo>
                    <a:cubicBezTo>
                      <a:pt x="11004" y="6920"/>
                      <a:pt x="11350" y="6592"/>
                      <a:pt x="11350" y="6165"/>
                    </a:cubicBezTo>
                    <a:lnTo>
                      <a:pt x="11350" y="5646"/>
                    </a:lnTo>
                    <a:cubicBezTo>
                      <a:pt x="11523" y="5589"/>
                      <a:pt x="11638" y="5416"/>
                      <a:pt x="11638" y="5185"/>
                    </a:cubicBezTo>
                    <a:lnTo>
                      <a:pt x="11638" y="4897"/>
                    </a:lnTo>
                    <a:cubicBezTo>
                      <a:pt x="12445" y="4436"/>
                      <a:pt x="12905" y="3572"/>
                      <a:pt x="12905" y="2650"/>
                    </a:cubicBezTo>
                    <a:cubicBezTo>
                      <a:pt x="12905" y="2074"/>
                      <a:pt x="12733" y="1498"/>
                      <a:pt x="12387" y="1037"/>
                    </a:cubicBezTo>
                    <a:cubicBezTo>
                      <a:pt x="12342" y="978"/>
                      <a:pt x="12282" y="953"/>
                      <a:pt x="12220" y="953"/>
                    </a:cubicBezTo>
                    <a:cubicBezTo>
                      <a:pt x="12044" y="953"/>
                      <a:pt x="11856" y="1155"/>
                      <a:pt x="11984" y="1325"/>
                    </a:cubicBezTo>
                    <a:cubicBezTo>
                      <a:pt x="12272" y="1729"/>
                      <a:pt x="12445" y="2190"/>
                      <a:pt x="12445" y="2650"/>
                    </a:cubicBezTo>
                    <a:cubicBezTo>
                      <a:pt x="12445" y="3457"/>
                      <a:pt x="11984" y="4206"/>
                      <a:pt x="11292" y="4552"/>
                    </a:cubicBezTo>
                    <a:cubicBezTo>
                      <a:pt x="11235" y="4609"/>
                      <a:pt x="11177" y="4724"/>
                      <a:pt x="11177" y="4782"/>
                    </a:cubicBezTo>
                    <a:lnTo>
                      <a:pt x="11177" y="5185"/>
                    </a:lnTo>
                    <a:cubicBezTo>
                      <a:pt x="11177" y="5185"/>
                      <a:pt x="11120" y="5243"/>
                      <a:pt x="11120" y="5243"/>
                    </a:cubicBezTo>
                    <a:lnTo>
                      <a:pt x="9449" y="5243"/>
                    </a:lnTo>
                    <a:cubicBezTo>
                      <a:pt x="9449" y="5243"/>
                      <a:pt x="9391" y="5243"/>
                      <a:pt x="9391" y="5185"/>
                    </a:cubicBezTo>
                    <a:lnTo>
                      <a:pt x="9391" y="4782"/>
                    </a:lnTo>
                    <a:cubicBezTo>
                      <a:pt x="9391" y="4724"/>
                      <a:pt x="9334" y="4609"/>
                      <a:pt x="9276" y="4609"/>
                    </a:cubicBezTo>
                    <a:cubicBezTo>
                      <a:pt x="8527" y="4206"/>
                      <a:pt x="8124" y="3457"/>
                      <a:pt x="8124" y="2650"/>
                    </a:cubicBezTo>
                    <a:cubicBezTo>
                      <a:pt x="8124" y="1441"/>
                      <a:pt x="9103" y="519"/>
                      <a:pt x="10255" y="461"/>
                    </a:cubicBezTo>
                    <a:cubicBezTo>
                      <a:pt x="10543" y="461"/>
                      <a:pt x="10831" y="519"/>
                      <a:pt x="11120" y="634"/>
                    </a:cubicBezTo>
                    <a:cubicBezTo>
                      <a:pt x="11151" y="647"/>
                      <a:pt x="11181" y="652"/>
                      <a:pt x="11210" y="652"/>
                    </a:cubicBezTo>
                    <a:cubicBezTo>
                      <a:pt x="11440" y="652"/>
                      <a:pt x="11549" y="276"/>
                      <a:pt x="11292" y="173"/>
                    </a:cubicBezTo>
                    <a:cubicBezTo>
                      <a:pt x="10947" y="58"/>
                      <a:pt x="10601" y="0"/>
                      <a:pt x="102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6" name="Google Shape;1756;p64"/>
              <p:cNvSpPr/>
              <p:nvPr/>
            </p:nvSpPr>
            <p:spPr>
              <a:xfrm>
                <a:off x="6471100" y="3484000"/>
                <a:ext cx="105425" cy="73900"/>
              </a:xfrm>
              <a:custGeom>
                <a:rect b="b" l="l" r="r" t="t"/>
                <a:pathLst>
                  <a:path extrusionOk="0" h="2956" w="4217">
                    <a:moveTo>
                      <a:pt x="1762" y="0"/>
                    </a:moveTo>
                    <a:cubicBezTo>
                      <a:pt x="1679" y="0"/>
                      <a:pt x="1596" y="19"/>
                      <a:pt x="1519" y="58"/>
                    </a:cubicBezTo>
                    <a:cubicBezTo>
                      <a:pt x="1231" y="231"/>
                      <a:pt x="1058" y="576"/>
                      <a:pt x="885" y="864"/>
                    </a:cubicBezTo>
                    <a:cubicBezTo>
                      <a:pt x="597" y="1440"/>
                      <a:pt x="367" y="2016"/>
                      <a:pt x="79" y="2593"/>
                    </a:cubicBezTo>
                    <a:cubicBezTo>
                      <a:pt x="1" y="2787"/>
                      <a:pt x="159" y="2955"/>
                      <a:pt x="306" y="2955"/>
                    </a:cubicBezTo>
                    <a:cubicBezTo>
                      <a:pt x="377" y="2955"/>
                      <a:pt x="444" y="2916"/>
                      <a:pt x="482" y="2823"/>
                    </a:cubicBezTo>
                    <a:cubicBezTo>
                      <a:pt x="827" y="2132"/>
                      <a:pt x="1116" y="1383"/>
                      <a:pt x="1519" y="691"/>
                    </a:cubicBezTo>
                    <a:cubicBezTo>
                      <a:pt x="1576" y="634"/>
                      <a:pt x="1692" y="519"/>
                      <a:pt x="1749" y="461"/>
                    </a:cubicBezTo>
                    <a:cubicBezTo>
                      <a:pt x="1864" y="461"/>
                      <a:pt x="1692" y="864"/>
                      <a:pt x="1692" y="864"/>
                    </a:cubicBezTo>
                    <a:cubicBezTo>
                      <a:pt x="1519" y="1325"/>
                      <a:pt x="1231" y="1844"/>
                      <a:pt x="1231" y="2362"/>
                    </a:cubicBezTo>
                    <a:cubicBezTo>
                      <a:pt x="1231" y="2598"/>
                      <a:pt x="1424" y="2796"/>
                      <a:pt x="1653" y="2796"/>
                    </a:cubicBezTo>
                    <a:cubicBezTo>
                      <a:pt x="1703" y="2796"/>
                      <a:pt x="1755" y="2786"/>
                      <a:pt x="1807" y="2765"/>
                    </a:cubicBezTo>
                    <a:cubicBezTo>
                      <a:pt x="2153" y="2593"/>
                      <a:pt x="2383" y="2189"/>
                      <a:pt x="2671" y="2016"/>
                    </a:cubicBezTo>
                    <a:cubicBezTo>
                      <a:pt x="2671" y="2016"/>
                      <a:pt x="2729" y="2247"/>
                      <a:pt x="2959" y="2304"/>
                    </a:cubicBezTo>
                    <a:cubicBezTo>
                      <a:pt x="3045" y="2333"/>
                      <a:pt x="3118" y="2348"/>
                      <a:pt x="3182" y="2348"/>
                    </a:cubicBezTo>
                    <a:cubicBezTo>
                      <a:pt x="3247" y="2348"/>
                      <a:pt x="3305" y="2333"/>
                      <a:pt x="3362" y="2304"/>
                    </a:cubicBezTo>
                    <a:cubicBezTo>
                      <a:pt x="3478" y="2247"/>
                      <a:pt x="3593" y="2189"/>
                      <a:pt x="3708" y="2132"/>
                    </a:cubicBezTo>
                    <a:cubicBezTo>
                      <a:pt x="3708" y="2253"/>
                      <a:pt x="3820" y="2327"/>
                      <a:pt x="3935" y="2327"/>
                    </a:cubicBezTo>
                    <a:cubicBezTo>
                      <a:pt x="4037" y="2327"/>
                      <a:pt x="4142" y="2268"/>
                      <a:pt x="4169" y="2132"/>
                    </a:cubicBezTo>
                    <a:cubicBezTo>
                      <a:pt x="4216" y="1847"/>
                      <a:pt x="3991" y="1641"/>
                      <a:pt x="3717" y="1641"/>
                    </a:cubicBezTo>
                    <a:cubicBezTo>
                      <a:pt x="3658" y="1641"/>
                      <a:pt x="3596" y="1650"/>
                      <a:pt x="3535" y="1671"/>
                    </a:cubicBezTo>
                    <a:cubicBezTo>
                      <a:pt x="3420" y="1728"/>
                      <a:pt x="3247" y="1844"/>
                      <a:pt x="3132" y="1901"/>
                    </a:cubicBezTo>
                    <a:cubicBezTo>
                      <a:pt x="3132" y="1786"/>
                      <a:pt x="3074" y="1728"/>
                      <a:pt x="2959" y="1613"/>
                    </a:cubicBezTo>
                    <a:cubicBezTo>
                      <a:pt x="2875" y="1546"/>
                      <a:pt x="2790" y="1518"/>
                      <a:pt x="2707" y="1518"/>
                    </a:cubicBezTo>
                    <a:cubicBezTo>
                      <a:pt x="2507" y="1518"/>
                      <a:pt x="2315" y="1681"/>
                      <a:pt x="2153" y="1844"/>
                    </a:cubicBezTo>
                    <a:cubicBezTo>
                      <a:pt x="1980" y="1959"/>
                      <a:pt x="1922" y="2074"/>
                      <a:pt x="1749" y="2189"/>
                    </a:cubicBezTo>
                    <a:cubicBezTo>
                      <a:pt x="1864" y="1844"/>
                      <a:pt x="1980" y="1498"/>
                      <a:pt x="2095" y="1152"/>
                    </a:cubicBezTo>
                    <a:cubicBezTo>
                      <a:pt x="2210" y="864"/>
                      <a:pt x="2325" y="519"/>
                      <a:pt x="2210" y="231"/>
                    </a:cubicBezTo>
                    <a:cubicBezTo>
                      <a:pt x="2095" y="77"/>
                      <a:pt x="1928" y="0"/>
                      <a:pt x="176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4"/>
              <p:cNvSpPr/>
              <p:nvPr/>
            </p:nvSpPr>
            <p:spPr>
              <a:xfrm>
                <a:off x="6494650" y="3357250"/>
                <a:ext cx="64850" cy="12975"/>
              </a:xfrm>
              <a:custGeom>
                <a:rect b="b" l="l" r="r" t="t"/>
                <a:pathLst>
                  <a:path extrusionOk="0" h="519" w="2594">
                    <a:moveTo>
                      <a:pt x="289" y="0"/>
                    </a:moveTo>
                    <a:cubicBezTo>
                      <a:pt x="174" y="0"/>
                      <a:pt x="58" y="116"/>
                      <a:pt x="58" y="231"/>
                    </a:cubicBezTo>
                    <a:cubicBezTo>
                      <a:pt x="1" y="404"/>
                      <a:pt x="116" y="519"/>
                      <a:pt x="289" y="519"/>
                    </a:cubicBezTo>
                    <a:lnTo>
                      <a:pt x="2363" y="519"/>
                    </a:lnTo>
                    <a:cubicBezTo>
                      <a:pt x="2478" y="519"/>
                      <a:pt x="2593" y="404"/>
                      <a:pt x="2593" y="288"/>
                    </a:cubicBezTo>
                    <a:cubicBezTo>
                      <a:pt x="2593" y="116"/>
                      <a:pt x="2478" y="0"/>
                      <a:pt x="236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4"/>
              <p:cNvSpPr/>
              <p:nvPr/>
            </p:nvSpPr>
            <p:spPr>
              <a:xfrm>
                <a:off x="6458650" y="3390375"/>
                <a:ext cx="139725" cy="12975"/>
              </a:xfrm>
              <a:custGeom>
                <a:rect b="b" l="l" r="r" t="t"/>
                <a:pathLst>
                  <a:path extrusionOk="0" h="519" w="5589">
                    <a:moveTo>
                      <a:pt x="231" y="0"/>
                    </a:moveTo>
                    <a:cubicBezTo>
                      <a:pt x="116" y="0"/>
                      <a:pt x="0" y="116"/>
                      <a:pt x="0" y="231"/>
                    </a:cubicBezTo>
                    <a:cubicBezTo>
                      <a:pt x="0" y="404"/>
                      <a:pt x="116" y="519"/>
                      <a:pt x="231" y="519"/>
                    </a:cubicBezTo>
                    <a:lnTo>
                      <a:pt x="5301" y="519"/>
                    </a:lnTo>
                    <a:cubicBezTo>
                      <a:pt x="5589" y="519"/>
                      <a:pt x="5589" y="0"/>
                      <a:pt x="530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 name="Google Shape;1759;p64"/>
              <p:cNvSpPr/>
              <p:nvPr/>
            </p:nvSpPr>
            <p:spPr>
              <a:xfrm>
                <a:off x="6457200" y="3423500"/>
                <a:ext cx="141175" cy="11550"/>
              </a:xfrm>
              <a:custGeom>
                <a:rect b="b" l="l" r="r" t="t"/>
                <a:pathLst>
                  <a:path extrusionOk="0" h="462" w="5647">
                    <a:moveTo>
                      <a:pt x="289" y="0"/>
                    </a:moveTo>
                    <a:cubicBezTo>
                      <a:pt x="1" y="0"/>
                      <a:pt x="1" y="461"/>
                      <a:pt x="289" y="461"/>
                    </a:cubicBezTo>
                    <a:lnTo>
                      <a:pt x="5359" y="461"/>
                    </a:lnTo>
                    <a:cubicBezTo>
                      <a:pt x="5647" y="461"/>
                      <a:pt x="5647" y="0"/>
                      <a:pt x="535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 name="Google Shape;1760;p64"/>
              <p:cNvSpPr/>
              <p:nvPr/>
            </p:nvSpPr>
            <p:spPr>
              <a:xfrm>
                <a:off x="6457200" y="3453750"/>
                <a:ext cx="141175" cy="12975"/>
              </a:xfrm>
              <a:custGeom>
                <a:rect b="b" l="l" r="r" t="t"/>
                <a:pathLst>
                  <a:path extrusionOk="0" h="519" w="5647">
                    <a:moveTo>
                      <a:pt x="289" y="0"/>
                    </a:moveTo>
                    <a:cubicBezTo>
                      <a:pt x="1" y="0"/>
                      <a:pt x="1" y="519"/>
                      <a:pt x="289" y="519"/>
                    </a:cubicBezTo>
                    <a:lnTo>
                      <a:pt x="5359" y="519"/>
                    </a:lnTo>
                    <a:cubicBezTo>
                      <a:pt x="5647" y="519"/>
                      <a:pt x="5647" y="0"/>
                      <a:pt x="535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4"/>
              <p:cNvSpPr/>
              <p:nvPr/>
            </p:nvSpPr>
            <p:spPr>
              <a:xfrm>
                <a:off x="6599800" y="3263275"/>
                <a:ext cx="67700" cy="61800"/>
              </a:xfrm>
              <a:custGeom>
                <a:rect b="b" l="l" r="r" t="t"/>
                <a:pathLst>
                  <a:path extrusionOk="0" h="2472" w="2708">
                    <a:moveTo>
                      <a:pt x="1383" y="764"/>
                    </a:moveTo>
                    <a:lnTo>
                      <a:pt x="1498" y="994"/>
                    </a:lnTo>
                    <a:cubicBezTo>
                      <a:pt x="1498" y="1052"/>
                      <a:pt x="1556" y="1109"/>
                      <a:pt x="1671" y="1109"/>
                    </a:cubicBezTo>
                    <a:lnTo>
                      <a:pt x="1901" y="1167"/>
                    </a:lnTo>
                    <a:lnTo>
                      <a:pt x="1729" y="1340"/>
                    </a:lnTo>
                    <a:cubicBezTo>
                      <a:pt x="1671" y="1397"/>
                      <a:pt x="1613" y="1455"/>
                      <a:pt x="1671" y="1570"/>
                    </a:cubicBezTo>
                    <a:lnTo>
                      <a:pt x="1671" y="1801"/>
                    </a:lnTo>
                    <a:lnTo>
                      <a:pt x="1441" y="1685"/>
                    </a:lnTo>
                    <a:cubicBezTo>
                      <a:pt x="1412" y="1657"/>
                      <a:pt x="1383" y="1642"/>
                      <a:pt x="1354" y="1642"/>
                    </a:cubicBezTo>
                    <a:cubicBezTo>
                      <a:pt x="1325" y="1642"/>
                      <a:pt x="1297" y="1657"/>
                      <a:pt x="1268" y="1685"/>
                    </a:cubicBezTo>
                    <a:lnTo>
                      <a:pt x="1037" y="1801"/>
                    </a:lnTo>
                    <a:lnTo>
                      <a:pt x="1037" y="1570"/>
                    </a:lnTo>
                    <a:cubicBezTo>
                      <a:pt x="1095" y="1455"/>
                      <a:pt x="1037" y="1397"/>
                      <a:pt x="980" y="1340"/>
                    </a:cubicBezTo>
                    <a:lnTo>
                      <a:pt x="807" y="1167"/>
                    </a:lnTo>
                    <a:lnTo>
                      <a:pt x="1095" y="1109"/>
                    </a:lnTo>
                    <a:cubicBezTo>
                      <a:pt x="1153" y="1109"/>
                      <a:pt x="1210" y="1052"/>
                      <a:pt x="1268" y="994"/>
                    </a:cubicBezTo>
                    <a:lnTo>
                      <a:pt x="1383" y="764"/>
                    </a:lnTo>
                    <a:close/>
                    <a:moveTo>
                      <a:pt x="1354" y="0"/>
                    </a:moveTo>
                    <a:cubicBezTo>
                      <a:pt x="1268" y="0"/>
                      <a:pt x="1181" y="43"/>
                      <a:pt x="1153" y="130"/>
                    </a:cubicBezTo>
                    <a:lnTo>
                      <a:pt x="864" y="648"/>
                    </a:lnTo>
                    <a:lnTo>
                      <a:pt x="288" y="764"/>
                    </a:lnTo>
                    <a:cubicBezTo>
                      <a:pt x="58" y="764"/>
                      <a:pt x="0" y="994"/>
                      <a:pt x="116" y="1167"/>
                    </a:cubicBezTo>
                    <a:lnTo>
                      <a:pt x="576" y="1570"/>
                    </a:lnTo>
                    <a:lnTo>
                      <a:pt x="461" y="2204"/>
                    </a:lnTo>
                    <a:cubicBezTo>
                      <a:pt x="461" y="2338"/>
                      <a:pt x="565" y="2472"/>
                      <a:pt x="692" y="2472"/>
                    </a:cubicBezTo>
                    <a:cubicBezTo>
                      <a:pt x="729" y="2472"/>
                      <a:pt x="768" y="2460"/>
                      <a:pt x="807" y="2434"/>
                    </a:cubicBezTo>
                    <a:lnTo>
                      <a:pt x="1325" y="2146"/>
                    </a:lnTo>
                    <a:lnTo>
                      <a:pt x="1901" y="2434"/>
                    </a:lnTo>
                    <a:cubicBezTo>
                      <a:pt x="1940" y="2460"/>
                      <a:pt x="1979" y="2472"/>
                      <a:pt x="2016" y="2472"/>
                    </a:cubicBezTo>
                    <a:cubicBezTo>
                      <a:pt x="2143" y="2472"/>
                      <a:pt x="2247" y="2338"/>
                      <a:pt x="2247" y="2204"/>
                    </a:cubicBezTo>
                    <a:lnTo>
                      <a:pt x="2132" y="1570"/>
                    </a:lnTo>
                    <a:lnTo>
                      <a:pt x="2593" y="1167"/>
                    </a:lnTo>
                    <a:cubicBezTo>
                      <a:pt x="2708" y="994"/>
                      <a:pt x="2650" y="764"/>
                      <a:pt x="2420" y="764"/>
                    </a:cubicBezTo>
                    <a:lnTo>
                      <a:pt x="1844" y="648"/>
                    </a:lnTo>
                    <a:lnTo>
                      <a:pt x="1556" y="130"/>
                    </a:lnTo>
                    <a:cubicBezTo>
                      <a:pt x="1527" y="43"/>
                      <a:pt x="1441" y="0"/>
                      <a:pt x="135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762" name="Google Shape;1762;p64"/>
          <p:cNvGrpSpPr/>
          <p:nvPr/>
        </p:nvGrpSpPr>
        <p:grpSpPr>
          <a:xfrm>
            <a:off x="7601085" y="1175575"/>
            <a:ext cx="595348" cy="595348"/>
            <a:chOff x="6135703" y="530438"/>
            <a:chExt cx="707400" cy="707400"/>
          </a:xfrm>
        </p:grpSpPr>
        <p:sp>
          <p:nvSpPr>
            <p:cNvPr id="1763" name="Google Shape;1763;p64"/>
            <p:cNvSpPr/>
            <p:nvPr/>
          </p:nvSpPr>
          <p:spPr>
            <a:xfrm flipH="1">
              <a:off x="6135703" y="530438"/>
              <a:ext cx="707400" cy="707400"/>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64"/>
            <p:cNvSpPr/>
            <p:nvPr/>
          </p:nvSpPr>
          <p:spPr>
            <a:xfrm>
              <a:off x="6287775" y="683225"/>
              <a:ext cx="403300" cy="401850"/>
            </a:xfrm>
            <a:custGeom>
              <a:rect b="b" l="l" r="r" t="t"/>
              <a:pathLst>
                <a:path extrusionOk="0" h="16074" w="16132">
                  <a:moveTo>
                    <a:pt x="5243" y="5761"/>
                  </a:moveTo>
                  <a:lnTo>
                    <a:pt x="5243" y="10428"/>
                  </a:lnTo>
                  <a:lnTo>
                    <a:pt x="3169" y="10428"/>
                  </a:lnTo>
                  <a:lnTo>
                    <a:pt x="3169" y="5761"/>
                  </a:lnTo>
                  <a:close/>
                  <a:moveTo>
                    <a:pt x="7836" y="461"/>
                  </a:moveTo>
                  <a:lnTo>
                    <a:pt x="7836" y="10428"/>
                  </a:lnTo>
                  <a:lnTo>
                    <a:pt x="5704" y="10428"/>
                  </a:lnTo>
                  <a:lnTo>
                    <a:pt x="5704" y="461"/>
                  </a:lnTo>
                  <a:close/>
                  <a:moveTo>
                    <a:pt x="10428" y="2132"/>
                  </a:moveTo>
                  <a:lnTo>
                    <a:pt x="10428" y="10428"/>
                  </a:lnTo>
                  <a:lnTo>
                    <a:pt x="8354" y="10428"/>
                  </a:lnTo>
                  <a:lnTo>
                    <a:pt x="8354" y="2132"/>
                  </a:lnTo>
                  <a:close/>
                  <a:moveTo>
                    <a:pt x="14922" y="3399"/>
                  </a:moveTo>
                  <a:cubicBezTo>
                    <a:pt x="15325" y="3399"/>
                    <a:pt x="15671" y="3745"/>
                    <a:pt x="15671" y="4148"/>
                  </a:cubicBezTo>
                  <a:lnTo>
                    <a:pt x="15671" y="10428"/>
                  </a:lnTo>
                  <a:lnTo>
                    <a:pt x="13481" y="10428"/>
                  </a:lnTo>
                  <a:lnTo>
                    <a:pt x="13481" y="9563"/>
                  </a:lnTo>
                  <a:cubicBezTo>
                    <a:pt x="13481" y="9419"/>
                    <a:pt x="13366" y="9347"/>
                    <a:pt x="13251" y="9347"/>
                  </a:cubicBezTo>
                  <a:cubicBezTo>
                    <a:pt x="13136" y="9347"/>
                    <a:pt x="13020" y="9419"/>
                    <a:pt x="13020" y="9563"/>
                  </a:cubicBezTo>
                  <a:lnTo>
                    <a:pt x="13020" y="10428"/>
                  </a:lnTo>
                  <a:lnTo>
                    <a:pt x="10889" y="10428"/>
                  </a:lnTo>
                  <a:lnTo>
                    <a:pt x="10889" y="7374"/>
                  </a:lnTo>
                  <a:lnTo>
                    <a:pt x="13020" y="7374"/>
                  </a:lnTo>
                  <a:lnTo>
                    <a:pt x="13020" y="8354"/>
                  </a:lnTo>
                  <a:cubicBezTo>
                    <a:pt x="13020" y="8498"/>
                    <a:pt x="13136" y="8570"/>
                    <a:pt x="13251" y="8570"/>
                  </a:cubicBezTo>
                  <a:cubicBezTo>
                    <a:pt x="13366" y="8570"/>
                    <a:pt x="13481" y="8498"/>
                    <a:pt x="13481" y="8354"/>
                  </a:cubicBezTo>
                  <a:lnTo>
                    <a:pt x="13481" y="7144"/>
                  </a:lnTo>
                  <a:cubicBezTo>
                    <a:pt x="13481" y="7029"/>
                    <a:pt x="13366" y="6913"/>
                    <a:pt x="13251" y="6913"/>
                  </a:cubicBezTo>
                  <a:lnTo>
                    <a:pt x="10889" y="6913"/>
                  </a:lnTo>
                  <a:lnTo>
                    <a:pt x="10889" y="3399"/>
                  </a:lnTo>
                  <a:close/>
                  <a:moveTo>
                    <a:pt x="15671" y="10889"/>
                  </a:moveTo>
                  <a:lnTo>
                    <a:pt x="15671" y="12156"/>
                  </a:lnTo>
                  <a:cubicBezTo>
                    <a:pt x="15671" y="12559"/>
                    <a:pt x="15325" y="12905"/>
                    <a:pt x="14922" y="12905"/>
                  </a:cubicBezTo>
                  <a:lnTo>
                    <a:pt x="1210" y="12905"/>
                  </a:lnTo>
                  <a:cubicBezTo>
                    <a:pt x="807" y="12905"/>
                    <a:pt x="519" y="12559"/>
                    <a:pt x="519" y="12156"/>
                  </a:cubicBezTo>
                  <a:lnTo>
                    <a:pt x="519" y="10889"/>
                  </a:lnTo>
                  <a:close/>
                  <a:moveTo>
                    <a:pt x="9449" y="13366"/>
                  </a:moveTo>
                  <a:lnTo>
                    <a:pt x="10313" y="15152"/>
                  </a:lnTo>
                  <a:cubicBezTo>
                    <a:pt x="10428" y="15382"/>
                    <a:pt x="10255" y="15613"/>
                    <a:pt x="10025" y="15613"/>
                  </a:cubicBezTo>
                  <a:lnTo>
                    <a:pt x="6222" y="15613"/>
                  </a:lnTo>
                  <a:cubicBezTo>
                    <a:pt x="5992" y="15613"/>
                    <a:pt x="5877" y="15382"/>
                    <a:pt x="5934" y="15152"/>
                  </a:cubicBezTo>
                  <a:lnTo>
                    <a:pt x="6799" y="13366"/>
                  </a:lnTo>
                  <a:close/>
                  <a:moveTo>
                    <a:pt x="5473" y="0"/>
                  </a:moveTo>
                  <a:cubicBezTo>
                    <a:pt x="5358" y="0"/>
                    <a:pt x="5243" y="115"/>
                    <a:pt x="5243" y="231"/>
                  </a:cubicBezTo>
                  <a:lnTo>
                    <a:pt x="5243" y="2938"/>
                  </a:lnTo>
                  <a:lnTo>
                    <a:pt x="1210" y="2938"/>
                  </a:lnTo>
                  <a:cubicBezTo>
                    <a:pt x="519" y="2938"/>
                    <a:pt x="0" y="3457"/>
                    <a:pt x="0" y="4148"/>
                  </a:cubicBezTo>
                  <a:lnTo>
                    <a:pt x="0" y="4782"/>
                  </a:lnTo>
                  <a:cubicBezTo>
                    <a:pt x="0" y="4926"/>
                    <a:pt x="116" y="4998"/>
                    <a:pt x="231" y="4998"/>
                  </a:cubicBezTo>
                  <a:cubicBezTo>
                    <a:pt x="346" y="4998"/>
                    <a:pt x="461" y="4926"/>
                    <a:pt x="461" y="4782"/>
                  </a:cubicBezTo>
                  <a:lnTo>
                    <a:pt x="461" y="4148"/>
                  </a:lnTo>
                  <a:cubicBezTo>
                    <a:pt x="461" y="3745"/>
                    <a:pt x="807" y="3399"/>
                    <a:pt x="1210" y="3399"/>
                  </a:cubicBezTo>
                  <a:lnTo>
                    <a:pt x="5243" y="3399"/>
                  </a:lnTo>
                  <a:lnTo>
                    <a:pt x="5243" y="5243"/>
                  </a:lnTo>
                  <a:lnTo>
                    <a:pt x="2881" y="5243"/>
                  </a:lnTo>
                  <a:cubicBezTo>
                    <a:pt x="2766" y="5243"/>
                    <a:pt x="2651" y="5358"/>
                    <a:pt x="2651" y="5473"/>
                  </a:cubicBezTo>
                  <a:lnTo>
                    <a:pt x="2651" y="10428"/>
                  </a:lnTo>
                  <a:lnTo>
                    <a:pt x="461" y="10428"/>
                  </a:lnTo>
                  <a:lnTo>
                    <a:pt x="461" y="6049"/>
                  </a:lnTo>
                  <a:cubicBezTo>
                    <a:pt x="461" y="5876"/>
                    <a:pt x="346" y="5790"/>
                    <a:pt x="231" y="5790"/>
                  </a:cubicBezTo>
                  <a:cubicBezTo>
                    <a:pt x="116" y="5790"/>
                    <a:pt x="0" y="5876"/>
                    <a:pt x="0" y="6049"/>
                  </a:cubicBezTo>
                  <a:lnTo>
                    <a:pt x="0" y="12156"/>
                  </a:lnTo>
                  <a:cubicBezTo>
                    <a:pt x="0" y="12847"/>
                    <a:pt x="519" y="13366"/>
                    <a:pt x="1210" y="13366"/>
                  </a:cubicBezTo>
                  <a:lnTo>
                    <a:pt x="6280" y="13366"/>
                  </a:lnTo>
                  <a:lnTo>
                    <a:pt x="5531" y="14979"/>
                  </a:lnTo>
                  <a:cubicBezTo>
                    <a:pt x="5301" y="15497"/>
                    <a:pt x="5646" y="16073"/>
                    <a:pt x="6222" y="16073"/>
                  </a:cubicBezTo>
                  <a:lnTo>
                    <a:pt x="10025" y="16073"/>
                  </a:lnTo>
                  <a:cubicBezTo>
                    <a:pt x="10543" y="16073"/>
                    <a:pt x="10946" y="15497"/>
                    <a:pt x="10716" y="14979"/>
                  </a:cubicBezTo>
                  <a:lnTo>
                    <a:pt x="9967" y="13366"/>
                  </a:lnTo>
                  <a:lnTo>
                    <a:pt x="14922" y="13366"/>
                  </a:lnTo>
                  <a:cubicBezTo>
                    <a:pt x="15613" y="13366"/>
                    <a:pt x="16131" y="12847"/>
                    <a:pt x="16131" y="12156"/>
                  </a:cubicBezTo>
                  <a:lnTo>
                    <a:pt x="16131" y="4148"/>
                  </a:lnTo>
                  <a:cubicBezTo>
                    <a:pt x="16131" y="3457"/>
                    <a:pt x="15613" y="2938"/>
                    <a:pt x="14922" y="2938"/>
                  </a:cubicBezTo>
                  <a:lnTo>
                    <a:pt x="10889" y="2938"/>
                  </a:lnTo>
                  <a:lnTo>
                    <a:pt x="10889" y="1901"/>
                  </a:lnTo>
                  <a:cubicBezTo>
                    <a:pt x="10889" y="1786"/>
                    <a:pt x="10774" y="1671"/>
                    <a:pt x="10658" y="1671"/>
                  </a:cubicBezTo>
                  <a:lnTo>
                    <a:pt x="8296" y="1671"/>
                  </a:lnTo>
                  <a:lnTo>
                    <a:pt x="8296" y="231"/>
                  </a:lnTo>
                  <a:cubicBezTo>
                    <a:pt x="8296" y="115"/>
                    <a:pt x="8181" y="0"/>
                    <a:pt x="806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8" name="Shape 1768"/>
        <p:cNvGrpSpPr/>
        <p:nvPr/>
      </p:nvGrpSpPr>
      <p:grpSpPr>
        <a:xfrm>
          <a:off x="0" y="0"/>
          <a:ext cx="0" cy="0"/>
          <a:chOff x="0" y="0"/>
          <a:chExt cx="0" cy="0"/>
        </a:xfrm>
      </p:grpSpPr>
      <p:sp>
        <p:nvSpPr>
          <p:cNvPr id="1769" name="Google Shape;1769;p65"/>
          <p:cNvSpPr txBox="1"/>
          <p:nvPr>
            <p:ph idx="4294967295" type="body"/>
          </p:nvPr>
        </p:nvSpPr>
        <p:spPr>
          <a:xfrm>
            <a:off x="720000" y="1152500"/>
            <a:ext cx="7704000" cy="616500"/>
          </a:xfrm>
          <a:prstGeom prst="rect">
            <a:avLst/>
          </a:prstGeom>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 sz="1200"/>
              <a:t>Here’s an assortment of alternative resources whose style fits that of this template:</a:t>
            </a:r>
            <a:endParaRPr sz="1200"/>
          </a:p>
          <a:p>
            <a:pPr indent="-304800" lvl="0" marL="457200" marR="0" rtl="0" algn="l">
              <a:lnSpc>
                <a:spcPct val="100000"/>
              </a:lnSpc>
              <a:spcBef>
                <a:spcPts val="0"/>
              </a:spcBef>
              <a:spcAft>
                <a:spcPts val="0"/>
              </a:spcAft>
              <a:buSzPts val="1200"/>
              <a:buChar char="●"/>
            </a:pPr>
            <a:r>
              <a:rPr lang="en" sz="1200">
                <a:uFill>
                  <a:noFill/>
                </a:uFill>
                <a:hlinkClick r:id="rId3"/>
              </a:rPr>
              <a:t>Abstract style classic blue background</a:t>
            </a:r>
            <a:endParaRPr sz="1200"/>
          </a:p>
        </p:txBody>
      </p:sp>
      <p:sp>
        <p:nvSpPr>
          <p:cNvPr id="1770" name="Google Shape;1770;p6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a:t>
            </a:r>
            <a:r>
              <a:rPr lang="en"/>
              <a:t>lternative resources</a:t>
            </a:r>
            <a:endParaRPr/>
          </a:p>
        </p:txBody>
      </p:sp>
      <p:grpSp>
        <p:nvGrpSpPr>
          <p:cNvPr id="1771" name="Google Shape;1771;p65"/>
          <p:cNvGrpSpPr/>
          <p:nvPr/>
        </p:nvGrpSpPr>
        <p:grpSpPr>
          <a:xfrm>
            <a:off x="834295" y="1823187"/>
            <a:ext cx="1051388" cy="1051388"/>
            <a:chOff x="1688825" y="294050"/>
            <a:chExt cx="1507150" cy="1507150"/>
          </a:xfrm>
        </p:grpSpPr>
        <p:sp>
          <p:nvSpPr>
            <p:cNvPr id="1772" name="Google Shape;1772;p65"/>
            <p:cNvSpPr/>
            <p:nvPr/>
          </p:nvSpPr>
          <p:spPr>
            <a:xfrm>
              <a:off x="1793325" y="398550"/>
              <a:ext cx="265200" cy="265200"/>
            </a:xfrm>
            <a:custGeom>
              <a:rect b="b" l="l" r="r" t="t"/>
              <a:pathLst>
                <a:path extrusionOk="0" h="10608" w="10608">
                  <a:moveTo>
                    <a:pt x="10607" y="0"/>
                  </a:moveTo>
                  <a:cubicBezTo>
                    <a:pt x="9612" y="597"/>
                    <a:pt x="8673" y="1223"/>
                    <a:pt x="7763" y="1905"/>
                  </a:cubicBezTo>
                  <a:lnTo>
                    <a:pt x="1905" y="7763"/>
                  </a:lnTo>
                  <a:cubicBezTo>
                    <a:pt x="1223" y="8673"/>
                    <a:pt x="597" y="9640"/>
                    <a:pt x="0" y="10607"/>
                  </a:cubicBezTo>
                  <a:lnTo>
                    <a:pt x="10607" y="0"/>
                  </a:ln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5"/>
            <p:cNvSpPr/>
            <p:nvPr/>
          </p:nvSpPr>
          <p:spPr>
            <a:xfrm>
              <a:off x="1722925" y="328150"/>
              <a:ext cx="493400" cy="493425"/>
            </a:xfrm>
            <a:custGeom>
              <a:rect b="b" l="l" r="r" t="t"/>
              <a:pathLst>
                <a:path extrusionOk="0" h="19737" w="19736">
                  <a:moveTo>
                    <a:pt x="19736" y="1"/>
                  </a:moveTo>
                  <a:cubicBezTo>
                    <a:pt x="19253" y="143"/>
                    <a:pt x="18798" y="314"/>
                    <a:pt x="18314" y="484"/>
                  </a:cubicBezTo>
                  <a:lnTo>
                    <a:pt x="484" y="18314"/>
                  </a:lnTo>
                  <a:cubicBezTo>
                    <a:pt x="314" y="18798"/>
                    <a:pt x="143" y="19281"/>
                    <a:pt x="1" y="19736"/>
                  </a:cubicBezTo>
                  <a:lnTo>
                    <a:pt x="19736" y="1"/>
                  </a:ln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65"/>
            <p:cNvSpPr/>
            <p:nvPr/>
          </p:nvSpPr>
          <p:spPr>
            <a:xfrm>
              <a:off x="1696625" y="301850"/>
              <a:ext cx="633450" cy="633450"/>
            </a:xfrm>
            <a:custGeom>
              <a:rect b="b" l="l" r="r" t="t"/>
              <a:pathLst>
                <a:path extrusionOk="0" h="25338" w="25338">
                  <a:moveTo>
                    <a:pt x="25338" y="1"/>
                  </a:moveTo>
                  <a:lnTo>
                    <a:pt x="25338" y="1"/>
                  </a:lnTo>
                  <a:cubicBezTo>
                    <a:pt x="24940" y="58"/>
                    <a:pt x="24570" y="143"/>
                    <a:pt x="24200" y="200"/>
                  </a:cubicBezTo>
                  <a:lnTo>
                    <a:pt x="200" y="24200"/>
                  </a:lnTo>
                  <a:cubicBezTo>
                    <a:pt x="143" y="24570"/>
                    <a:pt x="58" y="24940"/>
                    <a:pt x="1" y="25338"/>
                  </a:cubicBezTo>
                  <a:lnTo>
                    <a:pt x="25338" y="1"/>
                  </a:ln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65"/>
            <p:cNvSpPr/>
            <p:nvPr/>
          </p:nvSpPr>
          <p:spPr>
            <a:xfrm>
              <a:off x="1688825" y="294050"/>
              <a:ext cx="736525" cy="736525"/>
            </a:xfrm>
            <a:custGeom>
              <a:rect b="b" l="l" r="r" t="t"/>
              <a:pathLst>
                <a:path extrusionOk="0" h="29461" w="29461">
                  <a:moveTo>
                    <a:pt x="29460" y="0"/>
                  </a:moveTo>
                  <a:cubicBezTo>
                    <a:pt x="29148" y="0"/>
                    <a:pt x="28806" y="0"/>
                    <a:pt x="28494" y="28"/>
                  </a:cubicBezTo>
                  <a:lnTo>
                    <a:pt x="28" y="28494"/>
                  </a:lnTo>
                  <a:cubicBezTo>
                    <a:pt x="0" y="28806"/>
                    <a:pt x="0" y="29148"/>
                    <a:pt x="0" y="29460"/>
                  </a:cubicBezTo>
                  <a:lnTo>
                    <a:pt x="29460" y="0"/>
                  </a:ln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5"/>
            <p:cNvSpPr/>
            <p:nvPr/>
          </p:nvSpPr>
          <p:spPr>
            <a:xfrm>
              <a:off x="1690225" y="294750"/>
              <a:ext cx="819725" cy="820425"/>
            </a:xfrm>
            <a:custGeom>
              <a:rect b="b" l="l" r="r" t="t"/>
              <a:pathLst>
                <a:path extrusionOk="0" h="32817" w="32789">
                  <a:moveTo>
                    <a:pt x="31907" y="0"/>
                  </a:moveTo>
                  <a:lnTo>
                    <a:pt x="1" y="31935"/>
                  </a:lnTo>
                  <a:cubicBezTo>
                    <a:pt x="1" y="32248"/>
                    <a:pt x="29" y="32532"/>
                    <a:pt x="58" y="32816"/>
                  </a:cubicBezTo>
                  <a:lnTo>
                    <a:pt x="32788" y="86"/>
                  </a:lnTo>
                  <a:cubicBezTo>
                    <a:pt x="32504" y="57"/>
                    <a:pt x="32220" y="29"/>
                    <a:pt x="31907"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65"/>
            <p:cNvSpPr/>
            <p:nvPr/>
          </p:nvSpPr>
          <p:spPr>
            <a:xfrm>
              <a:off x="1698775" y="304000"/>
              <a:ext cx="887950" cy="887950"/>
            </a:xfrm>
            <a:custGeom>
              <a:rect b="b" l="l" r="r" t="t"/>
              <a:pathLst>
                <a:path extrusionOk="0" h="35518" w="35518">
                  <a:moveTo>
                    <a:pt x="34721" y="0"/>
                  </a:moveTo>
                  <a:lnTo>
                    <a:pt x="0" y="34721"/>
                  </a:lnTo>
                  <a:cubicBezTo>
                    <a:pt x="29" y="34977"/>
                    <a:pt x="85" y="35233"/>
                    <a:pt x="142" y="35518"/>
                  </a:cubicBezTo>
                  <a:lnTo>
                    <a:pt x="35518" y="142"/>
                  </a:lnTo>
                  <a:cubicBezTo>
                    <a:pt x="35233" y="85"/>
                    <a:pt x="34977" y="57"/>
                    <a:pt x="34721"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65"/>
            <p:cNvSpPr/>
            <p:nvPr/>
          </p:nvSpPr>
          <p:spPr>
            <a:xfrm>
              <a:off x="1714400" y="319625"/>
              <a:ext cx="942000" cy="942000"/>
            </a:xfrm>
            <a:custGeom>
              <a:rect b="b" l="l" r="r" t="t"/>
              <a:pathLst>
                <a:path extrusionOk="0" h="37680" w="37680">
                  <a:moveTo>
                    <a:pt x="36968" y="1"/>
                  </a:moveTo>
                  <a:lnTo>
                    <a:pt x="1" y="36968"/>
                  </a:lnTo>
                  <a:cubicBezTo>
                    <a:pt x="58" y="37196"/>
                    <a:pt x="143" y="37452"/>
                    <a:pt x="200" y="37679"/>
                  </a:cubicBezTo>
                  <a:lnTo>
                    <a:pt x="37679" y="200"/>
                  </a:lnTo>
                  <a:cubicBezTo>
                    <a:pt x="37452" y="143"/>
                    <a:pt x="37196" y="58"/>
                    <a:pt x="36968"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5"/>
            <p:cNvSpPr/>
            <p:nvPr/>
          </p:nvSpPr>
          <p:spPr>
            <a:xfrm>
              <a:off x="1735025" y="340250"/>
              <a:ext cx="986775" cy="986775"/>
            </a:xfrm>
            <a:custGeom>
              <a:rect b="b" l="l" r="r" t="t"/>
              <a:pathLst>
                <a:path extrusionOk="0" h="39471" w="39471">
                  <a:moveTo>
                    <a:pt x="38788" y="0"/>
                  </a:moveTo>
                  <a:lnTo>
                    <a:pt x="0" y="38788"/>
                  </a:lnTo>
                  <a:cubicBezTo>
                    <a:pt x="86" y="39016"/>
                    <a:pt x="199" y="39243"/>
                    <a:pt x="285" y="39471"/>
                  </a:cubicBezTo>
                  <a:lnTo>
                    <a:pt x="39470" y="285"/>
                  </a:lnTo>
                  <a:cubicBezTo>
                    <a:pt x="39243" y="199"/>
                    <a:pt x="39015" y="86"/>
                    <a:pt x="38788"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65"/>
            <p:cNvSpPr/>
            <p:nvPr/>
          </p:nvSpPr>
          <p:spPr>
            <a:xfrm>
              <a:off x="1761325" y="366550"/>
              <a:ext cx="1020200" cy="1020200"/>
            </a:xfrm>
            <a:custGeom>
              <a:rect b="b" l="l" r="r" t="t"/>
              <a:pathLst>
                <a:path extrusionOk="0" h="40808" w="40808">
                  <a:moveTo>
                    <a:pt x="40182" y="1"/>
                  </a:moveTo>
                  <a:lnTo>
                    <a:pt x="1" y="40182"/>
                  </a:lnTo>
                  <a:cubicBezTo>
                    <a:pt x="86" y="40409"/>
                    <a:pt x="200" y="40608"/>
                    <a:pt x="313" y="40807"/>
                  </a:cubicBezTo>
                  <a:lnTo>
                    <a:pt x="40807" y="313"/>
                  </a:lnTo>
                  <a:cubicBezTo>
                    <a:pt x="40608" y="200"/>
                    <a:pt x="40409" y="86"/>
                    <a:pt x="40182"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5"/>
            <p:cNvSpPr/>
            <p:nvPr/>
          </p:nvSpPr>
          <p:spPr>
            <a:xfrm>
              <a:off x="1791900" y="396400"/>
              <a:ext cx="1045775" cy="1046500"/>
            </a:xfrm>
            <a:custGeom>
              <a:rect b="b" l="l" r="r" t="t"/>
              <a:pathLst>
                <a:path extrusionOk="0" h="41860" w="41831">
                  <a:moveTo>
                    <a:pt x="41233" y="1"/>
                  </a:moveTo>
                  <a:lnTo>
                    <a:pt x="0" y="41291"/>
                  </a:lnTo>
                  <a:cubicBezTo>
                    <a:pt x="114" y="41462"/>
                    <a:pt x="228" y="41661"/>
                    <a:pt x="342" y="41860"/>
                  </a:cubicBezTo>
                  <a:lnTo>
                    <a:pt x="41831" y="371"/>
                  </a:lnTo>
                  <a:cubicBezTo>
                    <a:pt x="41632" y="228"/>
                    <a:pt x="41433" y="115"/>
                    <a:pt x="41233"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65"/>
            <p:cNvSpPr/>
            <p:nvPr/>
          </p:nvSpPr>
          <p:spPr>
            <a:xfrm>
              <a:off x="1826025" y="431250"/>
              <a:ext cx="1063550" cy="1063550"/>
            </a:xfrm>
            <a:custGeom>
              <a:rect b="b" l="l" r="r" t="t"/>
              <a:pathLst>
                <a:path extrusionOk="0" h="42542" w="42542">
                  <a:moveTo>
                    <a:pt x="42001" y="0"/>
                  </a:moveTo>
                  <a:lnTo>
                    <a:pt x="0" y="42001"/>
                  </a:lnTo>
                  <a:cubicBezTo>
                    <a:pt x="114" y="42200"/>
                    <a:pt x="256" y="42371"/>
                    <a:pt x="370" y="42542"/>
                  </a:cubicBezTo>
                  <a:lnTo>
                    <a:pt x="42542" y="370"/>
                  </a:lnTo>
                  <a:cubicBezTo>
                    <a:pt x="42371" y="256"/>
                    <a:pt x="42200" y="114"/>
                    <a:pt x="42001"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65"/>
            <p:cNvSpPr/>
            <p:nvPr/>
          </p:nvSpPr>
          <p:spPr>
            <a:xfrm>
              <a:off x="1863700" y="468925"/>
              <a:ext cx="1074225" cy="1074225"/>
            </a:xfrm>
            <a:custGeom>
              <a:rect b="b" l="l" r="r" t="t"/>
              <a:pathLst>
                <a:path extrusionOk="0" h="42969" w="42969">
                  <a:moveTo>
                    <a:pt x="42485" y="0"/>
                  </a:moveTo>
                  <a:lnTo>
                    <a:pt x="0" y="42485"/>
                  </a:lnTo>
                  <a:cubicBezTo>
                    <a:pt x="143" y="42655"/>
                    <a:pt x="285" y="42826"/>
                    <a:pt x="427" y="42968"/>
                  </a:cubicBezTo>
                  <a:lnTo>
                    <a:pt x="42968" y="427"/>
                  </a:lnTo>
                  <a:cubicBezTo>
                    <a:pt x="42826" y="285"/>
                    <a:pt x="42655" y="143"/>
                    <a:pt x="42485"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65"/>
            <p:cNvSpPr/>
            <p:nvPr/>
          </p:nvSpPr>
          <p:spPr>
            <a:xfrm>
              <a:off x="1904925" y="510150"/>
              <a:ext cx="1077775" cy="1078500"/>
            </a:xfrm>
            <a:custGeom>
              <a:rect b="b" l="l" r="r" t="t"/>
              <a:pathLst>
                <a:path extrusionOk="0" h="43140" w="43111">
                  <a:moveTo>
                    <a:pt x="42656" y="1"/>
                  </a:moveTo>
                  <a:lnTo>
                    <a:pt x="1" y="42656"/>
                  </a:lnTo>
                  <a:cubicBezTo>
                    <a:pt x="171" y="42826"/>
                    <a:pt x="314" y="42969"/>
                    <a:pt x="484" y="43139"/>
                  </a:cubicBezTo>
                  <a:lnTo>
                    <a:pt x="43111" y="484"/>
                  </a:lnTo>
                  <a:cubicBezTo>
                    <a:pt x="42969" y="314"/>
                    <a:pt x="42826" y="171"/>
                    <a:pt x="42656"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 name="Google Shape;1785;p65"/>
            <p:cNvSpPr/>
            <p:nvPr/>
          </p:nvSpPr>
          <p:spPr>
            <a:xfrm>
              <a:off x="1950425" y="555650"/>
              <a:ext cx="1074225" cy="1074225"/>
            </a:xfrm>
            <a:custGeom>
              <a:rect b="b" l="l" r="r" t="t"/>
              <a:pathLst>
                <a:path extrusionOk="0" h="42969" w="42969">
                  <a:moveTo>
                    <a:pt x="42542" y="1"/>
                  </a:moveTo>
                  <a:lnTo>
                    <a:pt x="1" y="42542"/>
                  </a:lnTo>
                  <a:cubicBezTo>
                    <a:pt x="171" y="42684"/>
                    <a:pt x="313" y="42826"/>
                    <a:pt x="484" y="42969"/>
                  </a:cubicBezTo>
                  <a:lnTo>
                    <a:pt x="42968" y="484"/>
                  </a:lnTo>
                  <a:cubicBezTo>
                    <a:pt x="42826" y="314"/>
                    <a:pt x="42684" y="171"/>
                    <a:pt x="42542"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 name="Google Shape;1786;p65"/>
            <p:cNvSpPr/>
            <p:nvPr/>
          </p:nvSpPr>
          <p:spPr>
            <a:xfrm>
              <a:off x="1998775" y="604000"/>
              <a:ext cx="1063550" cy="1063550"/>
            </a:xfrm>
            <a:custGeom>
              <a:rect b="b" l="l" r="r" t="t"/>
              <a:pathLst>
                <a:path extrusionOk="0" h="42542" w="42542">
                  <a:moveTo>
                    <a:pt x="42144" y="0"/>
                  </a:moveTo>
                  <a:lnTo>
                    <a:pt x="0" y="42144"/>
                  </a:lnTo>
                  <a:cubicBezTo>
                    <a:pt x="199" y="42286"/>
                    <a:pt x="370" y="42400"/>
                    <a:pt x="541" y="42542"/>
                  </a:cubicBezTo>
                  <a:lnTo>
                    <a:pt x="42542" y="541"/>
                  </a:lnTo>
                  <a:cubicBezTo>
                    <a:pt x="42399" y="370"/>
                    <a:pt x="42286" y="199"/>
                    <a:pt x="42144"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65"/>
            <p:cNvSpPr/>
            <p:nvPr/>
          </p:nvSpPr>
          <p:spPr>
            <a:xfrm>
              <a:off x="2051375" y="656600"/>
              <a:ext cx="1044375" cy="1044375"/>
            </a:xfrm>
            <a:custGeom>
              <a:rect b="b" l="l" r="r" t="t"/>
              <a:pathLst>
                <a:path extrusionOk="0" h="41775" w="41775">
                  <a:moveTo>
                    <a:pt x="41433" y="1"/>
                  </a:moveTo>
                  <a:lnTo>
                    <a:pt x="1" y="41433"/>
                  </a:lnTo>
                  <a:cubicBezTo>
                    <a:pt x="200" y="41547"/>
                    <a:pt x="399" y="41660"/>
                    <a:pt x="598" y="41774"/>
                  </a:cubicBezTo>
                  <a:lnTo>
                    <a:pt x="41774" y="598"/>
                  </a:lnTo>
                  <a:cubicBezTo>
                    <a:pt x="41660" y="399"/>
                    <a:pt x="41547" y="200"/>
                    <a:pt x="41433"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65"/>
            <p:cNvSpPr/>
            <p:nvPr/>
          </p:nvSpPr>
          <p:spPr>
            <a:xfrm>
              <a:off x="2107550" y="712775"/>
              <a:ext cx="1018050" cy="1018050"/>
            </a:xfrm>
            <a:custGeom>
              <a:rect b="b" l="l" r="r" t="t"/>
              <a:pathLst>
                <a:path extrusionOk="0" h="40722" w="40722">
                  <a:moveTo>
                    <a:pt x="40437" y="0"/>
                  </a:moveTo>
                  <a:lnTo>
                    <a:pt x="0" y="40437"/>
                  </a:lnTo>
                  <a:cubicBezTo>
                    <a:pt x="199" y="40523"/>
                    <a:pt x="427" y="40636"/>
                    <a:pt x="626" y="40722"/>
                  </a:cubicBezTo>
                  <a:lnTo>
                    <a:pt x="40721" y="626"/>
                  </a:lnTo>
                  <a:cubicBezTo>
                    <a:pt x="40636" y="427"/>
                    <a:pt x="40522" y="199"/>
                    <a:pt x="40437"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65"/>
            <p:cNvSpPr/>
            <p:nvPr/>
          </p:nvSpPr>
          <p:spPr>
            <a:xfrm>
              <a:off x="2167975" y="773200"/>
              <a:ext cx="983925" cy="983925"/>
            </a:xfrm>
            <a:custGeom>
              <a:rect b="b" l="l" r="r" t="t"/>
              <a:pathLst>
                <a:path extrusionOk="0" h="39357" w="39357">
                  <a:moveTo>
                    <a:pt x="39072" y="0"/>
                  </a:moveTo>
                  <a:lnTo>
                    <a:pt x="0" y="39072"/>
                  </a:lnTo>
                  <a:cubicBezTo>
                    <a:pt x="228" y="39158"/>
                    <a:pt x="455" y="39271"/>
                    <a:pt x="683" y="39357"/>
                  </a:cubicBezTo>
                  <a:lnTo>
                    <a:pt x="39357" y="683"/>
                  </a:lnTo>
                  <a:cubicBezTo>
                    <a:pt x="39271" y="455"/>
                    <a:pt x="39158" y="228"/>
                    <a:pt x="39072"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65"/>
            <p:cNvSpPr/>
            <p:nvPr/>
          </p:nvSpPr>
          <p:spPr>
            <a:xfrm>
              <a:off x="2233375" y="838600"/>
              <a:ext cx="939150" cy="939150"/>
            </a:xfrm>
            <a:custGeom>
              <a:rect b="b" l="l" r="r" t="t"/>
              <a:pathLst>
                <a:path extrusionOk="0" h="37566" w="37566">
                  <a:moveTo>
                    <a:pt x="37338" y="1"/>
                  </a:moveTo>
                  <a:lnTo>
                    <a:pt x="0" y="37338"/>
                  </a:lnTo>
                  <a:cubicBezTo>
                    <a:pt x="256" y="37423"/>
                    <a:pt x="484" y="37480"/>
                    <a:pt x="740" y="37565"/>
                  </a:cubicBezTo>
                  <a:lnTo>
                    <a:pt x="37565" y="740"/>
                  </a:lnTo>
                  <a:cubicBezTo>
                    <a:pt x="37480" y="484"/>
                    <a:pt x="37423" y="228"/>
                    <a:pt x="37338"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65"/>
            <p:cNvSpPr/>
            <p:nvPr/>
          </p:nvSpPr>
          <p:spPr>
            <a:xfrm>
              <a:off x="2303750" y="908975"/>
              <a:ext cx="883700" cy="883700"/>
            </a:xfrm>
            <a:custGeom>
              <a:rect b="b" l="l" r="r" t="t"/>
              <a:pathLst>
                <a:path extrusionOk="0" h="35348" w="35348">
                  <a:moveTo>
                    <a:pt x="35205" y="1"/>
                  </a:moveTo>
                  <a:lnTo>
                    <a:pt x="1" y="35205"/>
                  </a:lnTo>
                  <a:cubicBezTo>
                    <a:pt x="257" y="35262"/>
                    <a:pt x="541" y="35291"/>
                    <a:pt x="797" y="35348"/>
                  </a:cubicBezTo>
                  <a:lnTo>
                    <a:pt x="35347" y="797"/>
                  </a:lnTo>
                  <a:cubicBezTo>
                    <a:pt x="35291" y="541"/>
                    <a:pt x="35262" y="285"/>
                    <a:pt x="35205"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65"/>
            <p:cNvSpPr/>
            <p:nvPr/>
          </p:nvSpPr>
          <p:spPr>
            <a:xfrm>
              <a:off x="2381250" y="986475"/>
              <a:ext cx="814725" cy="814725"/>
            </a:xfrm>
            <a:custGeom>
              <a:rect b="b" l="l" r="r" t="t"/>
              <a:pathLst>
                <a:path extrusionOk="0" h="32589" w="32589">
                  <a:moveTo>
                    <a:pt x="32503" y="0"/>
                  </a:moveTo>
                  <a:lnTo>
                    <a:pt x="0" y="32503"/>
                  </a:lnTo>
                  <a:cubicBezTo>
                    <a:pt x="285" y="32532"/>
                    <a:pt x="569" y="32560"/>
                    <a:pt x="853" y="32589"/>
                  </a:cubicBezTo>
                  <a:lnTo>
                    <a:pt x="32589" y="853"/>
                  </a:lnTo>
                  <a:cubicBezTo>
                    <a:pt x="32560" y="569"/>
                    <a:pt x="32532" y="285"/>
                    <a:pt x="32503" y="0"/>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65"/>
            <p:cNvSpPr/>
            <p:nvPr/>
          </p:nvSpPr>
          <p:spPr>
            <a:xfrm>
              <a:off x="2466550" y="1071775"/>
              <a:ext cx="729425" cy="729425"/>
            </a:xfrm>
            <a:custGeom>
              <a:rect b="b" l="l" r="r" t="t"/>
              <a:pathLst>
                <a:path extrusionOk="0" h="29177" w="29177">
                  <a:moveTo>
                    <a:pt x="29177" y="1"/>
                  </a:moveTo>
                  <a:lnTo>
                    <a:pt x="1" y="29177"/>
                  </a:lnTo>
                  <a:cubicBezTo>
                    <a:pt x="314" y="29177"/>
                    <a:pt x="655" y="29148"/>
                    <a:pt x="968" y="29148"/>
                  </a:cubicBezTo>
                  <a:lnTo>
                    <a:pt x="29148" y="968"/>
                  </a:lnTo>
                  <a:cubicBezTo>
                    <a:pt x="29148" y="655"/>
                    <a:pt x="29177" y="314"/>
                    <a:pt x="29177"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5"/>
            <p:cNvSpPr/>
            <p:nvPr/>
          </p:nvSpPr>
          <p:spPr>
            <a:xfrm>
              <a:off x="2562525" y="1167750"/>
              <a:ext cx="624925" cy="624925"/>
            </a:xfrm>
            <a:custGeom>
              <a:rect b="b" l="l" r="r" t="t"/>
              <a:pathLst>
                <a:path extrusionOk="0" h="24997" w="24997">
                  <a:moveTo>
                    <a:pt x="24996" y="1"/>
                  </a:moveTo>
                  <a:lnTo>
                    <a:pt x="1" y="24997"/>
                  </a:lnTo>
                  <a:cubicBezTo>
                    <a:pt x="399" y="24911"/>
                    <a:pt x="768" y="24854"/>
                    <a:pt x="1138" y="24769"/>
                  </a:cubicBezTo>
                  <a:lnTo>
                    <a:pt x="24769" y="1138"/>
                  </a:lnTo>
                  <a:cubicBezTo>
                    <a:pt x="24854" y="768"/>
                    <a:pt x="24911" y="399"/>
                    <a:pt x="24996"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5"/>
            <p:cNvSpPr/>
            <p:nvPr/>
          </p:nvSpPr>
          <p:spPr>
            <a:xfrm>
              <a:off x="2678400" y="1283625"/>
              <a:ext cx="480625" cy="480625"/>
            </a:xfrm>
            <a:custGeom>
              <a:rect b="b" l="l" r="r" t="t"/>
              <a:pathLst>
                <a:path extrusionOk="0" h="19225" w="19225">
                  <a:moveTo>
                    <a:pt x="19224" y="1"/>
                  </a:moveTo>
                  <a:lnTo>
                    <a:pt x="1" y="19224"/>
                  </a:lnTo>
                  <a:cubicBezTo>
                    <a:pt x="484" y="19053"/>
                    <a:pt x="968" y="18883"/>
                    <a:pt x="1451" y="18712"/>
                  </a:cubicBezTo>
                  <a:lnTo>
                    <a:pt x="18712" y="1451"/>
                  </a:lnTo>
                  <a:cubicBezTo>
                    <a:pt x="18883" y="968"/>
                    <a:pt x="19053" y="484"/>
                    <a:pt x="19224"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65"/>
            <p:cNvSpPr/>
            <p:nvPr/>
          </p:nvSpPr>
          <p:spPr>
            <a:xfrm>
              <a:off x="2842625" y="1447850"/>
              <a:ext cx="238900" cy="238900"/>
            </a:xfrm>
            <a:custGeom>
              <a:rect b="b" l="l" r="r" t="t"/>
              <a:pathLst>
                <a:path extrusionOk="0" h="9556" w="9556">
                  <a:moveTo>
                    <a:pt x="9555" y="1"/>
                  </a:moveTo>
                  <a:lnTo>
                    <a:pt x="1" y="9555"/>
                  </a:lnTo>
                  <a:cubicBezTo>
                    <a:pt x="1223" y="8816"/>
                    <a:pt x="2389" y="7963"/>
                    <a:pt x="3470" y="7025"/>
                  </a:cubicBezTo>
                  <a:lnTo>
                    <a:pt x="7025" y="3470"/>
                  </a:lnTo>
                  <a:cubicBezTo>
                    <a:pt x="7963" y="2389"/>
                    <a:pt x="8788" y="1224"/>
                    <a:pt x="9555" y="1"/>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7" name="Google Shape;1797;p65"/>
          <p:cNvGrpSpPr/>
          <p:nvPr/>
        </p:nvGrpSpPr>
        <p:grpSpPr>
          <a:xfrm>
            <a:off x="1484136" y="3110037"/>
            <a:ext cx="1338651" cy="1338651"/>
            <a:chOff x="1688825" y="294050"/>
            <a:chExt cx="1507150" cy="1507150"/>
          </a:xfrm>
        </p:grpSpPr>
        <p:sp>
          <p:nvSpPr>
            <p:cNvPr id="1798" name="Google Shape;1798;p65"/>
            <p:cNvSpPr/>
            <p:nvPr/>
          </p:nvSpPr>
          <p:spPr>
            <a:xfrm>
              <a:off x="1793325" y="398550"/>
              <a:ext cx="265200" cy="265200"/>
            </a:xfrm>
            <a:custGeom>
              <a:rect b="b" l="l" r="r" t="t"/>
              <a:pathLst>
                <a:path extrusionOk="0" h="10608" w="10608">
                  <a:moveTo>
                    <a:pt x="10607" y="0"/>
                  </a:moveTo>
                  <a:cubicBezTo>
                    <a:pt x="9612" y="597"/>
                    <a:pt x="8673" y="1223"/>
                    <a:pt x="7763" y="1905"/>
                  </a:cubicBezTo>
                  <a:lnTo>
                    <a:pt x="1905" y="7763"/>
                  </a:lnTo>
                  <a:cubicBezTo>
                    <a:pt x="1223" y="8673"/>
                    <a:pt x="597" y="9640"/>
                    <a:pt x="0" y="10607"/>
                  </a:cubicBezTo>
                  <a:lnTo>
                    <a:pt x="10607" y="0"/>
                  </a:ln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65"/>
            <p:cNvSpPr/>
            <p:nvPr/>
          </p:nvSpPr>
          <p:spPr>
            <a:xfrm>
              <a:off x="1722925" y="328150"/>
              <a:ext cx="493400" cy="493425"/>
            </a:xfrm>
            <a:custGeom>
              <a:rect b="b" l="l" r="r" t="t"/>
              <a:pathLst>
                <a:path extrusionOk="0" h="19737" w="19736">
                  <a:moveTo>
                    <a:pt x="19736" y="1"/>
                  </a:moveTo>
                  <a:cubicBezTo>
                    <a:pt x="19253" y="143"/>
                    <a:pt x="18798" y="314"/>
                    <a:pt x="18314" y="484"/>
                  </a:cubicBezTo>
                  <a:lnTo>
                    <a:pt x="484" y="18314"/>
                  </a:lnTo>
                  <a:cubicBezTo>
                    <a:pt x="314" y="18798"/>
                    <a:pt x="143" y="19281"/>
                    <a:pt x="1" y="19736"/>
                  </a:cubicBezTo>
                  <a:lnTo>
                    <a:pt x="19736" y="1"/>
                  </a:ln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5"/>
            <p:cNvSpPr/>
            <p:nvPr/>
          </p:nvSpPr>
          <p:spPr>
            <a:xfrm>
              <a:off x="1696625" y="301850"/>
              <a:ext cx="633450" cy="633450"/>
            </a:xfrm>
            <a:custGeom>
              <a:rect b="b" l="l" r="r" t="t"/>
              <a:pathLst>
                <a:path extrusionOk="0" h="25338" w="25338">
                  <a:moveTo>
                    <a:pt x="25338" y="1"/>
                  </a:moveTo>
                  <a:lnTo>
                    <a:pt x="25338" y="1"/>
                  </a:lnTo>
                  <a:cubicBezTo>
                    <a:pt x="24940" y="58"/>
                    <a:pt x="24570" y="143"/>
                    <a:pt x="24200" y="200"/>
                  </a:cubicBezTo>
                  <a:lnTo>
                    <a:pt x="200" y="24200"/>
                  </a:lnTo>
                  <a:cubicBezTo>
                    <a:pt x="143" y="24570"/>
                    <a:pt x="58" y="24940"/>
                    <a:pt x="1" y="25338"/>
                  </a:cubicBezTo>
                  <a:lnTo>
                    <a:pt x="25338" y="1"/>
                  </a:ln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65"/>
            <p:cNvSpPr/>
            <p:nvPr/>
          </p:nvSpPr>
          <p:spPr>
            <a:xfrm>
              <a:off x="1688825" y="294050"/>
              <a:ext cx="736525" cy="736525"/>
            </a:xfrm>
            <a:custGeom>
              <a:rect b="b" l="l" r="r" t="t"/>
              <a:pathLst>
                <a:path extrusionOk="0" h="29461" w="29461">
                  <a:moveTo>
                    <a:pt x="29460" y="0"/>
                  </a:moveTo>
                  <a:cubicBezTo>
                    <a:pt x="29148" y="0"/>
                    <a:pt x="28806" y="0"/>
                    <a:pt x="28494" y="28"/>
                  </a:cubicBezTo>
                  <a:lnTo>
                    <a:pt x="28" y="28494"/>
                  </a:lnTo>
                  <a:cubicBezTo>
                    <a:pt x="0" y="28806"/>
                    <a:pt x="0" y="29148"/>
                    <a:pt x="0" y="29460"/>
                  </a:cubicBezTo>
                  <a:lnTo>
                    <a:pt x="29460" y="0"/>
                  </a:ln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65"/>
            <p:cNvSpPr/>
            <p:nvPr/>
          </p:nvSpPr>
          <p:spPr>
            <a:xfrm>
              <a:off x="1690225" y="294750"/>
              <a:ext cx="819725" cy="820425"/>
            </a:xfrm>
            <a:custGeom>
              <a:rect b="b" l="l" r="r" t="t"/>
              <a:pathLst>
                <a:path extrusionOk="0" h="32817" w="32789">
                  <a:moveTo>
                    <a:pt x="31907" y="0"/>
                  </a:moveTo>
                  <a:lnTo>
                    <a:pt x="1" y="31935"/>
                  </a:lnTo>
                  <a:cubicBezTo>
                    <a:pt x="1" y="32248"/>
                    <a:pt x="29" y="32532"/>
                    <a:pt x="58" y="32816"/>
                  </a:cubicBezTo>
                  <a:lnTo>
                    <a:pt x="32788" y="86"/>
                  </a:lnTo>
                  <a:cubicBezTo>
                    <a:pt x="32504" y="57"/>
                    <a:pt x="32220" y="29"/>
                    <a:pt x="31907"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5"/>
            <p:cNvSpPr/>
            <p:nvPr/>
          </p:nvSpPr>
          <p:spPr>
            <a:xfrm>
              <a:off x="1698775" y="304000"/>
              <a:ext cx="887950" cy="887950"/>
            </a:xfrm>
            <a:custGeom>
              <a:rect b="b" l="l" r="r" t="t"/>
              <a:pathLst>
                <a:path extrusionOk="0" h="35518" w="35518">
                  <a:moveTo>
                    <a:pt x="34721" y="0"/>
                  </a:moveTo>
                  <a:lnTo>
                    <a:pt x="0" y="34721"/>
                  </a:lnTo>
                  <a:cubicBezTo>
                    <a:pt x="29" y="34977"/>
                    <a:pt x="85" y="35233"/>
                    <a:pt x="142" y="35518"/>
                  </a:cubicBezTo>
                  <a:lnTo>
                    <a:pt x="35518" y="142"/>
                  </a:lnTo>
                  <a:cubicBezTo>
                    <a:pt x="35233" y="85"/>
                    <a:pt x="34977" y="57"/>
                    <a:pt x="34721"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65"/>
            <p:cNvSpPr/>
            <p:nvPr/>
          </p:nvSpPr>
          <p:spPr>
            <a:xfrm>
              <a:off x="1714400" y="319625"/>
              <a:ext cx="942000" cy="942000"/>
            </a:xfrm>
            <a:custGeom>
              <a:rect b="b" l="l" r="r" t="t"/>
              <a:pathLst>
                <a:path extrusionOk="0" h="37680" w="37680">
                  <a:moveTo>
                    <a:pt x="36968" y="1"/>
                  </a:moveTo>
                  <a:lnTo>
                    <a:pt x="1" y="36968"/>
                  </a:lnTo>
                  <a:cubicBezTo>
                    <a:pt x="58" y="37196"/>
                    <a:pt x="143" y="37452"/>
                    <a:pt x="200" y="37679"/>
                  </a:cubicBezTo>
                  <a:lnTo>
                    <a:pt x="37679" y="200"/>
                  </a:lnTo>
                  <a:cubicBezTo>
                    <a:pt x="37452" y="143"/>
                    <a:pt x="37196" y="58"/>
                    <a:pt x="36968"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65"/>
            <p:cNvSpPr/>
            <p:nvPr/>
          </p:nvSpPr>
          <p:spPr>
            <a:xfrm>
              <a:off x="1735025" y="340250"/>
              <a:ext cx="986775" cy="986775"/>
            </a:xfrm>
            <a:custGeom>
              <a:rect b="b" l="l" r="r" t="t"/>
              <a:pathLst>
                <a:path extrusionOk="0" h="39471" w="39471">
                  <a:moveTo>
                    <a:pt x="38788" y="0"/>
                  </a:moveTo>
                  <a:lnTo>
                    <a:pt x="0" y="38788"/>
                  </a:lnTo>
                  <a:cubicBezTo>
                    <a:pt x="86" y="39016"/>
                    <a:pt x="199" y="39243"/>
                    <a:pt x="285" y="39471"/>
                  </a:cubicBezTo>
                  <a:lnTo>
                    <a:pt x="39470" y="285"/>
                  </a:lnTo>
                  <a:cubicBezTo>
                    <a:pt x="39243" y="199"/>
                    <a:pt x="39015" y="86"/>
                    <a:pt x="38788"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5"/>
            <p:cNvSpPr/>
            <p:nvPr/>
          </p:nvSpPr>
          <p:spPr>
            <a:xfrm>
              <a:off x="1761325" y="366550"/>
              <a:ext cx="1020200" cy="1020200"/>
            </a:xfrm>
            <a:custGeom>
              <a:rect b="b" l="l" r="r" t="t"/>
              <a:pathLst>
                <a:path extrusionOk="0" h="40808" w="40808">
                  <a:moveTo>
                    <a:pt x="40182" y="1"/>
                  </a:moveTo>
                  <a:lnTo>
                    <a:pt x="1" y="40182"/>
                  </a:lnTo>
                  <a:cubicBezTo>
                    <a:pt x="86" y="40409"/>
                    <a:pt x="200" y="40608"/>
                    <a:pt x="313" y="40807"/>
                  </a:cubicBezTo>
                  <a:lnTo>
                    <a:pt x="40807" y="313"/>
                  </a:lnTo>
                  <a:cubicBezTo>
                    <a:pt x="40608" y="200"/>
                    <a:pt x="40409" y="86"/>
                    <a:pt x="40182"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65"/>
            <p:cNvSpPr/>
            <p:nvPr/>
          </p:nvSpPr>
          <p:spPr>
            <a:xfrm>
              <a:off x="1791900" y="396400"/>
              <a:ext cx="1045775" cy="1046500"/>
            </a:xfrm>
            <a:custGeom>
              <a:rect b="b" l="l" r="r" t="t"/>
              <a:pathLst>
                <a:path extrusionOk="0" h="41860" w="41831">
                  <a:moveTo>
                    <a:pt x="41233" y="1"/>
                  </a:moveTo>
                  <a:lnTo>
                    <a:pt x="0" y="41291"/>
                  </a:lnTo>
                  <a:cubicBezTo>
                    <a:pt x="114" y="41462"/>
                    <a:pt x="228" y="41661"/>
                    <a:pt x="342" y="41860"/>
                  </a:cubicBezTo>
                  <a:lnTo>
                    <a:pt x="41831" y="371"/>
                  </a:lnTo>
                  <a:cubicBezTo>
                    <a:pt x="41632" y="228"/>
                    <a:pt x="41433" y="115"/>
                    <a:pt x="41233"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65"/>
            <p:cNvSpPr/>
            <p:nvPr/>
          </p:nvSpPr>
          <p:spPr>
            <a:xfrm>
              <a:off x="1826025" y="431250"/>
              <a:ext cx="1063550" cy="1063550"/>
            </a:xfrm>
            <a:custGeom>
              <a:rect b="b" l="l" r="r" t="t"/>
              <a:pathLst>
                <a:path extrusionOk="0" h="42542" w="42542">
                  <a:moveTo>
                    <a:pt x="42001" y="0"/>
                  </a:moveTo>
                  <a:lnTo>
                    <a:pt x="0" y="42001"/>
                  </a:lnTo>
                  <a:cubicBezTo>
                    <a:pt x="114" y="42200"/>
                    <a:pt x="256" y="42371"/>
                    <a:pt x="370" y="42542"/>
                  </a:cubicBezTo>
                  <a:lnTo>
                    <a:pt x="42542" y="370"/>
                  </a:lnTo>
                  <a:cubicBezTo>
                    <a:pt x="42371" y="256"/>
                    <a:pt x="42200" y="114"/>
                    <a:pt x="42001"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5"/>
            <p:cNvSpPr/>
            <p:nvPr/>
          </p:nvSpPr>
          <p:spPr>
            <a:xfrm>
              <a:off x="1863700" y="468925"/>
              <a:ext cx="1074225" cy="1074225"/>
            </a:xfrm>
            <a:custGeom>
              <a:rect b="b" l="l" r="r" t="t"/>
              <a:pathLst>
                <a:path extrusionOk="0" h="42969" w="42969">
                  <a:moveTo>
                    <a:pt x="42485" y="0"/>
                  </a:moveTo>
                  <a:lnTo>
                    <a:pt x="0" y="42485"/>
                  </a:lnTo>
                  <a:cubicBezTo>
                    <a:pt x="143" y="42655"/>
                    <a:pt x="285" y="42826"/>
                    <a:pt x="427" y="42968"/>
                  </a:cubicBezTo>
                  <a:lnTo>
                    <a:pt x="42968" y="427"/>
                  </a:lnTo>
                  <a:cubicBezTo>
                    <a:pt x="42826" y="285"/>
                    <a:pt x="42655" y="143"/>
                    <a:pt x="42485"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65"/>
            <p:cNvSpPr/>
            <p:nvPr/>
          </p:nvSpPr>
          <p:spPr>
            <a:xfrm>
              <a:off x="1904925" y="510150"/>
              <a:ext cx="1077775" cy="1078500"/>
            </a:xfrm>
            <a:custGeom>
              <a:rect b="b" l="l" r="r" t="t"/>
              <a:pathLst>
                <a:path extrusionOk="0" h="43140" w="43111">
                  <a:moveTo>
                    <a:pt x="42656" y="1"/>
                  </a:moveTo>
                  <a:lnTo>
                    <a:pt x="1" y="42656"/>
                  </a:lnTo>
                  <a:cubicBezTo>
                    <a:pt x="171" y="42826"/>
                    <a:pt x="314" y="42969"/>
                    <a:pt x="484" y="43139"/>
                  </a:cubicBezTo>
                  <a:lnTo>
                    <a:pt x="43111" y="484"/>
                  </a:lnTo>
                  <a:cubicBezTo>
                    <a:pt x="42969" y="314"/>
                    <a:pt x="42826" y="171"/>
                    <a:pt x="42656"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 name="Google Shape;1811;p65"/>
            <p:cNvSpPr/>
            <p:nvPr/>
          </p:nvSpPr>
          <p:spPr>
            <a:xfrm>
              <a:off x="1950425" y="555650"/>
              <a:ext cx="1074225" cy="1074225"/>
            </a:xfrm>
            <a:custGeom>
              <a:rect b="b" l="l" r="r" t="t"/>
              <a:pathLst>
                <a:path extrusionOk="0" h="42969" w="42969">
                  <a:moveTo>
                    <a:pt x="42542" y="1"/>
                  </a:moveTo>
                  <a:lnTo>
                    <a:pt x="1" y="42542"/>
                  </a:lnTo>
                  <a:cubicBezTo>
                    <a:pt x="171" y="42684"/>
                    <a:pt x="313" y="42826"/>
                    <a:pt x="484" y="42969"/>
                  </a:cubicBezTo>
                  <a:lnTo>
                    <a:pt x="42968" y="484"/>
                  </a:lnTo>
                  <a:cubicBezTo>
                    <a:pt x="42826" y="314"/>
                    <a:pt x="42684" y="171"/>
                    <a:pt x="42542"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5"/>
            <p:cNvSpPr/>
            <p:nvPr/>
          </p:nvSpPr>
          <p:spPr>
            <a:xfrm>
              <a:off x="1998775" y="604000"/>
              <a:ext cx="1063550" cy="1063550"/>
            </a:xfrm>
            <a:custGeom>
              <a:rect b="b" l="l" r="r" t="t"/>
              <a:pathLst>
                <a:path extrusionOk="0" h="42542" w="42542">
                  <a:moveTo>
                    <a:pt x="42144" y="0"/>
                  </a:moveTo>
                  <a:lnTo>
                    <a:pt x="0" y="42144"/>
                  </a:lnTo>
                  <a:cubicBezTo>
                    <a:pt x="199" y="42286"/>
                    <a:pt x="370" y="42400"/>
                    <a:pt x="541" y="42542"/>
                  </a:cubicBezTo>
                  <a:lnTo>
                    <a:pt x="42542" y="541"/>
                  </a:lnTo>
                  <a:cubicBezTo>
                    <a:pt x="42399" y="370"/>
                    <a:pt x="42286" y="199"/>
                    <a:pt x="42144"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65"/>
            <p:cNvSpPr/>
            <p:nvPr/>
          </p:nvSpPr>
          <p:spPr>
            <a:xfrm>
              <a:off x="2051375" y="656600"/>
              <a:ext cx="1044375" cy="1044375"/>
            </a:xfrm>
            <a:custGeom>
              <a:rect b="b" l="l" r="r" t="t"/>
              <a:pathLst>
                <a:path extrusionOk="0" h="41775" w="41775">
                  <a:moveTo>
                    <a:pt x="41433" y="1"/>
                  </a:moveTo>
                  <a:lnTo>
                    <a:pt x="1" y="41433"/>
                  </a:lnTo>
                  <a:cubicBezTo>
                    <a:pt x="200" y="41547"/>
                    <a:pt x="399" y="41660"/>
                    <a:pt x="598" y="41774"/>
                  </a:cubicBezTo>
                  <a:lnTo>
                    <a:pt x="41774" y="598"/>
                  </a:lnTo>
                  <a:cubicBezTo>
                    <a:pt x="41660" y="399"/>
                    <a:pt x="41547" y="200"/>
                    <a:pt x="41433"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65"/>
            <p:cNvSpPr/>
            <p:nvPr/>
          </p:nvSpPr>
          <p:spPr>
            <a:xfrm>
              <a:off x="2107550" y="712775"/>
              <a:ext cx="1018050" cy="1018050"/>
            </a:xfrm>
            <a:custGeom>
              <a:rect b="b" l="l" r="r" t="t"/>
              <a:pathLst>
                <a:path extrusionOk="0" h="40722" w="40722">
                  <a:moveTo>
                    <a:pt x="40437" y="0"/>
                  </a:moveTo>
                  <a:lnTo>
                    <a:pt x="0" y="40437"/>
                  </a:lnTo>
                  <a:cubicBezTo>
                    <a:pt x="199" y="40523"/>
                    <a:pt x="427" y="40636"/>
                    <a:pt x="626" y="40722"/>
                  </a:cubicBezTo>
                  <a:lnTo>
                    <a:pt x="40721" y="626"/>
                  </a:lnTo>
                  <a:cubicBezTo>
                    <a:pt x="40636" y="427"/>
                    <a:pt x="40522" y="199"/>
                    <a:pt x="40437"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65"/>
            <p:cNvSpPr/>
            <p:nvPr/>
          </p:nvSpPr>
          <p:spPr>
            <a:xfrm>
              <a:off x="2167975" y="773200"/>
              <a:ext cx="983925" cy="983925"/>
            </a:xfrm>
            <a:custGeom>
              <a:rect b="b" l="l" r="r" t="t"/>
              <a:pathLst>
                <a:path extrusionOk="0" h="39357" w="39357">
                  <a:moveTo>
                    <a:pt x="39072" y="0"/>
                  </a:moveTo>
                  <a:lnTo>
                    <a:pt x="0" y="39072"/>
                  </a:lnTo>
                  <a:cubicBezTo>
                    <a:pt x="228" y="39158"/>
                    <a:pt x="455" y="39271"/>
                    <a:pt x="683" y="39357"/>
                  </a:cubicBezTo>
                  <a:lnTo>
                    <a:pt x="39357" y="683"/>
                  </a:lnTo>
                  <a:cubicBezTo>
                    <a:pt x="39271" y="455"/>
                    <a:pt x="39158" y="228"/>
                    <a:pt x="39072"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65"/>
            <p:cNvSpPr/>
            <p:nvPr/>
          </p:nvSpPr>
          <p:spPr>
            <a:xfrm>
              <a:off x="2233375" y="838600"/>
              <a:ext cx="939150" cy="939150"/>
            </a:xfrm>
            <a:custGeom>
              <a:rect b="b" l="l" r="r" t="t"/>
              <a:pathLst>
                <a:path extrusionOk="0" h="37566" w="37566">
                  <a:moveTo>
                    <a:pt x="37338" y="1"/>
                  </a:moveTo>
                  <a:lnTo>
                    <a:pt x="0" y="37338"/>
                  </a:lnTo>
                  <a:cubicBezTo>
                    <a:pt x="256" y="37423"/>
                    <a:pt x="484" y="37480"/>
                    <a:pt x="740" y="37565"/>
                  </a:cubicBezTo>
                  <a:lnTo>
                    <a:pt x="37565" y="740"/>
                  </a:lnTo>
                  <a:cubicBezTo>
                    <a:pt x="37480" y="484"/>
                    <a:pt x="37423" y="228"/>
                    <a:pt x="37338"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65"/>
            <p:cNvSpPr/>
            <p:nvPr/>
          </p:nvSpPr>
          <p:spPr>
            <a:xfrm>
              <a:off x="2303750" y="908975"/>
              <a:ext cx="883700" cy="883700"/>
            </a:xfrm>
            <a:custGeom>
              <a:rect b="b" l="l" r="r" t="t"/>
              <a:pathLst>
                <a:path extrusionOk="0" h="35348" w="35348">
                  <a:moveTo>
                    <a:pt x="35205" y="1"/>
                  </a:moveTo>
                  <a:lnTo>
                    <a:pt x="1" y="35205"/>
                  </a:lnTo>
                  <a:cubicBezTo>
                    <a:pt x="257" y="35262"/>
                    <a:pt x="541" y="35291"/>
                    <a:pt x="797" y="35348"/>
                  </a:cubicBezTo>
                  <a:lnTo>
                    <a:pt x="35347" y="797"/>
                  </a:lnTo>
                  <a:cubicBezTo>
                    <a:pt x="35291" y="541"/>
                    <a:pt x="35262" y="285"/>
                    <a:pt x="35205"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65"/>
            <p:cNvSpPr/>
            <p:nvPr/>
          </p:nvSpPr>
          <p:spPr>
            <a:xfrm>
              <a:off x="2381250" y="986475"/>
              <a:ext cx="814725" cy="814725"/>
            </a:xfrm>
            <a:custGeom>
              <a:rect b="b" l="l" r="r" t="t"/>
              <a:pathLst>
                <a:path extrusionOk="0" h="32589" w="32589">
                  <a:moveTo>
                    <a:pt x="32503" y="0"/>
                  </a:moveTo>
                  <a:lnTo>
                    <a:pt x="0" y="32503"/>
                  </a:lnTo>
                  <a:cubicBezTo>
                    <a:pt x="285" y="32532"/>
                    <a:pt x="569" y="32560"/>
                    <a:pt x="853" y="32589"/>
                  </a:cubicBezTo>
                  <a:lnTo>
                    <a:pt x="32589" y="853"/>
                  </a:lnTo>
                  <a:cubicBezTo>
                    <a:pt x="32560" y="569"/>
                    <a:pt x="32532" y="285"/>
                    <a:pt x="32503" y="0"/>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65"/>
            <p:cNvSpPr/>
            <p:nvPr/>
          </p:nvSpPr>
          <p:spPr>
            <a:xfrm>
              <a:off x="2466550" y="1071775"/>
              <a:ext cx="729425" cy="729425"/>
            </a:xfrm>
            <a:custGeom>
              <a:rect b="b" l="l" r="r" t="t"/>
              <a:pathLst>
                <a:path extrusionOk="0" h="29177" w="29177">
                  <a:moveTo>
                    <a:pt x="29177" y="1"/>
                  </a:moveTo>
                  <a:lnTo>
                    <a:pt x="1" y="29177"/>
                  </a:lnTo>
                  <a:cubicBezTo>
                    <a:pt x="314" y="29177"/>
                    <a:pt x="655" y="29148"/>
                    <a:pt x="968" y="29148"/>
                  </a:cubicBezTo>
                  <a:lnTo>
                    <a:pt x="29148" y="968"/>
                  </a:lnTo>
                  <a:cubicBezTo>
                    <a:pt x="29148" y="655"/>
                    <a:pt x="29177" y="314"/>
                    <a:pt x="29177"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65"/>
            <p:cNvSpPr/>
            <p:nvPr/>
          </p:nvSpPr>
          <p:spPr>
            <a:xfrm>
              <a:off x="2562525" y="1167750"/>
              <a:ext cx="624925" cy="624925"/>
            </a:xfrm>
            <a:custGeom>
              <a:rect b="b" l="l" r="r" t="t"/>
              <a:pathLst>
                <a:path extrusionOk="0" h="24997" w="24997">
                  <a:moveTo>
                    <a:pt x="24996" y="1"/>
                  </a:moveTo>
                  <a:lnTo>
                    <a:pt x="1" y="24997"/>
                  </a:lnTo>
                  <a:cubicBezTo>
                    <a:pt x="399" y="24911"/>
                    <a:pt x="768" y="24854"/>
                    <a:pt x="1138" y="24769"/>
                  </a:cubicBezTo>
                  <a:lnTo>
                    <a:pt x="24769" y="1138"/>
                  </a:lnTo>
                  <a:cubicBezTo>
                    <a:pt x="24854" y="768"/>
                    <a:pt x="24911" y="399"/>
                    <a:pt x="24996"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65"/>
            <p:cNvSpPr/>
            <p:nvPr/>
          </p:nvSpPr>
          <p:spPr>
            <a:xfrm>
              <a:off x="2678400" y="1283625"/>
              <a:ext cx="480625" cy="480625"/>
            </a:xfrm>
            <a:custGeom>
              <a:rect b="b" l="l" r="r" t="t"/>
              <a:pathLst>
                <a:path extrusionOk="0" h="19225" w="19225">
                  <a:moveTo>
                    <a:pt x="19224" y="1"/>
                  </a:moveTo>
                  <a:lnTo>
                    <a:pt x="1" y="19224"/>
                  </a:lnTo>
                  <a:cubicBezTo>
                    <a:pt x="484" y="19053"/>
                    <a:pt x="968" y="18883"/>
                    <a:pt x="1451" y="18712"/>
                  </a:cubicBezTo>
                  <a:lnTo>
                    <a:pt x="18712" y="1451"/>
                  </a:lnTo>
                  <a:cubicBezTo>
                    <a:pt x="18883" y="968"/>
                    <a:pt x="19053" y="484"/>
                    <a:pt x="19224"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5"/>
            <p:cNvSpPr/>
            <p:nvPr/>
          </p:nvSpPr>
          <p:spPr>
            <a:xfrm>
              <a:off x="2842625" y="1447850"/>
              <a:ext cx="238900" cy="238900"/>
            </a:xfrm>
            <a:custGeom>
              <a:rect b="b" l="l" r="r" t="t"/>
              <a:pathLst>
                <a:path extrusionOk="0" h="9556" w="9556">
                  <a:moveTo>
                    <a:pt x="9555" y="1"/>
                  </a:moveTo>
                  <a:lnTo>
                    <a:pt x="1" y="9555"/>
                  </a:lnTo>
                  <a:cubicBezTo>
                    <a:pt x="1223" y="8816"/>
                    <a:pt x="2389" y="7963"/>
                    <a:pt x="3470" y="7025"/>
                  </a:cubicBezTo>
                  <a:lnTo>
                    <a:pt x="7025" y="3470"/>
                  </a:lnTo>
                  <a:cubicBezTo>
                    <a:pt x="7963" y="2389"/>
                    <a:pt x="8788" y="1224"/>
                    <a:pt x="9555" y="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23" name="Google Shape;1823;p65"/>
          <p:cNvSpPr/>
          <p:nvPr/>
        </p:nvSpPr>
        <p:spPr>
          <a:xfrm>
            <a:off x="5858225" y="2206375"/>
            <a:ext cx="2880650" cy="2863600"/>
          </a:xfrm>
          <a:custGeom>
            <a:rect b="b" l="l" r="r" t="t"/>
            <a:pathLst>
              <a:path extrusionOk="0" h="114544" w="115226">
                <a:moveTo>
                  <a:pt x="7593" y="114543"/>
                </a:moveTo>
                <a:cubicBezTo>
                  <a:pt x="5802" y="114543"/>
                  <a:pt x="4039" y="113861"/>
                  <a:pt x="2702" y="112524"/>
                </a:cubicBezTo>
                <a:cubicBezTo>
                  <a:pt x="1" y="109823"/>
                  <a:pt x="1" y="105444"/>
                  <a:pt x="2702" y="102742"/>
                </a:cubicBezTo>
                <a:lnTo>
                  <a:pt x="102742" y="2702"/>
                </a:lnTo>
                <a:cubicBezTo>
                  <a:pt x="105444" y="0"/>
                  <a:pt x="109823" y="0"/>
                  <a:pt x="112525" y="2702"/>
                </a:cubicBezTo>
                <a:cubicBezTo>
                  <a:pt x="115226" y="5375"/>
                  <a:pt x="115226" y="9754"/>
                  <a:pt x="112525" y="12456"/>
                </a:cubicBezTo>
                <a:lnTo>
                  <a:pt x="12456" y="112524"/>
                </a:lnTo>
                <a:cubicBezTo>
                  <a:pt x="11119" y="113861"/>
                  <a:pt x="9356" y="114543"/>
                  <a:pt x="7593" y="114543"/>
                </a:cubicBezTo>
                <a:close/>
                <a:moveTo>
                  <a:pt x="107633" y="1735"/>
                </a:moveTo>
                <a:cubicBezTo>
                  <a:pt x="106155" y="1735"/>
                  <a:pt x="104648" y="2304"/>
                  <a:pt x="103510" y="3441"/>
                </a:cubicBezTo>
                <a:lnTo>
                  <a:pt x="3441" y="103510"/>
                </a:lnTo>
                <a:cubicBezTo>
                  <a:pt x="1167" y="105785"/>
                  <a:pt x="1167" y="109482"/>
                  <a:pt x="3441" y="111757"/>
                </a:cubicBezTo>
                <a:cubicBezTo>
                  <a:pt x="5716" y="114060"/>
                  <a:pt x="9442" y="114060"/>
                  <a:pt x="11717" y="111757"/>
                </a:cubicBezTo>
                <a:lnTo>
                  <a:pt x="111757" y="11716"/>
                </a:lnTo>
                <a:cubicBezTo>
                  <a:pt x="114060" y="9441"/>
                  <a:pt x="114060" y="5716"/>
                  <a:pt x="111757" y="3441"/>
                </a:cubicBezTo>
                <a:cubicBezTo>
                  <a:pt x="110619" y="2304"/>
                  <a:pt x="109141" y="1735"/>
                  <a:pt x="107633" y="1735"/>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65"/>
          <p:cNvSpPr/>
          <p:nvPr/>
        </p:nvSpPr>
        <p:spPr>
          <a:xfrm>
            <a:off x="3009750" y="2029800"/>
            <a:ext cx="1503625" cy="1503625"/>
          </a:xfrm>
          <a:custGeom>
            <a:rect b="b" l="l" r="r" t="t"/>
            <a:pathLst>
              <a:path extrusionOk="0" h="60145" w="60145">
                <a:moveTo>
                  <a:pt x="1138" y="59035"/>
                </a:moveTo>
                <a:lnTo>
                  <a:pt x="1138" y="59035"/>
                </a:lnTo>
                <a:cubicBezTo>
                  <a:pt x="1" y="57898"/>
                  <a:pt x="1" y="56049"/>
                  <a:pt x="1138" y="54940"/>
                </a:cubicBezTo>
                <a:lnTo>
                  <a:pt x="54912" y="1138"/>
                </a:lnTo>
                <a:cubicBezTo>
                  <a:pt x="56050" y="1"/>
                  <a:pt x="57869" y="1"/>
                  <a:pt x="59007" y="1138"/>
                </a:cubicBezTo>
                <a:lnTo>
                  <a:pt x="59007" y="1138"/>
                </a:lnTo>
                <a:cubicBezTo>
                  <a:pt x="60144" y="2276"/>
                  <a:pt x="60144" y="4096"/>
                  <a:pt x="59007" y="5233"/>
                </a:cubicBezTo>
                <a:lnTo>
                  <a:pt x="5233" y="59035"/>
                </a:lnTo>
                <a:cubicBezTo>
                  <a:pt x="4096" y="60144"/>
                  <a:pt x="2276" y="60144"/>
                  <a:pt x="1138" y="59035"/>
                </a:cubicBezTo>
                <a:close/>
              </a:path>
            </a:pathLst>
          </a:custGeom>
          <a:gradFill>
            <a:gsLst>
              <a:gs pos="0">
                <a:schemeClr val="accent3"/>
              </a:gs>
              <a:gs pos="100000">
                <a:schemeClr val="lt2"/>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 name="Google Shape;1825;p65"/>
          <p:cNvSpPr/>
          <p:nvPr/>
        </p:nvSpPr>
        <p:spPr>
          <a:xfrm>
            <a:off x="4336850" y="2029800"/>
            <a:ext cx="2851500" cy="2850800"/>
          </a:xfrm>
          <a:custGeom>
            <a:rect b="b" l="l" r="r" t="t"/>
            <a:pathLst>
              <a:path extrusionOk="0" h="114032" w="114060">
                <a:moveTo>
                  <a:pt x="2475" y="111558"/>
                </a:moveTo>
                <a:lnTo>
                  <a:pt x="2475" y="111558"/>
                </a:lnTo>
                <a:cubicBezTo>
                  <a:pt x="1" y="109055"/>
                  <a:pt x="1" y="105017"/>
                  <a:pt x="2475" y="102543"/>
                </a:cubicBezTo>
                <a:lnTo>
                  <a:pt x="102543" y="2474"/>
                </a:lnTo>
                <a:cubicBezTo>
                  <a:pt x="105046" y="0"/>
                  <a:pt x="109084" y="0"/>
                  <a:pt x="111558" y="2474"/>
                </a:cubicBezTo>
                <a:lnTo>
                  <a:pt x="111558" y="2474"/>
                </a:lnTo>
                <a:cubicBezTo>
                  <a:pt x="114060" y="4977"/>
                  <a:pt x="114060" y="9015"/>
                  <a:pt x="111558" y="11489"/>
                </a:cubicBezTo>
                <a:lnTo>
                  <a:pt x="11489" y="111558"/>
                </a:lnTo>
                <a:cubicBezTo>
                  <a:pt x="9015" y="114032"/>
                  <a:pt x="4977" y="114032"/>
                  <a:pt x="2475" y="111558"/>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26" name="Google Shape;1826;p65"/>
          <p:cNvGrpSpPr/>
          <p:nvPr/>
        </p:nvGrpSpPr>
        <p:grpSpPr>
          <a:xfrm>
            <a:off x="4281050" y="2229925"/>
            <a:ext cx="1008800" cy="1006675"/>
            <a:chOff x="3235775" y="1646925"/>
            <a:chExt cx="1008800" cy="1006675"/>
          </a:xfrm>
        </p:grpSpPr>
        <p:sp>
          <p:nvSpPr>
            <p:cNvPr id="1827" name="Google Shape;1827;p65"/>
            <p:cNvSpPr/>
            <p:nvPr/>
          </p:nvSpPr>
          <p:spPr>
            <a:xfrm>
              <a:off x="3235775" y="1730100"/>
              <a:ext cx="927050" cy="923500"/>
            </a:xfrm>
            <a:custGeom>
              <a:rect b="b" l="l" r="r" t="t"/>
              <a:pathLst>
                <a:path extrusionOk="0" h="36940" w="37082">
                  <a:moveTo>
                    <a:pt x="540" y="36541"/>
                  </a:moveTo>
                  <a:cubicBezTo>
                    <a:pt x="0" y="35973"/>
                    <a:pt x="0" y="35063"/>
                    <a:pt x="540" y="34522"/>
                  </a:cubicBezTo>
                  <a:lnTo>
                    <a:pt x="540" y="34522"/>
                  </a:lnTo>
                  <a:cubicBezTo>
                    <a:pt x="1109" y="33954"/>
                    <a:pt x="2019" y="33954"/>
                    <a:pt x="2559" y="34522"/>
                  </a:cubicBezTo>
                  <a:lnTo>
                    <a:pt x="2559" y="34522"/>
                  </a:lnTo>
                  <a:cubicBezTo>
                    <a:pt x="3128" y="35063"/>
                    <a:pt x="3128" y="35973"/>
                    <a:pt x="2559" y="36541"/>
                  </a:cubicBezTo>
                  <a:lnTo>
                    <a:pt x="2559" y="36541"/>
                  </a:lnTo>
                  <a:cubicBezTo>
                    <a:pt x="2275" y="36797"/>
                    <a:pt x="1934" y="36939"/>
                    <a:pt x="1564" y="36939"/>
                  </a:cubicBezTo>
                  <a:lnTo>
                    <a:pt x="1564" y="36939"/>
                  </a:lnTo>
                  <a:cubicBezTo>
                    <a:pt x="1195" y="36939"/>
                    <a:pt x="825" y="36797"/>
                    <a:pt x="540" y="36541"/>
                  </a:cubicBezTo>
                  <a:close/>
                  <a:moveTo>
                    <a:pt x="3953" y="33129"/>
                  </a:moveTo>
                  <a:cubicBezTo>
                    <a:pt x="3384" y="32589"/>
                    <a:pt x="3384" y="31679"/>
                    <a:pt x="3953" y="31110"/>
                  </a:cubicBezTo>
                  <a:lnTo>
                    <a:pt x="3953" y="31110"/>
                  </a:lnTo>
                  <a:cubicBezTo>
                    <a:pt x="4493" y="30570"/>
                    <a:pt x="5403" y="30570"/>
                    <a:pt x="5972" y="31110"/>
                  </a:cubicBezTo>
                  <a:lnTo>
                    <a:pt x="5972" y="31110"/>
                  </a:lnTo>
                  <a:cubicBezTo>
                    <a:pt x="6512" y="31679"/>
                    <a:pt x="6512" y="32589"/>
                    <a:pt x="5972" y="33129"/>
                  </a:cubicBezTo>
                  <a:lnTo>
                    <a:pt x="5972" y="33129"/>
                  </a:lnTo>
                  <a:cubicBezTo>
                    <a:pt x="5688" y="33413"/>
                    <a:pt x="5318" y="33555"/>
                    <a:pt x="4948" y="33555"/>
                  </a:cubicBezTo>
                  <a:lnTo>
                    <a:pt x="4948" y="33555"/>
                  </a:lnTo>
                  <a:cubicBezTo>
                    <a:pt x="4578" y="33555"/>
                    <a:pt x="4237" y="33413"/>
                    <a:pt x="3953" y="33129"/>
                  </a:cubicBezTo>
                  <a:close/>
                  <a:moveTo>
                    <a:pt x="7337" y="29745"/>
                  </a:moveTo>
                  <a:cubicBezTo>
                    <a:pt x="6797" y="29176"/>
                    <a:pt x="6797" y="28295"/>
                    <a:pt x="7337" y="27726"/>
                  </a:cubicBezTo>
                  <a:lnTo>
                    <a:pt x="7337" y="27726"/>
                  </a:lnTo>
                  <a:cubicBezTo>
                    <a:pt x="7906" y="27186"/>
                    <a:pt x="8816" y="27186"/>
                    <a:pt x="9356" y="27726"/>
                  </a:cubicBezTo>
                  <a:lnTo>
                    <a:pt x="9356" y="27726"/>
                  </a:lnTo>
                  <a:cubicBezTo>
                    <a:pt x="9925" y="28295"/>
                    <a:pt x="9925" y="29176"/>
                    <a:pt x="9356" y="29745"/>
                  </a:cubicBezTo>
                  <a:lnTo>
                    <a:pt x="9356" y="29745"/>
                  </a:lnTo>
                  <a:cubicBezTo>
                    <a:pt x="9071" y="30029"/>
                    <a:pt x="8702" y="30143"/>
                    <a:pt x="8361" y="30143"/>
                  </a:cubicBezTo>
                  <a:lnTo>
                    <a:pt x="8361" y="30143"/>
                  </a:lnTo>
                  <a:cubicBezTo>
                    <a:pt x="7991" y="30143"/>
                    <a:pt x="7621" y="30029"/>
                    <a:pt x="7337" y="29745"/>
                  </a:cubicBezTo>
                  <a:close/>
                  <a:moveTo>
                    <a:pt x="10749" y="26333"/>
                  </a:moveTo>
                  <a:cubicBezTo>
                    <a:pt x="10181" y="25792"/>
                    <a:pt x="10181" y="24882"/>
                    <a:pt x="10749" y="24342"/>
                  </a:cubicBezTo>
                  <a:lnTo>
                    <a:pt x="10749" y="24342"/>
                  </a:lnTo>
                  <a:cubicBezTo>
                    <a:pt x="11290" y="23773"/>
                    <a:pt x="12200" y="23773"/>
                    <a:pt x="12740" y="24342"/>
                  </a:cubicBezTo>
                  <a:lnTo>
                    <a:pt x="12740" y="24342"/>
                  </a:lnTo>
                  <a:cubicBezTo>
                    <a:pt x="13309" y="24882"/>
                    <a:pt x="13309" y="25792"/>
                    <a:pt x="12740" y="26333"/>
                  </a:cubicBezTo>
                  <a:lnTo>
                    <a:pt x="12740" y="26333"/>
                  </a:lnTo>
                  <a:cubicBezTo>
                    <a:pt x="12484" y="26617"/>
                    <a:pt x="12114" y="26759"/>
                    <a:pt x="11745" y="26759"/>
                  </a:cubicBezTo>
                  <a:lnTo>
                    <a:pt x="11745" y="26759"/>
                  </a:lnTo>
                  <a:cubicBezTo>
                    <a:pt x="11375" y="26759"/>
                    <a:pt x="11034" y="26617"/>
                    <a:pt x="10749" y="26333"/>
                  </a:cubicBezTo>
                  <a:close/>
                  <a:moveTo>
                    <a:pt x="14133" y="22949"/>
                  </a:moveTo>
                  <a:cubicBezTo>
                    <a:pt x="13593" y="22380"/>
                    <a:pt x="13593" y="21498"/>
                    <a:pt x="14133" y="20930"/>
                  </a:cubicBezTo>
                  <a:lnTo>
                    <a:pt x="14133" y="20930"/>
                  </a:lnTo>
                  <a:cubicBezTo>
                    <a:pt x="14702" y="20389"/>
                    <a:pt x="15583" y="20389"/>
                    <a:pt x="16152" y="20930"/>
                  </a:cubicBezTo>
                  <a:lnTo>
                    <a:pt x="16152" y="20930"/>
                  </a:lnTo>
                  <a:cubicBezTo>
                    <a:pt x="16693" y="21498"/>
                    <a:pt x="16693" y="22380"/>
                    <a:pt x="16152" y="22949"/>
                  </a:cubicBezTo>
                  <a:lnTo>
                    <a:pt x="16152" y="22949"/>
                  </a:lnTo>
                  <a:cubicBezTo>
                    <a:pt x="15868" y="23233"/>
                    <a:pt x="15498" y="23347"/>
                    <a:pt x="15157" y="23347"/>
                  </a:cubicBezTo>
                  <a:lnTo>
                    <a:pt x="15157" y="23347"/>
                  </a:lnTo>
                  <a:cubicBezTo>
                    <a:pt x="14787" y="23347"/>
                    <a:pt x="14418" y="23233"/>
                    <a:pt x="14133" y="22949"/>
                  </a:cubicBezTo>
                  <a:close/>
                  <a:moveTo>
                    <a:pt x="17546" y="19536"/>
                  </a:moveTo>
                  <a:cubicBezTo>
                    <a:pt x="16977" y="18996"/>
                    <a:pt x="16977" y="18086"/>
                    <a:pt x="17546" y="17546"/>
                  </a:cubicBezTo>
                  <a:lnTo>
                    <a:pt x="17546" y="17546"/>
                  </a:lnTo>
                  <a:cubicBezTo>
                    <a:pt x="18086" y="16977"/>
                    <a:pt x="18996" y="16977"/>
                    <a:pt x="19536" y="17546"/>
                  </a:cubicBezTo>
                  <a:lnTo>
                    <a:pt x="19536" y="17546"/>
                  </a:lnTo>
                  <a:cubicBezTo>
                    <a:pt x="20105" y="18086"/>
                    <a:pt x="20105" y="18996"/>
                    <a:pt x="19536" y="19536"/>
                  </a:cubicBezTo>
                  <a:lnTo>
                    <a:pt x="19536" y="19536"/>
                  </a:lnTo>
                  <a:cubicBezTo>
                    <a:pt x="19280" y="19821"/>
                    <a:pt x="18911" y="19963"/>
                    <a:pt x="18541" y="19963"/>
                  </a:cubicBezTo>
                  <a:lnTo>
                    <a:pt x="18541" y="19963"/>
                  </a:lnTo>
                  <a:cubicBezTo>
                    <a:pt x="18171" y="19963"/>
                    <a:pt x="17802" y="19821"/>
                    <a:pt x="17546" y="19536"/>
                  </a:cubicBezTo>
                  <a:close/>
                  <a:moveTo>
                    <a:pt x="20930" y="16152"/>
                  </a:moveTo>
                  <a:cubicBezTo>
                    <a:pt x="20389" y="15583"/>
                    <a:pt x="20389" y="14702"/>
                    <a:pt x="20930" y="14133"/>
                  </a:cubicBezTo>
                  <a:lnTo>
                    <a:pt x="20930" y="14133"/>
                  </a:lnTo>
                  <a:cubicBezTo>
                    <a:pt x="21498" y="13593"/>
                    <a:pt x="22380" y="13593"/>
                    <a:pt x="22949" y="14133"/>
                  </a:cubicBezTo>
                  <a:lnTo>
                    <a:pt x="22949" y="14133"/>
                  </a:lnTo>
                  <a:cubicBezTo>
                    <a:pt x="23489" y="14702"/>
                    <a:pt x="23489" y="15583"/>
                    <a:pt x="22949" y="16152"/>
                  </a:cubicBezTo>
                  <a:lnTo>
                    <a:pt x="22949" y="16152"/>
                  </a:lnTo>
                  <a:cubicBezTo>
                    <a:pt x="22664" y="16437"/>
                    <a:pt x="22295" y="16579"/>
                    <a:pt x="21925" y="16579"/>
                  </a:cubicBezTo>
                  <a:lnTo>
                    <a:pt x="21925" y="16579"/>
                  </a:lnTo>
                  <a:cubicBezTo>
                    <a:pt x="21584" y="16579"/>
                    <a:pt x="21214" y="16437"/>
                    <a:pt x="20930" y="16152"/>
                  </a:cubicBezTo>
                  <a:close/>
                  <a:moveTo>
                    <a:pt x="24342" y="12740"/>
                  </a:moveTo>
                  <a:cubicBezTo>
                    <a:pt x="23773" y="12199"/>
                    <a:pt x="23773" y="11289"/>
                    <a:pt x="24342" y="10749"/>
                  </a:cubicBezTo>
                  <a:lnTo>
                    <a:pt x="24342" y="10749"/>
                  </a:lnTo>
                  <a:cubicBezTo>
                    <a:pt x="24882" y="10180"/>
                    <a:pt x="25792" y="10180"/>
                    <a:pt x="26333" y="10749"/>
                  </a:cubicBezTo>
                  <a:lnTo>
                    <a:pt x="26333" y="10749"/>
                  </a:lnTo>
                  <a:cubicBezTo>
                    <a:pt x="26901" y="11289"/>
                    <a:pt x="26901" y="12199"/>
                    <a:pt x="26333" y="12740"/>
                  </a:cubicBezTo>
                  <a:lnTo>
                    <a:pt x="26333" y="12740"/>
                  </a:lnTo>
                  <a:cubicBezTo>
                    <a:pt x="26048" y="13024"/>
                    <a:pt x="25707" y="13166"/>
                    <a:pt x="25337" y="13166"/>
                  </a:cubicBezTo>
                  <a:lnTo>
                    <a:pt x="25337" y="13166"/>
                  </a:lnTo>
                  <a:cubicBezTo>
                    <a:pt x="24968" y="13166"/>
                    <a:pt x="24598" y="13024"/>
                    <a:pt x="24342" y="12740"/>
                  </a:cubicBezTo>
                  <a:close/>
                  <a:moveTo>
                    <a:pt x="27726" y="9356"/>
                  </a:moveTo>
                  <a:cubicBezTo>
                    <a:pt x="27157" y="8787"/>
                    <a:pt x="27157" y="7906"/>
                    <a:pt x="27726" y="7337"/>
                  </a:cubicBezTo>
                  <a:lnTo>
                    <a:pt x="27726" y="7337"/>
                  </a:lnTo>
                  <a:cubicBezTo>
                    <a:pt x="28295" y="6796"/>
                    <a:pt x="29176" y="6796"/>
                    <a:pt x="29745" y="7337"/>
                  </a:cubicBezTo>
                  <a:lnTo>
                    <a:pt x="29745" y="7337"/>
                  </a:lnTo>
                  <a:cubicBezTo>
                    <a:pt x="30285" y="7906"/>
                    <a:pt x="30285" y="8787"/>
                    <a:pt x="29745" y="9356"/>
                  </a:cubicBezTo>
                  <a:lnTo>
                    <a:pt x="29745" y="9356"/>
                  </a:lnTo>
                  <a:cubicBezTo>
                    <a:pt x="29461" y="9640"/>
                    <a:pt x="29091" y="9782"/>
                    <a:pt x="28721" y="9782"/>
                  </a:cubicBezTo>
                  <a:lnTo>
                    <a:pt x="28721" y="9782"/>
                  </a:lnTo>
                  <a:cubicBezTo>
                    <a:pt x="28380" y="9782"/>
                    <a:pt x="28010" y="9640"/>
                    <a:pt x="27726" y="9356"/>
                  </a:cubicBezTo>
                  <a:close/>
                  <a:moveTo>
                    <a:pt x="31110" y="5972"/>
                  </a:moveTo>
                  <a:cubicBezTo>
                    <a:pt x="30570" y="5403"/>
                    <a:pt x="30570" y="4493"/>
                    <a:pt x="31110" y="3953"/>
                  </a:cubicBezTo>
                  <a:lnTo>
                    <a:pt x="31110" y="3953"/>
                  </a:lnTo>
                  <a:cubicBezTo>
                    <a:pt x="31679" y="3384"/>
                    <a:pt x="32589" y="3384"/>
                    <a:pt x="33129" y="3953"/>
                  </a:cubicBezTo>
                  <a:lnTo>
                    <a:pt x="33129" y="3953"/>
                  </a:lnTo>
                  <a:cubicBezTo>
                    <a:pt x="33698" y="4493"/>
                    <a:pt x="33698" y="5403"/>
                    <a:pt x="33129" y="5972"/>
                  </a:cubicBezTo>
                  <a:lnTo>
                    <a:pt x="33129" y="5972"/>
                  </a:lnTo>
                  <a:cubicBezTo>
                    <a:pt x="32845" y="6228"/>
                    <a:pt x="32503" y="6370"/>
                    <a:pt x="32134" y="6370"/>
                  </a:cubicBezTo>
                  <a:lnTo>
                    <a:pt x="32134" y="6370"/>
                  </a:lnTo>
                  <a:cubicBezTo>
                    <a:pt x="31764" y="6370"/>
                    <a:pt x="31394" y="6228"/>
                    <a:pt x="31110" y="5972"/>
                  </a:cubicBezTo>
                  <a:close/>
                  <a:moveTo>
                    <a:pt x="34522" y="2559"/>
                  </a:moveTo>
                  <a:cubicBezTo>
                    <a:pt x="33954" y="2019"/>
                    <a:pt x="33954" y="1109"/>
                    <a:pt x="34522" y="540"/>
                  </a:cubicBezTo>
                  <a:lnTo>
                    <a:pt x="34522" y="540"/>
                  </a:lnTo>
                  <a:cubicBezTo>
                    <a:pt x="35063" y="0"/>
                    <a:pt x="35973" y="0"/>
                    <a:pt x="36541" y="540"/>
                  </a:cubicBezTo>
                  <a:lnTo>
                    <a:pt x="36541" y="540"/>
                  </a:lnTo>
                  <a:cubicBezTo>
                    <a:pt x="37082" y="1109"/>
                    <a:pt x="37082" y="2019"/>
                    <a:pt x="36541" y="2559"/>
                  </a:cubicBezTo>
                  <a:lnTo>
                    <a:pt x="36541" y="2559"/>
                  </a:lnTo>
                  <a:cubicBezTo>
                    <a:pt x="36257" y="2844"/>
                    <a:pt x="35887" y="2986"/>
                    <a:pt x="35518" y="2986"/>
                  </a:cubicBezTo>
                  <a:lnTo>
                    <a:pt x="35518" y="2986"/>
                  </a:lnTo>
                  <a:cubicBezTo>
                    <a:pt x="35148" y="2986"/>
                    <a:pt x="34807" y="2844"/>
                    <a:pt x="34522" y="2559"/>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65"/>
            <p:cNvSpPr/>
            <p:nvPr/>
          </p:nvSpPr>
          <p:spPr>
            <a:xfrm>
              <a:off x="4173475" y="1646925"/>
              <a:ext cx="71100" cy="72525"/>
            </a:xfrm>
            <a:custGeom>
              <a:rect b="b" l="l" r="r" t="t"/>
              <a:pathLst>
                <a:path extrusionOk="0" h="2901" w="2844">
                  <a:moveTo>
                    <a:pt x="1422" y="2901"/>
                  </a:moveTo>
                  <a:cubicBezTo>
                    <a:pt x="1052" y="2901"/>
                    <a:pt x="683" y="2758"/>
                    <a:pt x="398" y="2502"/>
                  </a:cubicBezTo>
                  <a:cubicBezTo>
                    <a:pt x="142" y="2218"/>
                    <a:pt x="0" y="1877"/>
                    <a:pt x="0" y="1479"/>
                  </a:cubicBezTo>
                  <a:cubicBezTo>
                    <a:pt x="0" y="1393"/>
                    <a:pt x="0" y="1308"/>
                    <a:pt x="29" y="1223"/>
                  </a:cubicBezTo>
                  <a:cubicBezTo>
                    <a:pt x="29" y="1109"/>
                    <a:pt x="57" y="1024"/>
                    <a:pt x="114" y="938"/>
                  </a:cubicBezTo>
                  <a:cubicBezTo>
                    <a:pt x="142" y="853"/>
                    <a:pt x="171" y="768"/>
                    <a:pt x="228" y="711"/>
                  </a:cubicBezTo>
                  <a:cubicBezTo>
                    <a:pt x="285" y="626"/>
                    <a:pt x="341" y="540"/>
                    <a:pt x="398" y="483"/>
                  </a:cubicBezTo>
                  <a:cubicBezTo>
                    <a:pt x="739" y="142"/>
                    <a:pt x="1223" y="0"/>
                    <a:pt x="1678" y="85"/>
                  </a:cubicBezTo>
                  <a:cubicBezTo>
                    <a:pt x="1792" y="114"/>
                    <a:pt x="1877" y="142"/>
                    <a:pt x="1962" y="171"/>
                  </a:cubicBezTo>
                  <a:cubicBezTo>
                    <a:pt x="2048" y="199"/>
                    <a:pt x="2133" y="256"/>
                    <a:pt x="2190" y="313"/>
                  </a:cubicBezTo>
                  <a:cubicBezTo>
                    <a:pt x="2275" y="370"/>
                    <a:pt x="2360" y="427"/>
                    <a:pt x="2417" y="483"/>
                  </a:cubicBezTo>
                  <a:cubicBezTo>
                    <a:pt x="2474" y="540"/>
                    <a:pt x="2531" y="626"/>
                    <a:pt x="2588" y="711"/>
                  </a:cubicBezTo>
                  <a:cubicBezTo>
                    <a:pt x="2645" y="768"/>
                    <a:pt x="2702" y="853"/>
                    <a:pt x="2730" y="938"/>
                  </a:cubicBezTo>
                  <a:cubicBezTo>
                    <a:pt x="2758" y="1024"/>
                    <a:pt x="2787" y="1109"/>
                    <a:pt x="2815" y="1223"/>
                  </a:cubicBezTo>
                  <a:cubicBezTo>
                    <a:pt x="2815" y="1308"/>
                    <a:pt x="2844" y="1393"/>
                    <a:pt x="2844" y="1479"/>
                  </a:cubicBezTo>
                  <a:cubicBezTo>
                    <a:pt x="2844" y="1877"/>
                    <a:pt x="2673" y="2218"/>
                    <a:pt x="2417" y="2502"/>
                  </a:cubicBezTo>
                  <a:cubicBezTo>
                    <a:pt x="2360" y="2559"/>
                    <a:pt x="2275" y="2616"/>
                    <a:pt x="2190" y="2673"/>
                  </a:cubicBezTo>
                  <a:cubicBezTo>
                    <a:pt x="2133" y="2730"/>
                    <a:pt x="2048" y="2758"/>
                    <a:pt x="1962" y="2815"/>
                  </a:cubicBezTo>
                  <a:cubicBezTo>
                    <a:pt x="1877" y="2844"/>
                    <a:pt x="1792" y="2872"/>
                    <a:pt x="1678" y="2872"/>
                  </a:cubicBezTo>
                  <a:cubicBezTo>
                    <a:pt x="1593" y="2901"/>
                    <a:pt x="1507" y="2901"/>
                    <a:pt x="1422" y="290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9" name="Google Shape;1829;p65"/>
          <p:cNvGrpSpPr/>
          <p:nvPr/>
        </p:nvGrpSpPr>
        <p:grpSpPr>
          <a:xfrm>
            <a:off x="4037300" y="3024000"/>
            <a:ext cx="1008800" cy="1006675"/>
            <a:chOff x="3235775" y="1646925"/>
            <a:chExt cx="1008800" cy="1006675"/>
          </a:xfrm>
        </p:grpSpPr>
        <p:sp>
          <p:nvSpPr>
            <p:cNvPr id="1830" name="Google Shape;1830;p65"/>
            <p:cNvSpPr/>
            <p:nvPr/>
          </p:nvSpPr>
          <p:spPr>
            <a:xfrm>
              <a:off x="3235775" y="1730100"/>
              <a:ext cx="927050" cy="923500"/>
            </a:xfrm>
            <a:custGeom>
              <a:rect b="b" l="l" r="r" t="t"/>
              <a:pathLst>
                <a:path extrusionOk="0" h="36940" w="37082">
                  <a:moveTo>
                    <a:pt x="540" y="36541"/>
                  </a:moveTo>
                  <a:cubicBezTo>
                    <a:pt x="0" y="35973"/>
                    <a:pt x="0" y="35063"/>
                    <a:pt x="540" y="34522"/>
                  </a:cubicBezTo>
                  <a:lnTo>
                    <a:pt x="540" y="34522"/>
                  </a:lnTo>
                  <a:cubicBezTo>
                    <a:pt x="1109" y="33954"/>
                    <a:pt x="2019" y="33954"/>
                    <a:pt x="2559" y="34522"/>
                  </a:cubicBezTo>
                  <a:lnTo>
                    <a:pt x="2559" y="34522"/>
                  </a:lnTo>
                  <a:cubicBezTo>
                    <a:pt x="3128" y="35063"/>
                    <a:pt x="3128" y="35973"/>
                    <a:pt x="2559" y="36541"/>
                  </a:cubicBezTo>
                  <a:lnTo>
                    <a:pt x="2559" y="36541"/>
                  </a:lnTo>
                  <a:cubicBezTo>
                    <a:pt x="2275" y="36797"/>
                    <a:pt x="1934" y="36939"/>
                    <a:pt x="1564" y="36939"/>
                  </a:cubicBezTo>
                  <a:lnTo>
                    <a:pt x="1564" y="36939"/>
                  </a:lnTo>
                  <a:cubicBezTo>
                    <a:pt x="1195" y="36939"/>
                    <a:pt x="825" y="36797"/>
                    <a:pt x="540" y="36541"/>
                  </a:cubicBezTo>
                  <a:close/>
                  <a:moveTo>
                    <a:pt x="3953" y="33129"/>
                  </a:moveTo>
                  <a:cubicBezTo>
                    <a:pt x="3384" y="32589"/>
                    <a:pt x="3384" y="31679"/>
                    <a:pt x="3953" y="31110"/>
                  </a:cubicBezTo>
                  <a:lnTo>
                    <a:pt x="3953" y="31110"/>
                  </a:lnTo>
                  <a:cubicBezTo>
                    <a:pt x="4493" y="30570"/>
                    <a:pt x="5403" y="30570"/>
                    <a:pt x="5972" y="31110"/>
                  </a:cubicBezTo>
                  <a:lnTo>
                    <a:pt x="5972" y="31110"/>
                  </a:lnTo>
                  <a:cubicBezTo>
                    <a:pt x="6512" y="31679"/>
                    <a:pt x="6512" y="32589"/>
                    <a:pt x="5972" y="33129"/>
                  </a:cubicBezTo>
                  <a:lnTo>
                    <a:pt x="5972" y="33129"/>
                  </a:lnTo>
                  <a:cubicBezTo>
                    <a:pt x="5688" y="33413"/>
                    <a:pt x="5318" y="33555"/>
                    <a:pt x="4948" y="33555"/>
                  </a:cubicBezTo>
                  <a:lnTo>
                    <a:pt x="4948" y="33555"/>
                  </a:lnTo>
                  <a:cubicBezTo>
                    <a:pt x="4578" y="33555"/>
                    <a:pt x="4237" y="33413"/>
                    <a:pt x="3953" y="33129"/>
                  </a:cubicBezTo>
                  <a:close/>
                  <a:moveTo>
                    <a:pt x="7337" y="29745"/>
                  </a:moveTo>
                  <a:cubicBezTo>
                    <a:pt x="6797" y="29176"/>
                    <a:pt x="6797" y="28295"/>
                    <a:pt x="7337" y="27726"/>
                  </a:cubicBezTo>
                  <a:lnTo>
                    <a:pt x="7337" y="27726"/>
                  </a:lnTo>
                  <a:cubicBezTo>
                    <a:pt x="7906" y="27186"/>
                    <a:pt x="8816" y="27186"/>
                    <a:pt x="9356" y="27726"/>
                  </a:cubicBezTo>
                  <a:lnTo>
                    <a:pt x="9356" y="27726"/>
                  </a:lnTo>
                  <a:cubicBezTo>
                    <a:pt x="9925" y="28295"/>
                    <a:pt x="9925" y="29176"/>
                    <a:pt x="9356" y="29745"/>
                  </a:cubicBezTo>
                  <a:lnTo>
                    <a:pt x="9356" y="29745"/>
                  </a:lnTo>
                  <a:cubicBezTo>
                    <a:pt x="9071" y="30029"/>
                    <a:pt x="8702" y="30143"/>
                    <a:pt x="8361" y="30143"/>
                  </a:cubicBezTo>
                  <a:lnTo>
                    <a:pt x="8361" y="30143"/>
                  </a:lnTo>
                  <a:cubicBezTo>
                    <a:pt x="7991" y="30143"/>
                    <a:pt x="7621" y="30029"/>
                    <a:pt x="7337" y="29745"/>
                  </a:cubicBezTo>
                  <a:close/>
                  <a:moveTo>
                    <a:pt x="10749" y="26333"/>
                  </a:moveTo>
                  <a:cubicBezTo>
                    <a:pt x="10181" y="25792"/>
                    <a:pt x="10181" y="24882"/>
                    <a:pt x="10749" y="24342"/>
                  </a:cubicBezTo>
                  <a:lnTo>
                    <a:pt x="10749" y="24342"/>
                  </a:lnTo>
                  <a:cubicBezTo>
                    <a:pt x="11290" y="23773"/>
                    <a:pt x="12200" y="23773"/>
                    <a:pt x="12740" y="24342"/>
                  </a:cubicBezTo>
                  <a:lnTo>
                    <a:pt x="12740" y="24342"/>
                  </a:lnTo>
                  <a:cubicBezTo>
                    <a:pt x="13309" y="24882"/>
                    <a:pt x="13309" y="25792"/>
                    <a:pt x="12740" y="26333"/>
                  </a:cubicBezTo>
                  <a:lnTo>
                    <a:pt x="12740" y="26333"/>
                  </a:lnTo>
                  <a:cubicBezTo>
                    <a:pt x="12484" y="26617"/>
                    <a:pt x="12114" y="26759"/>
                    <a:pt x="11745" y="26759"/>
                  </a:cubicBezTo>
                  <a:lnTo>
                    <a:pt x="11745" y="26759"/>
                  </a:lnTo>
                  <a:cubicBezTo>
                    <a:pt x="11375" y="26759"/>
                    <a:pt x="11034" y="26617"/>
                    <a:pt x="10749" y="26333"/>
                  </a:cubicBezTo>
                  <a:close/>
                  <a:moveTo>
                    <a:pt x="14133" y="22949"/>
                  </a:moveTo>
                  <a:cubicBezTo>
                    <a:pt x="13593" y="22380"/>
                    <a:pt x="13593" y="21498"/>
                    <a:pt x="14133" y="20930"/>
                  </a:cubicBezTo>
                  <a:lnTo>
                    <a:pt x="14133" y="20930"/>
                  </a:lnTo>
                  <a:cubicBezTo>
                    <a:pt x="14702" y="20389"/>
                    <a:pt x="15583" y="20389"/>
                    <a:pt x="16152" y="20930"/>
                  </a:cubicBezTo>
                  <a:lnTo>
                    <a:pt x="16152" y="20930"/>
                  </a:lnTo>
                  <a:cubicBezTo>
                    <a:pt x="16693" y="21498"/>
                    <a:pt x="16693" y="22380"/>
                    <a:pt x="16152" y="22949"/>
                  </a:cubicBezTo>
                  <a:lnTo>
                    <a:pt x="16152" y="22949"/>
                  </a:lnTo>
                  <a:cubicBezTo>
                    <a:pt x="15868" y="23233"/>
                    <a:pt x="15498" y="23347"/>
                    <a:pt x="15157" y="23347"/>
                  </a:cubicBezTo>
                  <a:lnTo>
                    <a:pt x="15157" y="23347"/>
                  </a:lnTo>
                  <a:cubicBezTo>
                    <a:pt x="14787" y="23347"/>
                    <a:pt x="14418" y="23233"/>
                    <a:pt x="14133" y="22949"/>
                  </a:cubicBezTo>
                  <a:close/>
                  <a:moveTo>
                    <a:pt x="17546" y="19536"/>
                  </a:moveTo>
                  <a:cubicBezTo>
                    <a:pt x="16977" y="18996"/>
                    <a:pt x="16977" y="18086"/>
                    <a:pt x="17546" y="17546"/>
                  </a:cubicBezTo>
                  <a:lnTo>
                    <a:pt x="17546" y="17546"/>
                  </a:lnTo>
                  <a:cubicBezTo>
                    <a:pt x="18086" y="16977"/>
                    <a:pt x="18996" y="16977"/>
                    <a:pt x="19536" y="17546"/>
                  </a:cubicBezTo>
                  <a:lnTo>
                    <a:pt x="19536" y="17546"/>
                  </a:lnTo>
                  <a:cubicBezTo>
                    <a:pt x="20105" y="18086"/>
                    <a:pt x="20105" y="18996"/>
                    <a:pt x="19536" y="19536"/>
                  </a:cubicBezTo>
                  <a:lnTo>
                    <a:pt x="19536" y="19536"/>
                  </a:lnTo>
                  <a:cubicBezTo>
                    <a:pt x="19280" y="19821"/>
                    <a:pt x="18911" y="19963"/>
                    <a:pt x="18541" y="19963"/>
                  </a:cubicBezTo>
                  <a:lnTo>
                    <a:pt x="18541" y="19963"/>
                  </a:lnTo>
                  <a:cubicBezTo>
                    <a:pt x="18171" y="19963"/>
                    <a:pt x="17802" y="19821"/>
                    <a:pt x="17546" y="19536"/>
                  </a:cubicBezTo>
                  <a:close/>
                  <a:moveTo>
                    <a:pt x="20930" y="16152"/>
                  </a:moveTo>
                  <a:cubicBezTo>
                    <a:pt x="20389" y="15583"/>
                    <a:pt x="20389" y="14702"/>
                    <a:pt x="20930" y="14133"/>
                  </a:cubicBezTo>
                  <a:lnTo>
                    <a:pt x="20930" y="14133"/>
                  </a:lnTo>
                  <a:cubicBezTo>
                    <a:pt x="21498" y="13593"/>
                    <a:pt x="22380" y="13593"/>
                    <a:pt x="22949" y="14133"/>
                  </a:cubicBezTo>
                  <a:lnTo>
                    <a:pt x="22949" y="14133"/>
                  </a:lnTo>
                  <a:cubicBezTo>
                    <a:pt x="23489" y="14702"/>
                    <a:pt x="23489" y="15583"/>
                    <a:pt x="22949" y="16152"/>
                  </a:cubicBezTo>
                  <a:lnTo>
                    <a:pt x="22949" y="16152"/>
                  </a:lnTo>
                  <a:cubicBezTo>
                    <a:pt x="22664" y="16437"/>
                    <a:pt x="22295" y="16579"/>
                    <a:pt x="21925" y="16579"/>
                  </a:cubicBezTo>
                  <a:lnTo>
                    <a:pt x="21925" y="16579"/>
                  </a:lnTo>
                  <a:cubicBezTo>
                    <a:pt x="21584" y="16579"/>
                    <a:pt x="21214" y="16437"/>
                    <a:pt x="20930" y="16152"/>
                  </a:cubicBezTo>
                  <a:close/>
                  <a:moveTo>
                    <a:pt x="24342" y="12740"/>
                  </a:moveTo>
                  <a:cubicBezTo>
                    <a:pt x="23773" y="12199"/>
                    <a:pt x="23773" y="11289"/>
                    <a:pt x="24342" y="10749"/>
                  </a:cubicBezTo>
                  <a:lnTo>
                    <a:pt x="24342" y="10749"/>
                  </a:lnTo>
                  <a:cubicBezTo>
                    <a:pt x="24882" y="10180"/>
                    <a:pt x="25792" y="10180"/>
                    <a:pt x="26333" y="10749"/>
                  </a:cubicBezTo>
                  <a:lnTo>
                    <a:pt x="26333" y="10749"/>
                  </a:lnTo>
                  <a:cubicBezTo>
                    <a:pt x="26901" y="11289"/>
                    <a:pt x="26901" y="12199"/>
                    <a:pt x="26333" y="12740"/>
                  </a:cubicBezTo>
                  <a:lnTo>
                    <a:pt x="26333" y="12740"/>
                  </a:lnTo>
                  <a:cubicBezTo>
                    <a:pt x="26048" y="13024"/>
                    <a:pt x="25707" y="13166"/>
                    <a:pt x="25337" y="13166"/>
                  </a:cubicBezTo>
                  <a:lnTo>
                    <a:pt x="25337" y="13166"/>
                  </a:lnTo>
                  <a:cubicBezTo>
                    <a:pt x="24968" y="13166"/>
                    <a:pt x="24598" y="13024"/>
                    <a:pt x="24342" y="12740"/>
                  </a:cubicBezTo>
                  <a:close/>
                  <a:moveTo>
                    <a:pt x="27726" y="9356"/>
                  </a:moveTo>
                  <a:cubicBezTo>
                    <a:pt x="27157" y="8787"/>
                    <a:pt x="27157" y="7906"/>
                    <a:pt x="27726" y="7337"/>
                  </a:cubicBezTo>
                  <a:lnTo>
                    <a:pt x="27726" y="7337"/>
                  </a:lnTo>
                  <a:cubicBezTo>
                    <a:pt x="28295" y="6796"/>
                    <a:pt x="29176" y="6796"/>
                    <a:pt x="29745" y="7337"/>
                  </a:cubicBezTo>
                  <a:lnTo>
                    <a:pt x="29745" y="7337"/>
                  </a:lnTo>
                  <a:cubicBezTo>
                    <a:pt x="30285" y="7906"/>
                    <a:pt x="30285" y="8787"/>
                    <a:pt x="29745" y="9356"/>
                  </a:cubicBezTo>
                  <a:lnTo>
                    <a:pt x="29745" y="9356"/>
                  </a:lnTo>
                  <a:cubicBezTo>
                    <a:pt x="29461" y="9640"/>
                    <a:pt x="29091" y="9782"/>
                    <a:pt x="28721" y="9782"/>
                  </a:cubicBezTo>
                  <a:lnTo>
                    <a:pt x="28721" y="9782"/>
                  </a:lnTo>
                  <a:cubicBezTo>
                    <a:pt x="28380" y="9782"/>
                    <a:pt x="28010" y="9640"/>
                    <a:pt x="27726" y="9356"/>
                  </a:cubicBezTo>
                  <a:close/>
                  <a:moveTo>
                    <a:pt x="31110" y="5972"/>
                  </a:moveTo>
                  <a:cubicBezTo>
                    <a:pt x="30570" y="5403"/>
                    <a:pt x="30570" y="4493"/>
                    <a:pt x="31110" y="3953"/>
                  </a:cubicBezTo>
                  <a:lnTo>
                    <a:pt x="31110" y="3953"/>
                  </a:lnTo>
                  <a:cubicBezTo>
                    <a:pt x="31679" y="3384"/>
                    <a:pt x="32589" y="3384"/>
                    <a:pt x="33129" y="3953"/>
                  </a:cubicBezTo>
                  <a:lnTo>
                    <a:pt x="33129" y="3953"/>
                  </a:lnTo>
                  <a:cubicBezTo>
                    <a:pt x="33698" y="4493"/>
                    <a:pt x="33698" y="5403"/>
                    <a:pt x="33129" y="5972"/>
                  </a:cubicBezTo>
                  <a:lnTo>
                    <a:pt x="33129" y="5972"/>
                  </a:lnTo>
                  <a:cubicBezTo>
                    <a:pt x="32845" y="6228"/>
                    <a:pt x="32503" y="6370"/>
                    <a:pt x="32134" y="6370"/>
                  </a:cubicBezTo>
                  <a:lnTo>
                    <a:pt x="32134" y="6370"/>
                  </a:lnTo>
                  <a:cubicBezTo>
                    <a:pt x="31764" y="6370"/>
                    <a:pt x="31394" y="6228"/>
                    <a:pt x="31110" y="5972"/>
                  </a:cubicBezTo>
                  <a:close/>
                  <a:moveTo>
                    <a:pt x="34522" y="2559"/>
                  </a:moveTo>
                  <a:cubicBezTo>
                    <a:pt x="33954" y="2019"/>
                    <a:pt x="33954" y="1109"/>
                    <a:pt x="34522" y="540"/>
                  </a:cubicBezTo>
                  <a:lnTo>
                    <a:pt x="34522" y="540"/>
                  </a:lnTo>
                  <a:cubicBezTo>
                    <a:pt x="35063" y="0"/>
                    <a:pt x="35973" y="0"/>
                    <a:pt x="36541" y="540"/>
                  </a:cubicBezTo>
                  <a:lnTo>
                    <a:pt x="36541" y="540"/>
                  </a:lnTo>
                  <a:cubicBezTo>
                    <a:pt x="37082" y="1109"/>
                    <a:pt x="37082" y="2019"/>
                    <a:pt x="36541" y="2559"/>
                  </a:cubicBezTo>
                  <a:lnTo>
                    <a:pt x="36541" y="2559"/>
                  </a:lnTo>
                  <a:cubicBezTo>
                    <a:pt x="36257" y="2844"/>
                    <a:pt x="35887" y="2986"/>
                    <a:pt x="35518" y="2986"/>
                  </a:cubicBezTo>
                  <a:lnTo>
                    <a:pt x="35518" y="2986"/>
                  </a:lnTo>
                  <a:cubicBezTo>
                    <a:pt x="35148" y="2986"/>
                    <a:pt x="34807" y="2844"/>
                    <a:pt x="34522" y="2559"/>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5"/>
            <p:cNvSpPr/>
            <p:nvPr/>
          </p:nvSpPr>
          <p:spPr>
            <a:xfrm>
              <a:off x="4173475" y="1646925"/>
              <a:ext cx="71100" cy="72525"/>
            </a:xfrm>
            <a:custGeom>
              <a:rect b="b" l="l" r="r" t="t"/>
              <a:pathLst>
                <a:path extrusionOk="0" h="2901" w="2844">
                  <a:moveTo>
                    <a:pt x="1422" y="2901"/>
                  </a:moveTo>
                  <a:cubicBezTo>
                    <a:pt x="1052" y="2901"/>
                    <a:pt x="683" y="2758"/>
                    <a:pt x="398" y="2502"/>
                  </a:cubicBezTo>
                  <a:cubicBezTo>
                    <a:pt x="142" y="2218"/>
                    <a:pt x="0" y="1877"/>
                    <a:pt x="0" y="1479"/>
                  </a:cubicBezTo>
                  <a:cubicBezTo>
                    <a:pt x="0" y="1393"/>
                    <a:pt x="0" y="1308"/>
                    <a:pt x="29" y="1223"/>
                  </a:cubicBezTo>
                  <a:cubicBezTo>
                    <a:pt x="29" y="1109"/>
                    <a:pt x="57" y="1024"/>
                    <a:pt x="114" y="938"/>
                  </a:cubicBezTo>
                  <a:cubicBezTo>
                    <a:pt x="142" y="853"/>
                    <a:pt x="171" y="768"/>
                    <a:pt x="228" y="711"/>
                  </a:cubicBezTo>
                  <a:cubicBezTo>
                    <a:pt x="285" y="626"/>
                    <a:pt x="341" y="540"/>
                    <a:pt x="398" y="483"/>
                  </a:cubicBezTo>
                  <a:cubicBezTo>
                    <a:pt x="739" y="142"/>
                    <a:pt x="1223" y="0"/>
                    <a:pt x="1678" y="85"/>
                  </a:cubicBezTo>
                  <a:cubicBezTo>
                    <a:pt x="1792" y="114"/>
                    <a:pt x="1877" y="142"/>
                    <a:pt x="1962" y="171"/>
                  </a:cubicBezTo>
                  <a:cubicBezTo>
                    <a:pt x="2048" y="199"/>
                    <a:pt x="2133" y="256"/>
                    <a:pt x="2190" y="313"/>
                  </a:cubicBezTo>
                  <a:cubicBezTo>
                    <a:pt x="2275" y="370"/>
                    <a:pt x="2360" y="427"/>
                    <a:pt x="2417" y="483"/>
                  </a:cubicBezTo>
                  <a:cubicBezTo>
                    <a:pt x="2474" y="540"/>
                    <a:pt x="2531" y="626"/>
                    <a:pt x="2588" y="711"/>
                  </a:cubicBezTo>
                  <a:cubicBezTo>
                    <a:pt x="2645" y="768"/>
                    <a:pt x="2702" y="853"/>
                    <a:pt x="2730" y="938"/>
                  </a:cubicBezTo>
                  <a:cubicBezTo>
                    <a:pt x="2758" y="1024"/>
                    <a:pt x="2787" y="1109"/>
                    <a:pt x="2815" y="1223"/>
                  </a:cubicBezTo>
                  <a:cubicBezTo>
                    <a:pt x="2815" y="1308"/>
                    <a:pt x="2844" y="1393"/>
                    <a:pt x="2844" y="1479"/>
                  </a:cubicBezTo>
                  <a:cubicBezTo>
                    <a:pt x="2844" y="1877"/>
                    <a:pt x="2673" y="2218"/>
                    <a:pt x="2417" y="2502"/>
                  </a:cubicBezTo>
                  <a:cubicBezTo>
                    <a:pt x="2360" y="2559"/>
                    <a:pt x="2275" y="2616"/>
                    <a:pt x="2190" y="2673"/>
                  </a:cubicBezTo>
                  <a:cubicBezTo>
                    <a:pt x="2133" y="2730"/>
                    <a:pt x="2048" y="2758"/>
                    <a:pt x="1962" y="2815"/>
                  </a:cubicBezTo>
                  <a:cubicBezTo>
                    <a:pt x="1877" y="2844"/>
                    <a:pt x="1792" y="2872"/>
                    <a:pt x="1678" y="2872"/>
                  </a:cubicBezTo>
                  <a:cubicBezTo>
                    <a:pt x="1593" y="2901"/>
                    <a:pt x="1507" y="2901"/>
                    <a:pt x="1422" y="2901"/>
                  </a:cubicBezTo>
                  <a:close/>
                </a:path>
              </a:pathLst>
            </a:custGeom>
            <a:gradFill>
              <a:gsLst>
                <a:gs pos="0">
                  <a:schemeClr val="lt2"/>
                </a:gs>
                <a:gs pos="100000">
                  <a:schemeClr val="accent3"/>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5" name="Shape 1835"/>
        <p:cNvGrpSpPr/>
        <p:nvPr/>
      </p:nvGrpSpPr>
      <p:grpSpPr>
        <a:xfrm>
          <a:off x="0" y="0"/>
          <a:ext cx="0" cy="0"/>
          <a:chOff x="0" y="0"/>
          <a:chExt cx="0" cy="0"/>
        </a:xfrm>
      </p:grpSpPr>
      <p:sp>
        <p:nvSpPr>
          <p:cNvPr id="1836" name="Google Shape;1836;p6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Resources</a:t>
            </a:r>
            <a:endParaRPr/>
          </a:p>
        </p:txBody>
      </p:sp>
      <p:sp>
        <p:nvSpPr>
          <p:cNvPr id="1837" name="Google Shape;1837;p66"/>
          <p:cNvSpPr txBox="1"/>
          <p:nvPr/>
        </p:nvSpPr>
        <p:spPr>
          <a:xfrm>
            <a:off x="726700" y="1319350"/>
            <a:ext cx="7704000" cy="3322800"/>
          </a:xfrm>
          <a:prstGeom prst="rect">
            <a:avLst/>
          </a:prstGeom>
          <a:noFill/>
          <a:ln>
            <a:noFill/>
          </a:ln>
        </p:spPr>
        <p:txBody>
          <a:bodyPr anchorCtr="0" anchor="t" bIns="91425" lIns="91425" spcFirstLastPara="1" rIns="91425" wrap="square" tIns="91425">
            <a:noAutofit/>
          </a:bodyPr>
          <a:lstStyle/>
          <a:p>
            <a:pPr indent="0" lvl="0" marL="0" rtl="0" algn="l">
              <a:spcBef>
                <a:spcPts val="300"/>
              </a:spcBef>
              <a:spcAft>
                <a:spcPts val="0"/>
              </a:spcAft>
              <a:buNone/>
            </a:pPr>
            <a:r>
              <a:rPr lang="en" sz="1200">
                <a:solidFill>
                  <a:schemeClr val="dk1"/>
                </a:solidFill>
                <a:latin typeface="Albert Sans"/>
                <a:ea typeface="Albert Sans"/>
                <a:cs typeface="Albert Sans"/>
                <a:sym typeface="Albert Sans"/>
              </a:rPr>
              <a:t>Did you like the resources on this template? Get them for free at our other websites:</a:t>
            </a:r>
            <a:endParaRPr sz="1200">
              <a:solidFill>
                <a:schemeClr val="dk1"/>
              </a:solidFill>
              <a:latin typeface="Albert Sans"/>
              <a:ea typeface="Albert Sans"/>
              <a:cs typeface="Albert Sans"/>
              <a:sym typeface="Albert Sans"/>
            </a:endParaRPr>
          </a:p>
          <a:p>
            <a:pPr indent="0" lvl="0" marL="0" rtl="0" algn="l">
              <a:spcBef>
                <a:spcPts val="300"/>
              </a:spcBef>
              <a:spcAft>
                <a:spcPts val="0"/>
              </a:spcAft>
              <a:buNone/>
            </a:pPr>
            <a:r>
              <a:t/>
            </a:r>
            <a:endParaRPr sz="1200">
              <a:solidFill>
                <a:schemeClr val="dk1"/>
              </a:solidFill>
              <a:latin typeface="Albert Sans"/>
              <a:ea typeface="Albert Sans"/>
              <a:cs typeface="Albert Sans"/>
              <a:sym typeface="Albert Sans"/>
            </a:endParaRPr>
          </a:p>
          <a:p>
            <a:pPr indent="0" lvl="0" marL="0" rtl="0" algn="l">
              <a:spcBef>
                <a:spcPts val="0"/>
              </a:spcBef>
              <a:spcAft>
                <a:spcPts val="0"/>
              </a:spcAft>
              <a:buNone/>
            </a:pPr>
            <a:r>
              <a:rPr b="1" lang="en" sz="1800">
                <a:solidFill>
                  <a:schemeClr val="dk1"/>
                </a:solidFill>
                <a:latin typeface="Albert Sans"/>
                <a:ea typeface="Albert Sans"/>
                <a:cs typeface="Albert Sans"/>
                <a:sym typeface="Albert Sans"/>
              </a:rPr>
              <a:t>Vectors</a:t>
            </a:r>
            <a:endParaRPr b="1" sz="1800">
              <a:solidFill>
                <a:schemeClr val="dk1"/>
              </a:solidFill>
              <a:latin typeface="Albert Sans"/>
              <a:ea typeface="Albert Sans"/>
              <a:cs typeface="Albert Sans"/>
              <a:sym typeface="Albert Sans"/>
            </a:endParaRPr>
          </a:p>
          <a:p>
            <a:pPr indent="-203200" lvl="0" marL="241300" rtl="0" algn="l">
              <a:spcBef>
                <a:spcPts val="0"/>
              </a:spcBef>
              <a:spcAft>
                <a:spcPts val="0"/>
              </a:spcAft>
              <a:buClr>
                <a:schemeClr val="dk1"/>
              </a:buClr>
              <a:buSzPts val="1200"/>
              <a:buFont typeface="Albert Sans"/>
              <a:buChar char="●"/>
            </a:pPr>
            <a:r>
              <a:rPr lang="en" sz="1200">
                <a:solidFill>
                  <a:schemeClr val="dk1"/>
                </a:solidFill>
                <a:uFill>
                  <a:noFill/>
                </a:uFill>
                <a:latin typeface="Albert Sans"/>
                <a:ea typeface="Albert Sans"/>
                <a:cs typeface="Albert Sans"/>
                <a:sym typeface="Albert Sans"/>
                <a:hlinkClick r:id="rId3">
                  <a:extLst>
                    <a:ext uri="{A12FA001-AC4F-418D-AE19-62706E023703}">
                      <ahyp:hlinkClr val="tx"/>
                    </a:ext>
                  </a:extLst>
                </a:hlinkClick>
              </a:rPr>
              <a:t>Abstract style classic blue background</a:t>
            </a:r>
            <a:endParaRPr sz="1800">
              <a:solidFill>
                <a:schemeClr val="dk1"/>
              </a:solidFill>
              <a:latin typeface="Albert Sans"/>
              <a:ea typeface="Albert Sans"/>
              <a:cs typeface="Albert Sans"/>
              <a:sym typeface="Albert Sans"/>
            </a:endParaRPr>
          </a:p>
          <a:p>
            <a:pPr indent="0" lvl="0" marL="0" rtl="0" algn="l">
              <a:spcBef>
                <a:spcPts val="0"/>
              </a:spcBef>
              <a:spcAft>
                <a:spcPts val="0"/>
              </a:spcAft>
              <a:buNone/>
            </a:pPr>
            <a:r>
              <a:t/>
            </a:r>
            <a:endParaRPr sz="800">
              <a:solidFill>
                <a:schemeClr val="dk1"/>
              </a:solidFill>
              <a:latin typeface="Albert Sans"/>
              <a:ea typeface="Albert Sans"/>
              <a:cs typeface="Albert Sans"/>
              <a:sym typeface="Albert Sans"/>
            </a:endParaRPr>
          </a:p>
          <a:p>
            <a:pPr indent="0" lvl="0" marL="0" rtl="0" algn="l">
              <a:spcBef>
                <a:spcPts val="300"/>
              </a:spcBef>
              <a:spcAft>
                <a:spcPts val="0"/>
              </a:spcAft>
              <a:buNone/>
            </a:pPr>
            <a:r>
              <a:rPr b="1" lang="en" sz="1800">
                <a:solidFill>
                  <a:schemeClr val="dk1"/>
                </a:solidFill>
                <a:latin typeface="Albert Sans"/>
                <a:ea typeface="Albert Sans"/>
                <a:cs typeface="Albert Sans"/>
                <a:sym typeface="Albert Sans"/>
              </a:rPr>
              <a:t>Photos</a:t>
            </a:r>
            <a:endParaRPr b="1" sz="1800">
              <a:solidFill>
                <a:schemeClr val="dk1"/>
              </a:solidFill>
              <a:latin typeface="Albert Sans"/>
              <a:ea typeface="Albert Sans"/>
              <a:cs typeface="Albert Sans"/>
              <a:sym typeface="Albert Sans"/>
            </a:endParaRPr>
          </a:p>
          <a:p>
            <a:pPr indent="-203200" lvl="0" marL="241300" rtl="0" algn="l">
              <a:spcBef>
                <a:spcPts val="300"/>
              </a:spcBef>
              <a:spcAft>
                <a:spcPts val="0"/>
              </a:spcAft>
              <a:buClr>
                <a:schemeClr val="dk1"/>
              </a:buClr>
              <a:buSzPts val="1200"/>
              <a:buFont typeface="Albert Sans"/>
              <a:buChar char="●"/>
            </a:pPr>
            <a:r>
              <a:rPr lang="en" sz="1200">
                <a:solidFill>
                  <a:schemeClr val="dk1"/>
                </a:solidFill>
                <a:uFill>
                  <a:noFill/>
                </a:uFill>
                <a:latin typeface="Albert Sans"/>
                <a:ea typeface="Albert Sans"/>
                <a:cs typeface="Albert Sans"/>
                <a:sym typeface="Albert Sans"/>
                <a:hlinkClick r:id="rId4">
                  <a:extLst>
                    <a:ext uri="{A12FA001-AC4F-418D-AE19-62706E023703}">
                      <ahyp:hlinkClr val="tx"/>
                    </a:ext>
                  </a:extLst>
                </a:hlinkClick>
              </a:rPr>
              <a:t>Man cunting the stack of coins</a:t>
            </a:r>
            <a:endParaRPr sz="1200">
              <a:solidFill>
                <a:schemeClr val="dk1"/>
              </a:solidFill>
              <a:latin typeface="Albert Sans"/>
              <a:ea typeface="Albert Sans"/>
              <a:cs typeface="Albert Sans"/>
              <a:sym typeface="Albert Sans"/>
            </a:endParaRPr>
          </a:p>
          <a:p>
            <a:pPr indent="-203200" lvl="0" marL="241300" rtl="0" algn="l">
              <a:spcBef>
                <a:spcPts val="300"/>
              </a:spcBef>
              <a:spcAft>
                <a:spcPts val="0"/>
              </a:spcAft>
              <a:buClr>
                <a:schemeClr val="dk1"/>
              </a:buClr>
              <a:buSzPts val="1200"/>
              <a:buFont typeface="Albert Sans"/>
              <a:buChar char="●"/>
            </a:pPr>
            <a:r>
              <a:rPr lang="en" sz="1200">
                <a:solidFill>
                  <a:schemeClr val="dk1"/>
                </a:solidFill>
                <a:uFill>
                  <a:noFill/>
                </a:uFill>
                <a:latin typeface="Albert Sans"/>
                <a:ea typeface="Albert Sans"/>
                <a:cs typeface="Albert Sans"/>
                <a:sym typeface="Albert Sans"/>
                <a:hlinkClick r:id="rId5">
                  <a:extLst>
                    <a:ext uri="{A12FA001-AC4F-418D-AE19-62706E023703}">
                      <ahyp:hlinkClr val="tx"/>
                    </a:ext>
                  </a:extLst>
                </a:hlinkClick>
              </a:rPr>
              <a:t>Freelance worker using laptop</a:t>
            </a:r>
            <a:endParaRPr sz="1200">
              <a:solidFill>
                <a:schemeClr val="dk1"/>
              </a:solidFill>
              <a:latin typeface="Albert Sans"/>
              <a:ea typeface="Albert Sans"/>
              <a:cs typeface="Albert Sans"/>
              <a:sym typeface="Albert Sans"/>
            </a:endParaRPr>
          </a:p>
          <a:p>
            <a:pPr indent="-203200" lvl="0" marL="241300" rtl="0" algn="l">
              <a:spcBef>
                <a:spcPts val="300"/>
              </a:spcBef>
              <a:spcAft>
                <a:spcPts val="0"/>
              </a:spcAft>
              <a:buClr>
                <a:schemeClr val="dk1"/>
              </a:buClr>
              <a:buSzPts val="1200"/>
              <a:buFont typeface="Albert Sans"/>
              <a:buChar char="●"/>
            </a:pPr>
            <a:r>
              <a:rPr lang="en" sz="1200">
                <a:solidFill>
                  <a:schemeClr val="dk1"/>
                </a:solidFill>
                <a:uFill>
                  <a:noFill/>
                </a:uFill>
                <a:latin typeface="Albert Sans"/>
                <a:ea typeface="Albert Sans"/>
                <a:cs typeface="Albert Sans"/>
                <a:sym typeface="Albert Sans"/>
                <a:hlinkClick r:id="rId6">
                  <a:extLst>
                    <a:ext uri="{A12FA001-AC4F-418D-AE19-62706E023703}">
                      <ahyp:hlinkClr val="tx"/>
                    </a:ext>
                  </a:extLst>
                </a:hlinkClick>
              </a:rPr>
              <a:t>Nomad woman traveling with family</a:t>
            </a:r>
            <a:endParaRPr sz="1200">
              <a:solidFill>
                <a:schemeClr val="dk1"/>
              </a:solidFill>
              <a:latin typeface="Albert Sans"/>
              <a:ea typeface="Albert Sans"/>
              <a:cs typeface="Albert Sans"/>
              <a:sym typeface="Albert Sans"/>
            </a:endParaRPr>
          </a:p>
          <a:p>
            <a:pPr indent="-203200" lvl="0" marL="241300" rtl="0" algn="l">
              <a:spcBef>
                <a:spcPts val="300"/>
              </a:spcBef>
              <a:spcAft>
                <a:spcPts val="0"/>
              </a:spcAft>
              <a:buClr>
                <a:schemeClr val="dk1"/>
              </a:buClr>
              <a:buSzPts val="1200"/>
              <a:buFont typeface="Albert Sans Light"/>
              <a:buChar char="●"/>
            </a:pPr>
            <a:r>
              <a:rPr lang="en" sz="1200">
                <a:solidFill>
                  <a:schemeClr val="dk1"/>
                </a:solidFill>
                <a:uFill>
                  <a:noFill/>
                </a:uFill>
                <a:latin typeface="Albert Sans"/>
                <a:ea typeface="Albert Sans"/>
                <a:cs typeface="Albert Sans"/>
                <a:sym typeface="Albert Sans"/>
                <a:hlinkClick r:id="rId7">
                  <a:extLst>
                    <a:ext uri="{A12FA001-AC4F-418D-AE19-62706E023703}">
                      <ahyp:hlinkClr val="tx"/>
                    </a:ext>
                  </a:extLst>
                </a:hlinkClick>
              </a:rPr>
              <a:t>Smiling young male it technician with hardware equipment's</a:t>
            </a:r>
            <a:endParaRPr sz="1200">
              <a:solidFill>
                <a:schemeClr val="dk1"/>
              </a:solidFill>
              <a:latin typeface="Albert Sans"/>
              <a:ea typeface="Albert Sans"/>
              <a:cs typeface="Albert Sans"/>
              <a:sym typeface="Albert Sans"/>
            </a:endParaRPr>
          </a:p>
          <a:p>
            <a:pPr indent="-203200" lvl="0" marL="241300" rtl="0" algn="l">
              <a:spcBef>
                <a:spcPts val="0"/>
              </a:spcBef>
              <a:spcAft>
                <a:spcPts val="0"/>
              </a:spcAft>
              <a:buClr>
                <a:schemeClr val="dk1"/>
              </a:buClr>
              <a:buSzPts val="1200"/>
              <a:buFont typeface="Albert Sans Light"/>
              <a:buChar char="●"/>
            </a:pPr>
            <a:r>
              <a:rPr lang="en" sz="1200">
                <a:solidFill>
                  <a:schemeClr val="dk1"/>
                </a:solidFill>
                <a:uFill>
                  <a:noFill/>
                </a:uFill>
                <a:latin typeface="Albert Sans"/>
                <a:ea typeface="Albert Sans"/>
                <a:cs typeface="Albert Sans"/>
                <a:sym typeface="Albert Sans"/>
                <a:hlinkClick r:id="rId8">
                  <a:extLst>
                    <a:ext uri="{A12FA001-AC4F-418D-AE19-62706E023703}">
                      <ahyp:hlinkClr val="tx"/>
                    </a:ext>
                  </a:extLst>
                </a:hlinkClick>
              </a:rPr>
              <a:t>Young woman wearing embroidered shirt</a:t>
            </a:r>
            <a:endParaRPr sz="1200">
              <a:solidFill>
                <a:schemeClr val="dk1"/>
              </a:solidFill>
              <a:latin typeface="Albert Sans"/>
              <a:ea typeface="Albert Sans"/>
              <a:cs typeface="Albert Sans"/>
              <a:sym typeface="Albert Sans"/>
            </a:endParaRPr>
          </a:p>
          <a:p>
            <a:pPr indent="-203200" lvl="0" marL="241300" rtl="0" algn="l">
              <a:spcBef>
                <a:spcPts val="0"/>
              </a:spcBef>
              <a:spcAft>
                <a:spcPts val="0"/>
              </a:spcAft>
              <a:buClr>
                <a:schemeClr val="dk1"/>
              </a:buClr>
              <a:buSzPts val="1200"/>
              <a:buFont typeface="Albert Sans"/>
              <a:buChar char="●"/>
            </a:pPr>
            <a:r>
              <a:rPr lang="en" sz="1200">
                <a:solidFill>
                  <a:schemeClr val="hlink"/>
                </a:solidFill>
                <a:uFill>
                  <a:noFill/>
                </a:uFill>
                <a:latin typeface="Albert Sans"/>
                <a:ea typeface="Albert Sans"/>
                <a:cs typeface="Albert Sans"/>
                <a:sym typeface="Albert Sans"/>
                <a:hlinkClick r:id="rId9"/>
              </a:rPr>
              <a:t>Top view finance elements with white piggy ban</a:t>
            </a:r>
            <a:endParaRPr sz="1200">
              <a:solidFill>
                <a:schemeClr val="dk1"/>
              </a:solidFill>
              <a:latin typeface="Albert Sans"/>
              <a:ea typeface="Albert Sans"/>
              <a:cs typeface="Albert Sans"/>
              <a:sym typeface="Albert Sans"/>
            </a:endParaRPr>
          </a:p>
          <a:p>
            <a:pPr indent="0" lvl="0" marL="0" rtl="0" algn="l">
              <a:spcBef>
                <a:spcPts val="300"/>
              </a:spcBef>
              <a:spcAft>
                <a:spcPts val="0"/>
              </a:spcAft>
              <a:buNone/>
            </a:pPr>
            <a:r>
              <a:t/>
            </a:r>
            <a:endParaRPr b="1" sz="800">
              <a:solidFill>
                <a:schemeClr val="dk1"/>
              </a:solidFill>
              <a:latin typeface="Albert Sans"/>
              <a:ea typeface="Albert Sans"/>
              <a:cs typeface="Albert Sans"/>
              <a:sym typeface="Albert Sans"/>
            </a:endParaRPr>
          </a:p>
          <a:p>
            <a:pPr indent="0" lvl="0" marL="0" rtl="0" algn="l">
              <a:spcBef>
                <a:spcPts val="300"/>
              </a:spcBef>
              <a:spcAft>
                <a:spcPts val="0"/>
              </a:spcAft>
              <a:buNone/>
            </a:pPr>
            <a:r>
              <a:rPr b="1" lang="en" sz="1800">
                <a:solidFill>
                  <a:schemeClr val="dk1"/>
                </a:solidFill>
                <a:latin typeface="Albert Sans"/>
                <a:ea typeface="Albert Sans"/>
                <a:cs typeface="Albert Sans"/>
                <a:sym typeface="Albert Sans"/>
              </a:rPr>
              <a:t>Icons</a:t>
            </a:r>
            <a:endParaRPr b="1" sz="1800">
              <a:solidFill>
                <a:schemeClr val="dk1"/>
              </a:solidFill>
              <a:latin typeface="Albert Sans"/>
              <a:ea typeface="Albert Sans"/>
              <a:cs typeface="Albert Sans"/>
              <a:sym typeface="Albert Sans"/>
            </a:endParaRPr>
          </a:p>
          <a:p>
            <a:pPr indent="-304800" lvl="0" marL="457200" rtl="0" algn="l">
              <a:lnSpc>
                <a:spcPct val="120000"/>
              </a:lnSpc>
              <a:spcBef>
                <a:spcPts val="0"/>
              </a:spcBef>
              <a:spcAft>
                <a:spcPts val="0"/>
              </a:spcAft>
              <a:buClr>
                <a:schemeClr val="dk1"/>
              </a:buClr>
              <a:buSzPts val="1200"/>
              <a:buFont typeface="Nunito Light"/>
              <a:buChar char="●"/>
            </a:pPr>
            <a:r>
              <a:rPr lang="en" sz="1200">
                <a:solidFill>
                  <a:schemeClr val="dk1"/>
                </a:solidFill>
                <a:uFill>
                  <a:noFill/>
                </a:uFill>
                <a:latin typeface="Albert Sans"/>
                <a:ea typeface="Albert Sans"/>
                <a:cs typeface="Albert Sans"/>
                <a:sym typeface="Albert Sans"/>
                <a:hlinkClick r:id="rId10">
                  <a:extLst>
                    <a:ext uri="{A12FA001-AC4F-418D-AE19-62706E023703}">
                      <ahyp:hlinkClr val="tx"/>
                    </a:ext>
                  </a:extLst>
                </a:hlinkClick>
              </a:rPr>
              <a:t>Icon Pack: Crowdfunding | Lineal</a:t>
            </a:r>
            <a:endParaRPr sz="1200">
              <a:solidFill>
                <a:schemeClr val="dk1"/>
              </a:solidFill>
              <a:latin typeface="Albert Sans"/>
              <a:ea typeface="Albert Sans"/>
              <a:cs typeface="Albert Sans"/>
              <a:sym typeface="Albert Sans"/>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841" name="Shape 1841"/>
        <p:cNvGrpSpPr/>
        <p:nvPr/>
      </p:nvGrpSpPr>
      <p:grpSpPr>
        <a:xfrm>
          <a:off x="0" y="0"/>
          <a:ext cx="0" cy="0"/>
          <a:chOff x="0" y="0"/>
          <a:chExt cx="0" cy="0"/>
        </a:xfrm>
      </p:grpSpPr>
      <p:sp>
        <p:nvSpPr>
          <p:cNvPr id="1842" name="Google Shape;1842;p67"/>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Instructions for use</a:t>
            </a:r>
            <a:endParaRPr/>
          </a:p>
        </p:txBody>
      </p:sp>
      <p:sp>
        <p:nvSpPr>
          <p:cNvPr id="1843" name="Google Shape;1843;p67"/>
          <p:cNvSpPr txBox="1"/>
          <p:nvPr/>
        </p:nvSpPr>
        <p:spPr>
          <a:xfrm>
            <a:off x="716700"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b="1" lang="en" sz="1100" u="sng">
                <a:solidFill>
                  <a:schemeClr val="hlink"/>
                </a:solidFill>
                <a:hlinkClick r:id="rId3"/>
              </a:rPr>
              <a:t>Slidesgo</a:t>
            </a:r>
            <a:r>
              <a:rPr b="1" lang="en" sz="1100">
                <a:solidFill>
                  <a:schemeClr val="hlink"/>
                </a:solidFill>
              </a:rPr>
              <a:t> </a:t>
            </a:r>
            <a:r>
              <a:rPr lang="en" sz="1100">
                <a:solidFill>
                  <a:schemeClr val="lt1"/>
                </a:solidFill>
              </a:rPr>
              <a:t>by keeping the </a:t>
            </a:r>
            <a:r>
              <a:rPr b="1" lang="en" sz="1100" u="sng">
                <a:solidFill>
                  <a:schemeClr val="hlink"/>
                </a:solidFill>
                <a:hlinkClick action="ppaction://hlinksldjump" r:id="rId4"/>
              </a:rPr>
              <a:t>Thanks</a:t>
            </a:r>
            <a:r>
              <a:rPr b="1" lang="en" sz="1100">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indent="0" lvl="0" marL="0" rtl="0" algn="l">
              <a:spcBef>
                <a:spcPts val="1000"/>
              </a:spcBef>
              <a:spcAft>
                <a:spcPts val="0"/>
              </a:spcAft>
              <a:buClr>
                <a:srgbClr val="0E2A47"/>
              </a:buClr>
              <a:buSzPts val="1100"/>
              <a:buFont typeface="Arial"/>
              <a:buNone/>
            </a:pPr>
            <a:r>
              <a:rPr b="1" lang="en" sz="1100">
                <a:solidFill>
                  <a:schemeClr val="hlink"/>
                </a:solidFill>
              </a:rPr>
              <a:t>As a Free user, you are allowed to:</a:t>
            </a:r>
            <a:endParaRPr b="1" sz="1100">
              <a:solidFill>
                <a:schemeClr val="hlink"/>
              </a:solidFill>
            </a:endParaRPr>
          </a:p>
          <a:p>
            <a:pPr indent="-298450" lvl="0" marL="457200" rtl="0" algn="l">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indent="0" lvl="0" marL="0" rtl="0" algn="l">
              <a:spcBef>
                <a:spcPts val="1400"/>
              </a:spcBef>
              <a:spcAft>
                <a:spcPts val="0"/>
              </a:spcAft>
              <a:buClr>
                <a:srgbClr val="0E2A47"/>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indent="-298450" lvl="0" marL="457200" rtl="0" algn="l">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l">
              <a:spcBef>
                <a:spcPts val="0"/>
              </a:spcBef>
              <a:spcAft>
                <a:spcPts val="0"/>
              </a:spcAft>
              <a:buClr>
                <a:srgbClr val="0E2A47"/>
              </a:buClr>
              <a:buSzPts val="1100"/>
              <a:buFont typeface="Arial"/>
              <a:buNone/>
            </a:pPr>
            <a:r>
              <a:t/>
            </a:r>
            <a:endParaRPr sz="1100">
              <a:solidFill>
                <a:schemeClr val="lt1"/>
              </a:solidFill>
            </a:endParaRPr>
          </a:p>
          <a:p>
            <a:pPr indent="0" lvl="0" marL="0" rtl="0" algn="l">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Slidesgo School:</a:t>
            </a:r>
            <a:endParaRPr sz="1100">
              <a:solidFill>
                <a:schemeClr val="lt1"/>
              </a:solidFill>
            </a:endParaRPr>
          </a:p>
          <a:p>
            <a:pPr indent="0" lvl="0" marL="0" rtl="0" algn="l">
              <a:spcBef>
                <a:spcPts val="0"/>
              </a:spcBef>
              <a:spcAft>
                <a:spcPts val="0"/>
              </a:spcAft>
              <a:buClr>
                <a:srgbClr val="0E2A47"/>
              </a:buClr>
              <a:buSzPts val="1100"/>
              <a:buFont typeface="Arial"/>
              <a:buNone/>
            </a:pPr>
            <a:r>
              <a:rPr b="1" lang="en" sz="1100" u="sng">
                <a:solidFill>
                  <a:schemeClr val="hlink"/>
                </a:solidFill>
                <a:hlinkClick r:id="rId5"/>
              </a:rPr>
              <a:t>https://slidesgo.com/faqs</a:t>
            </a:r>
            <a:r>
              <a:rPr lang="en" sz="1100">
                <a:solidFill>
                  <a:schemeClr val="lt1"/>
                </a:solidFill>
              </a:rPr>
              <a:t> and </a:t>
            </a:r>
            <a:r>
              <a:rPr b="1" lang="en" sz="1100"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847" name="Shape 1847"/>
        <p:cNvGrpSpPr/>
        <p:nvPr/>
      </p:nvGrpSpPr>
      <p:grpSpPr>
        <a:xfrm>
          <a:off x="0" y="0"/>
          <a:ext cx="0" cy="0"/>
          <a:chOff x="0" y="0"/>
          <a:chExt cx="0" cy="0"/>
        </a:xfrm>
      </p:grpSpPr>
      <p:sp>
        <p:nvSpPr>
          <p:cNvPr id="1848" name="Google Shape;1848;p68"/>
          <p:cNvSpPr txBox="1"/>
          <p:nvPr/>
        </p:nvSpPr>
        <p:spPr>
          <a:xfrm>
            <a:off x="716700" y="1188000"/>
            <a:ext cx="7710600" cy="3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b="1" lang="en" sz="1100" u="sng">
                <a:solidFill>
                  <a:schemeClr val="hlink"/>
                </a:solidFill>
                <a:hlinkClick r:id="rId3"/>
              </a:rPr>
              <a:t>Slidesgo</a:t>
            </a:r>
            <a:r>
              <a:rPr b="1" lang="en" sz="1100">
                <a:solidFill>
                  <a:schemeClr val="hlink"/>
                </a:solidFill>
              </a:rPr>
              <a:t> </a:t>
            </a:r>
            <a:r>
              <a:rPr lang="en" sz="1100">
                <a:solidFill>
                  <a:schemeClr val="lt1"/>
                </a:solidFill>
              </a:rPr>
              <a:t>or keeping the "</a:t>
            </a:r>
            <a:r>
              <a:rPr b="1" lang="en" sz="1100" u="sng">
                <a:solidFill>
                  <a:schemeClr val="hlink"/>
                </a:solidFill>
                <a:hlinkClick action="ppaction://hlinksldjump" r:id="rId4"/>
              </a:rPr>
              <a:t>Thanks</a:t>
            </a:r>
            <a:r>
              <a:rPr lang="en" sz="1100">
                <a:solidFill>
                  <a:schemeClr val="lt1"/>
                </a:solidFill>
              </a:rPr>
              <a:t>" slide.</a:t>
            </a:r>
            <a:endParaRPr sz="1100">
              <a:solidFill>
                <a:schemeClr val="lt1"/>
              </a:solidFill>
            </a:endParaRPr>
          </a:p>
          <a:p>
            <a:pPr indent="0" lvl="0" marL="0" rtl="0" algn="l">
              <a:spcBef>
                <a:spcPts val="1000"/>
              </a:spcBef>
              <a:spcAft>
                <a:spcPts val="0"/>
              </a:spcAft>
              <a:buClr>
                <a:schemeClr val="dk1"/>
              </a:buClr>
              <a:buSzPts val="1100"/>
              <a:buFont typeface="Arial"/>
              <a:buNone/>
            </a:pPr>
            <a:r>
              <a:rPr b="1" lang="en" sz="1100">
                <a:solidFill>
                  <a:schemeClr val="hlink"/>
                </a:solidFill>
              </a:rPr>
              <a:t>You are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indent="0" lvl="0" marL="0" rtl="0" algn="l">
              <a:spcBef>
                <a:spcPts val="1000"/>
              </a:spcBef>
              <a:spcAft>
                <a:spcPts val="0"/>
              </a:spcAft>
              <a:buClr>
                <a:schemeClr val="dk1"/>
              </a:buClr>
              <a:buSzPts val="1100"/>
              <a:buFont typeface="Arial"/>
              <a:buNone/>
            </a:pPr>
            <a:r>
              <a:rPr b="1" lang="en" sz="1100">
                <a:solidFill>
                  <a:schemeClr val="hlink"/>
                </a:solidFill>
              </a:rPr>
              <a:t>You are not allowed to:</a:t>
            </a:r>
            <a:endParaRPr b="1" sz="1100">
              <a:solidFill>
                <a:schemeClr val="hlink"/>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indent="-298450" lvl="0" marL="457200" rtl="0" algn="l">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indent="0" lvl="0" marL="0" rtl="0" algn="l">
              <a:spcBef>
                <a:spcPts val="0"/>
              </a:spcBef>
              <a:spcAft>
                <a:spcPts val="0"/>
              </a:spcAft>
              <a:buClr>
                <a:schemeClr val="dk1"/>
              </a:buClr>
              <a:buSzPts val="1100"/>
              <a:buFont typeface="Arial"/>
              <a:buNone/>
            </a:pPr>
            <a:r>
              <a:t/>
            </a:r>
            <a:endParaRPr sz="1100">
              <a:solidFill>
                <a:schemeClr val="lt1"/>
              </a:solidFill>
            </a:endParaRPr>
          </a:p>
          <a:p>
            <a:pPr indent="0" lvl="0" marL="0" rtl="0" algn="l">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Slidesgo School:</a:t>
            </a:r>
            <a:endParaRPr sz="1100">
              <a:solidFill>
                <a:schemeClr val="lt1"/>
              </a:solidFill>
            </a:endParaRPr>
          </a:p>
          <a:p>
            <a:pPr indent="0" lvl="0" marL="0" rtl="0" algn="l">
              <a:spcBef>
                <a:spcPts val="0"/>
              </a:spcBef>
              <a:spcAft>
                <a:spcPts val="0"/>
              </a:spcAft>
              <a:buClr>
                <a:schemeClr val="dk1"/>
              </a:buClr>
              <a:buSzPts val="1100"/>
              <a:buFont typeface="Arial"/>
              <a:buNone/>
            </a:pPr>
            <a:r>
              <a:rPr b="1" lang="en" sz="1100" u="sng">
                <a:solidFill>
                  <a:schemeClr val="hlink"/>
                </a:solidFill>
                <a:hlinkClick r:id="rId5"/>
              </a:rPr>
              <a:t>https://slidesgo.com/faqs</a:t>
            </a:r>
            <a:r>
              <a:rPr lang="en" sz="1100">
                <a:solidFill>
                  <a:schemeClr val="lt1"/>
                </a:solidFill>
              </a:rPr>
              <a:t> and </a:t>
            </a:r>
            <a:r>
              <a:rPr b="1" lang="en" sz="1100" u="sng">
                <a:solidFill>
                  <a:schemeClr val="hlink"/>
                </a:solidFill>
                <a:hlinkClick r:id="rId6"/>
              </a:rPr>
              <a:t>https://slidesgo.com/slidesgo-school</a:t>
            </a:r>
            <a:endParaRPr sz="1000">
              <a:solidFill>
                <a:schemeClr val="lt1"/>
              </a:solidFill>
            </a:endParaRPr>
          </a:p>
        </p:txBody>
      </p:sp>
      <p:sp>
        <p:nvSpPr>
          <p:cNvPr id="1849" name="Google Shape;1849;p68"/>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Instructions for use (premium users)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853" name="Shape 1853"/>
        <p:cNvGrpSpPr/>
        <p:nvPr/>
      </p:nvGrpSpPr>
      <p:grpSpPr>
        <a:xfrm>
          <a:off x="0" y="0"/>
          <a:ext cx="0" cy="0"/>
          <a:chOff x="0" y="0"/>
          <a:chExt cx="0" cy="0"/>
        </a:xfrm>
      </p:grpSpPr>
      <p:sp>
        <p:nvSpPr>
          <p:cNvPr id="1854" name="Google Shape;1854;p69"/>
          <p:cNvSpPr txBox="1"/>
          <p:nvPr/>
        </p:nvSpPr>
        <p:spPr>
          <a:xfrm>
            <a:off x="716700" y="1188000"/>
            <a:ext cx="7710600" cy="1425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indent="0" lvl="0" marL="0" rtl="0" algn="ctr">
              <a:spcBef>
                <a:spcPts val="1000"/>
              </a:spcBef>
              <a:spcAft>
                <a:spcPts val="0"/>
              </a:spcAft>
              <a:buClr>
                <a:schemeClr val="dk1"/>
              </a:buClr>
              <a:buSzPts val="1100"/>
              <a:buFont typeface="Arial"/>
              <a:buNone/>
            </a:pPr>
            <a:r>
              <a:rPr b="1" lang="en" sz="1100">
                <a:solidFill>
                  <a:schemeClr val="lt1"/>
                </a:solidFill>
              </a:rPr>
              <a:t>Albert Sans</a:t>
            </a:r>
            <a:endParaRPr b="1" sz="1100">
              <a:solidFill>
                <a:schemeClr val="lt1"/>
              </a:solidFill>
            </a:endParaRPr>
          </a:p>
          <a:p>
            <a:pPr indent="0" lvl="0" marL="0" rtl="0" algn="ctr">
              <a:spcBef>
                <a:spcPts val="0"/>
              </a:spcBef>
              <a:spcAft>
                <a:spcPts val="0"/>
              </a:spcAft>
              <a:buClr>
                <a:schemeClr val="dk1"/>
              </a:buClr>
              <a:buSzPts val="1100"/>
              <a:buFont typeface="Arial"/>
              <a:buNone/>
            </a:pPr>
            <a:r>
              <a:rPr lang="en" sz="1100">
                <a:solidFill>
                  <a:schemeClr val="lt1"/>
                </a:solidFill>
              </a:rPr>
              <a:t>(</a:t>
            </a:r>
            <a:r>
              <a:rPr lang="en" sz="1100">
                <a:solidFill>
                  <a:schemeClr val="lt1"/>
                </a:solidFill>
                <a:uFill>
                  <a:noFill/>
                </a:uFill>
                <a:hlinkClick r:id="rId3">
                  <a:extLst>
                    <a:ext uri="{A12FA001-AC4F-418D-AE19-62706E023703}">
                      <ahyp:hlinkClr val="tx"/>
                    </a:ext>
                  </a:extLst>
                </a:hlinkClick>
              </a:rPr>
              <a:t>https://fonts.google.com/specimen/Albert+Sans</a:t>
            </a:r>
            <a:r>
              <a:rPr lang="en" sz="1100">
                <a:solidFill>
                  <a:schemeClr val="lt1"/>
                </a:solidFill>
              </a:rPr>
              <a:t>)</a:t>
            </a:r>
            <a:endParaRPr sz="1100">
              <a:solidFill>
                <a:schemeClr val="lt1"/>
              </a:solidFill>
            </a:endParaRPr>
          </a:p>
        </p:txBody>
      </p:sp>
      <p:sp>
        <p:nvSpPr>
          <p:cNvPr id="1855" name="Google Shape;1855;p69"/>
          <p:cNvSpPr/>
          <p:nvPr/>
        </p:nvSpPr>
        <p:spPr>
          <a:xfrm>
            <a:off x="2583638" y="2947800"/>
            <a:ext cx="791400" cy="754200"/>
          </a:xfrm>
          <a:prstGeom prst="roundRect">
            <a:avLst>
              <a:gd fmla="val 16667" name="adj"/>
            </a:avLst>
          </a:prstGeom>
          <a:solidFill>
            <a:srgbClr val="19191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 name="Google Shape;1856;p69"/>
          <p:cNvSpPr/>
          <p:nvPr/>
        </p:nvSpPr>
        <p:spPr>
          <a:xfrm>
            <a:off x="3645457" y="2947800"/>
            <a:ext cx="791400" cy="754200"/>
          </a:xfrm>
          <a:prstGeom prst="roundRect">
            <a:avLst>
              <a:gd fmla="val 16667" name="adj"/>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 name="Google Shape;1857;p69"/>
          <p:cNvSpPr/>
          <p:nvPr/>
        </p:nvSpPr>
        <p:spPr>
          <a:xfrm>
            <a:off x="4707277" y="2947800"/>
            <a:ext cx="791400" cy="754200"/>
          </a:xfrm>
          <a:prstGeom prst="roundRect">
            <a:avLst>
              <a:gd fmla="val 16667" name="adj"/>
            </a:avLst>
          </a:prstGeom>
          <a:solidFill>
            <a:srgbClr val="002080"/>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 name="Google Shape;1858;p69"/>
          <p:cNvSpPr txBox="1"/>
          <p:nvPr/>
        </p:nvSpPr>
        <p:spPr>
          <a:xfrm>
            <a:off x="2583638" y="31048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#191919</a:t>
            </a:r>
            <a:endParaRPr sz="1000">
              <a:solidFill>
                <a:srgbClr val="FFFFFF"/>
              </a:solidFill>
            </a:endParaRPr>
          </a:p>
        </p:txBody>
      </p:sp>
      <p:sp>
        <p:nvSpPr>
          <p:cNvPr id="1859" name="Google Shape;1859;p69"/>
          <p:cNvSpPr txBox="1"/>
          <p:nvPr/>
        </p:nvSpPr>
        <p:spPr>
          <a:xfrm>
            <a:off x="3645463" y="31048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a:t>
            </a:r>
            <a:r>
              <a:rPr lang="en" sz="1000">
                <a:solidFill>
                  <a:schemeClr val="dk1"/>
                </a:solidFill>
              </a:rPr>
              <a:t>ffffff</a:t>
            </a:r>
            <a:endParaRPr sz="1000">
              <a:solidFill>
                <a:schemeClr val="dk1"/>
              </a:solidFill>
            </a:endParaRPr>
          </a:p>
        </p:txBody>
      </p:sp>
      <p:sp>
        <p:nvSpPr>
          <p:cNvPr id="1860" name="Google Shape;1860;p69"/>
          <p:cNvSpPr txBox="1"/>
          <p:nvPr/>
        </p:nvSpPr>
        <p:spPr>
          <a:xfrm>
            <a:off x="4707288" y="31048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a:t>
            </a:r>
            <a:r>
              <a:rPr lang="en" sz="1000">
                <a:solidFill>
                  <a:srgbClr val="FFFFFF"/>
                </a:solidFill>
              </a:rPr>
              <a:t>002080</a:t>
            </a:r>
            <a:endParaRPr sz="1000">
              <a:solidFill>
                <a:srgbClr val="FFFFFF"/>
              </a:solidFill>
            </a:endParaRPr>
          </a:p>
        </p:txBody>
      </p:sp>
      <p:sp>
        <p:nvSpPr>
          <p:cNvPr id="1861" name="Google Shape;1861;p69"/>
          <p:cNvSpPr/>
          <p:nvPr/>
        </p:nvSpPr>
        <p:spPr>
          <a:xfrm>
            <a:off x="5769113" y="2947800"/>
            <a:ext cx="791400" cy="754200"/>
          </a:xfrm>
          <a:prstGeom prst="roundRect">
            <a:avLst>
              <a:gd fmla="val 16667" name="adj"/>
            </a:avLst>
          </a:prstGeom>
          <a:solidFill>
            <a:srgbClr val="0336D0"/>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69"/>
          <p:cNvSpPr txBox="1"/>
          <p:nvPr/>
        </p:nvSpPr>
        <p:spPr>
          <a:xfrm>
            <a:off x="5769113" y="31048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a:t>
            </a:r>
            <a:r>
              <a:rPr lang="en" sz="1000">
                <a:solidFill>
                  <a:srgbClr val="FFFFFF"/>
                </a:solidFill>
              </a:rPr>
              <a:t>0336d0</a:t>
            </a:r>
            <a:endParaRPr sz="1000">
              <a:solidFill>
                <a:srgbClr val="FFFFFF"/>
              </a:solidFill>
            </a:endParaRPr>
          </a:p>
        </p:txBody>
      </p:sp>
      <p:sp>
        <p:nvSpPr>
          <p:cNvPr id="1863" name="Google Shape;1863;p69"/>
          <p:cNvSpPr/>
          <p:nvPr/>
        </p:nvSpPr>
        <p:spPr>
          <a:xfrm>
            <a:off x="3645463" y="3878900"/>
            <a:ext cx="791400" cy="754200"/>
          </a:xfrm>
          <a:prstGeom prst="roundRect">
            <a:avLst>
              <a:gd fmla="val 16667" name="adj"/>
            </a:avLst>
          </a:prstGeom>
          <a:solidFill>
            <a:srgbClr val="1FC2E1"/>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 name="Google Shape;1864;p69"/>
          <p:cNvSpPr/>
          <p:nvPr/>
        </p:nvSpPr>
        <p:spPr>
          <a:xfrm>
            <a:off x="4707282" y="3878900"/>
            <a:ext cx="791400" cy="754200"/>
          </a:xfrm>
          <a:prstGeom prst="roundRect">
            <a:avLst>
              <a:gd fmla="val 16667" name="adj"/>
            </a:avLst>
          </a:prstGeom>
          <a:solidFill>
            <a:srgbClr val="08E0D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 name="Google Shape;1865;p69"/>
          <p:cNvSpPr/>
          <p:nvPr/>
        </p:nvSpPr>
        <p:spPr>
          <a:xfrm>
            <a:off x="5769102" y="3878900"/>
            <a:ext cx="791400" cy="754200"/>
          </a:xfrm>
          <a:prstGeom prst="roundRect">
            <a:avLst>
              <a:gd fmla="val 16667" name="adj"/>
            </a:avLst>
          </a:prstGeom>
          <a:solidFill>
            <a:srgbClr val="03FCD5"/>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69"/>
          <p:cNvSpPr txBox="1"/>
          <p:nvPr/>
        </p:nvSpPr>
        <p:spPr>
          <a:xfrm>
            <a:off x="3645463" y="40359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a:t>
            </a:r>
            <a:r>
              <a:rPr lang="en" sz="1000">
                <a:solidFill>
                  <a:schemeClr val="dk1"/>
                </a:solidFill>
              </a:rPr>
              <a:t>1fc2e1</a:t>
            </a:r>
            <a:endParaRPr sz="1000">
              <a:solidFill>
                <a:schemeClr val="dk1"/>
              </a:solidFill>
            </a:endParaRPr>
          </a:p>
        </p:txBody>
      </p:sp>
      <p:sp>
        <p:nvSpPr>
          <p:cNvPr id="1867" name="Google Shape;1867;p69"/>
          <p:cNvSpPr txBox="1"/>
          <p:nvPr/>
        </p:nvSpPr>
        <p:spPr>
          <a:xfrm>
            <a:off x="4707288" y="40359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a:t>
            </a:r>
            <a:r>
              <a:rPr lang="en" sz="1000">
                <a:solidFill>
                  <a:schemeClr val="dk1"/>
                </a:solidFill>
              </a:rPr>
              <a:t>08e0db</a:t>
            </a:r>
            <a:endParaRPr sz="1000">
              <a:solidFill>
                <a:schemeClr val="dk1"/>
              </a:solidFill>
            </a:endParaRPr>
          </a:p>
        </p:txBody>
      </p:sp>
      <p:sp>
        <p:nvSpPr>
          <p:cNvPr id="1868" name="Google Shape;1868;p69"/>
          <p:cNvSpPr txBox="1"/>
          <p:nvPr/>
        </p:nvSpPr>
        <p:spPr>
          <a:xfrm>
            <a:off x="5769113" y="40359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dk1"/>
                </a:solidFill>
              </a:rPr>
              <a:t>#</a:t>
            </a:r>
            <a:r>
              <a:rPr lang="en" sz="1000">
                <a:solidFill>
                  <a:schemeClr val="dk1"/>
                </a:solidFill>
              </a:rPr>
              <a:t>03fcd5</a:t>
            </a:r>
            <a:endParaRPr sz="1000">
              <a:solidFill>
                <a:schemeClr val="dk1"/>
              </a:solidFill>
            </a:endParaRPr>
          </a:p>
        </p:txBody>
      </p:sp>
      <p:sp>
        <p:nvSpPr>
          <p:cNvPr id="1869" name="Google Shape;1869;p69"/>
          <p:cNvSpPr/>
          <p:nvPr/>
        </p:nvSpPr>
        <p:spPr>
          <a:xfrm>
            <a:off x="2583638" y="3878900"/>
            <a:ext cx="791400" cy="754200"/>
          </a:xfrm>
          <a:prstGeom prst="roundRect">
            <a:avLst>
              <a:gd fmla="val 16667" name="adj"/>
            </a:avLst>
          </a:prstGeom>
          <a:solidFill>
            <a:srgbClr val="1382D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69"/>
          <p:cNvSpPr txBox="1"/>
          <p:nvPr/>
        </p:nvSpPr>
        <p:spPr>
          <a:xfrm>
            <a:off x="2583638" y="4035950"/>
            <a:ext cx="791400" cy="4401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rPr>
              <a:t>#</a:t>
            </a:r>
            <a:r>
              <a:rPr lang="en" sz="1000">
                <a:solidFill>
                  <a:srgbClr val="FFFFFF"/>
                </a:solidFill>
              </a:rPr>
              <a:t>1382db</a:t>
            </a:r>
            <a:endParaRPr sz="1000">
              <a:solidFill>
                <a:srgbClr val="FFFFFF"/>
              </a:solidFill>
            </a:endParaRPr>
          </a:p>
        </p:txBody>
      </p:sp>
      <p:sp>
        <p:nvSpPr>
          <p:cNvPr id="1871" name="Google Shape;1871;p69"/>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Fonts &amp; colors used</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875" name="Shape 1875"/>
        <p:cNvGrpSpPr/>
        <p:nvPr/>
      </p:nvGrpSpPr>
      <p:grpSpPr>
        <a:xfrm>
          <a:off x="0" y="0"/>
          <a:ext cx="0" cy="0"/>
          <a:chOff x="0" y="0"/>
          <a:chExt cx="0" cy="0"/>
        </a:xfrm>
      </p:grpSpPr>
      <p:sp>
        <p:nvSpPr>
          <p:cNvPr id="1876" name="Google Shape;1876;p70"/>
          <p:cNvSpPr txBox="1"/>
          <p:nvPr/>
        </p:nvSpPr>
        <p:spPr>
          <a:xfrm>
            <a:off x="716700" y="1188000"/>
            <a:ext cx="7710600" cy="8526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a:t>
            </a:r>
            <a:endParaRPr sz="1100">
              <a:solidFill>
                <a:schemeClr val="lt1"/>
              </a:solidFill>
            </a:endParaRPr>
          </a:p>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Check out </a:t>
            </a:r>
            <a:r>
              <a:rPr b="1" lang="en" sz="1100">
                <a:solidFill>
                  <a:schemeClr val="hlink"/>
                </a:solidFill>
              </a:rPr>
              <a:t>h</a:t>
            </a:r>
            <a:r>
              <a:rPr b="1" lang="en" sz="1100">
                <a:solidFill>
                  <a:schemeClr val="hlink"/>
                </a:solidFill>
                <a:uFill>
                  <a:noFill/>
                </a:uFill>
                <a:hlinkClick r:id="rId3"/>
              </a:rPr>
              <a:t>ow it works</a:t>
            </a:r>
            <a:r>
              <a:rPr lang="en" sz="1100">
                <a:solidFill>
                  <a:schemeClr val="lt1"/>
                </a:solidFill>
                <a:uFill>
                  <a:noFill/>
                </a:uFill>
                <a:hlinkClick r:id="rId4">
                  <a:extLst>
                    <a:ext uri="{A12FA001-AC4F-418D-AE19-62706E023703}">
                      <ahyp:hlinkClr val="tx"/>
                    </a:ext>
                  </a:extLst>
                </a:hlinkClick>
              </a:rPr>
              <a:t>.</a:t>
            </a:r>
            <a:endParaRPr sz="1100">
              <a:solidFill>
                <a:srgbClr val="869FB2"/>
              </a:solidFill>
            </a:endParaRPr>
          </a:p>
        </p:txBody>
      </p:sp>
      <p:sp>
        <p:nvSpPr>
          <p:cNvPr id="1877" name="Google Shape;1877;p70"/>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lt1"/>
                </a:solidFill>
              </a:rPr>
              <a:t>Storyset</a:t>
            </a:r>
            <a:endParaRPr/>
          </a:p>
        </p:txBody>
      </p:sp>
      <p:pic>
        <p:nvPicPr>
          <p:cNvPr id="1878" name="Google Shape;1878;p70"/>
          <p:cNvPicPr preferRelativeResize="0"/>
          <p:nvPr/>
        </p:nvPicPr>
        <p:blipFill rotWithShape="1">
          <a:blip r:embed="rId5">
            <a:alphaModFix/>
          </a:blip>
          <a:srcRect b="16540" l="0" r="0" t="16547"/>
          <a:stretch/>
        </p:blipFill>
        <p:spPr>
          <a:xfrm>
            <a:off x="723400" y="2607125"/>
            <a:ext cx="1522615" cy="1018800"/>
          </a:xfrm>
          <a:prstGeom prst="rect">
            <a:avLst/>
          </a:prstGeom>
          <a:noFill/>
          <a:ln>
            <a:noFill/>
          </a:ln>
        </p:spPr>
      </p:pic>
      <p:sp>
        <p:nvSpPr>
          <p:cNvPr id="1879" name="Google Shape;1879;p70">
            <a:hlinkClick r:id="rId6"/>
          </p:cNvPr>
          <p:cNvSpPr txBox="1"/>
          <p:nvPr/>
        </p:nvSpPr>
        <p:spPr>
          <a:xfrm>
            <a:off x="881858"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7">
                  <a:extLst>
                    <a:ext uri="{A12FA001-AC4F-418D-AE19-62706E023703}">
                      <ahyp:hlinkClr val="tx"/>
                    </a:ext>
                  </a:extLst>
                </a:hlinkClick>
              </a:rPr>
              <a:t>Pana</a:t>
            </a:r>
            <a:endParaRPr b="1">
              <a:solidFill>
                <a:srgbClr val="869FB2"/>
              </a:solidFill>
            </a:endParaRPr>
          </a:p>
        </p:txBody>
      </p:sp>
      <p:sp>
        <p:nvSpPr>
          <p:cNvPr id="1880" name="Google Shape;1880;p70">
            <a:hlinkClick r:id="rId8"/>
          </p:cNvPr>
          <p:cNvSpPr txBox="1"/>
          <p:nvPr/>
        </p:nvSpPr>
        <p:spPr>
          <a:xfrm>
            <a:off x="240297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9">
                  <a:extLst>
                    <a:ext uri="{A12FA001-AC4F-418D-AE19-62706E023703}">
                      <ahyp:hlinkClr val="tx"/>
                    </a:ext>
                  </a:extLst>
                </a:hlinkClick>
              </a:rPr>
              <a:t>Amico</a:t>
            </a:r>
            <a:endParaRPr b="1">
              <a:solidFill>
                <a:srgbClr val="869FB2"/>
              </a:solidFill>
            </a:endParaRPr>
          </a:p>
        </p:txBody>
      </p:sp>
      <p:sp>
        <p:nvSpPr>
          <p:cNvPr id="1881" name="Google Shape;1881;p70">
            <a:hlinkClick r:id="rId10"/>
          </p:cNvPr>
          <p:cNvSpPr txBox="1"/>
          <p:nvPr/>
        </p:nvSpPr>
        <p:spPr>
          <a:xfrm>
            <a:off x="392408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1">
                  <a:extLst>
                    <a:ext uri="{A12FA001-AC4F-418D-AE19-62706E023703}">
                      <ahyp:hlinkClr val="tx"/>
                    </a:ext>
                  </a:extLst>
                </a:hlinkClick>
              </a:rPr>
              <a:t>Bro</a:t>
            </a:r>
            <a:endParaRPr b="1">
              <a:solidFill>
                <a:srgbClr val="869FB2"/>
              </a:solidFill>
            </a:endParaRPr>
          </a:p>
        </p:txBody>
      </p:sp>
      <p:sp>
        <p:nvSpPr>
          <p:cNvPr id="1882" name="Google Shape;1882;p70">
            <a:hlinkClick r:id="rId12"/>
          </p:cNvPr>
          <p:cNvSpPr txBox="1"/>
          <p:nvPr/>
        </p:nvSpPr>
        <p:spPr>
          <a:xfrm>
            <a:off x="5445202"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3">
                  <a:extLst>
                    <a:ext uri="{A12FA001-AC4F-418D-AE19-62706E023703}">
                      <ahyp:hlinkClr val="tx"/>
                    </a:ext>
                  </a:extLst>
                </a:hlinkClick>
              </a:rPr>
              <a:t>Rafiki</a:t>
            </a:r>
            <a:endParaRPr b="1">
              <a:solidFill>
                <a:srgbClr val="869FB2"/>
              </a:solidFill>
            </a:endParaRPr>
          </a:p>
        </p:txBody>
      </p:sp>
      <p:pic>
        <p:nvPicPr>
          <p:cNvPr id="1883" name="Google Shape;1883;p70"/>
          <p:cNvPicPr preferRelativeResize="0"/>
          <p:nvPr/>
        </p:nvPicPr>
        <p:blipFill rotWithShape="1">
          <a:blip r:embed="rId14">
            <a:alphaModFix/>
          </a:blip>
          <a:srcRect b="0" l="0" r="0" t="0"/>
          <a:stretch/>
        </p:blipFill>
        <p:spPr>
          <a:xfrm>
            <a:off x="2376355" y="2481308"/>
            <a:ext cx="1270420" cy="1270435"/>
          </a:xfrm>
          <a:prstGeom prst="rect">
            <a:avLst/>
          </a:prstGeom>
          <a:noFill/>
          <a:ln>
            <a:noFill/>
          </a:ln>
        </p:spPr>
      </p:pic>
      <p:pic>
        <p:nvPicPr>
          <p:cNvPr id="1884" name="Google Shape;1884;p70"/>
          <p:cNvPicPr preferRelativeResize="0"/>
          <p:nvPr/>
        </p:nvPicPr>
        <p:blipFill rotWithShape="1">
          <a:blip r:embed="rId15">
            <a:alphaModFix/>
          </a:blip>
          <a:srcRect b="6377" l="0" r="0" t="6377"/>
          <a:stretch/>
        </p:blipFill>
        <p:spPr>
          <a:xfrm>
            <a:off x="3816030" y="2517800"/>
            <a:ext cx="1372495" cy="1197450"/>
          </a:xfrm>
          <a:prstGeom prst="rect">
            <a:avLst/>
          </a:prstGeom>
          <a:noFill/>
          <a:ln>
            <a:noFill/>
          </a:ln>
        </p:spPr>
      </p:pic>
      <p:pic>
        <p:nvPicPr>
          <p:cNvPr id="1885" name="Google Shape;1885;p70"/>
          <p:cNvPicPr preferRelativeResize="0"/>
          <p:nvPr/>
        </p:nvPicPr>
        <p:blipFill rotWithShape="1">
          <a:blip r:embed="rId16">
            <a:alphaModFix/>
          </a:blip>
          <a:srcRect b="9256" l="0" r="0" t="9256"/>
          <a:stretch/>
        </p:blipFill>
        <p:spPr>
          <a:xfrm>
            <a:off x="5306751" y="2557330"/>
            <a:ext cx="1372475" cy="1118390"/>
          </a:xfrm>
          <a:prstGeom prst="rect">
            <a:avLst/>
          </a:prstGeom>
          <a:noFill/>
          <a:ln>
            <a:noFill/>
          </a:ln>
        </p:spPr>
      </p:pic>
      <p:pic>
        <p:nvPicPr>
          <p:cNvPr id="1886" name="Google Shape;1886;p70"/>
          <p:cNvPicPr preferRelativeResize="0"/>
          <p:nvPr/>
        </p:nvPicPr>
        <p:blipFill rotWithShape="1">
          <a:blip r:embed="rId17">
            <a:alphaModFix/>
          </a:blip>
          <a:srcRect b="14844" l="0" r="0" t="14837"/>
          <a:stretch/>
        </p:blipFill>
        <p:spPr>
          <a:xfrm>
            <a:off x="6717734" y="2517795"/>
            <a:ext cx="1702865" cy="1197460"/>
          </a:xfrm>
          <a:prstGeom prst="rect">
            <a:avLst/>
          </a:prstGeom>
          <a:noFill/>
          <a:ln>
            <a:noFill/>
          </a:ln>
        </p:spPr>
      </p:pic>
      <p:sp>
        <p:nvSpPr>
          <p:cNvPr id="1887" name="Google Shape;1887;p70">
            <a:hlinkClick r:id="rId18"/>
          </p:cNvPr>
          <p:cNvSpPr txBox="1"/>
          <p:nvPr/>
        </p:nvSpPr>
        <p:spPr>
          <a:xfrm>
            <a:off x="6966317" y="3943733"/>
            <a:ext cx="1205700" cy="3015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rgbClr val="869FB2"/>
                </a:solidFill>
                <a:uFill>
                  <a:noFill/>
                </a:uFill>
                <a:hlinkClick r:id="rId19">
                  <a:extLst>
                    <a:ext uri="{A12FA001-AC4F-418D-AE19-62706E023703}">
                      <ahyp:hlinkClr val="tx"/>
                    </a:ext>
                  </a:extLst>
                </a:hlinkClick>
              </a:rPr>
              <a:t>Cuate</a:t>
            </a:r>
            <a:endParaRPr b="1">
              <a:solidFill>
                <a:srgbClr val="869FB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891" name="Shape 1891"/>
        <p:cNvGrpSpPr/>
        <p:nvPr/>
      </p:nvGrpSpPr>
      <p:grpSpPr>
        <a:xfrm>
          <a:off x="0" y="0"/>
          <a:ext cx="0" cy="0"/>
          <a:chOff x="0" y="0"/>
          <a:chExt cx="0" cy="0"/>
        </a:xfrm>
      </p:grpSpPr>
      <p:sp>
        <p:nvSpPr>
          <p:cNvPr id="1892" name="Google Shape;1892;p71"/>
          <p:cNvSpPr txBox="1"/>
          <p:nvPr/>
        </p:nvSpPr>
        <p:spPr>
          <a:xfrm>
            <a:off x="716775" y="1188000"/>
            <a:ext cx="7710600" cy="772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lt1"/>
                </a:solidFill>
              </a:rPr>
              <a:t>You can easily </a:t>
            </a:r>
            <a:r>
              <a:rPr b="1" lang="en" sz="1100">
                <a:solidFill>
                  <a:schemeClr val="hlink"/>
                </a:solidFill>
              </a:rPr>
              <a:t>resize </a:t>
            </a:r>
            <a:r>
              <a:rPr lang="en" sz="1100">
                <a:solidFill>
                  <a:schemeClr val="lt1"/>
                </a:solidFill>
              </a:rPr>
              <a:t>these resources without losing quality. To </a:t>
            </a:r>
            <a:r>
              <a:rPr b="1" lang="en" sz="1100">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b="1" lang="en" sz="1100">
                <a:solidFill>
                  <a:schemeClr val="hlink"/>
                </a:solidFill>
                <a:uFill>
                  <a:noFill/>
                </a:uFill>
                <a:hlinkClick r:id="rId3"/>
              </a:rPr>
              <a:t>infographics</a:t>
            </a:r>
            <a:r>
              <a:rPr b="1" lang="en" sz="1100">
                <a:solidFill>
                  <a:schemeClr val="hlink"/>
                </a:solidFill>
              </a:rPr>
              <a:t> </a:t>
            </a:r>
            <a:r>
              <a:rPr lang="en" sz="1100">
                <a:solidFill>
                  <a:schemeClr val="lt1"/>
                </a:solidFill>
              </a:rPr>
              <a:t>on Slidesgo.</a:t>
            </a:r>
            <a:endParaRPr sz="1100">
              <a:solidFill>
                <a:srgbClr val="FFFFFF"/>
              </a:solidFill>
            </a:endParaRPr>
          </a:p>
        </p:txBody>
      </p:sp>
      <p:grpSp>
        <p:nvGrpSpPr>
          <p:cNvPr id="1893" name="Google Shape;1893;p71"/>
          <p:cNvGrpSpPr/>
          <p:nvPr/>
        </p:nvGrpSpPr>
        <p:grpSpPr>
          <a:xfrm>
            <a:off x="5117640" y="3085736"/>
            <a:ext cx="474294" cy="551291"/>
            <a:chOff x="4727025" y="1332775"/>
            <a:chExt cx="59900" cy="69625"/>
          </a:xfrm>
        </p:grpSpPr>
        <p:sp>
          <p:nvSpPr>
            <p:cNvPr id="1894" name="Google Shape;1894;p71"/>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71"/>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6" name="Google Shape;1896;p71"/>
          <p:cNvGrpSpPr/>
          <p:nvPr/>
        </p:nvGrpSpPr>
        <p:grpSpPr>
          <a:xfrm>
            <a:off x="5731296" y="2314340"/>
            <a:ext cx="555653" cy="557031"/>
            <a:chOff x="4820425" y="1329900"/>
            <a:chExt cx="70175" cy="70350"/>
          </a:xfrm>
        </p:grpSpPr>
        <p:sp>
          <p:nvSpPr>
            <p:cNvPr id="1897" name="Google Shape;1897;p71"/>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71"/>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 name="Google Shape;1899;p71"/>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1"/>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1" name="Google Shape;1901;p71"/>
          <p:cNvGrpSpPr/>
          <p:nvPr/>
        </p:nvGrpSpPr>
        <p:grpSpPr>
          <a:xfrm>
            <a:off x="6357664" y="2318845"/>
            <a:ext cx="582574" cy="533871"/>
            <a:chOff x="4903200" y="1331525"/>
            <a:chExt cx="73575" cy="67425"/>
          </a:xfrm>
        </p:grpSpPr>
        <p:sp>
          <p:nvSpPr>
            <p:cNvPr id="1902" name="Google Shape;1902;p71"/>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1"/>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4" name="Google Shape;1904;p71"/>
          <p:cNvGrpSpPr/>
          <p:nvPr/>
        </p:nvGrpSpPr>
        <p:grpSpPr>
          <a:xfrm>
            <a:off x="5717142" y="3078709"/>
            <a:ext cx="583960" cy="565345"/>
            <a:chOff x="4815575" y="1416800"/>
            <a:chExt cx="73750" cy="71400"/>
          </a:xfrm>
        </p:grpSpPr>
        <p:sp>
          <p:nvSpPr>
            <p:cNvPr id="1905" name="Google Shape;1905;p71"/>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1"/>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71"/>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8" name="Google Shape;1908;p71"/>
          <p:cNvGrpSpPr/>
          <p:nvPr/>
        </p:nvGrpSpPr>
        <p:grpSpPr>
          <a:xfrm>
            <a:off x="6351924" y="3108896"/>
            <a:ext cx="589898" cy="504970"/>
            <a:chOff x="4902475" y="1418875"/>
            <a:chExt cx="74500" cy="63775"/>
          </a:xfrm>
        </p:grpSpPr>
        <p:sp>
          <p:nvSpPr>
            <p:cNvPr id="1909" name="Google Shape;1909;p71"/>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 name="Google Shape;1910;p71"/>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1" name="Google Shape;1911;p71"/>
          <p:cNvGrpSpPr/>
          <p:nvPr/>
        </p:nvGrpSpPr>
        <p:grpSpPr>
          <a:xfrm>
            <a:off x="5727139" y="3826000"/>
            <a:ext cx="563967" cy="567127"/>
            <a:chOff x="4818100" y="1507675"/>
            <a:chExt cx="71225" cy="71625"/>
          </a:xfrm>
        </p:grpSpPr>
        <p:sp>
          <p:nvSpPr>
            <p:cNvPr id="1912" name="Google Shape;1912;p71"/>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 name="Google Shape;1913;p71"/>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 name="Google Shape;1914;p71"/>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 name="Google Shape;1915;p71"/>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16" name="Google Shape;1916;p71"/>
          <p:cNvGrpSpPr/>
          <p:nvPr/>
        </p:nvGrpSpPr>
        <p:grpSpPr>
          <a:xfrm>
            <a:off x="5040636" y="3829461"/>
            <a:ext cx="628301" cy="588505"/>
            <a:chOff x="4721450" y="1509475"/>
            <a:chExt cx="79350" cy="74325"/>
          </a:xfrm>
        </p:grpSpPr>
        <p:sp>
          <p:nvSpPr>
            <p:cNvPr id="1917" name="Google Shape;1917;p71"/>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71"/>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 name="Google Shape;1919;p71"/>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1"/>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1" name="Google Shape;1921;p71"/>
          <p:cNvGrpSpPr/>
          <p:nvPr/>
        </p:nvGrpSpPr>
        <p:grpSpPr>
          <a:xfrm>
            <a:off x="6386170" y="3814027"/>
            <a:ext cx="557038" cy="562772"/>
            <a:chOff x="4906800" y="1507500"/>
            <a:chExt cx="70350" cy="71075"/>
          </a:xfrm>
        </p:grpSpPr>
        <p:sp>
          <p:nvSpPr>
            <p:cNvPr id="1922" name="Google Shape;1922;p71"/>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1"/>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71"/>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1"/>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71"/>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7" name="Google Shape;1927;p71"/>
          <p:cNvGrpSpPr/>
          <p:nvPr/>
        </p:nvGrpSpPr>
        <p:grpSpPr>
          <a:xfrm>
            <a:off x="4423778" y="2340963"/>
            <a:ext cx="517934" cy="517934"/>
            <a:chOff x="3736598" y="2170606"/>
            <a:chExt cx="404889" cy="404889"/>
          </a:xfrm>
        </p:grpSpPr>
        <p:sp>
          <p:nvSpPr>
            <p:cNvPr id="1928" name="Google Shape;1928;p71"/>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71"/>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 name="Google Shape;1930;p71"/>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71"/>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2" name="Google Shape;1932;p71"/>
          <p:cNvGrpSpPr/>
          <p:nvPr/>
        </p:nvGrpSpPr>
        <p:grpSpPr>
          <a:xfrm>
            <a:off x="3690839" y="2341061"/>
            <a:ext cx="586986" cy="517740"/>
            <a:chOff x="3161917" y="2170682"/>
            <a:chExt cx="458870" cy="404737"/>
          </a:xfrm>
        </p:grpSpPr>
        <p:sp>
          <p:nvSpPr>
            <p:cNvPr id="1933" name="Google Shape;1933;p71"/>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1"/>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71"/>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6" name="Google Shape;1936;p71"/>
          <p:cNvGrpSpPr/>
          <p:nvPr/>
        </p:nvGrpSpPr>
        <p:grpSpPr>
          <a:xfrm>
            <a:off x="3713860" y="3102400"/>
            <a:ext cx="540943" cy="517963"/>
            <a:chOff x="3179914" y="2889488"/>
            <a:chExt cx="422876" cy="404911"/>
          </a:xfrm>
        </p:grpSpPr>
        <p:sp>
          <p:nvSpPr>
            <p:cNvPr id="1937" name="Google Shape;1937;p71"/>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1"/>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1"/>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1"/>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71"/>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1"/>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3" name="Google Shape;1943;p71"/>
          <p:cNvGrpSpPr/>
          <p:nvPr/>
        </p:nvGrpSpPr>
        <p:grpSpPr>
          <a:xfrm>
            <a:off x="4414654" y="3102358"/>
            <a:ext cx="536180" cy="518047"/>
            <a:chOff x="3729467" y="2889422"/>
            <a:chExt cx="419153" cy="404977"/>
          </a:xfrm>
        </p:grpSpPr>
        <p:sp>
          <p:nvSpPr>
            <p:cNvPr id="1944" name="Google Shape;1944;p71"/>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5" name="Google Shape;1945;p71"/>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71"/>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 name="Google Shape;1947;p71"/>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 name="Google Shape;1948;p71"/>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71"/>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71"/>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1" name="Google Shape;1951;p71"/>
          <p:cNvGrpSpPr/>
          <p:nvPr/>
        </p:nvGrpSpPr>
        <p:grpSpPr>
          <a:xfrm>
            <a:off x="1951688" y="3445787"/>
            <a:ext cx="965351" cy="134611"/>
            <a:chOff x="4411970" y="2962952"/>
            <a:chExt cx="706544" cy="104212"/>
          </a:xfrm>
        </p:grpSpPr>
        <p:sp>
          <p:nvSpPr>
            <p:cNvPr id="1952" name="Google Shape;1952;p71"/>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71"/>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1"/>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1"/>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6" name="Google Shape;1956;p71"/>
          <p:cNvGrpSpPr/>
          <p:nvPr/>
        </p:nvGrpSpPr>
        <p:grpSpPr>
          <a:xfrm>
            <a:off x="1951688" y="3041077"/>
            <a:ext cx="960158" cy="289172"/>
            <a:chOff x="4411970" y="2726085"/>
            <a:chExt cx="643107" cy="193659"/>
          </a:xfrm>
        </p:grpSpPr>
        <p:sp>
          <p:nvSpPr>
            <p:cNvPr id="1957" name="Google Shape;1957;p71"/>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 name="Google Shape;1958;p71"/>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1"/>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0" name="Google Shape;1960;p71"/>
          <p:cNvGrpSpPr/>
          <p:nvPr/>
        </p:nvGrpSpPr>
        <p:grpSpPr>
          <a:xfrm>
            <a:off x="960185" y="3295400"/>
            <a:ext cx="811503" cy="252584"/>
            <a:chOff x="4411970" y="4340222"/>
            <a:chExt cx="779467" cy="242683"/>
          </a:xfrm>
        </p:grpSpPr>
        <p:sp>
          <p:nvSpPr>
            <p:cNvPr id="1961" name="Google Shape;1961;p71"/>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1"/>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3" name="Google Shape;1963;p71"/>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4" name="Google Shape;1964;p71"/>
          <p:cNvGrpSpPr/>
          <p:nvPr/>
        </p:nvGrpSpPr>
        <p:grpSpPr>
          <a:xfrm>
            <a:off x="1951688" y="2709308"/>
            <a:ext cx="965160" cy="216230"/>
            <a:chOff x="4411970" y="2468674"/>
            <a:chExt cx="747317" cy="167425"/>
          </a:xfrm>
        </p:grpSpPr>
        <p:sp>
          <p:nvSpPr>
            <p:cNvPr id="1965" name="Google Shape;1965;p71"/>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1"/>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67" name="Google Shape;1967;p71"/>
          <p:cNvSpPr/>
          <p:nvPr/>
        </p:nvSpPr>
        <p:spPr>
          <a:xfrm>
            <a:off x="958435"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68" name="Google Shape;1968;p71"/>
          <p:cNvGrpSpPr/>
          <p:nvPr/>
        </p:nvGrpSpPr>
        <p:grpSpPr>
          <a:xfrm>
            <a:off x="959254" y="2334687"/>
            <a:ext cx="1959041" cy="208784"/>
            <a:chOff x="6336019" y="3733725"/>
            <a:chExt cx="2566206" cy="351310"/>
          </a:xfrm>
        </p:grpSpPr>
        <p:sp>
          <p:nvSpPr>
            <p:cNvPr id="1969" name="Google Shape;1969;p71"/>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 name="Google Shape;1970;p71"/>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 name="Google Shape;1971;p71"/>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 name="Google Shape;1972;p71"/>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3" name="Google Shape;1973;p71"/>
          <p:cNvGrpSpPr/>
          <p:nvPr/>
        </p:nvGrpSpPr>
        <p:grpSpPr>
          <a:xfrm>
            <a:off x="1951688" y="3950602"/>
            <a:ext cx="946551" cy="153200"/>
            <a:chOff x="4404545" y="3301592"/>
            <a:chExt cx="782403" cy="129272"/>
          </a:xfrm>
        </p:grpSpPr>
        <p:sp>
          <p:nvSpPr>
            <p:cNvPr id="1974" name="Google Shape;1974;p71"/>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71"/>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76" name="Google Shape;1976;p71"/>
          <p:cNvGrpSpPr/>
          <p:nvPr/>
        </p:nvGrpSpPr>
        <p:grpSpPr>
          <a:xfrm>
            <a:off x="1951688" y="3695937"/>
            <a:ext cx="962257" cy="139127"/>
            <a:chOff x="4411970" y="3131459"/>
            <a:chExt cx="710520" cy="117397"/>
          </a:xfrm>
        </p:grpSpPr>
        <p:sp>
          <p:nvSpPr>
            <p:cNvPr id="1977" name="Google Shape;1977;p71"/>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8" name="Google Shape;1978;p71"/>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descr="Timeline background shape" id="1979" name="Google Shape;1979;p71"/>
          <p:cNvSpPr/>
          <p:nvPr/>
        </p:nvSpPr>
        <p:spPr>
          <a:xfrm>
            <a:off x="1951688"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80" name="Google Shape;1980;p71"/>
          <p:cNvGrpSpPr/>
          <p:nvPr/>
        </p:nvGrpSpPr>
        <p:grpSpPr>
          <a:xfrm>
            <a:off x="951833" y="3621603"/>
            <a:ext cx="823838" cy="458988"/>
            <a:chOff x="4411970" y="1801825"/>
            <a:chExt cx="734586" cy="409262"/>
          </a:xfrm>
        </p:grpSpPr>
        <p:sp>
          <p:nvSpPr>
            <p:cNvPr id="1981" name="Google Shape;1981;p71"/>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1"/>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3" name="Google Shape;1983;p71"/>
          <p:cNvGrpSpPr/>
          <p:nvPr/>
        </p:nvGrpSpPr>
        <p:grpSpPr>
          <a:xfrm>
            <a:off x="3056804" y="2339173"/>
            <a:ext cx="521514" cy="521514"/>
            <a:chOff x="5681300" y="2527788"/>
            <a:chExt cx="805800" cy="805800"/>
          </a:xfrm>
        </p:grpSpPr>
        <p:sp>
          <p:nvSpPr>
            <p:cNvPr id="1984" name="Google Shape;1984;p71"/>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1"/>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6" name="Google Shape;1986;p71"/>
          <p:cNvGrpSpPr/>
          <p:nvPr/>
        </p:nvGrpSpPr>
        <p:grpSpPr>
          <a:xfrm>
            <a:off x="3051044" y="3094865"/>
            <a:ext cx="533033" cy="533033"/>
            <a:chOff x="4049800" y="640400"/>
            <a:chExt cx="858900" cy="858900"/>
          </a:xfrm>
        </p:grpSpPr>
        <p:sp>
          <p:nvSpPr>
            <p:cNvPr id="1987" name="Google Shape;1987;p71"/>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1"/>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9" name="Google Shape;1989;p71"/>
          <p:cNvGrpSpPr/>
          <p:nvPr/>
        </p:nvGrpSpPr>
        <p:grpSpPr>
          <a:xfrm>
            <a:off x="2976527" y="3772543"/>
            <a:ext cx="682068" cy="682068"/>
            <a:chOff x="5080188" y="927900"/>
            <a:chExt cx="961200" cy="961200"/>
          </a:xfrm>
        </p:grpSpPr>
        <p:sp>
          <p:nvSpPr>
            <p:cNvPr id="1990" name="Google Shape;1990;p71"/>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1"/>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71"/>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1"/>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71"/>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71"/>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1"/>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 name="Google Shape;1997;p71"/>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8" name="Google Shape;1998;p71"/>
          <p:cNvGrpSpPr/>
          <p:nvPr/>
        </p:nvGrpSpPr>
        <p:grpSpPr>
          <a:xfrm>
            <a:off x="4440026" y="3869234"/>
            <a:ext cx="505650" cy="504006"/>
            <a:chOff x="6039282" y="1042577"/>
            <a:chExt cx="734315" cy="731929"/>
          </a:xfrm>
        </p:grpSpPr>
        <p:sp>
          <p:nvSpPr>
            <p:cNvPr id="1999" name="Google Shape;1999;p71"/>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1"/>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 name="Google Shape;2001;p71"/>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71"/>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71"/>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 name="Google Shape;2004;p71"/>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71"/>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6" name="Google Shape;2006;p71"/>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7" name="Google Shape;2007;p71"/>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8" name="Google Shape;2008;p71"/>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9" name="Google Shape;2009;p71"/>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0" name="Google Shape;2010;p71"/>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1" name="Google Shape;2011;p71"/>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2" name="Google Shape;2012;p71"/>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71"/>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71"/>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5" name="Google Shape;2015;p71"/>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 name="Google Shape;2016;p71"/>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7" name="Google Shape;2017;p71"/>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1"/>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71"/>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20" name="Google Shape;2020;p71"/>
          <p:cNvGrpSpPr/>
          <p:nvPr/>
        </p:nvGrpSpPr>
        <p:grpSpPr>
          <a:xfrm>
            <a:off x="5052628" y="2298862"/>
            <a:ext cx="567744" cy="602136"/>
            <a:chOff x="1825800" y="1651625"/>
            <a:chExt cx="539989" cy="571775"/>
          </a:xfrm>
        </p:grpSpPr>
        <p:sp>
          <p:nvSpPr>
            <p:cNvPr id="2021" name="Google Shape;2021;p71"/>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1"/>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 name="Google Shape;2023;p71"/>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4" name="Google Shape;2024;p71"/>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25" name="Google Shape;2025;p71"/>
          <p:cNvGrpSpPr/>
          <p:nvPr/>
        </p:nvGrpSpPr>
        <p:grpSpPr>
          <a:xfrm>
            <a:off x="3727557" y="3855579"/>
            <a:ext cx="508123" cy="507955"/>
            <a:chOff x="1897577" y="2802432"/>
            <a:chExt cx="492176" cy="492014"/>
          </a:xfrm>
        </p:grpSpPr>
        <p:sp>
          <p:nvSpPr>
            <p:cNvPr id="2026" name="Google Shape;2026;p71"/>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7" name="Google Shape;2027;p71"/>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8" name="Google Shape;2028;p71"/>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1"/>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1"/>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1" name="Google Shape;2031;p71"/>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71"/>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71"/>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71"/>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 name="Google Shape;2035;p71"/>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6" name="Google Shape;2036;p71"/>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1"/>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38" name="Google Shape;2038;p71"/>
          <p:cNvGrpSpPr/>
          <p:nvPr/>
        </p:nvGrpSpPr>
        <p:grpSpPr>
          <a:xfrm>
            <a:off x="959087" y="4169123"/>
            <a:ext cx="809227" cy="200842"/>
            <a:chOff x="2013045" y="4813233"/>
            <a:chExt cx="921986" cy="228854"/>
          </a:xfrm>
        </p:grpSpPr>
        <p:sp>
          <p:nvSpPr>
            <p:cNvPr id="2039" name="Google Shape;2039;p71"/>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71"/>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41" name="Google Shape;2041;p71"/>
          <p:cNvGrpSpPr/>
          <p:nvPr/>
        </p:nvGrpSpPr>
        <p:grpSpPr>
          <a:xfrm>
            <a:off x="967547" y="2656004"/>
            <a:ext cx="792421" cy="269941"/>
            <a:chOff x="1046767" y="4756633"/>
            <a:chExt cx="859646" cy="292841"/>
          </a:xfrm>
        </p:grpSpPr>
        <p:sp>
          <p:nvSpPr>
            <p:cNvPr id="2042" name="Google Shape;2042;p71"/>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3" name="Google Shape;2043;p71"/>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4" name="Google Shape;2044;p71"/>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45" name="Google Shape;2045;p71"/>
          <p:cNvSpPr/>
          <p:nvPr/>
        </p:nvSpPr>
        <p:spPr>
          <a:xfrm>
            <a:off x="7401300"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1"/>
          <p:cNvSpPr/>
          <p:nvPr/>
        </p:nvSpPr>
        <p:spPr>
          <a:xfrm>
            <a:off x="7100754"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7" name="Google Shape;2047;p71"/>
          <p:cNvSpPr/>
          <p:nvPr/>
        </p:nvSpPr>
        <p:spPr>
          <a:xfrm>
            <a:off x="7723043"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8" name="Google Shape;2048;p71"/>
          <p:cNvSpPr/>
          <p:nvPr/>
        </p:nvSpPr>
        <p:spPr>
          <a:xfrm>
            <a:off x="8017748"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49" name="Google Shape;2049;p71"/>
          <p:cNvGrpSpPr/>
          <p:nvPr/>
        </p:nvGrpSpPr>
        <p:grpSpPr>
          <a:xfrm>
            <a:off x="7103403" y="2550562"/>
            <a:ext cx="166473" cy="141497"/>
            <a:chOff x="4660325" y="1866850"/>
            <a:chExt cx="68350" cy="58100"/>
          </a:xfrm>
        </p:grpSpPr>
        <p:sp>
          <p:nvSpPr>
            <p:cNvPr id="2050" name="Google Shape;2050;p71"/>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71"/>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2" name="Google Shape;2052;p71"/>
          <p:cNvGrpSpPr/>
          <p:nvPr/>
        </p:nvGrpSpPr>
        <p:grpSpPr>
          <a:xfrm>
            <a:off x="7412747" y="2576286"/>
            <a:ext cx="162515" cy="90049"/>
            <a:chOff x="4791775" y="1877500"/>
            <a:chExt cx="66725" cy="36975"/>
          </a:xfrm>
        </p:grpSpPr>
        <p:sp>
          <p:nvSpPr>
            <p:cNvPr id="2053" name="Google Shape;2053;p71"/>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1"/>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5" name="Google Shape;2055;p71"/>
          <p:cNvGrpSpPr/>
          <p:nvPr/>
        </p:nvGrpSpPr>
        <p:grpSpPr>
          <a:xfrm>
            <a:off x="7734460" y="2576286"/>
            <a:ext cx="144979" cy="90049"/>
            <a:chOff x="4923925" y="1877500"/>
            <a:chExt cx="59525" cy="36975"/>
          </a:xfrm>
        </p:grpSpPr>
        <p:sp>
          <p:nvSpPr>
            <p:cNvPr id="2056" name="Google Shape;2056;p71"/>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71"/>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8" name="Google Shape;2058;p71"/>
          <p:cNvGrpSpPr/>
          <p:nvPr/>
        </p:nvGrpSpPr>
        <p:grpSpPr>
          <a:xfrm>
            <a:off x="8028952" y="2558477"/>
            <a:ext cx="141447" cy="125667"/>
            <a:chOff x="5058450" y="1870100"/>
            <a:chExt cx="58075" cy="51600"/>
          </a:xfrm>
        </p:grpSpPr>
        <p:sp>
          <p:nvSpPr>
            <p:cNvPr id="2059" name="Google Shape;2059;p71"/>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71"/>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1" name="Google Shape;2061;p71"/>
          <p:cNvGrpSpPr/>
          <p:nvPr/>
        </p:nvGrpSpPr>
        <p:grpSpPr>
          <a:xfrm>
            <a:off x="7443466" y="2980885"/>
            <a:ext cx="101077" cy="107645"/>
            <a:chOff x="4811425" y="2065025"/>
            <a:chExt cx="41500" cy="44200"/>
          </a:xfrm>
        </p:grpSpPr>
        <p:sp>
          <p:nvSpPr>
            <p:cNvPr id="2062" name="Google Shape;2062;p71"/>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71"/>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4" name="Google Shape;2064;p71"/>
          <p:cNvGrpSpPr/>
          <p:nvPr/>
        </p:nvGrpSpPr>
        <p:grpSpPr>
          <a:xfrm>
            <a:off x="7735904" y="2981098"/>
            <a:ext cx="120867" cy="107218"/>
            <a:chOff x="4929875" y="2065025"/>
            <a:chExt cx="49625" cy="44025"/>
          </a:xfrm>
        </p:grpSpPr>
        <p:sp>
          <p:nvSpPr>
            <p:cNvPr id="2065" name="Google Shape;2065;p71"/>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71"/>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7" name="Google Shape;2067;p71"/>
          <p:cNvGrpSpPr/>
          <p:nvPr/>
        </p:nvGrpSpPr>
        <p:grpSpPr>
          <a:xfrm>
            <a:off x="8064572" y="2984112"/>
            <a:ext cx="70206" cy="101191"/>
            <a:chOff x="5083925" y="2066350"/>
            <a:chExt cx="28825" cy="41550"/>
          </a:xfrm>
        </p:grpSpPr>
        <p:sp>
          <p:nvSpPr>
            <p:cNvPr id="2068" name="Google Shape;2068;p71"/>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 name="Google Shape;2069;p71"/>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0" name="Google Shape;2070;p71"/>
          <p:cNvGrpSpPr/>
          <p:nvPr/>
        </p:nvGrpSpPr>
        <p:grpSpPr>
          <a:xfrm>
            <a:off x="7096126" y="2999759"/>
            <a:ext cx="181026" cy="69896"/>
            <a:chOff x="4659775" y="2072775"/>
            <a:chExt cx="74325" cy="28700"/>
          </a:xfrm>
        </p:grpSpPr>
        <p:sp>
          <p:nvSpPr>
            <p:cNvPr id="2071" name="Google Shape;2071;p71"/>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2" name="Google Shape;2072;p71"/>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3" name="Google Shape;2073;p71"/>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4" name="Google Shape;2074;p71"/>
          <p:cNvGrpSpPr/>
          <p:nvPr/>
        </p:nvGrpSpPr>
        <p:grpSpPr>
          <a:xfrm>
            <a:off x="8015982" y="2790324"/>
            <a:ext cx="167387" cy="89197"/>
            <a:chOff x="4662475" y="1976500"/>
            <a:chExt cx="68725" cy="36625"/>
          </a:xfrm>
        </p:grpSpPr>
        <p:sp>
          <p:nvSpPr>
            <p:cNvPr id="2075" name="Google Shape;2075;p71"/>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71"/>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1"/>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8" name="Google Shape;2078;p71"/>
          <p:cNvGrpSpPr/>
          <p:nvPr/>
        </p:nvGrpSpPr>
        <p:grpSpPr>
          <a:xfrm>
            <a:off x="7712887" y="2793764"/>
            <a:ext cx="166899" cy="82317"/>
            <a:chOff x="4920150" y="1977875"/>
            <a:chExt cx="68525" cy="33800"/>
          </a:xfrm>
        </p:grpSpPr>
        <p:sp>
          <p:nvSpPr>
            <p:cNvPr id="2079" name="Google Shape;2079;p71"/>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1"/>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1" name="Google Shape;2081;p71"/>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2" name="Google Shape;2082;p71"/>
          <p:cNvGrpSpPr/>
          <p:nvPr/>
        </p:nvGrpSpPr>
        <p:grpSpPr>
          <a:xfrm>
            <a:off x="7124044" y="3197682"/>
            <a:ext cx="125190" cy="127859"/>
            <a:chOff x="4676550" y="2160575"/>
            <a:chExt cx="51400" cy="52500"/>
          </a:xfrm>
        </p:grpSpPr>
        <p:sp>
          <p:nvSpPr>
            <p:cNvPr id="2083" name="Google Shape;2083;p71"/>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1"/>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5" name="Google Shape;2085;p71"/>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6" name="Google Shape;2086;p71"/>
          <p:cNvGrpSpPr/>
          <p:nvPr/>
        </p:nvGrpSpPr>
        <p:grpSpPr>
          <a:xfrm>
            <a:off x="7421302" y="3204714"/>
            <a:ext cx="145405" cy="113794"/>
            <a:chOff x="4768325" y="2163475"/>
            <a:chExt cx="59700" cy="46725"/>
          </a:xfrm>
        </p:grpSpPr>
        <p:sp>
          <p:nvSpPr>
            <p:cNvPr id="2087" name="Google Shape;2087;p71"/>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71"/>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89" name="Google Shape;2089;p71"/>
          <p:cNvSpPr/>
          <p:nvPr/>
        </p:nvSpPr>
        <p:spPr>
          <a:xfrm>
            <a:off x="7753257"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71"/>
          <p:cNvSpPr/>
          <p:nvPr/>
        </p:nvSpPr>
        <p:spPr>
          <a:xfrm>
            <a:off x="8025633"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71"/>
          <p:cNvSpPr/>
          <p:nvPr/>
        </p:nvSpPr>
        <p:spPr>
          <a:xfrm>
            <a:off x="7127089"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2" name="Google Shape;2092;p71"/>
          <p:cNvSpPr/>
          <p:nvPr/>
        </p:nvSpPr>
        <p:spPr>
          <a:xfrm>
            <a:off x="7095061"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3" name="Google Shape;2093;p71"/>
          <p:cNvSpPr/>
          <p:nvPr/>
        </p:nvSpPr>
        <p:spPr>
          <a:xfrm>
            <a:off x="7112384"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 name="Google Shape;2094;p71"/>
          <p:cNvSpPr/>
          <p:nvPr/>
        </p:nvSpPr>
        <p:spPr>
          <a:xfrm>
            <a:off x="7746133"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95" name="Google Shape;2095;p71"/>
          <p:cNvGrpSpPr/>
          <p:nvPr/>
        </p:nvGrpSpPr>
        <p:grpSpPr>
          <a:xfrm>
            <a:off x="7437621" y="3459808"/>
            <a:ext cx="112768" cy="106853"/>
            <a:chOff x="4768575" y="2253950"/>
            <a:chExt cx="46300" cy="43875"/>
          </a:xfrm>
        </p:grpSpPr>
        <p:sp>
          <p:nvSpPr>
            <p:cNvPr id="2096" name="Google Shape;2096;p71"/>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 name="Google Shape;2097;p71"/>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8" name="Google Shape;2098;p71"/>
          <p:cNvGrpSpPr/>
          <p:nvPr/>
        </p:nvGrpSpPr>
        <p:grpSpPr>
          <a:xfrm>
            <a:off x="7737243" y="3948834"/>
            <a:ext cx="118187" cy="146246"/>
            <a:chOff x="4960900" y="2433225"/>
            <a:chExt cx="48525" cy="60050"/>
          </a:xfrm>
        </p:grpSpPr>
        <p:sp>
          <p:nvSpPr>
            <p:cNvPr id="2099" name="Google Shape;2099;p71"/>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 name="Google Shape;2100;p71"/>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01" name="Google Shape;2101;p71"/>
          <p:cNvGrpSpPr/>
          <p:nvPr/>
        </p:nvGrpSpPr>
        <p:grpSpPr>
          <a:xfrm>
            <a:off x="7425808" y="4212895"/>
            <a:ext cx="136394" cy="143810"/>
            <a:chOff x="4854075" y="2527625"/>
            <a:chExt cx="56000" cy="59050"/>
          </a:xfrm>
        </p:grpSpPr>
        <p:sp>
          <p:nvSpPr>
            <p:cNvPr id="2102" name="Google Shape;2102;p71"/>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71"/>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04" name="Google Shape;2104;p71"/>
          <p:cNvSpPr/>
          <p:nvPr/>
        </p:nvSpPr>
        <p:spPr>
          <a:xfrm>
            <a:off x="7441061"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71"/>
          <p:cNvSpPr/>
          <p:nvPr/>
        </p:nvSpPr>
        <p:spPr>
          <a:xfrm>
            <a:off x="8019727"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 name="Google Shape;2106;p71"/>
          <p:cNvSpPr/>
          <p:nvPr/>
        </p:nvSpPr>
        <p:spPr>
          <a:xfrm>
            <a:off x="7118991"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07" name="Google Shape;2107;p71"/>
          <p:cNvGrpSpPr/>
          <p:nvPr/>
        </p:nvGrpSpPr>
        <p:grpSpPr>
          <a:xfrm>
            <a:off x="8050020" y="3676639"/>
            <a:ext cx="99312" cy="160797"/>
            <a:chOff x="5059700" y="2334775"/>
            <a:chExt cx="40775" cy="66025"/>
          </a:xfrm>
        </p:grpSpPr>
        <p:sp>
          <p:nvSpPr>
            <p:cNvPr id="2108" name="Google Shape;2108;p71"/>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71"/>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71"/>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71"/>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2" name="Google Shape;2112;p71"/>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71"/>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71"/>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71"/>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71"/>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7" name="Google Shape;2117;p71"/>
          <p:cNvGrpSpPr/>
          <p:nvPr/>
        </p:nvGrpSpPr>
        <p:grpSpPr>
          <a:xfrm>
            <a:off x="8007184" y="3941771"/>
            <a:ext cx="184984" cy="160371"/>
            <a:chOff x="5037700" y="2430325"/>
            <a:chExt cx="75950" cy="65850"/>
          </a:xfrm>
        </p:grpSpPr>
        <p:sp>
          <p:nvSpPr>
            <p:cNvPr id="2118" name="Google Shape;2118;p71"/>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 name="Google Shape;2119;p71"/>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0" name="Google Shape;2120;p71"/>
          <p:cNvGrpSpPr/>
          <p:nvPr/>
        </p:nvGrpSpPr>
        <p:grpSpPr>
          <a:xfrm>
            <a:off x="7426689" y="3708223"/>
            <a:ext cx="173014" cy="97629"/>
            <a:chOff x="4756975" y="2341800"/>
            <a:chExt cx="91975" cy="51925"/>
          </a:xfrm>
        </p:grpSpPr>
        <p:sp>
          <p:nvSpPr>
            <p:cNvPr id="2121" name="Google Shape;2121;p71"/>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71"/>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71"/>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 name="Google Shape;2124;p71"/>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71"/>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 name="Google Shape;2126;p71"/>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71"/>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8" name="Google Shape;2128;p71"/>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71"/>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71"/>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71"/>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71"/>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71"/>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 name="Google Shape;2134;p71"/>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71"/>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71"/>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7" name="Google Shape;2137;p71"/>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8" name="Google Shape;2138;p71"/>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71"/>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71"/>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1" name="Google Shape;2141;p71"/>
          <p:cNvGrpSpPr/>
          <p:nvPr/>
        </p:nvGrpSpPr>
        <p:grpSpPr>
          <a:xfrm>
            <a:off x="7693626" y="4196920"/>
            <a:ext cx="212497" cy="175761"/>
            <a:chOff x="4943575" y="2516350"/>
            <a:chExt cx="98675" cy="81700"/>
          </a:xfrm>
        </p:grpSpPr>
        <p:sp>
          <p:nvSpPr>
            <p:cNvPr id="2142" name="Google Shape;2142;p71"/>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71"/>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71"/>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5" name="Google Shape;2145;p71"/>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 name="Google Shape;2146;p71"/>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71"/>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71"/>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 name="Google Shape;2149;p71"/>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 name="Google Shape;2150;p71"/>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1" name="Google Shape;2151;p71"/>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71"/>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 name="Google Shape;2153;p71"/>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4" name="Google Shape;2154;p71"/>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5" name="Google Shape;2155;p71"/>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71"/>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7" name="Google Shape;2157;p71"/>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71"/>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71"/>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71"/>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71"/>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 name="Google Shape;2162;p71"/>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71"/>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71"/>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 name="Google Shape;2165;p71"/>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 name="Google Shape;2166;p71"/>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71"/>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71"/>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71"/>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0" name="Google Shape;2170;p71"/>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 name="Google Shape;2171;p71"/>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71"/>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71"/>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4" name="Google Shape;2174;p71"/>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5" name="Google Shape;2175;p71"/>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71"/>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71"/>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 name="Google Shape;2178;p71"/>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 name="Google Shape;2179;p71"/>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71"/>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 name="Google Shape;2181;p71"/>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2" name="Google Shape;2182;p71"/>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3" name="Google Shape;2183;p71"/>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71"/>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71"/>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 name="Google Shape;2186;p71"/>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 name="Google Shape;2187;p71"/>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71"/>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71"/>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71"/>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71"/>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71"/>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3" name="Google Shape;2193;p71"/>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4" name="Google Shape;2194;p71"/>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71"/>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 name="Google Shape;2196;p71"/>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7" name="Google Shape;2197;p71"/>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71"/>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9" name="Google Shape;2199;p71"/>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71"/>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1" name="Google Shape;2201;p71"/>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2" name="Google Shape;2202;p71"/>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71"/>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4" name="Google Shape;2204;p71"/>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71"/>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71"/>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 name="Google Shape;2207;p71"/>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71"/>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71"/>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71"/>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71"/>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71"/>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71"/>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71"/>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5" name="Google Shape;2215;p71"/>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71"/>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71"/>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71"/>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71"/>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20" name="Google Shape;2220;p71"/>
          <p:cNvSpPr/>
          <p:nvPr/>
        </p:nvSpPr>
        <p:spPr>
          <a:xfrm>
            <a:off x="7709169"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 name="Google Shape;2221;p71"/>
          <p:cNvSpPr/>
          <p:nvPr/>
        </p:nvSpPr>
        <p:spPr>
          <a:xfrm>
            <a:off x="8025426"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71"/>
          <p:cNvSpPr/>
          <p:nvPr/>
        </p:nvSpPr>
        <p:spPr>
          <a:xfrm>
            <a:off x="7127539"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71"/>
          <p:cNvSpPr/>
          <p:nvPr/>
        </p:nvSpPr>
        <p:spPr>
          <a:xfrm flipH="1">
            <a:off x="7434905"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 name="Google Shape;2224;p71"/>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8" name="Shape 2228"/>
        <p:cNvGrpSpPr/>
        <p:nvPr/>
      </p:nvGrpSpPr>
      <p:grpSpPr>
        <a:xfrm>
          <a:off x="0" y="0"/>
          <a:ext cx="0" cy="0"/>
          <a:chOff x="0" y="0"/>
          <a:chExt cx="0" cy="0"/>
        </a:xfrm>
      </p:grpSpPr>
      <p:grpSp>
        <p:nvGrpSpPr>
          <p:cNvPr id="2229" name="Google Shape;2229;p72"/>
          <p:cNvGrpSpPr/>
          <p:nvPr/>
        </p:nvGrpSpPr>
        <p:grpSpPr>
          <a:xfrm>
            <a:off x="6681268" y="3584496"/>
            <a:ext cx="560636" cy="516497"/>
            <a:chOff x="6652051" y="3714143"/>
            <a:chExt cx="560636" cy="516497"/>
          </a:xfrm>
        </p:grpSpPr>
        <p:grpSp>
          <p:nvGrpSpPr>
            <p:cNvPr id="2230" name="Google Shape;2230;p72"/>
            <p:cNvGrpSpPr/>
            <p:nvPr/>
          </p:nvGrpSpPr>
          <p:grpSpPr>
            <a:xfrm>
              <a:off x="6669657" y="3716715"/>
              <a:ext cx="466768" cy="464314"/>
              <a:chOff x="3139766" y="765669"/>
              <a:chExt cx="886380" cy="881888"/>
            </a:xfrm>
          </p:grpSpPr>
          <p:grpSp>
            <p:nvGrpSpPr>
              <p:cNvPr id="2231" name="Google Shape;2231;p72"/>
              <p:cNvGrpSpPr/>
              <p:nvPr/>
            </p:nvGrpSpPr>
            <p:grpSpPr>
              <a:xfrm>
                <a:off x="3139766" y="765669"/>
                <a:ext cx="886380" cy="881888"/>
                <a:chOff x="3139766" y="765669"/>
                <a:chExt cx="886380" cy="881888"/>
              </a:xfrm>
            </p:grpSpPr>
            <p:sp>
              <p:nvSpPr>
                <p:cNvPr id="2232" name="Google Shape;2232;p72"/>
                <p:cNvSpPr/>
                <p:nvPr/>
              </p:nvSpPr>
              <p:spPr>
                <a:xfrm>
                  <a:off x="3139766" y="765669"/>
                  <a:ext cx="733591" cy="881888"/>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72"/>
                <p:cNvSpPr/>
                <p:nvPr/>
              </p:nvSpPr>
              <p:spPr>
                <a:xfrm>
                  <a:off x="3787623" y="1419737"/>
                  <a:ext cx="223361" cy="194002"/>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 name="Google Shape;2234;p72"/>
                <p:cNvSpPr/>
                <p:nvPr/>
              </p:nvSpPr>
              <p:spPr>
                <a:xfrm>
                  <a:off x="3757694" y="1303888"/>
                  <a:ext cx="77956" cy="97007"/>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72"/>
                <p:cNvSpPr/>
                <p:nvPr/>
              </p:nvSpPr>
              <p:spPr>
                <a:xfrm>
                  <a:off x="3916892" y="1338867"/>
                  <a:ext cx="109254" cy="68436"/>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72"/>
                <p:cNvSpPr/>
                <p:nvPr/>
              </p:nvSpPr>
              <p:spPr>
                <a:xfrm>
                  <a:off x="3865184" y="936118"/>
                  <a:ext cx="73103" cy="134516"/>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72"/>
                <p:cNvSpPr/>
                <p:nvPr/>
              </p:nvSpPr>
              <p:spPr>
                <a:xfrm>
                  <a:off x="3738260" y="1420756"/>
                  <a:ext cx="79895" cy="16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72"/>
                <p:cNvSpPr/>
                <p:nvPr/>
              </p:nvSpPr>
              <p:spPr>
                <a:xfrm>
                  <a:off x="3833886" y="1361610"/>
                  <a:ext cx="29370" cy="41224"/>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72"/>
                <p:cNvSpPr/>
                <p:nvPr/>
              </p:nvSpPr>
              <p:spPr>
                <a:xfrm>
                  <a:off x="3852553" y="1272590"/>
                  <a:ext cx="36162" cy="34421"/>
                </a:xfrm>
                <a:custGeom>
                  <a:rect b="b" l="l" r="r" t="t"/>
                  <a:pathLst>
                    <a:path extrusionOk="0" h="3142" w="3301">
                      <a:moveTo>
                        <a:pt x="3301" y="0"/>
                      </a:moveTo>
                      <a:lnTo>
                        <a:pt x="0" y="1455"/>
                      </a:lnTo>
                      <a:lnTo>
                        <a:pt x="550" y="2520"/>
                      </a:lnTo>
                      <a:lnTo>
                        <a:pt x="1154" y="1793"/>
                      </a:lnTo>
                      <a:lnTo>
                        <a:pt x="2804" y="3141"/>
                      </a:lnTo>
                      <a:lnTo>
                        <a:pt x="3301"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 name="Google Shape;2240;p72"/>
                <p:cNvSpPr/>
                <p:nvPr/>
              </p:nvSpPr>
              <p:spPr>
                <a:xfrm>
                  <a:off x="3832330" y="1195806"/>
                  <a:ext cx="18481" cy="46668"/>
                </a:xfrm>
                <a:custGeom>
                  <a:rect b="b" l="l" r="r" t="t"/>
                  <a:pathLst>
                    <a:path extrusionOk="0" h="4260" w="1687">
                      <a:moveTo>
                        <a:pt x="249" y="1"/>
                      </a:moveTo>
                      <a:cubicBezTo>
                        <a:pt x="1" y="2627"/>
                        <a:pt x="1" y="2627"/>
                        <a:pt x="977" y="4259"/>
                      </a:cubicBezTo>
                      <a:cubicBezTo>
                        <a:pt x="1687" y="1261"/>
                        <a:pt x="1687" y="1261"/>
                        <a:pt x="249"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41" name="Google Shape;2241;p72"/>
              <p:cNvSpPr/>
              <p:nvPr/>
            </p:nvSpPr>
            <p:spPr>
              <a:xfrm>
                <a:off x="3243368" y="1332656"/>
                <a:ext cx="2147" cy="975"/>
              </a:xfrm>
              <a:custGeom>
                <a:rect b="b" l="l" r="r" t="t"/>
                <a:pathLst>
                  <a:path extrusionOk="0" h="89" w="196">
                    <a:moveTo>
                      <a:pt x="196" y="0"/>
                    </a:moveTo>
                    <a:lnTo>
                      <a:pt x="1" y="89"/>
                    </a:lnTo>
                    <a:lnTo>
                      <a:pt x="1" y="89"/>
                    </a:lnTo>
                    <a:lnTo>
                      <a:pt x="196" y="18"/>
                    </a:lnTo>
                    <a:lnTo>
                      <a:pt x="196"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72"/>
              <p:cNvSpPr/>
              <p:nvPr/>
            </p:nvSpPr>
            <p:spPr>
              <a:xfrm>
                <a:off x="3903089" y="838542"/>
                <a:ext cx="31496" cy="31112"/>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72"/>
              <p:cNvSpPr/>
              <p:nvPr/>
            </p:nvSpPr>
            <p:spPr>
              <a:xfrm>
                <a:off x="3240256" y="1333620"/>
                <a:ext cx="2925" cy="1380"/>
              </a:xfrm>
              <a:custGeom>
                <a:rect b="b" l="l" r="r" t="t"/>
                <a:pathLst>
                  <a:path extrusionOk="0" h="126" w="267">
                    <a:moveTo>
                      <a:pt x="267" y="1"/>
                    </a:moveTo>
                    <a:cubicBezTo>
                      <a:pt x="178" y="36"/>
                      <a:pt x="89" y="72"/>
                      <a:pt x="1" y="125"/>
                    </a:cubicBezTo>
                    <a:cubicBezTo>
                      <a:pt x="107" y="90"/>
                      <a:pt x="178" y="36"/>
                      <a:pt x="26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72"/>
              <p:cNvSpPr/>
              <p:nvPr/>
            </p:nvSpPr>
            <p:spPr>
              <a:xfrm>
                <a:off x="3334721" y="1524314"/>
                <a:ext cx="58719" cy="88834"/>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45" name="Google Shape;2245;p72"/>
            <p:cNvSpPr/>
            <p:nvPr/>
          </p:nvSpPr>
          <p:spPr>
            <a:xfrm>
              <a:off x="6652051" y="3714143"/>
              <a:ext cx="560636" cy="516497"/>
            </a:xfrm>
            <a:custGeom>
              <a:rect b="b" l="l" r="r" t="t"/>
              <a:pathLst>
                <a:path extrusionOk="0" h="89553" w="97164">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6" name="Google Shape;2246;p72"/>
          <p:cNvGrpSpPr/>
          <p:nvPr/>
        </p:nvGrpSpPr>
        <p:grpSpPr>
          <a:xfrm>
            <a:off x="7679978" y="3065079"/>
            <a:ext cx="104231" cy="320340"/>
            <a:chOff x="7564426" y="3224343"/>
            <a:chExt cx="119985" cy="368801"/>
          </a:xfrm>
        </p:grpSpPr>
        <p:sp>
          <p:nvSpPr>
            <p:cNvPr id="2247" name="Google Shape;2247;p72"/>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72"/>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9" name="Google Shape;2249;p72"/>
          <p:cNvGrpSpPr/>
          <p:nvPr/>
        </p:nvGrpSpPr>
        <p:grpSpPr>
          <a:xfrm>
            <a:off x="7379466" y="3059180"/>
            <a:ext cx="189489" cy="332132"/>
            <a:chOff x="8370831" y="3202002"/>
            <a:chExt cx="218129" cy="382376"/>
          </a:xfrm>
        </p:grpSpPr>
        <p:sp>
          <p:nvSpPr>
            <p:cNvPr id="2250" name="Google Shape;2250;p72"/>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72"/>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2" name="Google Shape;2252;p72"/>
          <p:cNvGrpSpPr/>
          <p:nvPr/>
        </p:nvGrpSpPr>
        <p:grpSpPr>
          <a:xfrm>
            <a:off x="8102855" y="3470312"/>
            <a:ext cx="309429" cy="267000"/>
            <a:chOff x="6742064" y="3750480"/>
            <a:chExt cx="399315" cy="344560"/>
          </a:xfrm>
        </p:grpSpPr>
        <p:sp>
          <p:nvSpPr>
            <p:cNvPr id="2253" name="Google Shape;2253;p72"/>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72"/>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5" name="Google Shape;2255;p72"/>
          <p:cNvGrpSpPr/>
          <p:nvPr/>
        </p:nvGrpSpPr>
        <p:grpSpPr>
          <a:xfrm>
            <a:off x="7641874" y="3821360"/>
            <a:ext cx="180437" cy="281608"/>
            <a:chOff x="7248525" y="3739696"/>
            <a:chExt cx="230531" cy="359790"/>
          </a:xfrm>
        </p:grpSpPr>
        <p:sp>
          <p:nvSpPr>
            <p:cNvPr id="2256" name="Google Shape;2256;p72"/>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72"/>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8" name="Google Shape;2258;p72"/>
          <p:cNvGrpSpPr/>
          <p:nvPr/>
        </p:nvGrpSpPr>
        <p:grpSpPr>
          <a:xfrm>
            <a:off x="7887794" y="3464584"/>
            <a:ext cx="162896" cy="278710"/>
            <a:chOff x="7601242" y="3729267"/>
            <a:chExt cx="222566" cy="380803"/>
          </a:xfrm>
        </p:grpSpPr>
        <p:sp>
          <p:nvSpPr>
            <p:cNvPr id="2259" name="Google Shape;2259;p72"/>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72"/>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61" name="Google Shape;2261;p72"/>
          <p:cNvSpPr/>
          <p:nvPr/>
        </p:nvSpPr>
        <p:spPr>
          <a:xfrm>
            <a:off x="7853820" y="3076940"/>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62" name="Google Shape;2262;p72"/>
          <p:cNvGrpSpPr/>
          <p:nvPr/>
        </p:nvGrpSpPr>
        <p:grpSpPr>
          <a:xfrm>
            <a:off x="7377439" y="3465724"/>
            <a:ext cx="193543" cy="275990"/>
            <a:chOff x="8304647" y="3738687"/>
            <a:chExt cx="225076" cy="320956"/>
          </a:xfrm>
        </p:grpSpPr>
        <p:sp>
          <p:nvSpPr>
            <p:cNvPr id="2263" name="Google Shape;2263;p72"/>
            <p:cNvSpPr/>
            <p:nvPr/>
          </p:nvSpPr>
          <p:spPr>
            <a:xfrm>
              <a:off x="8341164" y="3738692"/>
              <a:ext cx="2209"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72"/>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72"/>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66" name="Google Shape;2266;p72"/>
          <p:cNvGrpSpPr/>
          <p:nvPr/>
        </p:nvGrpSpPr>
        <p:grpSpPr>
          <a:xfrm>
            <a:off x="7649932" y="3465724"/>
            <a:ext cx="178492" cy="275990"/>
            <a:chOff x="8615101" y="3738687"/>
            <a:chExt cx="207573" cy="320956"/>
          </a:xfrm>
        </p:grpSpPr>
        <p:sp>
          <p:nvSpPr>
            <p:cNvPr id="2267" name="Google Shape;2267;p72"/>
            <p:cNvSpPr/>
            <p:nvPr/>
          </p:nvSpPr>
          <p:spPr>
            <a:xfrm>
              <a:off x="8651571" y="3738692"/>
              <a:ext cx="3896" cy="309245"/>
            </a:xfrm>
            <a:custGeom>
              <a:rect b="b" l="l" r="r" t="t"/>
              <a:pathLst>
                <a:path extrusionOk="0" h="34011" w="1347">
                  <a:moveTo>
                    <a:pt x="0" y="0"/>
                  </a:moveTo>
                  <a:lnTo>
                    <a:pt x="0" y="34010"/>
                  </a:lnTo>
                  <a:lnTo>
                    <a:pt x="1347" y="34010"/>
                  </a:lnTo>
                  <a:lnTo>
                    <a:pt x="134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72"/>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72"/>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70" name="Google Shape;2270;p72"/>
          <p:cNvSpPr/>
          <p:nvPr/>
        </p:nvSpPr>
        <p:spPr>
          <a:xfrm>
            <a:off x="8146371" y="3055607"/>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71" name="Google Shape;2271;p72"/>
          <p:cNvGrpSpPr/>
          <p:nvPr/>
        </p:nvGrpSpPr>
        <p:grpSpPr>
          <a:xfrm>
            <a:off x="7875463" y="3868385"/>
            <a:ext cx="187557" cy="187557"/>
            <a:chOff x="8565775" y="671075"/>
            <a:chExt cx="441000" cy="441000"/>
          </a:xfrm>
        </p:grpSpPr>
        <p:sp>
          <p:nvSpPr>
            <p:cNvPr id="2272" name="Google Shape;2272;p72"/>
            <p:cNvSpPr/>
            <p:nvPr/>
          </p:nvSpPr>
          <p:spPr>
            <a:xfrm>
              <a:off x="8565775" y="671075"/>
              <a:ext cx="441000" cy="4410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72"/>
            <p:cNvSpPr/>
            <p:nvPr/>
          </p:nvSpPr>
          <p:spPr>
            <a:xfrm>
              <a:off x="8706625" y="811925"/>
              <a:ext cx="159300" cy="1593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74" name="Google Shape;2274;p72"/>
          <p:cNvSpPr/>
          <p:nvPr/>
        </p:nvSpPr>
        <p:spPr>
          <a:xfrm>
            <a:off x="8160729" y="3864305"/>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 name="Google Shape;2275;p72"/>
          <p:cNvSpPr/>
          <p:nvPr/>
        </p:nvSpPr>
        <p:spPr>
          <a:xfrm flipH="1">
            <a:off x="7384916" y="3830761"/>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76" name="Google Shape;2276;p72"/>
          <p:cNvGrpSpPr/>
          <p:nvPr/>
        </p:nvGrpSpPr>
        <p:grpSpPr>
          <a:xfrm>
            <a:off x="6029935" y="2940910"/>
            <a:ext cx="587865" cy="517731"/>
            <a:chOff x="6000718" y="3070557"/>
            <a:chExt cx="587865" cy="517731"/>
          </a:xfrm>
        </p:grpSpPr>
        <p:sp>
          <p:nvSpPr>
            <p:cNvPr id="2277" name="Google Shape;2277;p72"/>
            <p:cNvSpPr/>
            <p:nvPr/>
          </p:nvSpPr>
          <p:spPr>
            <a:xfrm>
              <a:off x="6161116" y="3104229"/>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 name="Google Shape;2278;p72"/>
            <p:cNvSpPr/>
            <p:nvPr/>
          </p:nvSpPr>
          <p:spPr>
            <a:xfrm>
              <a:off x="6032245" y="3317811"/>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72"/>
            <p:cNvSpPr/>
            <p:nvPr/>
          </p:nvSpPr>
          <p:spPr>
            <a:xfrm>
              <a:off x="6189159" y="3073176"/>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72"/>
            <p:cNvSpPr/>
            <p:nvPr/>
          </p:nvSpPr>
          <p:spPr>
            <a:xfrm>
              <a:off x="6123036" y="3116815"/>
              <a:ext cx="22734" cy="17095"/>
            </a:xfrm>
            <a:custGeom>
              <a:rect b="b" l="l" r="r" t="t"/>
              <a:pathLst>
                <a:path extrusionOk="0" h="2964" w="394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72"/>
            <p:cNvSpPr/>
            <p:nvPr/>
          </p:nvSpPr>
          <p:spPr>
            <a:xfrm>
              <a:off x="6099493" y="3152223"/>
              <a:ext cx="3999" cy="4205"/>
            </a:xfrm>
            <a:custGeom>
              <a:rect b="b" l="l" r="r" t="t"/>
              <a:pathLst>
                <a:path extrusionOk="0" h="729" w="693">
                  <a:moveTo>
                    <a:pt x="693" y="1"/>
                  </a:moveTo>
                  <a:cubicBezTo>
                    <a:pt x="462" y="231"/>
                    <a:pt x="231" y="480"/>
                    <a:pt x="1" y="728"/>
                  </a:cubicBezTo>
                  <a:cubicBezTo>
                    <a:pt x="284" y="533"/>
                    <a:pt x="533" y="285"/>
                    <a:pt x="69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72"/>
            <p:cNvSpPr/>
            <p:nvPr/>
          </p:nvSpPr>
          <p:spPr>
            <a:xfrm>
              <a:off x="6350890" y="3500386"/>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72"/>
            <p:cNvSpPr/>
            <p:nvPr/>
          </p:nvSpPr>
          <p:spPr>
            <a:xfrm>
              <a:off x="6263064" y="3138409"/>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 name="Google Shape;2284;p72"/>
            <p:cNvSpPr/>
            <p:nvPr/>
          </p:nvSpPr>
          <p:spPr>
            <a:xfrm>
              <a:off x="6251907" y="3097504"/>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72"/>
            <p:cNvSpPr/>
            <p:nvPr/>
          </p:nvSpPr>
          <p:spPr>
            <a:xfrm>
              <a:off x="6251498" y="3152108"/>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72"/>
            <p:cNvSpPr/>
            <p:nvPr/>
          </p:nvSpPr>
          <p:spPr>
            <a:xfrm>
              <a:off x="6000718" y="3070557"/>
              <a:ext cx="587865" cy="517731"/>
            </a:xfrm>
            <a:custGeom>
              <a:rect b="b" l="l" r="r" t="t"/>
              <a:pathLst>
                <a:path extrusionOk="0" h="89767" w="101883">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7" name="Google Shape;2287;p72"/>
          <p:cNvGrpSpPr/>
          <p:nvPr/>
        </p:nvGrpSpPr>
        <p:grpSpPr>
          <a:xfrm>
            <a:off x="6044740" y="3584570"/>
            <a:ext cx="557665" cy="516387"/>
            <a:chOff x="6015523" y="3714217"/>
            <a:chExt cx="557665" cy="516387"/>
          </a:xfrm>
        </p:grpSpPr>
        <p:grpSp>
          <p:nvGrpSpPr>
            <p:cNvPr id="2288" name="Google Shape;2288;p72"/>
            <p:cNvGrpSpPr/>
            <p:nvPr/>
          </p:nvGrpSpPr>
          <p:grpSpPr>
            <a:xfrm>
              <a:off x="6036094" y="3716980"/>
              <a:ext cx="529822" cy="510480"/>
              <a:chOff x="3148311" y="-545634"/>
              <a:chExt cx="1006118" cy="969572"/>
            </a:xfrm>
          </p:grpSpPr>
          <p:sp>
            <p:nvSpPr>
              <p:cNvPr id="2289" name="Google Shape;2289;p72"/>
              <p:cNvSpPr/>
              <p:nvPr/>
            </p:nvSpPr>
            <p:spPr>
              <a:xfrm>
                <a:off x="3497808" y="-545634"/>
                <a:ext cx="152012" cy="12208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0" name="Google Shape;2290;p72"/>
              <p:cNvSpPr/>
              <p:nvPr/>
            </p:nvSpPr>
            <p:spPr>
              <a:xfrm>
                <a:off x="3779659" y="-441254"/>
                <a:ext cx="74264" cy="69794"/>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1" name="Google Shape;2291;p72"/>
              <p:cNvSpPr/>
              <p:nvPr/>
            </p:nvSpPr>
            <p:spPr>
              <a:xfrm>
                <a:off x="3658562" y="-488295"/>
                <a:ext cx="47632" cy="25284"/>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72"/>
              <p:cNvSpPr/>
              <p:nvPr/>
            </p:nvSpPr>
            <p:spPr>
              <a:xfrm>
                <a:off x="3773239" y="-411709"/>
                <a:ext cx="34223" cy="31496"/>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72"/>
              <p:cNvSpPr/>
              <p:nvPr/>
            </p:nvSpPr>
            <p:spPr>
              <a:xfrm>
                <a:off x="3776942" y="-526397"/>
                <a:ext cx="377487" cy="831956"/>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72"/>
              <p:cNvSpPr/>
              <p:nvPr/>
            </p:nvSpPr>
            <p:spPr>
              <a:xfrm>
                <a:off x="3352414" y="12491"/>
                <a:ext cx="353584" cy="411448"/>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72"/>
              <p:cNvSpPr/>
              <p:nvPr/>
            </p:nvSpPr>
            <p:spPr>
              <a:xfrm>
                <a:off x="3289631" y="-66747"/>
                <a:ext cx="64547" cy="26511"/>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72"/>
              <p:cNvSpPr/>
              <p:nvPr/>
            </p:nvSpPr>
            <p:spPr>
              <a:xfrm>
                <a:off x="3368156" y="-47247"/>
                <a:ext cx="67855" cy="22556"/>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72"/>
              <p:cNvSpPr/>
              <p:nvPr/>
            </p:nvSpPr>
            <p:spPr>
              <a:xfrm>
                <a:off x="3466707" y="-328516"/>
                <a:ext cx="37532" cy="23334"/>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8" name="Google Shape;2298;p72"/>
              <p:cNvSpPr/>
              <p:nvPr/>
            </p:nvSpPr>
            <p:spPr>
              <a:xfrm>
                <a:off x="3148311" y="-512013"/>
                <a:ext cx="344841" cy="575576"/>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99" name="Google Shape;2299;p72"/>
            <p:cNvSpPr/>
            <p:nvPr/>
          </p:nvSpPr>
          <p:spPr>
            <a:xfrm>
              <a:off x="6015523" y="3714217"/>
              <a:ext cx="557665" cy="516387"/>
            </a:xfrm>
            <a:custGeom>
              <a:rect b="b" l="l" r="r" t="t"/>
              <a:pathLst>
                <a:path extrusionOk="0" h="89534" w="96649">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0" name="Google Shape;2300;p72"/>
          <p:cNvGrpSpPr/>
          <p:nvPr/>
        </p:nvGrpSpPr>
        <p:grpSpPr>
          <a:xfrm>
            <a:off x="6673522" y="2943981"/>
            <a:ext cx="576302" cy="511871"/>
            <a:chOff x="6644304" y="3073628"/>
            <a:chExt cx="576302" cy="511871"/>
          </a:xfrm>
        </p:grpSpPr>
        <p:grpSp>
          <p:nvGrpSpPr>
            <p:cNvPr id="2301" name="Google Shape;2301;p72"/>
            <p:cNvGrpSpPr/>
            <p:nvPr/>
          </p:nvGrpSpPr>
          <p:grpSpPr>
            <a:xfrm>
              <a:off x="6712169" y="3073651"/>
              <a:ext cx="481611" cy="506713"/>
              <a:chOff x="1833536" y="-546641"/>
              <a:chExt cx="914567" cy="962419"/>
            </a:xfrm>
          </p:grpSpPr>
          <p:grpSp>
            <p:nvGrpSpPr>
              <p:cNvPr id="2302" name="Google Shape;2302;p72"/>
              <p:cNvGrpSpPr/>
              <p:nvPr/>
            </p:nvGrpSpPr>
            <p:grpSpPr>
              <a:xfrm>
                <a:off x="1833536" y="-524249"/>
                <a:ext cx="914567" cy="940027"/>
                <a:chOff x="1833536" y="-524249"/>
                <a:chExt cx="914567" cy="940027"/>
              </a:xfrm>
            </p:grpSpPr>
            <p:sp>
              <p:nvSpPr>
                <p:cNvPr id="2303" name="Google Shape;2303;p72"/>
                <p:cNvSpPr/>
                <p:nvPr/>
              </p:nvSpPr>
              <p:spPr>
                <a:xfrm>
                  <a:off x="1833536" y="-524249"/>
                  <a:ext cx="453307" cy="599490"/>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72"/>
                <p:cNvSpPr/>
                <p:nvPr/>
              </p:nvSpPr>
              <p:spPr>
                <a:xfrm>
                  <a:off x="2215098" y="11844"/>
                  <a:ext cx="361756" cy="403933"/>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72"/>
                <p:cNvSpPr/>
                <p:nvPr/>
              </p:nvSpPr>
              <p:spPr>
                <a:xfrm>
                  <a:off x="2637874" y="-333183"/>
                  <a:ext cx="110229" cy="289442"/>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6" name="Google Shape;2306;p72"/>
                <p:cNvSpPr/>
                <p:nvPr/>
              </p:nvSpPr>
              <p:spPr>
                <a:xfrm>
                  <a:off x="2134042" y="-54389"/>
                  <a:ext cx="90203" cy="2219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72"/>
                <p:cNvSpPr/>
                <p:nvPr/>
              </p:nvSpPr>
              <p:spPr>
                <a:xfrm>
                  <a:off x="2238816" y="-47827"/>
                  <a:ext cx="72325" cy="27026"/>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08" name="Google Shape;2308;p72"/>
              <p:cNvSpPr/>
              <p:nvPr/>
            </p:nvSpPr>
            <p:spPr>
              <a:xfrm>
                <a:off x="2128411" y="-546641"/>
                <a:ext cx="194386" cy="108115"/>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72"/>
              <p:cNvSpPr/>
              <p:nvPr/>
            </p:nvSpPr>
            <p:spPr>
              <a:xfrm>
                <a:off x="2511333" y="-459604"/>
                <a:ext cx="149109" cy="146063"/>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72"/>
              <p:cNvSpPr/>
              <p:nvPr/>
            </p:nvSpPr>
            <p:spPr>
              <a:xfrm>
                <a:off x="2278079" y="-341148"/>
                <a:ext cx="40051" cy="28001"/>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1" name="Google Shape;2311;p72"/>
              <p:cNvSpPr/>
              <p:nvPr/>
            </p:nvSpPr>
            <p:spPr>
              <a:xfrm>
                <a:off x="2357973" y="-515102"/>
                <a:ext cx="46077" cy="20902"/>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12" name="Google Shape;2312;p72"/>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3" name="Google Shape;2313;p72"/>
          <p:cNvGrpSpPr/>
          <p:nvPr/>
        </p:nvGrpSpPr>
        <p:grpSpPr>
          <a:xfrm>
            <a:off x="752796" y="2869970"/>
            <a:ext cx="2622876" cy="1333540"/>
            <a:chOff x="238125" y="1038125"/>
            <a:chExt cx="7146800" cy="3633625"/>
          </a:xfrm>
        </p:grpSpPr>
        <p:sp>
          <p:nvSpPr>
            <p:cNvPr id="2314" name="Google Shape;2314;p72"/>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72"/>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72"/>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72"/>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72"/>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72"/>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 name="Google Shape;2320;p72"/>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 name="Google Shape;2321;p72"/>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72"/>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72"/>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72"/>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72"/>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 name="Google Shape;2326;p72"/>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72"/>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 name="Google Shape;2328;p72"/>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 name="Google Shape;2329;p72"/>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72"/>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72"/>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72"/>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72"/>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 name="Google Shape;2334;p72"/>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 name="Google Shape;2335;p72"/>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72"/>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72"/>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72"/>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72"/>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72"/>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 name="Google Shape;2341;p72"/>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72"/>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72"/>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72"/>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72"/>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72"/>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72"/>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 name="Google Shape;2348;p72"/>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 name="Google Shape;2349;p72"/>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72"/>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72"/>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72"/>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72"/>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 name="Google Shape;2354;p72"/>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 name="Google Shape;2355;p72"/>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72"/>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 name="Google Shape;2357;p72"/>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 name="Google Shape;2358;p72"/>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72"/>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72"/>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72"/>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72"/>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72"/>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72"/>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72"/>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72"/>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72"/>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72"/>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72"/>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72"/>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72"/>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72"/>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72"/>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72"/>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72"/>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72"/>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72"/>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72"/>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72"/>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72"/>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72"/>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72"/>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72"/>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72"/>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72"/>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72"/>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72"/>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72"/>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72"/>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72"/>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72"/>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72"/>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72"/>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 name="Google Shape;2394;p72"/>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72"/>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72"/>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72"/>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72"/>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72"/>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72"/>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72"/>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72"/>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72"/>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72"/>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72"/>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72"/>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72"/>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72"/>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72"/>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72"/>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72"/>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72"/>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72"/>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72"/>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72"/>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72"/>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72"/>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72"/>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72"/>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72"/>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72"/>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72"/>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72"/>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72"/>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72"/>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72"/>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72"/>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72"/>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72"/>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 name="Google Shape;2430;p72"/>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72"/>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72"/>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72"/>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72"/>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72"/>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72"/>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72"/>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72"/>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72"/>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72"/>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72"/>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72"/>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72"/>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72"/>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72"/>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72"/>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72"/>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72"/>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72"/>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 name="Google Shape;2450;p72"/>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 name="Google Shape;2451;p72"/>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72"/>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72"/>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 name="Google Shape;2454;p72"/>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72"/>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72"/>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72"/>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72"/>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9" name="Google Shape;2459;p72"/>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72"/>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72"/>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72"/>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 name="Google Shape;2463;p72"/>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72"/>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72"/>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72"/>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72"/>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72"/>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72"/>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72"/>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72"/>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72"/>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72"/>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72"/>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5" name="Google Shape;2475;p72"/>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6" name="Google Shape;2476;p72"/>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72"/>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72"/>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72"/>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72"/>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72"/>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72"/>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72"/>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72"/>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72"/>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72"/>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72"/>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72"/>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72"/>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0" name="Google Shape;2490;p72"/>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72"/>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72"/>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72"/>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72"/>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72"/>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6" name="Google Shape;2496;p72"/>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72"/>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72"/>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72"/>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 name="Google Shape;2500;p72"/>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 name="Google Shape;2501;p72"/>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72"/>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72"/>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72"/>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72"/>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6" name="Google Shape;2506;p72"/>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 name="Google Shape;2507;p72"/>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72"/>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72"/>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72"/>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72"/>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72"/>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 name="Google Shape;2513;p72"/>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72"/>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 name="Google Shape;2515;p72"/>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72"/>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 name="Google Shape;2517;p72"/>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 name="Google Shape;2518;p72"/>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72"/>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72"/>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72"/>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72"/>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72"/>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72"/>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 name="Google Shape;2525;p72"/>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 name="Google Shape;2526;p72"/>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7" name="Google Shape;2527;p72"/>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8" name="Google Shape;2528;p72"/>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 name="Google Shape;2529;p72"/>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 name="Google Shape;2530;p72"/>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 name="Google Shape;2531;p72"/>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 name="Google Shape;2532;p72"/>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72"/>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72"/>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72"/>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72"/>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72"/>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72"/>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72"/>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72"/>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 name="Google Shape;2541;p72"/>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72"/>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72"/>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 name="Google Shape;2544;p72"/>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72"/>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72"/>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72"/>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72"/>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 name="Google Shape;2549;p72"/>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72"/>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72"/>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 name="Google Shape;2552;p72"/>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72"/>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72"/>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72"/>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72"/>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 name="Google Shape;2557;p72"/>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72"/>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72"/>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72"/>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72"/>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72"/>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72"/>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 name="Google Shape;2564;p72"/>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 name="Google Shape;2565;p72"/>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72"/>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72"/>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72"/>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72"/>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72"/>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 name="Google Shape;2571;p72"/>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72"/>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72"/>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72"/>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72"/>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72"/>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72"/>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72"/>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72"/>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0" name="Google Shape;2580;p72"/>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1" name="Google Shape;2581;p72"/>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72"/>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72"/>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72"/>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72"/>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72"/>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72"/>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72"/>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72"/>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72"/>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72"/>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72"/>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72"/>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4" name="Google Shape;2594;p72"/>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72"/>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6" name="Google Shape;2596;p72"/>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7" name="Google Shape;2597;p72"/>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8" name="Google Shape;2598;p72"/>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9" name="Google Shape;2599;p72"/>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72"/>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1" name="Google Shape;2601;p72"/>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2" name="Google Shape;2602;p72"/>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72"/>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72"/>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72"/>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72"/>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72"/>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72"/>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72"/>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72"/>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72"/>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2" name="Google Shape;2612;p72"/>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3" name="Google Shape;2613;p72"/>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4" name="Google Shape;2614;p72"/>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72"/>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 name="Google Shape;2616;p72"/>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 name="Google Shape;2617;p72"/>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72"/>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72"/>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72"/>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72"/>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72"/>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72"/>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72"/>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72"/>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72"/>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72"/>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72"/>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72"/>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72"/>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72"/>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72"/>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72"/>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72"/>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72"/>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72"/>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 name="Google Shape;2637;p72"/>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 name="Google Shape;2638;p72"/>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72"/>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 name="Google Shape;2640;p72"/>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72"/>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72"/>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72"/>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72"/>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72"/>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72"/>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72"/>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72"/>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72"/>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72"/>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72"/>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72"/>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3" name="Google Shape;2653;p72"/>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4" name="Google Shape;2654;p72"/>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72"/>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72"/>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72"/>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72"/>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72"/>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72"/>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72"/>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72"/>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72"/>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72"/>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72"/>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6" name="Google Shape;2666;p72"/>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72"/>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72"/>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9" name="Google Shape;2669;p72"/>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72"/>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72"/>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2" name="Google Shape;2672;p72"/>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3" name="Google Shape;2673;p72"/>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72"/>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72"/>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72"/>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7" name="Google Shape;2677;p72"/>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8" name="Google Shape;2678;p72"/>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72"/>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0" name="Google Shape;2680;p72"/>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72"/>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2" name="Google Shape;2682;p72"/>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3" name="Google Shape;2683;p72"/>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72"/>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5" name="Google Shape;2685;p72"/>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6" name="Google Shape;2686;p72"/>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72"/>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72"/>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72"/>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72"/>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72"/>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72"/>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72"/>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72"/>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72"/>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72"/>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7" name="Google Shape;2697;p72"/>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72"/>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72"/>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72"/>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72"/>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72"/>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3" name="Google Shape;2703;p72"/>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4" name="Google Shape;2704;p72"/>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5" name="Google Shape;2705;p72"/>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6" name="Google Shape;2706;p72"/>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72"/>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72"/>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72"/>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72"/>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72"/>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2" name="Google Shape;2712;p72"/>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72"/>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72"/>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72"/>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72"/>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72"/>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72"/>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72"/>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72"/>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72"/>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72"/>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3" name="Google Shape;2723;p72"/>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4" name="Google Shape;2724;p72"/>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72"/>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72"/>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72"/>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72"/>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72"/>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0" name="Google Shape;2730;p72"/>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72"/>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72"/>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72"/>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72"/>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5" name="Google Shape;2735;p72"/>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72"/>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72"/>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72"/>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72"/>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72"/>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72"/>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72"/>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72"/>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72"/>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72"/>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72"/>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72"/>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8" name="Google Shape;2748;p72"/>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9" name="Google Shape;2749;p72"/>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0" name="Google Shape;2750;p72"/>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1" name="Google Shape;2751;p72"/>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2" name="Google Shape;2752;p72"/>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3" name="Google Shape;2753;p72"/>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72"/>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5" name="Google Shape;2755;p72"/>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72"/>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72"/>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72"/>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72"/>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72"/>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72"/>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72"/>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72"/>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4" name="Google Shape;2764;p72"/>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72"/>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6" name="Google Shape;2766;p72"/>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7" name="Google Shape;2767;p72"/>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72"/>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72"/>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72"/>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72"/>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2" name="Google Shape;2772;p72"/>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3" name="Google Shape;2773;p72"/>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4" name="Google Shape;2774;p72"/>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72"/>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72"/>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72"/>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72"/>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72"/>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72"/>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72"/>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72"/>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72"/>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72"/>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5" name="Google Shape;2785;p72"/>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6" name="Google Shape;2786;p72"/>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7" name="Google Shape;2787;p72"/>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8" name="Google Shape;2788;p72"/>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9" name="Google Shape;2789;p72"/>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0" name="Google Shape;2790;p72"/>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1" name="Google Shape;2791;p72"/>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2" name="Google Shape;2792;p72"/>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72"/>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4" name="Google Shape;2794;p72"/>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5" name="Google Shape;2795;p72"/>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72"/>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72"/>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72"/>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72"/>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72"/>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1" name="Google Shape;2801;p72"/>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72"/>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3" name="Google Shape;2803;p72"/>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4" name="Google Shape;2804;p72"/>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5" name="Google Shape;2805;p72"/>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6" name="Google Shape;2806;p72"/>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7" name="Google Shape;2807;p72"/>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8" name="Google Shape;2808;p72"/>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9" name="Google Shape;2809;p72"/>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0" name="Google Shape;2810;p72"/>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72"/>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2" name="Google Shape;2812;p72"/>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3" name="Google Shape;2813;p72"/>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72"/>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72"/>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6" name="Google Shape;2816;p72"/>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7" name="Google Shape;2817;p72"/>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8" name="Google Shape;2818;p72"/>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72"/>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0" name="Google Shape;2820;p72"/>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72"/>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72"/>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3" name="Google Shape;2823;p72"/>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4" name="Google Shape;2824;p72"/>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5" name="Google Shape;2825;p72"/>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72"/>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7" name="Google Shape;2827;p72"/>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72"/>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72"/>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0" name="Google Shape;2830;p72"/>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1" name="Google Shape;2831;p72"/>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2" name="Google Shape;2832;p72"/>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72"/>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4" name="Google Shape;2834;p72"/>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5" name="Google Shape;2835;p72"/>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6" name="Google Shape;2836;p72"/>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7" name="Google Shape;2837;p72"/>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8" name="Google Shape;2838;p72"/>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9" name="Google Shape;2839;p72"/>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0" name="Google Shape;2840;p72"/>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1" name="Google Shape;2841;p72"/>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72"/>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3" name="Google Shape;2843;p72"/>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4" name="Google Shape;2844;p72"/>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72"/>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6" name="Google Shape;2846;p72"/>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7" name="Google Shape;2847;p72"/>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72"/>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72"/>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0" name="Google Shape;2850;p72"/>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72"/>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2" name="Google Shape;2852;p72"/>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72"/>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72"/>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72"/>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72"/>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72"/>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72"/>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72"/>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72"/>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72"/>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72"/>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72"/>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72"/>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72"/>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72"/>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72"/>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72"/>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72"/>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72"/>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72"/>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2" name="Google Shape;2872;p72"/>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3" name="Google Shape;2873;p72"/>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72"/>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5" name="Google Shape;2875;p72"/>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6" name="Google Shape;2876;p72"/>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7" name="Google Shape;2877;p72"/>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72"/>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72"/>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72"/>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72"/>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72"/>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72"/>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72"/>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72"/>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72"/>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72"/>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72"/>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72"/>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72"/>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72"/>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72"/>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3" name="Google Shape;2893;p72"/>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72"/>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72"/>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6" name="Google Shape;2896;p72"/>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72"/>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72"/>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72"/>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0" name="Google Shape;2900;p72"/>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72"/>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72"/>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3" name="Google Shape;2903;p72"/>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72"/>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72"/>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72"/>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72"/>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72"/>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9" name="Google Shape;2909;p72"/>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72"/>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72"/>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72"/>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72"/>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72"/>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72"/>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72"/>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72"/>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72"/>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72"/>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72"/>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72"/>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72"/>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72"/>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72"/>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72"/>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72"/>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72"/>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72"/>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72"/>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72"/>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72"/>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72"/>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72"/>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4" name="Google Shape;2934;p72"/>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5" name="Google Shape;2935;p72"/>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72"/>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72"/>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72"/>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72"/>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72"/>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72"/>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72"/>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72"/>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72"/>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72"/>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6" name="Google Shape;2946;p72"/>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72"/>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72"/>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72"/>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0" name="Google Shape;2950;p72"/>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1" name="Google Shape;2951;p72"/>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72"/>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3" name="Google Shape;2953;p72"/>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72"/>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72"/>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72"/>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72"/>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72"/>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9" name="Google Shape;2959;p72"/>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72"/>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72"/>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72"/>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72"/>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72"/>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72"/>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72"/>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72"/>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72"/>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72"/>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72"/>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72"/>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2" name="Google Shape;2972;p72"/>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3" name="Google Shape;2973;p72"/>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4" name="Google Shape;2974;p72"/>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5" name="Google Shape;2975;p72"/>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6" name="Google Shape;2976;p72"/>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7" name="Google Shape;2977;p72"/>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8" name="Google Shape;2978;p72"/>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9" name="Google Shape;2979;p72"/>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72"/>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72"/>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72"/>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72"/>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72"/>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72"/>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6" name="Google Shape;2986;p72"/>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72"/>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72"/>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72"/>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0" name="Google Shape;2990;p72"/>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72"/>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72"/>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72"/>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72"/>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72"/>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72"/>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7" name="Google Shape;2997;p72"/>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8" name="Google Shape;2998;p72"/>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72"/>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72"/>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1" name="Google Shape;3001;p72"/>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2" name="Google Shape;3002;p72"/>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72"/>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72"/>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5" name="Google Shape;3005;p72"/>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6" name="Google Shape;3006;p72"/>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72"/>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8" name="Google Shape;3008;p72"/>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9" name="Google Shape;3009;p72"/>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0" name="Google Shape;3010;p72"/>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1" name="Google Shape;3011;p72"/>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2" name="Google Shape;3012;p72"/>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3" name="Google Shape;3013;p72"/>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4" name="Google Shape;3014;p72"/>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5" name="Google Shape;3015;p72"/>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72"/>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7" name="Google Shape;3017;p72"/>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8" name="Google Shape;3018;p72"/>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72"/>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0" name="Google Shape;3020;p72"/>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72"/>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2" name="Google Shape;3022;p72"/>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72"/>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72"/>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5" name="Google Shape;3025;p72"/>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6" name="Google Shape;3026;p72"/>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72"/>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72"/>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9" name="Google Shape;3029;p72"/>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0" name="Google Shape;3030;p72"/>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1" name="Google Shape;3031;p72"/>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72"/>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72"/>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4" name="Google Shape;3034;p72"/>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5" name="Google Shape;3035;p72"/>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72"/>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72"/>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8" name="Google Shape;3038;p72"/>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9" name="Google Shape;3039;p72"/>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72"/>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1" name="Google Shape;3041;p72"/>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2" name="Google Shape;3042;p72"/>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3" name="Google Shape;3043;p72"/>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4" name="Google Shape;3044;p72"/>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5" name="Google Shape;3045;p72"/>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6" name="Google Shape;3046;p72"/>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7" name="Google Shape;3047;p72"/>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8" name="Google Shape;3048;p72"/>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72"/>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0" name="Google Shape;3050;p72"/>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1" name="Google Shape;3051;p72"/>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72"/>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3" name="Google Shape;3053;p72"/>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4" name="Google Shape;3054;p72"/>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72"/>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6" name="Google Shape;3056;p72"/>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7" name="Google Shape;3057;p72"/>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72"/>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9" name="Google Shape;3059;p72"/>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72"/>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1" name="Google Shape;3061;p72"/>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2" name="Google Shape;3062;p72"/>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3" name="Google Shape;3063;p72"/>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4" name="Google Shape;3064;p72"/>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5" name="Google Shape;3065;p72"/>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6" name="Google Shape;3066;p72"/>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7" name="Google Shape;3067;p72"/>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8" name="Google Shape;3068;p72"/>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9" name="Google Shape;3069;p72"/>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0" name="Google Shape;3070;p72"/>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1" name="Google Shape;3071;p72"/>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2" name="Google Shape;3072;p72"/>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72"/>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72"/>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5" name="Google Shape;3075;p72"/>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6" name="Google Shape;3076;p72"/>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7" name="Google Shape;3077;p72"/>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8" name="Google Shape;3078;p72"/>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72"/>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0" name="Google Shape;3080;p72"/>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72"/>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72"/>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3" name="Google Shape;3083;p72"/>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4" name="Google Shape;3084;p72"/>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72"/>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6" name="Google Shape;3086;p72"/>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7" name="Google Shape;3087;p72"/>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72"/>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9" name="Google Shape;3089;p72"/>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0" name="Google Shape;3090;p72"/>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72"/>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2" name="Google Shape;3092;p72"/>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3" name="Google Shape;3093;p72"/>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4" name="Google Shape;3094;p72"/>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5" name="Google Shape;3095;p72"/>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6" name="Google Shape;3096;p72"/>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7" name="Google Shape;3097;p72"/>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8" name="Google Shape;3098;p72"/>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9" name="Google Shape;3099;p72"/>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0" name="Google Shape;3100;p72"/>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72"/>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2" name="Google Shape;3102;p72"/>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3" name="Google Shape;3103;p72"/>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4" name="Google Shape;3104;p72"/>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72"/>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72"/>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7" name="Google Shape;3107;p72"/>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8" name="Google Shape;3108;p72"/>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72"/>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72"/>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1" name="Google Shape;3111;p72"/>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2" name="Google Shape;3112;p72"/>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3" name="Google Shape;3113;p72"/>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4" name="Google Shape;3114;p72"/>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5" name="Google Shape;3115;p72"/>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6" name="Google Shape;3116;p72"/>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7" name="Google Shape;3117;p72"/>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8" name="Google Shape;3118;p72"/>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9" name="Google Shape;3119;p72"/>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72"/>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1" name="Google Shape;3121;p72"/>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2" name="Google Shape;3122;p72"/>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72"/>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4" name="Google Shape;3124;p72"/>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72"/>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6" name="Google Shape;3126;p72"/>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7" name="Google Shape;3127;p72"/>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72"/>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9" name="Google Shape;3129;p72"/>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72"/>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1" name="Google Shape;3131;p72"/>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2" name="Google Shape;3132;p72"/>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72"/>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4" name="Google Shape;3134;p72"/>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5" name="Google Shape;3135;p72"/>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6" name="Google Shape;3136;p72"/>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7" name="Google Shape;3137;p72"/>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8" name="Google Shape;3138;p72"/>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9" name="Google Shape;3139;p72"/>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0" name="Google Shape;3140;p72"/>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1" name="Google Shape;3141;p72"/>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72"/>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72"/>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4" name="Google Shape;3144;p72"/>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72"/>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6" name="Google Shape;3146;p72"/>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72"/>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8" name="Google Shape;3148;p72"/>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72"/>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0" name="Google Shape;3150;p72"/>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1" name="Google Shape;3151;p72"/>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2" name="Google Shape;3152;p72"/>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3" name="Google Shape;3153;p72"/>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4" name="Google Shape;3154;p72"/>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5" name="Google Shape;3155;p72"/>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6" name="Google Shape;3156;p72"/>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7" name="Google Shape;3157;p72"/>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8" name="Google Shape;3158;p72"/>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72"/>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0" name="Google Shape;3160;p72"/>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1" name="Google Shape;3161;p72"/>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72"/>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72"/>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72"/>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72"/>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6" name="Google Shape;3166;p72"/>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72"/>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8" name="Google Shape;3168;p72"/>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72"/>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0" name="Google Shape;3170;p72"/>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1" name="Google Shape;3171;p72"/>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2" name="Google Shape;3172;p72"/>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3" name="Google Shape;3173;p72"/>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4" name="Google Shape;3174;p72"/>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5" name="Google Shape;3175;p72"/>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6" name="Google Shape;3176;p72"/>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7" name="Google Shape;3177;p72"/>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8" name="Google Shape;3178;p72"/>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72"/>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0" name="Google Shape;3180;p72"/>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1" name="Google Shape;3181;p72"/>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72"/>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72"/>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72"/>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72"/>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6" name="Google Shape;3186;p72"/>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72"/>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8" name="Google Shape;3188;p72"/>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9" name="Google Shape;3189;p72"/>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0" name="Google Shape;3190;p72"/>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1" name="Google Shape;3191;p72"/>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2" name="Google Shape;3192;p72"/>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3" name="Google Shape;3193;p72"/>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4" name="Google Shape;3194;p72"/>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5" name="Google Shape;3195;p72"/>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72"/>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7" name="Google Shape;3197;p72"/>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8" name="Google Shape;3198;p72"/>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72"/>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72"/>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72"/>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72"/>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3" name="Google Shape;3203;p72"/>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72"/>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5" name="Google Shape;3205;p72"/>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6" name="Google Shape;3206;p72"/>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7" name="Google Shape;3207;p72"/>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8" name="Google Shape;3208;p72"/>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9" name="Google Shape;3209;p72"/>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0" name="Google Shape;3210;p72"/>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1" name="Google Shape;3211;p72"/>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2" name="Google Shape;3212;p72"/>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3" name="Google Shape;3213;p72"/>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4" name="Google Shape;3214;p72"/>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5" name="Google Shape;3215;p72"/>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72"/>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7" name="Google Shape;3217;p72"/>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8" name="Google Shape;3218;p72"/>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72"/>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72"/>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72"/>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72"/>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3" name="Google Shape;3223;p72"/>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72"/>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5" name="Google Shape;3225;p72"/>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6" name="Google Shape;3226;p72"/>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7" name="Google Shape;3227;p72"/>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8" name="Google Shape;3228;p72"/>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9" name="Google Shape;3229;p72"/>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0" name="Google Shape;3230;p72"/>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1" name="Google Shape;3231;p72"/>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2" name="Google Shape;3232;p72"/>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72"/>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4" name="Google Shape;3234;p72"/>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5" name="Google Shape;3235;p72"/>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72"/>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72"/>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8" name="Google Shape;3238;p72"/>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9" name="Google Shape;3239;p72"/>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0" name="Google Shape;3240;p72"/>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72"/>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2" name="Google Shape;3242;p72"/>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3" name="Google Shape;3243;p72"/>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4" name="Google Shape;3244;p72"/>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5" name="Google Shape;3245;p72"/>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6" name="Google Shape;3246;p72"/>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7" name="Google Shape;3247;p72"/>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8" name="Google Shape;3248;p72"/>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9" name="Google Shape;3249;p72"/>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72"/>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1" name="Google Shape;3251;p72"/>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2" name="Google Shape;3252;p72"/>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72"/>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4" name="Google Shape;3254;p72"/>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5" name="Google Shape;3255;p72"/>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72"/>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72"/>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8" name="Google Shape;3258;p72"/>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72"/>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0" name="Google Shape;3260;p72"/>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72"/>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2" name="Google Shape;3262;p72"/>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3" name="Google Shape;3263;p72"/>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72"/>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5" name="Google Shape;3265;p72"/>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6" name="Google Shape;3266;p72"/>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72"/>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72"/>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9" name="Google Shape;3269;p72"/>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0" name="Google Shape;3270;p72"/>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1" name="Google Shape;3271;p72"/>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2" name="Google Shape;3272;p72"/>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3" name="Google Shape;3273;p72"/>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4" name="Google Shape;3274;p72"/>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5" name="Google Shape;3275;p72"/>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6" name="Google Shape;3276;p72"/>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7" name="Google Shape;3277;p72"/>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8" name="Google Shape;3278;p72"/>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9" name="Google Shape;3279;p72"/>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0" name="Google Shape;3280;p72"/>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1" name="Google Shape;3281;p72"/>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2" name="Google Shape;3282;p72"/>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3" name="Google Shape;3283;p72"/>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4" name="Google Shape;3284;p72"/>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5" name="Google Shape;3285;p72"/>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72"/>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7" name="Google Shape;3287;p72"/>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8" name="Google Shape;3288;p72"/>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72"/>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72"/>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1" name="Google Shape;3291;p72"/>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2" name="Google Shape;3292;p72"/>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3" name="Google Shape;3293;p72"/>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72"/>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5" name="Google Shape;3295;p72"/>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6" name="Google Shape;3296;p72"/>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72"/>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72"/>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9" name="Google Shape;3299;p72"/>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0" name="Google Shape;3300;p72"/>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1" name="Google Shape;3301;p72"/>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72"/>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3" name="Google Shape;3303;p72"/>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4" name="Google Shape;3304;p72"/>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72"/>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72"/>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7" name="Google Shape;3307;p72"/>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8" name="Google Shape;3308;p72"/>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9" name="Google Shape;3309;p72"/>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72"/>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1" name="Google Shape;3311;p72"/>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2" name="Google Shape;3312;p72"/>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72"/>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72"/>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5" name="Google Shape;3315;p72"/>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6" name="Google Shape;3316;p72"/>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7" name="Google Shape;3317;p72"/>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72"/>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9" name="Google Shape;3319;p72"/>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0" name="Google Shape;3320;p72"/>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72"/>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72"/>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3" name="Google Shape;3323;p72"/>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4" name="Google Shape;3324;p72"/>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5" name="Google Shape;3325;p72"/>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72"/>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7" name="Google Shape;3327;p72"/>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8" name="Google Shape;3328;p72"/>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72"/>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72"/>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1" name="Google Shape;3331;p72"/>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2" name="Google Shape;3332;p72"/>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3" name="Google Shape;3333;p72"/>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72"/>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5" name="Google Shape;3335;p72"/>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6" name="Google Shape;3336;p72"/>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7" name="Google Shape;3337;p72"/>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8" name="Google Shape;3338;p72"/>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9" name="Google Shape;3339;p72"/>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0" name="Google Shape;3340;p72"/>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1" name="Google Shape;3341;p72"/>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2" name="Google Shape;3342;p72"/>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3" name="Google Shape;3343;p72"/>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4" name="Google Shape;3344;p72"/>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72"/>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6" name="Google Shape;3346;p72"/>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7" name="Google Shape;3347;p72"/>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72"/>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9" name="Google Shape;3349;p72"/>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72"/>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1" name="Google Shape;3351;p72"/>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72"/>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3" name="Google Shape;3353;p72"/>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4" name="Google Shape;3354;p72"/>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72"/>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6" name="Google Shape;3356;p72"/>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7" name="Google Shape;3357;p72"/>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8" name="Google Shape;3358;p72"/>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9" name="Google Shape;3359;p72"/>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0" name="Google Shape;3360;p72"/>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1" name="Google Shape;3361;p72"/>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2" name="Google Shape;3362;p72"/>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3" name="Google Shape;3363;p72"/>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4" name="Google Shape;3364;p72"/>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5" name="Google Shape;3365;p72"/>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72"/>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7" name="Google Shape;3367;p72"/>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8" name="Google Shape;3368;p72"/>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72"/>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0" name="Google Shape;3370;p72"/>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72"/>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2" name="Google Shape;3372;p72"/>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72"/>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4" name="Google Shape;3374;p72"/>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5" name="Google Shape;3375;p72"/>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72"/>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7" name="Google Shape;3377;p72"/>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8" name="Google Shape;3378;p72"/>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72"/>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0" name="Google Shape;3380;p72"/>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1" name="Google Shape;3381;p72"/>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2" name="Google Shape;3382;p72"/>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3" name="Google Shape;3383;p72"/>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4" name="Google Shape;3384;p72"/>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5" name="Google Shape;3385;p72"/>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6" name="Google Shape;3386;p72"/>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7" name="Google Shape;3387;p72"/>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8" name="Google Shape;3388;p72"/>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9" name="Google Shape;3389;p72"/>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72"/>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1" name="Google Shape;3391;p72"/>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2" name="Google Shape;3392;p72"/>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72"/>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4" name="Google Shape;3394;p72"/>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72"/>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6" name="Google Shape;3396;p72"/>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72"/>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8" name="Google Shape;3398;p72"/>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72"/>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72"/>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1" name="Google Shape;3401;p72"/>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2" name="Google Shape;3402;p72"/>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72"/>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72"/>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5" name="Google Shape;3405;p72"/>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6" name="Google Shape;3406;p72"/>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72"/>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72"/>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9" name="Google Shape;3409;p72"/>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0" name="Google Shape;3410;p72"/>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72"/>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72"/>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3" name="Google Shape;3413;p72"/>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4" name="Google Shape;3414;p72"/>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72"/>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6" name="Google Shape;3416;p72"/>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7" name="Google Shape;3417;p72"/>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8" name="Google Shape;3418;p72"/>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9" name="Google Shape;3419;p72"/>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0" name="Google Shape;3420;p72"/>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1" name="Google Shape;3421;p72"/>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2" name="Google Shape;3422;p72"/>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3" name="Google Shape;3423;p72"/>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72"/>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5" name="Google Shape;3425;p72"/>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6" name="Google Shape;3426;p72"/>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72"/>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8" name="Google Shape;3428;p72"/>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72"/>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0" name="Google Shape;3430;p72"/>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72"/>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72"/>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3" name="Google Shape;3433;p72"/>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4" name="Google Shape;3434;p72"/>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72"/>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72"/>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7" name="Google Shape;3437;p72"/>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8" name="Google Shape;3438;p72"/>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72"/>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72"/>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1" name="Google Shape;3441;p72"/>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2" name="Google Shape;3442;p72"/>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72"/>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72"/>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5" name="Google Shape;3445;p72"/>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6" name="Google Shape;3446;p72"/>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7" name="Google Shape;3447;p72"/>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72"/>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9" name="Google Shape;3449;p72"/>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0" name="Google Shape;3450;p72"/>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1" name="Google Shape;3451;p72"/>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2" name="Google Shape;3452;p72"/>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3" name="Google Shape;3453;p72"/>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4" name="Google Shape;3454;p72"/>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5" name="Google Shape;3455;p72"/>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6" name="Google Shape;3456;p72"/>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72"/>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8" name="Google Shape;3458;p72"/>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9" name="Google Shape;3459;p72"/>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72"/>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1" name="Google Shape;3461;p72"/>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2" name="Google Shape;3462;p72"/>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72"/>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4" name="Google Shape;3464;p72"/>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5" name="Google Shape;3465;p72"/>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72"/>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7" name="Google Shape;3467;p72"/>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72"/>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9" name="Google Shape;3469;p72"/>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0" name="Google Shape;3470;p72"/>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1" name="Google Shape;3471;p72"/>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2" name="Google Shape;3472;p72"/>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3" name="Google Shape;3473;p72"/>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4" name="Google Shape;3474;p72"/>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5" name="Google Shape;3475;p72"/>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6" name="Google Shape;3476;p72"/>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7" name="Google Shape;3477;p72"/>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8" name="Google Shape;3478;p72"/>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9" name="Google Shape;3479;p72"/>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0" name="Google Shape;3480;p72"/>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72"/>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72"/>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3" name="Google Shape;3483;p72"/>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4" name="Google Shape;3484;p72"/>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5" name="Google Shape;3485;p72"/>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6" name="Google Shape;3486;p72"/>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72"/>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8" name="Google Shape;3488;p72"/>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9" name="Google Shape;3489;p72"/>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72"/>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1" name="Google Shape;3491;p72"/>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2" name="Google Shape;3492;p72"/>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72"/>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4" name="Google Shape;3494;p72"/>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5" name="Google Shape;3495;p72"/>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72"/>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7" name="Google Shape;3497;p72"/>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8" name="Google Shape;3498;p72"/>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72"/>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0" name="Google Shape;3500;p72"/>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1" name="Google Shape;3501;p72"/>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2" name="Google Shape;3502;p72"/>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3" name="Google Shape;3503;p72"/>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4" name="Google Shape;3504;p72"/>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5" name="Google Shape;3505;p72"/>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6" name="Google Shape;3506;p72"/>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7" name="Google Shape;3507;p72"/>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8" name="Google Shape;3508;p72"/>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72"/>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0" name="Google Shape;3510;p72"/>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1" name="Google Shape;3511;p72"/>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2" name="Google Shape;3512;p72"/>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72"/>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72"/>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5" name="Google Shape;3515;p72"/>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6" name="Google Shape;3516;p72"/>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72"/>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72"/>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9" name="Google Shape;3519;p72"/>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0" name="Google Shape;3520;p72"/>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1" name="Google Shape;3521;p72"/>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2" name="Google Shape;3522;p72"/>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3" name="Google Shape;3523;p72"/>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4" name="Google Shape;3524;p72"/>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5" name="Google Shape;3525;p72"/>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6" name="Google Shape;3526;p72"/>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7" name="Google Shape;3527;p72"/>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72"/>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9" name="Google Shape;3529;p72"/>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0" name="Google Shape;3530;p72"/>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72"/>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2" name="Google Shape;3532;p72"/>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72"/>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4" name="Google Shape;3534;p72"/>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5" name="Google Shape;3535;p72"/>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72"/>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7" name="Google Shape;3537;p72"/>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72"/>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9" name="Google Shape;3539;p72"/>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0" name="Google Shape;3540;p72"/>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72"/>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2" name="Google Shape;3542;p72"/>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3" name="Google Shape;3543;p72"/>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4" name="Google Shape;3544;p72"/>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5" name="Google Shape;3545;p72"/>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6" name="Google Shape;3546;p72"/>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7" name="Google Shape;3547;p72"/>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8" name="Google Shape;3548;p72"/>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9" name="Google Shape;3549;p72"/>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72"/>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1" name="Google Shape;3551;p72"/>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2" name="Google Shape;3552;p72"/>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72"/>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4" name="Google Shape;3554;p72"/>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72"/>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6" name="Google Shape;3556;p72"/>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72"/>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8" name="Google Shape;3558;p72"/>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9" name="Google Shape;3559;p72"/>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0" name="Google Shape;3560;p72"/>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72"/>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72"/>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72"/>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72"/>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5" name="Google Shape;3565;p72"/>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6" name="Google Shape;3566;p72"/>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72"/>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72"/>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72"/>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72"/>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72"/>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72"/>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72"/>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72"/>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72"/>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72"/>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72"/>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72"/>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72"/>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72"/>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72"/>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72"/>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72"/>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72"/>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72"/>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72"/>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72"/>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72"/>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72"/>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72"/>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72"/>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72"/>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72"/>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72"/>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72"/>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72"/>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72"/>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72"/>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72"/>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72"/>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72"/>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72"/>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72"/>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72"/>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72"/>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72"/>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72"/>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72"/>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72"/>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72"/>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72"/>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72"/>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72"/>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72"/>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72"/>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72"/>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72"/>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72"/>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72"/>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72"/>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72"/>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2" name="Google Shape;3622;p72"/>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72"/>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72"/>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72"/>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72"/>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72"/>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72"/>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72"/>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72"/>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72"/>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72"/>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3" name="Google Shape;3633;p72"/>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72"/>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5" name="Google Shape;3635;p72"/>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6" name="Google Shape;3636;p72"/>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7" name="Google Shape;3637;p72"/>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8" name="Google Shape;3638;p72"/>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9" name="Google Shape;3639;p72"/>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0" name="Google Shape;3640;p72"/>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1" name="Google Shape;3641;p72"/>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2" name="Google Shape;3642;p72"/>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72"/>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4" name="Google Shape;3644;p72"/>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5" name="Google Shape;3645;p72"/>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72"/>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72"/>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8" name="Google Shape;3648;p72"/>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9" name="Google Shape;3649;p72"/>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0" name="Google Shape;3650;p72"/>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72"/>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2" name="Google Shape;3652;p72"/>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72"/>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72"/>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5" name="Google Shape;3655;p72"/>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6" name="Google Shape;3656;p72"/>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7" name="Google Shape;3657;p72"/>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72"/>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9" name="Google Shape;3659;p72"/>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0" name="Google Shape;3660;p72"/>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1" name="Google Shape;3661;p72"/>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2" name="Google Shape;3662;p72"/>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3" name="Google Shape;3663;p72"/>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4" name="Google Shape;3664;p72"/>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5" name="Google Shape;3665;p72"/>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6" name="Google Shape;3666;p72"/>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72"/>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8" name="Google Shape;3668;p72"/>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9" name="Google Shape;3669;p72"/>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72"/>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1" name="Google Shape;3671;p72"/>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2" name="Google Shape;3672;p72"/>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72"/>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72"/>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5" name="Google Shape;3675;p72"/>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72"/>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7" name="Google Shape;3677;p72"/>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72"/>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9" name="Google Shape;3679;p72"/>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0" name="Google Shape;3680;p72"/>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72"/>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2" name="Google Shape;3682;p72"/>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3" name="Google Shape;3683;p72"/>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72"/>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72"/>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6" name="Google Shape;3686;p72"/>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7" name="Google Shape;3687;p72"/>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8" name="Google Shape;3688;p72"/>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9" name="Google Shape;3689;p72"/>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0" name="Google Shape;3690;p72"/>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1" name="Google Shape;3691;p72"/>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2" name="Google Shape;3692;p72"/>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3" name="Google Shape;3693;p72"/>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4" name="Google Shape;3694;p72"/>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5" name="Google Shape;3695;p72"/>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6" name="Google Shape;3696;p72"/>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7" name="Google Shape;3697;p72"/>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8" name="Google Shape;3698;p72"/>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9" name="Google Shape;3699;p72"/>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0" name="Google Shape;3700;p72"/>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1" name="Google Shape;3701;p72"/>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2" name="Google Shape;3702;p72"/>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72"/>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4" name="Google Shape;3704;p72"/>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5" name="Google Shape;3705;p72"/>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72"/>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72"/>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8" name="Google Shape;3708;p72"/>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9" name="Google Shape;3709;p72"/>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0" name="Google Shape;3710;p72"/>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72"/>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2" name="Google Shape;3712;p72"/>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3" name="Google Shape;3713;p72"/>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72"/>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72"/>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6" name="Google Shape;3716;p72"/>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7" name="Google Shape;3717;p72"/>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8" name="Google Shape;3718;p72"/>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72"/>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0" name="Google Shape;3720;p72"/>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1" name="Google Shape;3721;p72"/>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72"/>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72"/>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4" name="Google Shape;3724;p72"/>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5" name="Google Shape;3725;p72"/>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6" name="Google Shape;3726;p72"/>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72"/>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8" name="Google Shape;3728;p72"/>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9" name="Google Shape;3729;p72"/>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72"/>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72"/>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2" name="Google Shape;3732;p72"/>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3" name="Google Shape;3733;p72"/>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4" name="Google Shape;3734;p72"/>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72"/>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6" name="Google Shape;3736;p72"/>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7" name="Google Shape;3737;p72"/>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72"/>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72"/>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0" name="Google Shape;3740;p72"/>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1" name="Google Shape;3741;p72"/>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2" name="Google Shape;3742;p72"/>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72"/>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4" name="Google Shape;3744;p72"/>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5" name="Google Shape;3745;p72"/>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72"/>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72"/>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8" name="Google Shape;3748;p72"/>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9" name="Google Shape;3749;p72"/>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0" name="Google Shape;3750;p72"/>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72"/>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2" name="Google Shape;3752;p72"/>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3" name="Google Shape;3753;p72"/>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4" name="Google Shape;3754;p72"/>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5" name="Google Shape;3755;p72"/>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6" name="Google Shape;3756;p72"/>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7" name="Google Shape;3757;p72"/>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8" name="Google Shape;3758;p72"/>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9" name="Google Shape;3759;p72"/>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0" name="Google Shape;3760;p72"/>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1" name="Google Shape;3761;p72"/>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72"/>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3" name="Google Shape;3763;p72"/>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4" name="Google Shape;3764;p72"/>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72"/>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6" name="Google Shape;3766;p72"/>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72"/>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8" name="Google Shape;3768;p72"/>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72"/>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0" name="Google Shape;3770;p72"/>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1" name="Google Shape;3771;p72"/>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72"/>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3" name="Google Shape;3773;p72"/>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4" name="Google Shape;3774;p72"/>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5" name="Google Shape;3775;p72"/>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6" name="Google Shape;3776;p72"/>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7" name="Google Shape;3777;p72"/>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8" name="Google Shape;3778;p72"/>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9" name="Google Shape;3779;p72"/>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0" name="Google Shape;3780;p72"/>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1" name="Google Shape;3781;p72"/>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2" name="Google Shape;3782;p72"/>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72"/>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4" name="Google Shape;3784;p72"/>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5" name="Google Shape;3785;p72"/>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72"/>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7" name="Google Shape;3787;p72"/>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72"/>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9" name="Google Shape;3789;p72"/>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72"/>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1" name="Google Shape;3791;p72"/>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2" name="Google Shape;3792;p72"/>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72"/>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4" name="Google Shape;3794;p72"/>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5" name="Google Shape;3795;p72"/>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72"/>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7" name="Google Shape;3797;p72"/>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8" name="Google Shape;3798;p72"/>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9" name="Google Shape;3799;p72"/>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0" name="Google Shape;3800;p72"/>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1" name="Google Shape;3801;p72"/>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2" name="Google Shape;3802;p72"/>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3" name="Google Shape;3803;p72"/>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4" name="Google Shape;3804;p72"/>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5" name="Google Shape;3805;p72"/>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6" name="Google Shape;3806;p72"/>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72"/>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8" name="Google Shape;3808;p72"/>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9" name="Google Shape;3809;p72"/>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72"/>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1" name="Google Shape;3811;p72"/>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72"/>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3" name="Google Shape;3813;p72"/>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72"/>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5" name="Google Shape;3815;p72"/>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72"/>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72"/>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8" name="Google Shape;3818;p72"/>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9" name="Google Shape;3819;p72"/>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72"/>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72"/>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2" name="Google Shape;3822;p72"/>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3" name="Google Shape;3823;p72"/>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72"/>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72"/>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6" name="Google Shape;3826;p72"/>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7" name="Google Shape;3827;p72"/>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72"/>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72"/>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0" name="Google Shape;3830;p72"/>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1" name="Google Shape;3831;p72"/>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72"/>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3" name="Google Shape;3833;p72"/>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4" name="Google Shape;3834;p72"/>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5" name="Google Shape;3835;p72"/>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6" name="Google Shape;3836;p72"/>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7" name="Google Shape;3837;p72"/>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8" name="Google Shape;3838;p72"/>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9" name="Google Shape;3839;p72"/>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0" name="Google Shape;3840;p72"/>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72"/>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2" name="Google Shape;3842;p72"/>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3" name="Google Shape;3843;p72"/>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72"/>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5" name="Google Shape;3845;p72"/>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72"/>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7" name="Google Shape;3847;p72"/>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72"/>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72"/>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0" name="Google Shape;3850;p72"/>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1" name="Google Shape;3851;p72"/>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2" name="Google Shape;3852;p72"/>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72"/>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72"/>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5" name="Google Shape;3855;p72"/>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6" name="Google Shape;3856;p72"/>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72"/>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72"/>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9" name="Google Shape;3859;p72"/>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0" name="Google Shape;3860;p72"/>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72"/>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72"/>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3" name="Google Shape;3863;p72"/>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4" name="Google Shape;3864;p72"/>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72"/>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6" name="Google Shape;3866;p72"/>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7" name="Google Shape;3867;p72"/>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8" name="Google Shape;3868;p72"/>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9" name="Google Shape;3869;p72"/>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0" name="Google Shape;3870;p72"/>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1" name="Google Shape;3871;p72"/>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2" name="Google Shape;3872;p72"/>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3" name="Google Shape;3873;p72"/>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72"/>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5" name="Google Shape;3875;p72"/>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6" name="Google Shape;3876;p72"/>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72"/>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8" name="Google Shape;3878;p72"/>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9" name="Google Shape;3879;p72"/>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72"/>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1" name="Google Shape;3881;p72"/>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2" name="Google Shape;3882;p72"/>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72"/>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4" name="Google Shape;3884;p72"/>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72"/>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86" name="Google Shape;3886;p72"/>
          <p:cNvGrpSpPr/>
          <p:nvPr/>
        </p:nvGrpSpPr>
        <p:grpSpPr>
          <a:xfrm>
            <a:off x="5938558" y="1033351"/>
            <a:ext cx="2435960" cy="1297725"/>
            <a:chOff x="233350" y="949250"/>
            <a:chExt cx="7137300" cy="3802300"/>
          </a:xfrm>
        </p:grpSpPr>
        <p:sp>
          <p:nvSpPr>
            <p:cNvPr id="3887" name="Google Shape;3887;p72"/>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8" name="Google Shape;3888;p72"/>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9" name="Google Shape;3889;p72"/>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0" name="Google Shape;3890;p72"/>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1" name="Google Shape;3891;p72"/>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2" name="Google Shape;3892;p72"/>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3" name="Google Shape;3893;p72"/>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4" name="Google Shape;3894;p72"/>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5" name="Google Shape;3895;p72"/>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6" name="Google Shape;3896;p72"/>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7" name="Google Shape;3897;p72"/>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72"/>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72"/>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0" name="Google Shape;3900;p72"/>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1" name="Google Shape;3901;p72"/>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2" name="Google Shape;3902;p72"/>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3" name="Google Shape;3903;p72"/>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72"/>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5" name="Google Shape;3905;p72"/>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6" name="Google Shape;3906;p72"/>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72"/>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8" name="Google Shape;3908;p72"/>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9" name="Google Shape;3909;p72"/>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72"/>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1" name="Google Shape;3911;p72"/>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2" name="Google Shape;3912;p72"/>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72"/>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4" name="Google Shape;3914;p72"/>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5" name="Google Shape;3915;p72"/>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72"/>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7" name="Google Shape;3917;p72"/>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8" name="Google Shape;3918;p72"/>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9" name="Google Shape;3919;p72"/>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0" name="Google Shape;3920;p72"/>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1" name="Google Shape;3921;p72"/>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2" name="Google Shape;3922;p72"/>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3" name="Google Shape;3923;p72"/>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4" name="Google Shape;3924;p72"/>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5" name="Google Shape;3925;p72"/>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72"/>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7" name="Google Shape;3927;p72"/>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8" name="Google Shape;3928;p72"/>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9" name="Google Shape;3929;p72"/>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72"/>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72"/>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2" name="Google Shape;3932;p72"/>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3" name="Google Shape;3933;p72"/>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72"/>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72"/>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6" name="Google Shape;3936;p72"/>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7" name="Google Shape;3937;p72"/>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38" name="Google Shape;3938;p72"/>
          <p:cNvGrpSpPr/>
          <p:nvPr/>
        </p:nvGrpSpPr>
        <p:grpSpPr>
          <a:xfrm>
            <a:off x="731715" y="995041"/>
            <a:ext cx="2665073" cy="1317140"/>
            <a:chOff x="793334" y="1192826"/>
            <a:chExt cx="2665073" cy="1317140"/>
          </a:xfrm>
        </p:grpSpPr>
        <p:sp>
          <p:nvSpPr>
            <p:cNvPr id="3939" name="Google Shape;3939;p72"/>
            <p:cNvSpPr/>
            <p:nvPr/>
          </p:nvSpPr>
          <p:spPr>
            <a:xfrm>
              <a:off x="2759899" y="20345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0" name="Google Shape;3940;p72"/>
            <p:cNvSpPr/>
            <p:nvPr/>
          </p:nvSpPr>
          <p:spPr>
            <a:xfrm>
              <a:off x="2622291" y="1667631"/>
              <a:ext cx="12573" cy="1765"/>
            </a:xfrm>
            <a:custGeom>
              <a:rect b="b" l="l" r="r" t="t"/>
              <a:pathLst>
                <a:path extrusionOk="0" h="130" w="926">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1" name="Google Shape;3941;p72"/>
            <p:cNvSpPr/>
            <p:nvPr/>
          </p:nvSpPr>
          <p:spPr>
            <a:xfrm>
              <a:off x="2265040" y="1528449"/>
              <a:ext cx="1344" cy="109"/>
            </a:xfrm>
            <a:custGeom>
              <a:rect b="b" l="l" r="r" t="t"/>
              <a:pathLst>
                <a:path extrusionOk="0" h="8" w="99">
                  <a:moveTo>
                    <a:pt x="1" y="1"/>
                  </a:moveTo>
                  <a:cubicBezTo>
                    <a:pt x="32" y="4"/>
                    <a:pt x="67" y="8"/>
                    <a:pt x="99" y="8"/>
                  </a:cubicBezTo>
                  <a:cubicBezTo>
                    <a:pt x="67" y="1"/>
                    <a:pt x="32"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2" name="Google Shape;3942;p72"/>
            <p:cNvSpPr/>
            <p:nvPr/>
          </p:nvSpPr>
          <p:spPr>
            <a:xfrm>
              <a:off x="2494622" y="1668433"/>
              <a:ext cx="8147" cy="2118"/>
            </a:xfrm>
            <a:custGeom>
              <a:rect b="b" l="l" r="r" t="t"/>
              <a:pathLst>
                <a:path extrusionOk="0" h="156" w="60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3" name="Google Shape;3943;p72"/>
            <p:cNvSpPr/>
            <p:nvPr/>
          </p:nvSpPr>
          <p:spPr>
            <a:xfrm>
              <a:off x="2304347" y="1661671"/>
              <a:ext cx="30291" cy="17094"/>
            </a:xfrm>
            <a:custGeom>
              <a:rect b="b" l="l" r="r" t="t"/>
              <a:pathLst>
                <a:path extrusionOk="0" h="1259" w="2231">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4" name="Google Shape;3944;p72"/>
            <p:cNvSpPr/>
            <p:nvPr/>
          </p:nvSpPr>
          <p:spPr>
            <a:xfrm>
              <a:off x="2596779" y="1667903"/>
              <a:ext cx="20869" cy="13808"/>
            </a:xfrm>
            <a:custGeom>
              <a:rect b="b" l="l" r="r" t="t"/>
              <a:pathLst>
                <a:path extrusionOk="0" h="1017" w="1537">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72"/>
            <p:cNvSpPr/>
            <p:nvPr/>
          </p:nvSpPr>
          <p:spPr>
            <a:xfrm>
              <a:off x="1460410" y="1905428"/>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6" name="Google Shape;3946;p72"/>
            <p:cNvSpPr/>
            <p:nvPr/>
          </p:nvSpPr>
          <p:spPr>
            <a:xfrm>
              <a:off x="2393809" y="1664875"/>
              <a:ext cx="58709" cy="92123"/>
            </a:xfrm>
            <a:custGeom>
              <a:rect b="b" l="l" r="r" t="t"/>
              <a:pathLst>
                <a:path extrusionOk="0" h="6785" w="4324">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7" name="Google Shape;3947;p72"/>
            <p:cNvSpPr/>
            <p:nvPr/>
          </p:nvSpPr>
          <p:spPr>
            <a:xfrm>
              <a:off x="3030608" y="2063280"/>
              <a:ext cx="2525" cy="733"/>
            </a:xfrm>
            <a:custGeom>
              <a:rect b="b" l="l" r="r" t="t"/>
              <a:pathLst>
                <a:path extrusionOk="0" h="54" w="186">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72"/>
            <p:cNvSpPr/>
            <p:nvPr/>
          </p:nvSpPr>
          <p:spPr>
            <a:xfrm>
              <a:off x="2090841" y="1529304"/>
              <a:ext cx="1765" cy="2390"/>
            </a:xfrm>
            <a:custGeom>
              <a:rect b="b" l="l" r="r" t="t"/>
              <a:pathLst>
                <a:path extrusionOk="0" h="176" w="13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9" name="Google Shape;3949;p72"/>
            <p:cNvSpPr/>
            <p:nvPr/>
          </p:nvSpPr>
          <p:spPr>
            <a:xfrm>
              <a:off x="2245597" y="1718058"/>
              <a:ext cx="14229" cy="4386"/>
            </a:xfrm>
            <a:custGeom>
              <a:rect b="b" l="l" r="r" t="t"/>
              <a:pathLst>
                <a:path extrusionOk="0" h="323" w="1048">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72"/>
            <p:cNvSpPr/>
            <p:nvPr/>
          </p:nvSpPr>
          <p:spPr>
            <a:xfrm>
              <a:off x="2812146" y="1578590"/>
              <a:ext cx="42742" cy="41805"/>
            </a:xfrm>
            <a:custGeom>
              <a:rect b="b" l="l" r="r" t="t"/>
              <a:pathLst>
                <a:path extrusionOk="0" h="3079" w="3148">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1" name="Google Shape;3951;p72"/>
            <p:cNvSpPr/>
            <p:nvPr/>
          </p:nvSpPr>
          <p:spPr>
            <a:xfrm>
              <a:off x="2563691" y="1451016"/>
              <a:ext cx="3055" cy="2593"/>
            </a:xfrm>
            <a:custGeom>
              <a:rect b="b" l="l" r="r" t="t"/>
              <a:pathLst>
                <a:path extrusionOk="0" h="191" w="225">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2" name="Google Shape;3952;p72"/>
            <p:cNvSpPr/>
            <p:nvPr/>
          </p:nvSpPr>
          <p:spPr>
            <a:xfrm>
              <a:off x="2480977" y="1673361"/>
              <a:ext cx="16510" cy="18180"/>
            </a:xfrm>
            <a:custGeom>
              <a:rect b="b" l="l" r="r" t="t"/>
              <a:pathLst>
                <a:path extrusionOk="0" h="1339" w="1216">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72"/>
            <p:cNvSpPr/>
            <p:nvPr/>
          </p:nvSpPr>
          <p:spPr>
            <a:xfrm>
              <a:off x="2278156" y="2042506"/>
              <a:ext cx="20651" cy="18846"/>
            </a:xfrm>
            <a:custGeom>
              <a:rect b="b" l="l" r="r" t="t"/>
              <a:pathLst>
                <a:path extrusionOk="0" h="1388" w="1521">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4" name="Google Shape;3954;p72"/>
            <p:cNvSpPr/>
            <p:nvPr/>
          </p:nvSpPr>
          <p:spPr>
            <a:xfrm>
              <a:off x="2095159" y="1526222"/>
              <a:ext cx="2009" cy="1344"/>
            </a:xfrm>
            <a:custGeom>
              <a:rect b="b" l="l" r="r" t="t"/>
              <a:pathLst>
                <a:path extrusionOk="0" h="99" w="148">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72"/>
            <p:cNvSpPr/>
            <p:nvPr/>
          </p:nvSpPr>
          <p:spPr>
            <a:xfrm>
              <a:off x="2217030" y="1745010"/>
              <a:ext cx="1874" cy="394"/>
            </a:xfrm>
            <a:custGeom>
              <a:rect b="b" l="l" r="r" t="t"/>
              <a:pathLst>
                <a:path extrusionOk="0" h="29" w="138">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6" name="Google Shape;3956;p72"/>
            <p:cNvSpPr/>
            <p:nvPr/>
          </p:nvSpPr>
          <p:spPr>
            <a:xfrm>
              <a:off x="2294517" y="2116096"/>
              <a:ext cx="8377" cy="33360"/>
            </a:xfrm>
            <a:custGeom>
              <a:rect b="b" l="l" r="r" t="t"/>
              <a:pathLst>
                <a:path extrusionOk="0" h="2457" w="617">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7" name="Google Shape;3957;p72"/>
            <p:cNvSpPr/>
            <p:nvPr/>
          </p:nvSpPr>
          <p:spPr>
            <a:xfrm>
              <a:off x="2250119" y="1665337"/>
              <a:ext cx="104438" cy="51540"/>
            </a:xfrm>
            <a:custGeom>
              <a:rect b="b" l="l" r="r" t="t"/>
              <a:pathLst>
                <a:path extrusionOk="0" h="3796" w="7692">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72"/>
            <p:cNvSpPr/>
            <p:nvPr/>
          </p:nvSpPr>
          <p:spPr>
            <a:xfrm>
              <a:off x="2259243" y="2070557"/>
              <a:ext cx="13034" cy="35342"/>
            </a:xfrm>
            <a:custGeom>
              <a:rect b="b" l="l" r="r" t="t"/>
              <a:pathLst>
                <a:path extrusionOk="0" h="2603" w="96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9" name="Google Shape;3959;p72"/>
            <p:cNvSpPr/>
            <p:nvPr/>
          </p:nvSpPr>
          <p:spPr>
            <a:xfrm>
              <a:off x="1664562" y="2045086"/>
              <a:ext cx="3435" cy="4711"/>
            </a:xfrm>
            <a:custGeom>
              <a:rect b="b" l="l" r="r" t="t"/>
              <a:pathLst>
                <a:path extrusionOk="0" h="347" w="253">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0" name="Google Shape;3960;p72"/>
            <p:cNvSpPr/>
            <p:nvPr/>
          </p:nvSpPr>
          <p:spPr>
            <a:xfrm>
              <a:off x="1423480" y="1702037"/>
              <a:ext cx="30142" cy="11880"/>
            </a:xfrm>
            <a:custGeom>
              <a:rect b="b" l="l" r="r" t="t"/>
              <a:pathLst>
                <a:path extrusionOk="0" h="875" w="222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1" name="Google Shape;3961;p72"/>
            <p:cNvSpPr/>
            <p:nvPr/>
          </p:nvSpPr>
          <p:spPr>
            <a:xfrm>
              <a:off x="1110233" y="1631597"/>
              <a:ext cx="22498" cy="29097"/>
            </a:xfrm>
            <a:custGeom>
              <a:rect b="b" l="l" r="r" t="t"/>
              <a:pathLst>
                <a:path extrusionOk="0" h="2143" w="1657">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2" name="Google Shape;3962;p72"/>
            <p:cNvSpPr/>
            <p:nvPr/>
          </p:nvSpPr>
          <p:spPr>
            <a:xfrm>
              <a:off x="1475522" y="1731935"/>
              <a:ext cx="1059" cy="1914"/>
            </a:xfrm>
            <a:custGeom>
              <a:rect b="b" l="l" r="r" t="t"/>
              <a:pathLst>
                <a:path extrusionOk="0" h="141" w="78">
                  <a:moveTo>
                    <a:pt x="78" y="1"/>
                  </a:moveTo>
                  <a:cubicBezTo>
                    <a:pt x="50" y="11"/>
                    <a:pt x="29" y="32"/>
                    <a:pt x="15" y="60"/>
                  </a:cubicBezTo>
                  <a:cubicBezTo>
                    <a:pt x="8" y="85"/>
                    <a:pt x="1" y="113"/>
                    <a:pt x="1" y="141"/>
                  </a:cubicBezTo>
                  <a:cubicBezTo>
                    <a:pt x="25" y="92"/>
                    <a:pt x="50" y="46"/>
                    <a:pt x="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3" name="Google Shape;3963;p72"/>
            <p:cNvSpPr/>
            <p:nvPr/>
          </p:nvSpPr>
          <p:spPr>
            <a:xfrm>
              <a:off x="1389726" y="1671094"/>
              <a:ext cx="58858" cy="39483"/>
            </a:xfrm>
            <a:custGeom>
              <a:rect b="b" l="l" r="r" t="t"/>
              <a:pathLst>
                <a:path extrusionOk="0" h="2908" w="4335">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4" name="Google Shape;3964;p72"/>
            <p:cNvSpPr/>
            <p:nvPr/>
          </p:nvSpPr>
          <p:spPr>
            <a:xfrm>
              <a:off x="1309917" y="1312268"/>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5" name="Google Shape;3965;p72"/>
            <p:cNvSpPr/>
            <p:nvPr/>
          </p:nvSpPr>
          <p:spPr>
            <a:xfrm>
              <a:off x="1507986" y="1447255"/>
              <a:ext cx="18601" cy="10482"/>
            </a:xfrm>
            <a:custGeom>
              <a:rect b="b" l="l" r="r" t="t"/>
              <a:pathLst>
                <a:path extrusionOk="0" h="772" w="137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6" name="Google Shape;3966;p72"/>
            <p:cNvSpPr/>
            <p:nvPr/>
          </p:nvSpPr>
          <p:spPr>
            <a:xfrm>
              <a:off x="1328559" y="1417113"/>
              <a:ext cx="4236" cy="937"/>
            </a:xfrm>
            <a:custGeom>
              <a:rect b="b" l="l" r="r" t="t"/>
              <a:pathLst>
                <a:path extrusionOk="0" h="69" w="312">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72"/>
            <p:cNvSpPr/>
            <p:nvPr/>
          </p:nvSpPr>
          <p:spPr>
            <a:xfrm>
              <a:off x="1359407" y="1645812"/>
              <a:ext cx="55247" cy="22335"/>
            </a:xfrm>
            <a:custGeom>
              <a:rect b="b" l="l" r="r" t="t"/>
              <a:pathLst>
                <a:path extrusionOk="0" h="1645" w="4069">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8" name="Google Shape;3968;p72"/>
            <p:cNvSpPr/>
            <p:nvPr/>
          </p:nvSpPr>
          <p:spPr>
            <a:xfrm>
              <a:off x="1451571" y="1689858"/>
              <a:ext cx="24589" cy="7454"/>
            </a:xfrm>
            <a:custGeom>
              <a:rect b="b" l="l" r="r" t="t"/>
              <a:pathLst>
                <a:path extrusionOk="0" h="549" w="1811">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9" name="Google Shape;3969;p72"/>
            <p:cNvSpPr/>
            <p:nvPr/>
          </p:nvSpPr>
          <p:spPr>
            <a:xfrm>
              <a:off x="1051157" y="1420222"/>
              <a:ext cx="5241" cy="3965"/>
            </a:xfrm>
            <a:custGeom>
              <a:rect b="b" l="l" r="r" t="t"/>
              <a:pathLst>
                <a:path extrusionOk="0" h="292" w="386">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72"/>
            <p:cNvSpPr/>
            <p:nvPr/>
          </p:nvSpPr>
          <p:spPr>
            <a:xfrm>
              <a:off x="1513458" y="2479960"/>
              <a:ext cx="11663" cy="15465"/>
            </a:xfrm>
            <a:custGeom>
              <a:rect b="b" l="l" r="r" t="t"/>
              <a:pathLst>
                <a:path extrusionOk="0" h="1139" w="859">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1" name="Google Shape;3971;p72"/>
            <p:cNvSpPr/>
            <p:nvPr/>
          </p:nvSpPr>
          <p:spPr>
            <a:xfrm>
              <a:off x="1506995" y="2482186"/>
              <a:ext cx="4956" cy="2743"/>
            </a:xfrm>
            <a:custGeom>
              <a:rect b="b" l="l" r="r" t="t"/>
              <a:pathLst>
                <a:path extrusionOk="0" h="202" w="365">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72"/>
            <p:cNvSpPr/>
            <p:nvPr/>
          </p:nvSpPr>
          <p:spPr>
            <a:xfrm>
              <a:off x="1039073" y="1557966"/>
              <a:ext cx="1344" cy="4155"/>
            </a:xfrm>
            <a:custGeom>
              <a:rect b="b" l="l" r="r" t="t"/>
              <a:pathLst>
                <a:path extrusionOk="0" h="306" w="99">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3" name="Google Shape;3973;p72"/>
            <p:cNvSpPr/>
            <p:nvPr/>
          </p:nvSpPr>
          <p:spPr>
            <a:xfrm>
              <a:off x="1493960" y="2432982"/>
              <a:ext cx="1589" cy="1168"/>
            </a:xfrm>
            <a:custGeom>
              <a:rect b="b" l="l" r="r" t="t"/>
              <a:pathLst>
                <a:path extrusionOk="0" h="86" w="117">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72"/>
            <p:cNvSpPr/>
            <p:nvPr/>
          </p:nvSpPr>
          <p:spPr>
            <a:xfrm>
              <a:off x="1496866" y="2484630"/>
              <a:ext cx="7006" cy="4331"/>
            </a:xfrm>
            <a:custGeom>
              <a:rect b="b" l="l" r="r" t="t"/>
              <a:pathLst>
                <a:path extrusionOk="0" h="319" w="516">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5" name="Google Shape;3975;p72"/>
            <p:cNvSpPr/>
            <p:nvPr/>
          </p:nvSpPr>
          <p:spPr>
            <a:xfrm>
              <a:off x="1412930" y="1447825"/>
              <a:ext cx="2200" cy="1643"/>
            </a:xfrm>
            <a:custGeom>
              <a:rect b="b" l="l" r="r" t="t"/>
              <a:pathLst>
                <a:path extrusionOk="0" h="121" w="162">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6" name="Google Shape;3976;p72"/>
            <p:cNvSpPr/>
            <p:nvPr/>
          </p:nvSpPr>
          <p:spPr>
            <a:xfrm>
              <a:off x="1375700" y="1460860"/>
              <a:ext cx="14419" cy="6721"/>
            </a:xfrm>
            <a:custGeom>
              <a:rect b="b" l="l" r="r" t="t"/>
              <a:pathLst>
                <a:path extrusionOk="0" h="495" w="1062">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7" name="Google Shape;3977;p72"/>
            <p:cNvSpPr/>
            <p:nvPr/>
          </p:nvSpPr>
          <p:spPr>
            <a:xfrm>
              <a:off x="1518536" y="1659444"/>
              <a:ext cx="3150" cy="2729"/>
            </a:xfrm>
            <a:custGeom>
              <a:rect b="b" l="l" r="r" t="t"/>
              <a:pathLst>
                <a:path extrusionOk="0" h="201" w="232">
                  <a:moveTo>
                    <a:pt x="232" y="1"/>
                  </a:moveTo>
                  <a:lnTo>
                    <a:pt x="186" y="36"/>
                  </a:lnTo>
                  <a:cubicBezTo>
                    <a:pt x="130" y="85"/>
                    <a:pt x="57" y="148"/>
                    <a:pt x="1" y="200"/>
                  </a:cubicBezTo>
                  <a:cubicBezTo>
                    <a:pt x="85" y="141"/>
                    <a:pt x="162" y="74"/>
                    <a:pt x="2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8" name="Google Shape;3978;p72"/>
            <p:cNvSpPr/>
            <p:nvPr/>
          </p:nvSpPr>
          <p:spPr>
            <a:xfrm>
              <a:off x="2136230" y="2173135"/>
              <a:ext cx="92123" cy="91879"/>
            </a:xfrm>
            <a:custGeom>
              <a:rect b="b" l="l" r="r" t="t"/>
              <a:pathLst>
                <a:path extrusionOk="0" h="6767" w="6785">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9" name="Google Shape;3979;p72"/>
            <p:cNvSpPr/>
            <p:nvPr/>
          </p:nvSpPr>
          <p:spPr>
            <a:xfrm>
              <a:off x="2231110" y="2162816"/>
              <a:ext cx="55953" cy="49734"/>
            </a:xfrm>
            <a:custGeom>
              <a:rect b="b" l="l" r="r" t="t"/>
              <a:pathLst>
                <a:path extrusionOk="0" h="3663" w="4121">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0" name="Google Shape;3980;p72"/>
            <p:cNvSpPr/>
            <p:nvPr/>
          </p:nvSpPr>
          <p:spPr>
            <a:xfrm>
              <a:off x="2193500" y="2179503"/>
              <a:ext cx="64425" cy="69177"/>
            </a:xfrm>
            <a:custGeom>
              <a:rect b="b" l="l" r="r" t="t"/>
              <a:pathLst>
                <a:path extrusionOk="0" h="5095" w="4745">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1" name="Google Shape;3981;p72"/>
            <p:cNvSpPr/>
            <p:nvPr/>
          </p:nvSpPr>
          <p:spPr>
            <a:xfrm>
              <a:off x="2229155" y="2179503"/>
              <a:ext cx="54" cy="14"/>
            </a:xfrm>
            <a:custGeom>
              <a:rect b="b" l="l" r="r" t="t"/>
              <a:pathLst>
                <a:path extrusionOk="0" h="1" w="4">
                  <a:moveTo>
                    <a:pt x="4" y="1"/>
                  </a:moveTo>
                  <a:lnTo>
                    <a:pt x="1"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2" name="Google Shape;3982;p72"/>
            <p:cNvSpPr/>
            <p:nvPr/>
          </p:nvSpPr>
          <p:spPr>
            <a:xfrm>
              <a:off x="2229209" y="2179503"/>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3" name="Google Shape;3983;p72"/>
            <p:cNvSpPr/>
            <p:nvPr/>
          </p:nvSpPr>
          <p:spPr>
            <a:xfrm>
              <a:off x="2257776" y="2210066"/>
              <a:ext cx="54" cy="163"/>
            </a:xfrm>
            <a:custGeom>
              <a:rect b="b" l="l" r="r" t="t"/>
              <a:pathLst>
                <a:path extrusionOk="0" h="12" w="4">
                  <a:moveTo>
                    <a:pt x="0" y="1"/>
                  </a:moveTo>
                  <a:cubicBezTo>
                    <a:pt x="0" y="4"/>
                    <a:pt x="4" y="8"/>
                    <a:pt x="4" y="11"/>
                  </a:cubicBezTo>
                  <a:cubicBezTo>
                    <a:pt x="4" y="8"/>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72"/>
            <p:cNvSpPr/>
            <p:nvPr/>
          </p:nvSpPr>
          <p:spPr>
            <a:xfrm>
              <a:off x="2257491" y="2209455"/>
              <a:ext cx="95" cy="149"/>
            </a:xfrm>
            <a:custGeom>
              <a:rect b="b" l="l" r="r" t="t"/>
              <a:pathLst>
                <a:path extrusionOk="0" h="11" w="7">
                  <a:moveTo>
                    <a:pt x="7" y="11"/>
                  </a:moveTo>
                  <a:cubicBezTo>
                    <a:pt x="4" y="7"/>
                    <a:pt x="0" y="4"/>
                    <a:pt x="0" y="0"/>
                  </a:cubicBezTo>
                  <a:cubicBezTo>
                    <a:pt x="0" y="4"/>
                    <a:pt x="4" y="7"/>
                    <a:pt x="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5" name="Google Shape;3985;p72"/>
            <p:cNvSpPr/>
            <p:nvPr/>
          </p:nvSpPr>
          <p:spPr>
            <a:xfrm>
              <a:off x="2233106" y="2183400"/>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6" name="Google Shape;3986;p72"/>
            <p:cNvSpPr/>
            <p:nvPr/>
          </p:nvSpPr>
          <p:spPr>
            <a:xfrm>
              <a:off x="2257871" y="2210406"/>
              <a:ext cx="0" cy="149"/>
            </a:xfrm>
            <a:custGeom>
              <a:rect b="b" l="l" r="r" t="t"/>
              <a:pathLst>
                <a:path extrusionOk="0" h="11" w="0">
                  <a:moveTo>
                    <a:pt x="0" y="11"/>
                  </a:moveTo>
                  <a:lnTo>
                    <a:pt x="0" y="11"/>
                  </a:lnTo>
                  <a:lnTo>
                    <a:pt x="0" y="4"/>
                  </a:lnTo>
                  <a:cubicBezTo>
                    <a:pt x="0" y="0"/>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72"/>
            <p:cNvSpPr/>
            <p:nvPr/>
          </p:nvSpPr>
          <p:spPr>
            <a:xfrm>
              <a:off x="2249589" y="2206645"/>
              <a:ext cx="3965" cy="1874"/>
            </a:xfrm>
            <a:custGeom>
              <a:rect b="b" l="l" r="r" t="t"/>
              <a:pathLst>
                <a:path extrusionOk="0" h="138" w="292">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72"/>
            <p:cNvSpPr/>
            <p:nvPr/>
          </p:nvSpPr>
          <p:spPr>
            <a:xfrm>
              <a:off x="2257681" y="2209740"/>
              <a:ext cx="54" cy="149"/>
            </a:xfrm>
            <a:custGeom>
              <a:rect b="b" l="l" r="r" t="t"/>
              <a:pathLst>
                <a:path extrusionOk="0" h="11" w="4">
                  <a:moveTo>
                    <a:pt x="4" y="11"/>
                  </a:moveTo>
                  <a:cubicBezTo>
                    <a:pt x="4" y="7"/>
                    <a:pt x="0" y="4"/>
                    <a:pt x="0" y="0"/>
                  </a:cubicBezTo>
                  <a:cubicBezTo>
                    <a:pt x="0" y="4"/>
                    <a:pt x="4" y="7"/>
                    <a:pt x="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72"/>
            <p:cNvSpPr/>
            <p:nvPr/>
          </p:nvSpPr>
          <p:spPr>
            <a:xfrm>
              <a:off x="2229915" y="2180508"/>
              <a:ext cx="163" cy="149"/>
            </a:xfrm>
            <a:custGeom>
              <a:rect b="b" l="l" r="r" t="t"/>
              <a:pathLst>
                <a:path extrusionOk="0" h="11" w="12">
                  <a:moveTo>
                    <a:pt x="1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72"/>
            <p:cNvSpPr/>
            <p:nvPr/>
          </p:nvSpPr>
          <p:spPr>
            <a:xfrm>
              <a:off x="2230200" y="2180834"/>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1" name="Google Shape;3991;p72"/>
            <p:cNvSpPr/>
            <p:nvPr/>
          </p:nvSpPr>
          <p:spPr>
            <a:xfrm>
              <a:off x="2229399" y="2179843"/>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72"/>
            <p:cNvSpPr/>
            <p:nvPr/>
          </p:nvSpPr>
          <p:spPr>
            <a:xfrm>
              <a:off x="2229684" y="2180169"/>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3" name="Google Shape;3993;p72"/>
            <p:cNvSpPr/>
            <p:nvPr/>
          </p:nvSpPr>
          <p:spPr>
            <a:xfrm>
              <a:off x="2230485" y="2181173"/>
              <a:ext cx="163" cy="204"/>
            </a:xfrm>
            <a:custGeom>
              <a:rect b="b" l="l" r="r" t="t"/>
              <a:pathLst>
                <a:path extrusionOk="0" h="15" w="12">
                  <a:moveTo>
                    <a:pt x="1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72"/>
            <p:cNvSpPr/>
            <p:nvPr/>
          </p:nvSpPr>
          <p:spPr>
            <a:xfrm>
              <a:off x="2232156" y="2182830"/>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5" name="Google Shape;3995;p72"/>
            <p:cNvSpPr/>
            <p:nvPr/>
          </p:nvSpPr>
          <p:spPr>
            <a:xfrm>
              <a:off x="2231870" y="2182545"/>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6" name="Google Shape;3996;p72"/>
            <p:cNvSpPr/>
            <p:nvPr/>
          </p:nvSpPr>
          <p:spPr>
            <a:xfrm>
              <a:off x="2232821" y="2183264"/>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7" name="Google Shape;3997;p72"/>
            <p:cNvSpPr/>
            <p:nvPr/>
          </p:nvSpPr>
          <p:spPr>
            <a:xfrm>
              <a:off x="2231205" y="2181974"/>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8" name="Google Shape;3998;p72"/>
            <p:cNvSpPr/>
            <p:nvPr/>
          </p:nvSpPr>
          <p:spPr>
            <a:xfrm>
              <a:off x="2231531" y="2182259"/>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9" name="Google Shape;3999;p72"/>
            <p:cNvSpPr/>
            <p:nvPr/>
          </p:nvSpPr>
          <p:spPr>
            <a:xfrm>
              <a:off x="2230771" y="2181553"/>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72"/>
            <p:cNvSpPr/>
            <p:nvPr/>
          </p:nvSpPr>
          <p:spPr>
            <a:xfrm>
              <a:off x="2232481" y="2183074"/>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1" name="Google Shape;4001;p72"/>
            <p:cNvSpPr/>
            <p:nvPr/>
          </p:nvSpPr>
          <p:spPr>
            <a:xfrm>
              <a:off x="2271462" y="2241294"/>
              <a:ext cx="8133" cy="10523"/>
            </a:xfrm>
            <a:custGeom>
              <a:rect b="b" l="l" r="r" t="t"/>
              <a:pathLst>
                <a:path extrusionOk="0" h="775" w="599">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2" name="Google Shape;4002;p72"/>
            <p:cNvSpPr/>
            <p:nvPr/>
          </p:nvSpPr>
          <p:spPr>
            <a:xfrm>
              <a:off x="2244837" y="2263697"/>
              <a:ext cx="14704" cy="14922"/>
            </a:xfrm>
            <a:custGeom>
              <a:rect b="b" l="l" r="r" t="t"/>
              <a:pathLst>
                <a:path extrusionOk="0" h="1099" w="1083">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3" name="Google Shape;4003;p72"/>
            <p:cNvSpPr/>
            <p:nvPr/>
          </p:nvSpPr>
          <p:spPr>
            <a:xfrm>
              <a:off x="2168694" y="2212021"/>
              <a:ext cx="116509" cy="102252"/>
            </a:xfrm>
            <a:custGeom>
              <a:rect b="b" l="l" r="r" t="t"/>
              <a:pathLst>
                <a:path extrusionOk="0" h="7531" w="8581">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4" name="Google Shape;4004;p72"/>
            <p:cNvSpPr/>
            <p:nvPr/>
          </p:nvSpPr>
          <p:spPr>
            <a:xfrm>
              <a:off x="2185707" y="226682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5" name="Google Shape;4005;p72"/>
            <p:cNvSpPr/>
            <p:nvPr/>
          </p:nvSpPr>
          <p:spPr>
            <a:xfrm>
              <a:off x="2169780" y="2264023"/>
              <a:ext cx="299" cy="109"/>
            </a:xfrm>
            <a:custGeom>
              <a:rect b="b" l="l" r="r" t="t"/>
              <a:pathLst>
                <a:path extrusionOk="0" h="8" w="22">
                  <a:moveTo>
                    <a:pt x="1" y="7"/>
                  </a:moveTo>
                  <a:cubicBezTo>
                    <a:pt x="8" y="7"/>
                    <a:pt x="15" y="4"/>
                    <a:pt x="22" y="0"/>
                  </a:cubicBezTo>
                  <a:cubicBezTo>
                    <a:pt x="15" y="4"/>
                    <a:pt x="8" y="7"/>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6" name="Google Shape;4006;p72"/>
            <p:cNvSpPr/>
            <p:nvPr/>
          </p:nvSpPr>
          <p:spPr>
            <a:xfrm>
              <a:off x="2182435" y="2266725"/>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7" name="Google Shape;4007;p72"/>
            <p:cNvSpPr/>
            <p:nvPr/>
          </p:nvSpPr>
          <p:spPr>
            <a:xfrm>
              <a:off x="2184336" y="226682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8" name="Google Shape;4008;p72"/>
            <p:cNvSpPr/>
            <p:nvPr/>
          </p:nvSpPr>
          <p:spPr>
            <a:xfrm>
              <a:off x="2186236" y="2266779"/>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72"/>
            <p:cNvSpPr/>
            <p:nvPr/>
          </p:nvSpPr>
          <p:spPr>
            <a:xfrm>
              <a:off x="2169265" y="2264159"/>
              <a:ext cx="394" cy="68"/>
            </a:xfrm>
            <a:custGeom>
              <a:rect b="b" l="l" r="r" t="t"/>
              <a:pathLst>
                <a:path extrusionOk="0" h="5" w="29">
                  <a:moveTo>
                    <a:pt x="0" y="4"/>
                  </a:moveTo>
                  <a:cubicBezTo>
                    <a:pt x="11" y="4"/>
                    <a:pt x="18" y="1"/>
                    <a:pt x="28" y="1"/>
                  </a:cubicBezTo>
                  <a:cubicBezTo>
                    <a:pt x="18" y="1"/>
                    <a:pt x="11"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0" name="Google Shape;4010;p72"/>
            <p:cNvSpPr/>
            <p:nvPr/>
          </p:nvSpPr>
          <p:spPr>
            <a:xfrm>
              <a:off x="2168640" y="2264213"/>
              <a:ext cx="543" cy="41"/>
            </a:xfrm>
            <a:custGeom>
              <a:rect b="b" l="l" r="r" t="t"/>
              <a:pathLst>
                <a:path extrusionOk="0" h="3" w="40">
                  <a:moveTo>
                    <a:pt x="1" y="0"/>
                  </a:moveTo>
                  <a:cubicBezTo>
                    <a:pt x="10" y="2"/>
                    <a:pt x="17" y="3"/>
                    <a:pt x="23" y="3"/>
                  </a:cubicBezTo>
                  <a:cubicBezTo>
                    <a:pt x="29" y="3"/>
                    <a:pt x="34" y="2"/>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1" name="Google Shape;4011;p72"/>
            <p:cNvSpPr/>
            <p:nvPr/>
          </p:nvSpPr>
          <p:spPr>
            <a:xfrm>
              <a:off x="2170161" y="2262883"/>
              <a:ext cx="869" cy="1100"/>
            </a:xfrm>
            <a:custGeom>
              <a:rect b="b" l="l" r="r" t="t"/>
              <a:pathLst>
                <a:path extrusionOk="0" h="81" w="64">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72"/>
            <p:cNvSpPr/>
            <p:nvPr/>
          </p:nvSpPr>
          <p:spPr>
            <a:xfrm>
              <a:off x="2188178" y="2266019"/>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72"/>
            <p:cNvSpPr/>
            <p:nvPr/>
          </p:nvSpPr>
          <p:spPr>
            <a:xfrm>
              <a:off x="2187893" y="2266250"/>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72"/>
            <p:cNvSpPr/>
            <p:nvPr/>
          </p:nvSpPr>
          <p:spPr>
            <a:xfrm>
              <a:off x="2187608" y="2266440"/>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72"/>
            <p:cNvSpPr/>
            <p:nvPr/>
          </p:nvSpPr>
          <p:spPr>
            <a:xfrm>
              <a:off x="2186712" y="2266725"/>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6" name="Google Shape;4016;p72"/>
            <p:cNvSpPr/>
            <p:nvPr/>
          </p:nvSpPr>
          <p:spPr>
            <a:xfrm>
              <a:off x="2259012" y="2212062"/>
              <a:ext cx="14840" cy="2349"/>
            </a:xfrm>
            <a:custGeom>
              <a:rect b="b" l="l" r="r" t="t"/>
              <a:pathLst>
                <a:path extrusionOk="0" h="173" w="1093">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72"/>
            <p:cNvSpPr/>
            <p:nvPr/>
          </p:nvSpPr>
          <p:spPr>
            <a:xfrm>
              <a:off x="2201728" y="225032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8" name="Google Shape;4018;p72"/>
            <p:cNvSpPr/>
            <p:nvPr/>
          </p:nvSpPr>
          <p:spPr>
            <a:xfrm>
              <a:off x="2193881" y="2234886"/>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9" name="Google Shape;4019;p72"/>
            <p:cNvSpPr/>
            <p:nvPr/>
          </p:nvSpPr>
          <p:spPr>
            <a:xfrm>
              <a:off x="2203113" y="225041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0" name="Google Shape;4020;p72"/>
            <p:cNvSpPr/>
            <p:nvPr/>
          </p:nvSpPr>
          <p:spPr>
            <a:xfrm>
              <a:off x="2195021" y="223568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1" name="Google Shape;4021;p72"/>
            <p:cNvSpPr/>
            <p:nvPr/>
          </p:nvSpPr>
          <p:spPr>
            <a:xfrm>
              <a:off x="2195211" y="223593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2" name="Google Shape;4022;p72"/>
            <p:cNvSpPr/>
            <p:nvPr/>
          </p:nvSpPr>
          <p:spPr>
            <a:xfrm>
              <a:off x="2200927" y="2250228"/>
              <a:ext cx="95" cy="14"/>
            </a:xfrm>
            <a:custGeom>
              <a:rect b="b" l="l" r="r" t="t"/>
              <a:pathLst>
                <a:path extrusionOk="0" h="1" w="7">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3" name="Google Shape;4023;p72"/>
            <p:cNvSpPr/>
            <p:nvPr/>
          </p:nvSpPr>
          <p:spPr>
            <a:xfrm>
              <a:off x="2194600" y="2235361"/>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4" name="Google Shape;4024;p72"/>
            <p:cNvSpPr/>
            <p:nvPr/>
          </p:nvSpPr>
          <p:spPr>
            <a:xfrm>
              <a:off x="2194315" y="2235117"/>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5" name="Google Shape;4025;p72"/>
            <p:cNvSpPr/>
            <p:nvPr/>
          </p:nvSpPr>
          <p:spPr>
            <a:xfrm>
              <a:off x="2203588" y="225041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72"/>
            <p:cNvSpPr/>
            <p:nvPr/>
          </p:nvSpPr>
          <p:spPr>
            <a:xfrm>
              <a:off x="2195116" y="22358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7" name="Google Shape;4027;p72"/>
            <p:cNvSpPr/>
            <p:nvPr/>
          </p:nvSpPr>
          <p:spPr>
            <a:xfrm>
              <a:off x="2194831" y="2235497"/>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8" name="Google Shape;4028;p72"/>
            <p:cNvSpPr/>
            <p:nvPr/>
          </p:nvSpPr>
          <p:spPr>
            <a:xfrm>
              <a:off x="2206005" y="2249468"/>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72"/>
            <p:cNvSpPr/>
            <p:nvPr/>
          </p:nvSpPr>
          <p:spPr>
            <a:xfrm>
              <a:off x="2205625" y="224975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72"/>
            <p:cNvSpPr/>
            <p:nvPr/>
          </p:nvSpPr>
          <p:spPr>
            <a:xfrm>
              <a:off x="2258102" y="2213298"/>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72"/>
            <p:cNvSpPr/>
            <p:nvPr/>
          </p:nvSpPr>
          <p:spPr>
            <a:xfrm>
              <a:off x="2257722" y="2213732"/>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72"/>
            <p:cNvSpPr/>
            <p:nvPr/>
          </p:nvSpPr>
          <p:spPr>
            <a:xfrm>
              <a:off x="2257152" y="2214533"/>
              <a:ext cx="54" cy="109"/>
            </a:xfrm>
            <a:custGeom>
              <a:rect b="b" l="l" r="r" t="t"/>
              <a:pathLst>
                <a:path extrusionOk="0" h="8" w="4">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3" name="Google Shape;4033;p72"/>
            <p:cNvSpPr/>
            <p:nvPr/>
          </p:nvSpPr>
          <p:spPr>
            <a:xfrm>
              <a:off x="2257437" y="2214153"/>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72"/>
            <p:cNvSpPr/>
            <p:nvPr/>
          </p:nvSpPr>
          <p:spPr>
            <a:xfrm>
              <a:off x="2258482" y="2212687"/>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5" name="Google Shape;4035;p72"/>
            <p:cNvSpPr/>
            <p:nvPr/>
          </p:nvSpPr>
          <p:spPr>
            <a:xfrm>
              <a:off x="2204865" y="2250133"/>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6" name="Google Shape;4036;p72"/>
            <p:cNvSpPr/>
            <p:nvPr/>
          </p:nvSpPr>
          <p:spPr>
            <a:xfrm>
              <a:off x="2258822" y="2212211"/>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7" name="Google Shape;4037;p72"/>
            <p:cNvSpPr/>
            <p:nvPr/>
          </p:nvSpPr>
          <p:spPr>
            <a:xfrm>
              <a:off x="2193460" y="2234696"/>
              <a:ext cx="14" cy="14"/>
            </a:xfrm>
            <a:custGeom>
              <a:rect b="b" l="l" r="r" t="t"/>
              <a:pathLst>
                <a:path extrusionOk="0" h="1" w="1">
                  <a:moveTo>
                    <a:pt x="0" y="0"/>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8" name="Google Shape;4038;p72"/>
            <p:cNvSpPr/>
            <p:nvPr/>
          </p:nvSpPr>
          <p:spPr>
            <a:xfrm>
              <a:off x="2205245" y="224994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9" name="Google Shape;4039;p72"/>
            <p:cNvSpPr/>
            <p:nvPr/>
          </p:nvSpPr>
          <p:spPr>
            <a:xfrm>
              <a:off x="2204485" y="225028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0" name="Google Shape;4040;p72"/>
            <p:cNvSpPr/>
            <p:nvPr/>
          </p:nvSpPr>
          <p:spPr>
            <a:xfrm>
              <a:off x="2278916" y="2252890"/>
              <a:ext cx="258" cy="163"/>
            </a:xfrm>
            <a:custGeom>
              <a:rect b="b" l="l" r="r" t="t"/>
              <a:pathLst>
                <a:path extrusionOk="0" h="12" w="19">
                  <a:moveTo>
                    <a:pt x="1"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1" name="Google Shape;4041;p72"/>
            <p:cNvSpPr/>
            <p:nvPr/>
          </p:nvSpPr>
          <p:spPr>
            <a:xfrm>
              <a:off x="2279256" y="2252659"/>
              <a:ext cx="204" cy="204"/>
            </a:xfrm>
            <a:custGeom>
              <a:rect b="b" l="l" r="r" t="t"/>
              <a:pathLst>
                <a:path extrusionOk="0" h="15" w="15">
                  <a:moveTo>
                    <a:pt x="0" y="14"/>
                  </a:moveTo>
                  <a:cubicBezTo>
                    <a:pt x="4" y="11"/>
                    <a:pt x="11" y="7"/>
                    <a:pt x="14" y="0"/>
                  </a:cubicBezTo>
                  <a:cubicBezTo>
                    <a:pt x="11" y="7"/>
                    <a:pt x="4"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2" name="Google Shape;4042;p72"/>
            <p:cNvSpPr/>
            <p:nvPr/>
          </p:nvSpPr>
          <p:spPr>
            <a:xfrm>
              <a:off x="2279772" y="2251994"/>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72"/>
            <p:cNvSpPr/>
            <p:nvPr/>
          </p:nvSpPr>
          <p:spPr>
            <a:xfrm>
              <a:off x="2279541" y="2252319"/>
              <a:ext cx="244" cy="299"/>
            </a:xfrm>
            <a:custGeom>
              <a:rect b="b" l="l" r="r" t="t"/>
              <a:pathLst>
                <a:path extrusionOk="0" h="22" w="18">
                  <a:moveTo>
                    <a:pt x="18" y="1"/>
                  </a:moveTo>
                  <a:cubicBezTo>
                    <a:pt x="11" y="8"/>
                    <a:pt x="4" y="15"/>
                    <a:pt x="0" y="22"/>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4" name="Google Shape;4044;p72"/>
            <p:cNvSpPr/>
            <p:nvPr/>
          </p:nvSpPr>
          <p:spPr>
            <a:xfrm>
              <a:off x="2276445" y="225360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5" name="Google Shape;4045;p72"/>
            <p:cNvSpPr/>
            <p:nvPr/>
          </p:nvSpPr>
          <p:spPr>
            <a:xfrm>
              <a:off x="2280301" y="2250704"/>
              <a:ext cx="14" cy="14"/>
            </a:xfrm>
            <a:custGeom>
              <a:rect b="b" l="l" r="r" t="t"/>
              <a:pathLst>
                <a:path extrusionOk="0" h="1" w="1">
                  <a:moveTo>
                    <a:pt x="0" y="1"/>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72"/>
            <p:cNvSpPr/>
            <p:nvPr/>
          </p:nvSpPr>
          <p:spPr>
            <a:xfrm>
              <a:off x="2280111" y="2251043"/>
              <a:ext cx="109" cy="434"/>
            </a:xfrm>
            <a:custGeom>
              <a:rect b="b" l="l" r="r" t="t"/>
              <a:pathLst>
                <a:path extrusionOk="0" h="32" w="8">
                  <a:moveTo>
                    <a:pt x="0" y="32"/>
                  </a:moveTo>
                  <a:cubicBezTo>
                    <a:pt x="4" y="21"/>
                    <a:pt x="7" y="11"/>
                    <a:pt x="7" y="0"/>
                  </a:cubicBezTo>
                  <a:cubicBezTo>
                    <a:pt x="7" y="11"/>
                    <a:pt x="4"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72"/>
            <p:cNvSpPr/>
            <p:nvPr/>
          </p:nvSpPr>
          <p:spPr>
            <a:xfrm>
              <a:off x="2279962" y="2251613"/>
              <a:ext cx="109" cy="299"/>
            </a:xfrm>
            <a:custGeom>
              <a:rect b="b" l="l" r="r" t="t"/>
              <a:pathLst>
                <a:path extrusionOk="0" h="22" w="8">
                  <a:moveTo>
                    <a:pt x="1" y="21"/>
                  </a:moveTo>
                  <a:cubicBezTo>
                    <a:pt x="4" y="14"/>
                    <a:pt x="4" y="7"/>
                    <a:pt x="8" y="0"/>
                  </a:cubicBezTo>
                  <a:cubicBezTo>
                    <a:pt x="4"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72"/>
            <p:cNvSpPr/>
            <p:nvPr/>
          </p:nvSpPr>
          <p:spPr>
            <a:xfrm>
              <a:off x="2278536" y="2253134"/>
              <a:ext cx="353" cy="149"/>
            </a:xfrm>
            <a:custGeom>
              <a:rect b="b" l="l" r="r" t="t"/>
              <a:pathLst>
                <a:path extrusionOk="0" h="11" w="26">
                  <a:moveTo>
                    <a:pt x="1" y="11"/>
                  </a:moveTo>
                  <a:cubicBezTo>
                    <a:pt x="8" y="7"/>
                    <a:pt x="15" y="4"/>
                    <a:pt x="25" y="0"/>
                  </a:cubicBezTo>
                  <a:cubicBezTo>
                    <a:pt x="15" y="4"/>
                    <a:pt x="8"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72"/>
            <p:cNvSpPr/>
            <p:nvPr/>
          </p:nvSpPr>
          <p:spPr>
            <a:xfrm>
              <a:off x="2276119" y="2239584"/>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0" name="Google Shape;4050;p72"/>
            <p:cNvSpPr/>
            <p:nvPr/>
          </p:nvSpPr>
          <p:spPr>
            <a:xfrm>
              <a:off x="2277111" y="2239869"/>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72"/>
            <p:cNvSpPr/>
            <p:nvPr/>
          </p:nvSpPr>
          <p:spPr>
            <a:xfrm>
              <a:off x="2276595" y="2239679"/>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2" name="Google Shape;4052;p72"/>
            <p:cNvSpPr/>
            <p:nvPr/>
          </p:nvSpPr>
          <p:spPr>
            <a:xfrm>
              <a:off x="2277735" y="2240154"/>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3" name="Google Shape;4053;p72"/>
            <p:cNvSpPr/>
            <p:nvPr/>
          </p:nvSpPr>
          <p:spPr>
            <a:xfrm>
              <a:off x="2278210" y="2240439"/>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4" name="Google Shape;4054;p72"/>
            <p:cNvSpPr/>
            <p:nvPr/>
          </p:nvSpPr>
          <p:spPr>
            <a:xfrm>
              <a:off x="2278726" y="2240779"/>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5" name="Google Shape;4055;p72"/>
            <p:cNvSpPr/>
            <p:nvPr/>
          </p:nvSpPr>
          <p:spPr>
            <a:xfrm>
              <a:off x="2278210" y="2253270"/>
              <a:ext cx="339" cy="109"/>
            </a:xfrm>
            <a:custGeom>
              <a:rect b="b" l="l" r="r" t="t"/>
              <a:pathLst>
                <a:path extrusionOk="0" h="8" w="25">
                  <a:moveTo>
                    <a:pt x="25" y="1"/>
                  </a:moveTo>
                  <a:cubicBezTo>
                    <a:pt x="14" y="4"/>
                    <a:pt x="7" y="4"/>
                    <a:pt x="0" y="8"/>
                  </a:cubicBezTo>
                  <a:cubicBezTo>
                    <a:pt x="7" y="4"/>
                    <a:pt x="18" y="4"/>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6" name="Google Shape;4056;p72"/>
            <p:cNvSpPr/>
            <p:nvPr/>
          </p:nvSpPr>
          <p:spPr>
            <a:xfrm>
              <a:off x="2277396" y="2253460"/>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7" name="Google Shape;4057;p72"/>
            <p:cNvSpPr/>
            <p:nvPr/>
          </p:nvSpPr>
          <p:spPr>
            <a:xfrm>
              <a:off x="2276921" y="2253514"/>
              <a:ext cx="394" cy="54"/>
            </a:xfrm>
            <a:custGeom>
              <a:rect b="b" l="l" r="r" t="t"/>
              <a:pathLst>
                <a:path extrusionOk="0" h="4" w="29">
                  <a:moveTo>
                    <a:pt x="1" y="4"/>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8" name="Google Shape;4058;p72"/>
            <p:cNvSpPr/>
            <p:nvPr/>
          </p:nvSpPr>
          <p:spPr>
            <a:xfrm>
              <a:off x="2277776" y="2253419"/>
              <a:ext cx="299" cy="54"/>
            </a:xfrm>
            <a:custGeom>
              <a:rect b="b" l="l" r="r" t="t"/>
              <a:pathLst>
                <a:path extrusionOk="0" h="4" w="22">
                  <a:moveTo>
                    <a:pt x="1" y="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9" name="Google Shape;4059;p72"/>
            <p:cNvSpPr/>
            <p:nvPr/>
          </p:nvSpPr>
          <p:spPr>
            <a:xfrm>
              <a:off x="2276595" y="2253609"/>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72"/>
            <p:cNvSpPr/>
            <p:nvPr/>
          </p:nvSpPr>
          <p:spPr>
            <a:xfrm>
              <a:off x="2275644" y="225355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1" name="Google Shape;4061;p72"/>
            <p:cNvSpPr/>
            <p:nvPr/>
          </p:nvSpPr>
          <p:spPr>
            <a:xfrm>
              <a:off x="2252019" y="2279556"/>
              <a:ext cx="149" cy="353"/>
            </a:xfrm>
            <a:custGeom>
              <a:rect b="b" l="l" r="r" t="t"/>
              <a:pathLst>
                <a:path extrusionOk="0" h="26" w="11">
                  <a:moveTo>
                    <a:pt x="11"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2" name="Google Shape;4062;p72"/>
            <p:cNvSpPr/>
            <p:nvPr/>
          </p:nvSpPr>
          <p:spPr>
            <a:xfrm>
              <a:off x="2252155" y="2275999"/>
              <a:ext cx="1589" cy="3476"/>
            </a:xfrm>
            <a:custGeom>
              <a:rect b="b" l="l" r="r" t="t"/>
              <a:pathLst>
                <a:path extrusionOk="0" h="256" w="117">
                  <a:moveTo>
                    <a:pt x="116" y="0"/>
                  </a:moveTo>
                  <a:lnTo>
                    <a:pt x="116" y="0"/>
                  </a:lnTo>
                  <a:cubicBezTo>
                    <a:pt x="71" y="95"/>
                    <a:pt x="25" y="203"/>
                    <a:pt x="1" y="256"/>
                  </a:cubicBezTo>
                  <a:cubicBezTo>
                    <a:pt x="25" y="203"/>
                    <a:pt x="74" y="95"/>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72"/>
            <p:cNvSpPr/>
            <p:nvPr/>
          </p:nvSpPr>
          <p:spPr>
            <a:xfrm>
              <a:off x="2256867" y="2263589"/>
              <a:ext cx="1589" cy="1494"/>
            </a:xfrm>
            <a:custGeom>
              <a:rect b="b" l="l" r="r" t="t"/>
              <a:pathLst>
                <a:path extrusionOk="0" h="110" w="117">
                  <a:moveTo>
                    <a:pt x="116" y="109"/>
                  </a:moveTo>
                  <a:cubicBezTo>
                    <a:pt x="74" y="74"/>
                    <a:pt x="36" y="39"/>
                    <a:pt x="0" y="1"/>
                  </a:cubicBezTo>
                  <a:cubicBezTo>
                    <a:pt x="36" y="39"/>
                    <a:pt x="74" y="74"/>
                    <a:pt x="116" y="1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72"/>
            <p:cNvSpPr/>
            <p:nvPr/>
          </p:nvSpPr>
          <p:spPr>
            <a:xfrm>
              <a:off x="2136461" y="2088588"/>
              <a:ext cx="84819" cy="89883"/>
            </a:xfrm>
            <a:custGeom>
              <a:rect b="b" l="l" r="r" t="t"/>
              <a:pathLst>
                <a:path extrusionOk="0" h="6620" w="6247">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5" name="Google Shape;4065;p72"/>
            <p:cNvSpPr/>
            <p:nvPr/>
          </p:nvSpPr>
          <p:spPr>
            <a:xfrm>
              <a:off x="2193595" y="217727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6" name="Google Shape;4066;p72"/>
            <p:cNvSpPr/>
            <p:nvPr/>
          </p:nvSpPr>
          <p:spPr>
            <a:xfrm>
              <a:off x="2185897" y="2177697"/>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7" name="Google Shape;4067;p72"/>
            <p:cNvSpPr/>
            <p:nvPr/>
          </p:nvSpPr>
          <p:spPr>
            <a:xfrm>
              <a:off x="2200113" y="2177372"/>
              <a:ext cx="625" cy="109"/>
            </a:xfrm>
            <a:custGeom>
              <a:rect b="b" l="l" r="r" t="t"/>
              <a:pathLst>
                <a:path extrusionOk="0" h="8" w="46">
                  <a:moveTo>
                    <a:pt x="46"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72"/>
            <p:cNvSpPr/>
            <p:nvPr/>
          </p:nvSpPr>
          <p:spPr>
            <a:xfrm>
              <a:off x="2192889" y="2177317"/>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9" name="Google Shape;4069;p72"/>
            <p:cNvSpPr/>
            <p:nvPr/>
          </p:nvSpPr>
          <p:spPr>
            <a:xfrm>
              <a:off x="2197492" y="2177277"/>
              <a:ext cx="774" cy="14"/>
            </a:xfrm>
            <a:custGeom>
              <a:rect b="b" l="l" r="r" t="t"/>
              <a:pathLst>
                <a:path extrusionOk="0" h="1" w="57">
                  <a:moveTo>
                    <a:pt x="57"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72"/>
            <p:cNvSpPr/>
            <p:nvPr/>
          </p:nvSpPr>
          <p:spPr>
            <a:xfrm>
              <a:off x="2198497" y="2177277"/>
              <a:ext cx="679" cy="54"/>
            </a:xfrm>
            <a:custGeom>
              <a:rect b="b" l="l" r="r" t="t"/>
              <a:pathLst>
                <a:path extrusionOk="0" h="4" w="50">
                  <a:moveTo>
                    <a:pt x="49"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72"/>
            <p:cNvSpPr/>
            <p:nvPr/>
          </p:nvSpPr>
          <p:spPr>
            <a:xfrm>
              <a:off x="2197261" y="217722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2" name="Google Shape;4072;p72"/>
            <p:cNvSpPr/>
            <p:nvPr/>
          </p:nvSpPr>
          <p:spPr>
            <a:xfrm>
              <a:off x="2195401" y="217727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3" name="Google Shape;4073;p72"/>
            <p:cNvSpPr/>
            <p:nvPr/>
          </p:nvSpPr>
          <p:spPr>
            <a:xfrm>
              <a:off x="2136421" y="2173421"/>
              <a:ext cx="679" cy="149"/>
            </a:xfrm>
            <a:custGeom>
              <a:rect b="b" l="l" r="r" t="t"/>
              <a:pathLst>
                <a:path extrusionOk="0" h="11" w="50">
                  <a:moveTo>
                    <a:pt x="0" y="11"/>
                  </a:moveTo>
                  <a:lnTo>
                    <a:pt x="4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4" name="Google Shape;4074;p72"/>
            <p:cNvSpPr/>
            <p:nvPr/>
          </p:nvSpPr>
          <p:spPr>
            <a:xfrm>
              <a:off x="2199257" y="2177317"/>
              <a:ext cx="679" cy="68"/>
            </a:xfrm>
            <a:custGeom>
              <a:rect b="b" l="l" r="r" t="t"/>
              <a:pathLst>
                <a:path extrusionOk="0" h="5" w="50">
                  <a:moveTo>
                    <a:pt x="49"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72"/>
            <p:cNvSpPr/>
            <p:nvPr/>
          </p:nvSpPr>
          <p:spPr>
            <a:xfrm>
              <a:off x="2187852" y="2177562"/>
              <a:ext cx="394" cy="14"/>
            </a:xfrm>
            <a:custGeom>
              <a:rect b="b" l="l" r="r" t="t"/>
              <a:pathLst>
                <a:path extrusionOk="0" h="1" w="29">
                  <a:moveTo>
                    <a:pt x="2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6" name="Google Shape;4076;p72"/>
            <p:cNvSpPr/>
            <p:nvPr/>
          </p:nvSpPr>
          <p:spPr>
            <a:xfrm>
              <a:off x="2187323" y="2177602"/>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7" name="Google Shape;4077;p72"/>
            <p:cNvSpPr/>
            <p:nvPr/>
          </p:nvSpPr>
          <p:spPr>
            <a:xfrm>
              <a:off x="2186847" y="217760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8" name="Google Shape;4078;p72"/>
            <p:cNvSpPr/>
            <p:nvPr/>
          </p:nvSpPr>
          <p:spPr>
            <a:xfrm>
              <a:off x="2200832" y="2177467"/>
              <a:ext cx="475" cy="109"/>
            </a:xfrm>
            <a:custGeom>
              <a:rect b="b" l="l" r="r" t="t"/>
              <a:pathLst>
                <a:path extrusionOk="0" h="8" w="35">
                  <a:moveTo>
                    <a:pt x="3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9" name="Google Shape;4079;p72"/>
            <p:cNvSpPr/>
            <p:nvPr/>
          </p:nvSpPr>
          <p:spPr>
            <a:xfrm>
              <a:off x="2186372" y="217765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0" name="Google Shape;4080;p72"/>
            <p:cNvSpPr/>
            <p:nvPr/>
          </p:nvSpPr>
          <p:spPr>
            <a:xfrm>
              <a:off x="2192075" y="2177317"/>
              <a:ext cx="489" cy="14"/>
            </a:xfrm>
            <a:custGeom>
              <a:rect b="b" l="l" r="r" t="t"/>
              <a:pathLst>
                <a:path extrusionOk="0" h="1" w="36">
                  <a:moveTo>
                    <a:pt x="36"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1" name="Google Shape;4081;p72"/>
            <p:cNvSpPr/>
            <p:nvPr/>
          </p:nvSpPr>
          <p:spPr>
            <a:xfrm>
              <a:off x="2191219" y="2177372"/>
              <a:ext cx="394" cy="14"/>
            </a:xfrm>
            <a:custGeom>
              <a:rect b="b" l="l" r="r" t="t"/>
              <a:pathLst>
                <a:path extrusionOk="0" h="1" w="29">
                  <a:moveTo>
                    <a:pt x="29"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2" name="Google Shape;4082;p72"/>
            <p:cNvSpPr/>
            <p:nvPr/>
          </p:nvSpPr>
          <p:spPr>
            <a:xfrm>
              <a:off x="2190513" y="2177412"/>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3" name="Google Shape;4083;p72"/>
            <p:cNvSpPr/>
            <p:nvPr/>
          </p:nvSpPr>
          <p:spPr>
            <a:xfrm>
              <a:off x="2189223" y="2177467"/>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72"/>
            <p:cNvSpPr/>
            <p:nvPr/>
          </p:nvSpPr>
          <p:spPr>
            <a:xfrm>
              <a:off x="2188558" y="2177507"/>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5" name="Google Shape;4085;p72"/>
            <p:cNvSpPr/>
            <p:nvPr/>
          </p:nvSpPr>
          <p:spPr>
            <a:xfrm>
              <a:off x="2189889" y="2177412"/>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6" name="Google Shape;4086;p72"/>
            <p:cNvSpPr/>
            <p:nvPr/>
          </p:nvSpPr>
          <p:spPr>
            <a:xfrm>
              <a:off x="2194695" y="217727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72"/>
            <p:cNvSpPr/>
            <p:nvPr/>
          </p:nvSpPr>
          <p:spPr>
            <a:xfrm>
              <a:off x="2195971" y="21772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8" name="Google Shape;4088;p72"/>
            <p:cNvSpPr/>
            <p:nvPr/>
          </p:nvSpPr>
          <p:spPr>
            <a:xfrm>
              <a:off x="2201973" y="2177697"/>
              <a:ext cx="339" cy="163"/>
            </a:xfrm>
            <a:custGeom>
              <a:rect b="b" l="l" r="r" t="t"/>
              <a:pathLst>
                <a:path extrusionOk="0" h="12" w="25">
                  <a:moveTo>
                    <a:pt x="25" y="11"/>
                  </a:moveTo>
                  <a:cubicBezTo>
                    <a:pt x="18" y="8"/>
                    <a:pt x="7" y="4"/>
                    <a:pt x="0" y="1"/>
                  </a:cubicBezTo>
                  <a:cubicBezTo>
                    <a:pt x="7" y="4"/>
                    <a:pt x="18" y="8"/>
                    <a:pt x="2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9" name="Google Shape;4089;p72"/>
            <p:cNvSpPr/>
            <p:nvPr/>
          </p:nvSpPr>
          <p:spPr>
            <a:xfrm>
              <a:off x="2201402" y="2177562"/>
              <a:ext cx="489" cy="109"/>
            </a:xfrm>
            <a:custGeom>
              <a:rect b="b" l="l" r="r" t="t"/>
              <a:pathLst>
                <a:path extrusionOk="0" h="8" w="36">
                  <a:moveTo>
                    <a:pt x="35" y="7"/>
                  </a:moveTo>
                  <a:cubicBezTo>
                    <a:pt x="25" y="7"/>
                    <a:pt x="14" y="4"/>
                    <a:pt x="0" y="0"/>
                  </a:cubicBezTo>
                  <a:cubicBezTo>
                    <a:pt x="14" y="4"/>
                    <a:pt x="25" y="7"/>
                    <a:pt x="3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72"/>
            <p:cNvSpPr/>
            <p:nvPr/>
          </p:nvSpPr>
          <p:spPr>
            <a:xfrm>
              <a:off x="2207865" y="2106307"/>
              <a:ext cx="83624" cy="72463"/>
            </a:xfrm>
            <a:custGeom>
              <a:rect b="b" l="l" r="r" t="t"/>
              <a:pathLst>
                <a:path extrusionOk="0" h="5337" w="6159">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72"/>
            <p:cNvSpPr/>
            <p:nvPr/>
          </p:nvSpPr>
          <p:spPr>
            <a:xfrm>
              <a:off x="2229915" y="217699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2" name="Google Shape;4092;p72"/>
            <p:cNvSpPr/>
            <p:nvPr/>
          </p:nvSpPr>
          <p:spPr>
            <a:xfrm>
              <a:off x="2229250" y="2175661"/>
              <a:ext cx="109" cy="109"/>
            </a:xfrm>
            <a:custGeom>
              <a:rect b="b" l="l" r="r" t="t"/>
              <a:pathLst>
                <a:path extrusionOk="0" h="8" w="8">
                  <a:moveTo>
                    <a:pt x="1" y="0"/>
                  </a:moveTo>
                  <a:lnTo>
                    <a:pt x="8" y="7"/>
                  </a:ln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72"/>
            <p:cNvSpPr/>
            <p:nvPr/>
          </p:nvSpPr>
          <p:spPr>
            <a:xfrm>
              <a:off x="2230065" y="2177412"/>
              <a:ext cx="14" cy="68"/>
            </a:xfrm>
            <a:custGeom>
              <a:rect b="b" l="l" r="r" t="t"/>
              <a:pathLst>
                <a:path extrusionOk="0" h="5" w="1">
                  <a:moveTo>
                    <a:pt x="0"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4" name="Google Shape;4094;p72"/>
            <p:cNvSpPr/>
            <p:nvPr/>
          </p:nvSpPr>
          <p:spPr>
            <a:xfrm>
              <a:off x="2229494" y="2175892"/>
              <a:ext cx="95" cy="109"/>
            </a:xfrm>
            <a:custGeom>
              <a:rect b="b" l="l" r="r" t="t"/>
              <a:pathLst>
                <a:path extrusionOk="0" h="8" w="7">
                  <a:moveTo>
                    <a:pt x="0" y="1"/>
                  </a:moveTo>
                  <a:lnTo>
                    <a:pt x="7"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72"/>
            <p:cNvSpPr/>
            <p:nvPr/>
          </p:nvSpPr>
          <p:spPr>
            <a:xfrm>
              <a:off x="2228965" y="2175566"/>
              <a:ext cx="244" cy="54"/>
            </a:xfrm>
            <a:custGeom>
              <a:rect b="b" l="l" r="r" t="t"/>
              <a:pathLst>
                <a:path extrusionOk="0" h="4" w="18">
                  <a:moveTo>
                    <a:pt x="1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6" name="Google Shape;4096;p72"/>
            <p:cNvSpPr/>
            <p:nvPr/>
          </p:nvSpPr>
          <p:spPr>
            <a:xfrm>
              <a:off x="2230010" y="217718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7" name="Google Shape;4097;p72"/>
            <p:cNvSpPr/>
            <p:nvPr/>
          </p:nvSpPr>
          <p:spPr>
            <a:xfrm>
              <a:off x="2229915" y="21768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72"/>
            <p:cNvSpPr/>
            <p:nvPr/>
          </p:nvSpPr>
          <p:spPr>
            <a:xfrm>
              <a:off x="2229793" y="2176353"/>
              <a:ext cx="95" cy="177"/>
            </a:xfrm>
            <a:custGeom>
              <a:rect b="b" l="l" r="r" t="t"/>
              <a:pathLst>
                <a:path extrusionOk="0" h="13" w="7">
                  <a:moveTo>
                    <a:pt x="2" y="1"/>
                  </a:moveTo>
                  <a:cubicBezTo>
                    <a:pt x="1" y="1"/>
                    <a:pt x="6" y="9"/>
                    <a:pt x="6" y="12"/>
                  </a:cubicBezTo>
                  <a:cubicBezTo>
                    <a:pt x="6" y="9"/>
                    <a:pt x="6" y="5"/>
                    <a:pt x="3" y="2"/>
                  </a:cubicBezTo>
                  <a:cubicBezTo>
                    <a:pt x="2" y="1"/>
                    <a:pt x="2" y="1"/>
                    <a:pt x="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9" name="Google Shape;4099;p72"/>
            <p:cNvSpPr/>
            <p:nvPr/>
          </p:nvSpPr>
          <p:spPr>
            <a:xfrm>
              <a:off x="2229684" y="2176082"/>
              <a:ext cx="109" cy="163"/>
            </a:xfrm>
            <a:custGeom>
              <a:rect b="b" l="l" r="r" t="t"/>
              <a:pathLst>
                <a:path extrusionOk="0" h="12" w="8">
                  <a:moveTo>
                    <a:pt x="7" y="11"/>
                  </a:moveTo>
                  <a:cubicBezTo>
                    <a:pt x="4" y="8"/>
                    <a:pt x="4" y="4"/>
                    <a:pt x="0" y="1"/>
                  </a:cubicBezTo>
                  <a:cubicBezTo>
                    <a:pt x="4" y="4"/>
                    <a:pt x="4" y="8"/>
                    <a:pt x="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0" name="Google Shape;4100;p72"/>
            <p:cNvSpPr/>
            <p:nvPr/>
          </p:nvSpPr>
          <p:spPr>
            <a:xfrm>
              <a:off x="2218836" y="2175172"/>
              <a:ext cx="10142" cy="733"/>
            </a:xfrm>
            <a:custGeom>
              <a:rect b="b" l="l" r="r" t="t"/>
              <a:pathLst>
                <a:path extrusionOk="0" h="54" w="747">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72"/>
            <p:cNvSpPr/>
            <p:nvPr/>
          </p:nvSpPr>
          <p:spPr>
            <a:xfrm>
              <a:off x="2261483" y="2161065"/>
              <a:ext cx="5051" cy="149"/>
            </a:xfrm>
            <a:custGeom>
              <a:rect b="b" l="l" r="r" t="t"/>
              <a:pathLst>
                <a:path extrusionOk="0" h="11" w="372">
                  <a:moveTo>
                    <a:pt x="0" y="11"/>
                  </a:moveTo>
                  <a:lnTo>
                    <a:pt x="371" y="0"/>
                  </a:lnTo>
                  <a:lnTo>
                    <a:pt x="37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72"/>
            <p:cNvSpPr/>
            <p:nvPr/>
          </p:nvSpPr>
          <p:spPr>
            <a:xfrm>
              <a:off x="2231816" y="2177032"/>
              <a:ext cx="584" cy="109"/>
            </a:xfrm>
            <a:custGeom>
              <a:rect b="b" l="l" r="r" t="t"/>
              <a:pathLst>
                <a:path extrusionOk="0" h="8" w="43">
                  <a:moveTo>
                    <a:pt x="1" y="8"/>
                  </a:moveTo>
                  <a:cubicBezTo>
                    <a:pt x="15" y="4"/>
                    <a:pt x="32" y="4"/>
                    <a:pt x="43" y="1"/>
                  </a:cubicBezTo>
                  <a:cubicBezTo>
                    <a:pt x="32" y="4"/>
                    <a:pt x="15"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3" name="Google Shape;4103;p72"/>
            <p:cNvSpPr/>
            <p:nvPr/>
          </p:nvSpPr>
          <p:spPr>
            <a:xfrm>
              <a:off x="2231056" y="2177127"/>
              <a:ext cx="638" cy="109"/>
            </a:xfrm>
            <a:custGeom>
              <a:rect b="b" l="l" r="r" t="t"/>
              <a:pathLst>
                <a:path extrusionOk="0" h="8" w="47">
                  <a:moveTo>
                    <a:pt x="1" y="8"/>
                  </a:moveTo>
                  <a:lnTo>
                    <a:pt x="4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4" name="Google Shape;4104;p72"/>
            <p:cNvSpPr/>
            <p:nvPr/>
          </p:nvSpPr>
          <p:spPr>
            <a:xfrm>
              <a:off x="2230105" y="2177277"/>
              <a:ext cx="774" cy="204"/>
            </a:xfrm>
            <a:custGeom>
              <a:rect b="b" l="l" r="r" t="t"/>
              <a:pathLst>
                <a:path extrusionOk="0" h="15" w="57">
                  <a:moveTo>
                    <a:pt x="57" y="0"/>
                  </a:moveTo>
                  <a:lnTo>
                    <a:pt x="1" y="14"/>
                  </a:ln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5" name="Google Shape;4105;p72"/>
            <p:cNvSpPr/>
            <p:nvPr/>
          </p:nvSpPr>
          <p:spPr>
            <a:xfrm>
              <a:off x="2232536" y="2177032"/>
              <a:ext cx="489" cy="14"/>
            </a:xfrm>
            <a:custGeom>
              <a:rect b="b" l="l" r="r" t="t"/>
              <a:pathLst>
                <a:path extrusionOk="0" h="1" w="36">
                  <a:moveTo>
                    <a:pt x="0" y="1"/>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6" name="Google Shape;4106;p72"/>
            <p:cNvSpPr/>
            <p:nvPr/>
          </p:nvSpPr>
          <p:spPr>
            <a:xfrm>
              <a:off x="2233106" y="2176991"/>
              <a:ext cx="434" cy="14"/>
            </a:xfrm>
            <a:custGeom>
              <a:rect b="b" l="l" r="r" t="t"/>
              <a:pathLst>
                <a:path extrusionOk="0" h="1" w="32">
                  <a:moveTo>
                    <a:pt x="0" y="0"/>
                  </a:moveTo>
                  <a:cubicBezTo>
                    <a:pt x="11" y="0"/>
                    <a:pt x="21" y="0"/>
                    <a:pt x="32" y="0"/>
                  </a:cubicBezTo>
                  <a:cubicBezTo>
                    <a:pt x="21" y="0"/>
                    <a:pt x="11"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7" name="Google Shape;4107;p72"/>
            <p:cNvSpPr/>
            <p:nvPr/>
          </p:nvSpPr>
          <p:spPr>
            <a:xfrm>
              <a:off x="2258672" y="2052499"/>
              <a:ext cx="12464" cy="10170"/>
            </a:xfrm>
            <a:custGeom>
              <a:rect b="b" l="l" r="r" t="t"/>
              <a:pathLst>
                <a:path extrusionOk="0" h="749" w="918">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8" name="Google Shape;4108;p72"/>
            <p:cNvSpPr/>
            <p:nvPr/>
          </p:nvSpPr>
          <p:spPr>
            <a:xfrm>
              <a:off x="2348080" y="1953764"/>
              <a:ext cx="75016" cy="100080"/>
            </a:xfrm>
            <a:custGeom>
              <a:rect b="b" l="l" r="r" t="t"/>
              <a:pathLst>
                <a:path extrusionOk="0" h="7371" w="5525">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9" name="Google Shape;4109;p72"/>
            <p:cNvSpPr/>
            <p:nvPr/>
          </p:nvSpPr>
          <p:spPr>
            <a:xfrm>
              <a:off x="1953274" y="1764276"/>
              <a:ext cx="85620" cy="66543"/>
            </a:xfrm>
            <a:custGeom>
              <a:rect b="b" l="l" r="r" t="t"/>
              <a:pathLst>
                <a:path extrusionOk="0" h="4901" w="6306">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0" name="Google Shape;4110;p72"/>
            <p:cNvSpPr/>
            <p:nvPr/>
          </p:nvSpPr>
          <p:spPr>
            <a:xfrm>
              <a:off x="2104473" y="1751839"/>
              <a:ext cx="29151" cy="57216"/>
            </a:xfrm>
            <a:custGeom>
              <a:rect b="b" l="l" r="r" t="t"/>
              <a:pathLst>
                <a:path extrusionOk="0" h="4214" w="2147">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1" name="Google Shape;4111;p72"/>
            <p:cNvSpPr/>
            <p:nvPr/>
          </p:nvSpPr>
          <p:spPr>
            <a:xfrm>
              <a:off x="1983932" y="1753020"/>
              <a:ext cx="152883" cy="146433"/>
            </a:xfrm>
            <a:custGeom>
              <a:rect b="b" l="l" r="r" t="t"/>
              <a:pathLst>
                <a:path extrusionOk="0" h="10785" w="1126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2" name="Google Shape;4112;p72"/>
            <p:cNvSpPr/>
            <p:nvPr/>
          </p:nvSpPr>
          <p:spPr>
            <a:xfrm>
              <a:off x="2000849" y="1814649"/>
              <a:ext cx="14" cy="109"/>
            </a:xfrm>
            <a:custGeom>
              <a:rect b="b" l="l" r="r" t="t"/>
              <a:pathLst>
                <a:path extrusionOk="0" h="8" w="1">
                  <a:moveTo>
                    <a:pt x="1" y="7"/>
                  </a:moveTo>
                  <a:cubicBezTo>
                    <a:pt x="1" y="4"/>
                    <a:pt x="1" y="4"/>
                    <a:pt x="1" y="0"/>
                  </a:cubicBezTo>
                  <a:cubicBezTo>
                    <a:pt x="1" y="4"/>
                    <a:pt x="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3" name="Google Shape;4113;p72"/>
            <p:cNvSpPr/>
            <p:nvPr/>
          </p:nvSpPr>
          <p:spPr>
            <a:xfrm>
              <a:off x="2021202" y="1799102"/>
              <a:ext cx="149" cy="869"/>
            </a:xfrm>
            <a:custGeom>
              <a:rect b="b" l="l" r="r" t="t"/>
              <a:pathLst>
                <a:path extrusionOk="0" h="64" w="11">
                  <a:moveTo>
                    <a:pt x="11" y="0"/>
                  </a:moveTo>
                  <a:cubicBezTo>
                    <a:pt x="7" y="14"/>
                    <a:pt x="4" y="39"/>
                    <a:pt x="0" y="63"/>
                  </a:cubicBezTo>
                  <a:cubicBezTo>
                    <a:pt x="4" y="39"/>
                    <a:pt x="7" y="14"/>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4" name="Google Shape;4114;p72"/>
            <p:cNvSpPr/>
            <p:nvPr/>
          </p:nvSpPr>
          <p:spPr>
            <a:xfrm>
              <a:off x="2034372" y="1771296"/>
              <a:ext cx="244" cy="434"/>
            </a:xfrm>
            <a:custGeom>
              <a:rect b="b" l="l" r="r" t="t"/>
              <a:pathLst>
                <a:path extrusionOk="0" h="32" w="18">
                  <a:moveTo>
                    <a:pt x="18" y="32"/>
                  </a:moveTo>
                  <a:cubicBezTo>
                    <a:pt x="11" y="21"/>
                    <a:pt x="4" y="11"/>
                    <a:pt x="0" y="0"/>
                  </a:cubicBezTo>
                  <a:cubicBezTo>
                    <a:pt x="4" y="11"/>
                    <a:pt x="11" y="21"/>
                    <a:pt x="1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5" name="Google Shape;4115;p72"/>
            <p:cNvSpPr/>
            <p:nvPr/>
          </p:nvSpPr>
          <p:spPr>
            <a:xfrm>
              <a:off x="1995581" y="1816645"/>
              <a:ext cx="1534" cy="299"/>
            </a:xfrm>
            <a:custGeom>
              <a:rect b="b" l="l" r="r" t="t"/>
              <a:pathLst>
                <a:path extrusionOk="0" h="22" w="113">
                  <a:moveTo>
                    <a:pt x="0" y="21"/>
                  </a:moveTo>
                  <a:cubicBezTo>
                    <a:pt x="35" y="7"/>
                    <a:pt x="74" y="0"/>
                    <a:pt x="112" y="4"/>
                  </a:cubicBezTo>
                  <a:cubicBezTo>
                    <a:pt x="74" y="0"/>
                    <a:pt x="35" y="7"/>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6" name="Google Shape;4116;p72"/>
            <p:cNvSpPr/>
            <p:nvPr/>
          </p:nvSpPr>
          <p:spPr>
            <a:xfrm>
              <a:off x="2034603" y="1771771"/>
              <a:ext cx="204" cy="299"/>
            </a:xfrm>
            <a:custGeom>
              <a:rect b="b" l="l" r="r" t="t"/>
              <a:pathLst>
                <a:path extrusionOk="0" h="22" w="15">
                  <a:moveTo>
                    <a:pt x="1" y="0"/>
                  </a:moveTo>
                  <a:cubicBezTo>
                    <a:pt x="4" y="7"/>
                    <a:pt x="11" y="18"/>
                    <a:pt x="15" y="21"/>
                  </a:cubicBezTo>
                  <a:cubicBezTo>
                    <a:pt x="11" y="18"/>
                    <a:pt x="8"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7" name="Google Shape;4117;p72"/>
            <p:cNvSpPr/>
            <p:nvPr/>
          </p:nvSpPr>
          <p:spPr>
            <a:xfrm>
              <a:off x="2034182" y="1771051"/>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8" name="Google Shape;4118;p72"/>
            <p:cNvSpPr/>
            <p:nvPr/>
          </p:nvSpPr>
          <p:spPr>
            <a:xfrm>
              <a:off x="1997672" y="1816115"/>
              <a:ext cx="2675" cy="611"/>
            </a:xfrm>
            <a:custGeom>
              <a:rect b="b" l="l" r="r" t="t"/>
              <a:pathLst>
                <a:path extrusionOk="0" h="45" w="197">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9" name="Google Shape;4119;p72"/>
            <p:cNvSpPr/>
            <p:nvPr/>
          </p:nvSpPr>
          <p:spPr>
            <a:xfrm>
              <a:off x="2027950" y="1795491"/>
              <a:ext cx="8282" cy="434"/>
            </a:xfrm>
            <a:custGeom>
              <a:rect b="b" l="l" r="r" t="t"/>
              <a:pathLst>
                <a:path extrusionOk="0" h="32" w="610">
                  <a:moveTo>
                    <a:pt x="610" y="32"/>
                  </a:moveTo>
                  <a:cubicBezTo>
                    <a:pt x="477" y="25"/>
                    <a:pt x="91" y="0"/>
                    <a:pt x="0" y="32"/>
                  </a:cubicBezTo>
                  <a:cubicBezTo>
                    <a:pt x="91" y="0"/>
                    <a:pt x="477" y="25"/>
                    <a:pt x="61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72"/>
            <p:cNvSpPr/>
            <p:nvPr/>
          </p:nvSpPr>
          <p:spPr>
            <a:xfrm>
              <a:off x="2110135" y="1764018"/>
              <a:ext cx="54" cy="258"/>
            </a:xfrm>
            <a:custGeom>
              <a:rect b="b" l="l" r="r" t="t"/>
              <a:pathLst>
                <a:path extrusionOk="0" h="19" w="4">
                  <a:moveTo>
                    <a:pt x="0" y="1"/>
                  </a:moveTo>
                  <a:cubicBezTo>
                    <a:pt x="0" y="8"/>
                    <a:pt x="0" y="11"/>
                    <a:pt x="4" y="18"/>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1" name="Google Shape;4121;p72"/>
            <p:cNvSpPr/>
            <p:nvPr/>
          </p:nvSpPr>
          <p:spPr>
            <a:xfrm>
              <a:off x="2110270" y="1764493"/>
              <a:ext cx="68" cy="258"/>
            </a:xfrm>
            <a:custGeom>
              <a:rect b="b" l="l" r="r" t="t"/>
              <a:pathLst>
                <a:path extrusionOk="0" h="19" w="5">
                  <a:moveTo>
                    <a:pt x="1" y="1"/>
                  </a:moveTo>
                  <a:cubicBezTo>
                    <a:pt x="1" y="8"/>
                    <a:pt x="1" y="11"/>
                    <a:pt x="4" y="18"/>
                  </a:cubicBez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2" name="Google Shape;4122;p72"/>
            <p:cNvSpPr/>
            <p:nvPr/>
          </p:nvSpPr>
          <p:spPr>
            <a:xfrm>
              <a:off x="2110080" y="1763448"/>
              <a:ext cx="68" cy="299"/>
            </a:xfrm>
            <a:custGeom>
              <a:rect b="b" l="l" r="r" t="t"/>
              <a:pathLst>
                <a:path extrusionOk="0" h="22" w="5">
                  <a:moveTo>
                    <a:pt x="1" y="1"/>
                  </a:moveTo>
                  <a:cubicBezTo>
                    <a:pt x="1" y="8"/>
                    <a:pt x="1" y="15"/>
                    <a:pt x="4" y="22"/>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72"/>
            <p:cNvSpPr/>
            <p:nvPr/>
          </p:nvSpPr>
          <p:spPr>
            <a:xfrm>
              <a:off x="2110039" y="1759836"/>
              <a:ext cx="14" cy="448"/>
            </a:xfrm>
            <a:custGeom>
              <a:rect b="b" l="l" r="r" t="t"/>
              <a:pathLst>
                <a:path extrusionOk="0" h="33" w="1">
                  <a:moveTo>
                    <a:pt x="0" y="1"/>
                  </a:moveTo>
                  <a:lnTo>
                    <a:pt x="0"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72"/>
            <p:cNvSpPr/>
            <p:nvPr/>
          </p:nvSpPr>
          <p:spPr>
            <a:xfrm>
              <a:off x="2110039" y="1762878"/>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5" name="Google Shape;4125;p72"/>
            <p:cNvSpPr/>
            <p:nvPr/>
          </p:nvSpPr>
          <p:spPr>
            <a:xfrm>
              <a:off x="2119218" y="180970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6" name="Google Shape;4126;p72"/>
            <p:cNvSpPr/>
            <p:nvPr/>
          </p:nvSpPr>
          <p:spPr>
            <a:xfrm>
              <a:off x="2110555" y="1765349"/>
              <a:ext cx="68" cy="204"/>
            </a:xfrm>
            <a:custGeom>
              <a:rect b="b" l="l" r="r" t="t"/>
              <a:pathLst>
                <a:path extrusionOk="0" h="15" w="5">
                  <a:moveTo>
                    <a:pt x="1" y="1"/>
                  </a:moveTo>
                  <a:lnTo>
                    <a:pt x="1" y="1"/>
                  </a:lnTo>
                  <a:cubicBezTo>
                    <a:pt x="1" y="4"/>
                    <a:pt x="4" y="11"/>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7" name="Google Shape;4127;p72"/>
            <p:cNvSpPr/>
            <p:nvPr/>
          </p:nvSpPr>
          <p:spPr>
            <a:xfrm>
              <a:off x="2119028" y="1808987"/>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72"/>
            <p:cNvSpPr/>
            <p:nvPr/>
          </p:nvSpPr>
          <p:spPr>
            <a:xfrm>
              <a:off x="2110365" y="1764969"/>
              <a:ext cx="109" cy="204"/>
            </a:xfrm>
            <a:custGeom>
              <a:rect b="b" l="l" r="r" t="t"/>
              <a:pathLst>
                <a:path extrusionOk="0" h="15" w="8">
                  <a:moveTo>
                    <a:pt x="1" y="1"/>
                  </a:moveTo>
                  <a:lnTo>
                    <a:pt x="1" y="1"/>
                  </a:lnTo>
                  <a:cubicBezTo>
                    <a:pt x="1" y="4"/>
                    <a:pt x="4" y="11"/>
                    <a:pt x="8" y="15"/>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9" name="Google Shape;4129;p72"/>
            <p:cNvSpPr/>
            <p:nvPr/>
          </p:nvSpPr>
          <p:spPr>
            <a:xfrm>
              <a:off x="2110080" y="1758981"/>
              <a:ext cx="14" cy="448"/>
            </a:xfrm>
            <a:custGeom>
              <a:rect b="b" l="l" r="r" t="t"/>
              <a:pathLst>
                <a:path extrusionOk="0" h="33" w="1">
                  <a:moveTo>
                    <a:pt x="1" y="1"/>
                  </a:moveTo>
                  <a:cubicBezTo>
                    <a:pt x="1" y="11"/>
                    <a:pt x="1" y="22"/>
                    <a:pt x="1" y="32"/>
                  </a:cubicBez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0" name="Google Shape;4130;p72"/>
            <p:cNvSpPr/>
            <p:nvPr/>
          </p:nvSpPr>
          <p:spPr>
            <a:xfrm>
              <a:off x="2109985" y="1762212"/>
              <a:ext cx="14" cy="299"/>
            </a:xfrm>
            <a:custGeom>
              <a:rect b="b" l="l" r="r" t="t"/>
              <a:pathLst>
                <a:path extrusionOk="0" h="22" w="1">
                  <a:moveTo>
                    <a:pt x="1" y="1"/>
                  </a:moveTo>
                  <a:lnTo>
                    <a:pt x="1" y="22"/>
                  </a:ln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72"/>
            <p:cNvSpPr/>
            <p:nvPr/>
          </p:nvSpPr>
          <p:spPr>
            <a:xfrm>
              <a:off x="2109985" y="1760692"/>
              <a:ext cx="14" cy="394"/>
            </a:xfrm>
            <a:custGeom>
              <a:rect b="b" l="l" r="r" t="t"/>
              <a:pathLst>
                <a:path extrusionOk="0" h="29" w="1">
                  <a:moveTo>
                    <a:pt x="1" y="1"/>
                  </a:moveTo>
                  <a:lnTo>
                    <a:pt x="1" y="29"/>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72"/>
            <p:cNvSpPr/>
            <p:nvPr/>
          </p:nvSpPr>
          <p:spPr>
            <a:xfrm>
              <a:off x="2109985" y="1761452"/>
              <a:ext cx="14" cy="394"/>
            </a:xfrm>
            <a:custGeom>
              <a:rect b="b" l="l" r="r" t="t"/>
              <a:pathLst>
                <a:path extrusionOk="0" h="29" w="1">
                  <a:moveTo>
                    <a:pt x="1"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3" name="Google Shape;4133;p72"/>
            <p:cNvSpPr/>
            <p:nvPr/>
          </p:nvSpPr>
          <p:spPr>
            <a:xfrm>
              <a:off x="2110705" y="1765688"/>
              <a:ext cx="109" cy="149"/>
            </a:xfrm>
            <a:custGeom>
              <a:rect b="b" l="l" r="r" t="t"/>
              <a:pathLst>
                <a:path extrusionOk="0" h="11" w="8">
                  <a:moveTo>
                    <a:pt x="0" y="0"/>
                  </a:moveTo>
                  <a:cubicBezTo>
                    <a:pt x="0" y="4"/>
                    <a:pt x="4" y="7"/>
                    <a:pt x="7" y="11"/>
                  </a:cubicBez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4" name="Google Shape;4134;p72"/>
            <p:cNvSpPr/>
            <p:nvPr/>
          </p:nvSpPr>
          <p:spPr>
            <a:xfrm>
              <a:off x="2110135" y="1757990"/>
              <a:ext cx="54" cy="489"/>
            </a:xfrm>
            <a:custGeom>
              <a:rect b="b" l="l" r="r" t="t"/>
              <a:pathLst>
                <a:path extrusionOk="0" h="36" w="4">
                  <a:moveTo>
                    <a:pt x="4" y="0"/>
                  </a:moveTo>
                  <a:cubicBezTo>
                    <a:pt x="4" y="14"/>
                    <a:pt x="0" y="25"/>
                    <a:pt x="0" y="35"/>
                  </a:cubicBezTo>
                  <a:cubicBezTo>
                    <a:pt x="0"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5" name="Google Shape;4135;p72"/>
            <p:cNvSpPr/>
            <p:nvPr/>
          </p:nvSpPr>
          <p:spPr>
            <a:xfrm>
              <a:off x="2110230" y="1756985"/>
              <a:ext cx="54" cy="489"/>
            </a:xfrm>
            <a:custGeom>
              <a:rect b="b" l="l" r="r" t="t"/>
              <a:pathLst>
                <a:path extrusionOk="0" h="36" w="4">
                  <a:moveTo>
                    <a:pt x="4" y="1"/>
                  </a:moveTo>
                  <a:cubicBezTo>
                    <a:pt x="4" y="11"/>
                    <a:pt x="0" y="25"/>
                    <a:pt x="0" y="36"/>
                  </a:cubicBezTo>
                  <a:cubicBezTo>
                    <a:pt x="0" y="25"/>
                    <a:pt x="4" y="1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72"/>
            <p:cNvSpPr/>
            <p:nvPr/>
          </p:nvSpPr>
          <p:spPr>
            <a:xfrm>
              <a:off x="2110365" y="1755899"/>
              <a:ext cx="68" cy="530"/>
            </a:xfrm>
            <a:custGeom>
              <a:rect b="b" l="l" r="r" t="t"/>
              <a:pathLst>
                <a:path extrusionOk="0" h="39" w="5">
                  <a:moveTo>
                    <a:pt x="4" y="0"/>
                  </a:moveTo>
                  <a:cubicBezTo>
                    <a:pt x="4" y="14"/>
                    <a:pt x="1" y="25"/>
                    <a:pt x="1" y="39"/>
                  </a:cubicBezTo>
                  <a:cubicBezTo>
                    <a:pt x="1"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7" name="Google Shape;4137;p72"/>
            <p:cNvSpPr/>
            <p:nvPr/>
          </p:nvSpPr>
          <p:spPr>
            <a:xfrm>
              <a:off x="2110515" y="1754704"/>
              <a:ext cx="54" cy="638"/>
            </a:xfrm>
            <a:custGeom>
              <a:rect b="b" l="l" r="r" t="t"/>
              <a:pathLst>
                <a:path extrusionOk="0" h="47" w="4">
                  <a:moveTo>
                    <a:pt x="4" y="1"/>
                  </a:moveTo>
                  <a:lnTo>
                    <a:pt x="4" y="1"/>
                  </a:lnTo>
                  <a:cubicBezTo>
                    <a:pt x="4" y="15"/>
                    <a:pt x="0" y="32"/>
                    <a:pt x="0" y="46"/>
                  </a:cubicBezTo>
                  <a:cubicBezTo>
                    <a:pt x="0" y="32"/>
                    <a:pt x="4" y="1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8" name="Google Shape;4138;p72"/>
            <p:cNvSpPr/>
            <p:nvPr/>
          </p:nvSpPr>
          <p:spPr>
            <a:xfrm>
              <a:off x="2119734" y="1788268"/>
              <a:ext cx="110385" cy="105294"/>
            </a:xfrm>
            <a:custGeom>
              <a:rect b="b" l="l" r="r" t="t"/>
              <a:pathLst>
                <a:path extrusionOk="0" h="7755" w="813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72"/>
            <p:cNvSpPr/>
            <p:nvPr/>
          </p:nvSpPr>
          <p:spPr>
            <a:xfrm>
              <a:off x="2135375" y="1790168"/>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72"/>
            <p:cNvSpPr/>
            <p:nvPr/>
          </p:nvSpPr>
          <p:spPr>
            <a:xfrm>
              <a:off x="2127962" y="1796916"/>
              <a:ext cx="434" cy="434"/>
            </a:xfrm>
            <a:custGeom>
              <a:rect b="b" l="l" r="r" t="t"/>
              <a:pathLst>
                <a:path extrusionOk="0" h="32" w="32">
                  <a:moveTo>
                    <a:pt x="0" y="32"/>
                  </a:move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1" name="Google Shape;4141;p72"/>
            <p:cNvSpPr/>
            <p:nvPr/>
          </p:nvSpPr>
          <p:spPr>
            <a:xfrm>
              <a:off x="2128573" y="1796577"/>
              <a:ext cx="109" cy="163"/>
            </a:xfrm>
            <a:custGeom>
              <a:rect b="b" l="l" r="r" t="t"/>
              <a:pathLst>
                <a:path extrusionOk="0" h="12" w="8">
                  <a:moveTo>
                    <a:pt x="1" y="1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2" name="Google Shape;4142;p72"/>
            <p:cNvSpPr/>
            <p:nvPr/>
          </p:nvSpPr>
          <p:spPr>
            <a:xfrm>
              <a:off x="2135416" y="17890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3" name="Google Shape;4143;p72"/>
            <p:cNvSpPr/>
            <p:nvPr/>
          </p:nvSpPr>
          <p:spPr>
            <a:xfrm>
              <a:off x="2131668" y="1793821"/>
              <a:ext cx="54" cy="14"/>
            </a:xfrm>
            <a:custGeom>
              <a:rect b="b" l="l" r="r" t="t"/>
              <a:pathLst>
                <a:path extrusionOk="0" h="1" w="4">
                  <a:moveTo>
                    <a:pt x="0" y="1"/>
                  </a:move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72"/>
            <p:cNvSpPr/>
            <p:nvPr/>
          </p:nvSpPr>
          <p:spPr>
            <a:xfrm>
              <a:off x="2131899" y="1793726"/>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5" name="Google Shape;4145;p72"/>
            <p:cNvSpPr/>
            <p:nvPr/>
          </p:nvSpPr>
          <p:spPr>
            <a:xfrm>
              <a:off x="2131763" y="1793821"/>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6" name="Google Shape;4146;p72"/>
            <p:cNvSpPr/>
            <p:nvPr/>
          </p:nvSpPr>
          <p:spPr>
            <a:xfrm>
              <a:off x="2121825" y="1808036"/>
              <a:ext cx="2580" cy="2485"/>
            </a:xfrm>
            <a:custGeom>
              <a:rect b="b" l="l" r="r" t="t"/>
              <a:pathLst>
                <a:path extrusionOk="0" h="183" w="190">
                  <a:moveTo>
                    <a:pt x="190" y="1"/>
                  </a:moveTo>
                  <a:cubicBezTo>
                    <a:pt x="141" y="74"/>
                    <a:pt x="78" y="137"/>
                    <a:pt x="1" y="183"/>
                  </a:cubicBezTo>
                  <a:lnTo>
                    <a:pt x="1" y="183"/>
                  </a:lnTo>
                  <a:cubicBezTo>
                    <a:pt x="78" y="137"/>
                    <a:pt x="141" y="74"/>
                    <a:pt x="19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72"/>
            <p:cNvSpPr/>
            <p:nvPr/>
          </p:nvSpPr>
          <p:spPr>
            <a:xfrm>
              <a:off x="2120929" y="1810847"/>
              <a:ext cx="448" cy="299"/>
            </a:xfrm>
            <a:custGeom>
              <a:rect b="b" l="l" r="r" t="t"/>
              <a:pathLst>
                <a:path extrusionOk="0" h="22" w="33">
                  <a:moveTo>
                    <a:pt x="33" y="0"/>
                  </a:moveTo>
                  <a:lnTo>
                    <a:pt x="28" y="4"/>
                  </a:lnTo>
                  <a:lnTo>
                    <a:pt x="0" y="21"/>
                  </a:lnTo>
                  <a:lnTo>
                    <a:pt x="7" y="18"/>
                  </a:lnTo>
                  <a:lnTo>
                    <a:pt x="3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72"/>
            <p:cNvSpPr/>
            <p:nvPr/>
          </p:nvSpPr>
          <p:spPr>
            <a:xfrm>
              <a:off x="2135375" y="178963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9" name="Google Shape;4149;p72"/>
            <p:cNvSpPr/>
            <p:nvPr/>
          </p:nvSpPr>
          <p:spPr>
            <a:xfrm>
              <a:off x="2135470" y="178830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0" name="Google Shape;4150;p72"/>
            <p:cNvSpPr/>
            <p:nvPr/>
          </p:nvSpPr>
          <p:spPr>
            <a:xfrm>
              <a:off x="2120114" y="1812884"/>
              <a:ext cx="964" cy="1684"/>
            </a:xfrm>
            <a:custGeom>
              <a:rect b="b" l="l" r="r" t="t"/>
              <a:pathLst>
                <a:path extrusionOk="0" h="124" w="71">
                  <a:moveTo>
                    <a:pt x="1" y="1"/>
                  </a:moveTo>
                  <a:cubicBezTo>
                    <a:pt x="18" y="39"/>
                    <a:pt x="46" y="85"/>
                    <a:pt x="71" y="123"/>
                  </a:cubicBezTo>
                  <a:cubicBezTo>
                    <a:pt x="46" y="85"/>
                    <a:pt x="18"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1" name="Google Shape;4151;p72"/>
            <p:cNvSpPr/>
            <p:nvPr/>
          </p:nvSpPr>
          <p:spPr>
            <a:xfrm>
              <a:off x="2137222" y="1859943"/>
              <a:ext cx="163" cy="244"/>
            </a:xfrm>
            <a:custGeom>
              <a:rect b="b" l="l" r="r" t="t"/>
              <a:pathLst>
                <a:path extrusionOk="0" h="18" w="12">
                  <a:moveTo>
                    <a:pt x="1" y="0"/>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72"/>
            <p:cNvSpPr/>
            <p:nvPr/>
          </p:nvSpPr>
          <p:spPr>
            <a:xfrm>
              <a:off x="2134615" y="1857418"/>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3" name="Google Shape;4153;p72"/>
            <p:cNvSpPr/>
            <p:nvPr/>
          </p:nvSpPr>
          <p:spPr>
            <a:xfrm>
              <a:off x="2136706" y="1859034"/>
              <a:ext cx="149" cy="204"/>
            </a:xfrm>
            <a:custGeom>
              <a:rect b="b" l="l" r="r" t="t"/>
              <a:pathLst>
                <a:path extrusionOk="0" h="15" w="11">
                  <a:moveTo>
                    <a:pt x="0" y="1"/>
                  </a:moveTo>
                  <a:lnTo>
                    <a:pt x="1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4" name="Google Shape;4154;p72"/>
            <p:cNvSpPr/>
            <p:nvPr/>
          </p:nvSpPr>
          <p:spPr>
            <a:xfrm>
              <a:off x="2137466" y="1860459"/>
              <a:ext cx="149" cy="258"/>
            </a:xfrm>
            <a:custGeom>
              <a:rect b="b" l="l" r="r" t="t"/>
              <a:pathLst>
                <a:path extrusionOk="0" h="19" w="11">
                  <a:moveTo>
                    <a:pt x="0" y="1"/>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72"/>
            <p:cNvSpPr/>
            <p:nvPr/>
          </p:nvSpPr>
          <p:spPr>
            <a:xfrm>
              <a:off x="2119788" y="1811132"/>
              <a:ext cx="1195" cy="964"/>
            </a:xfrm>
            <a:custGeom>
              <a:rect b="b" l="l" r="r" t="t"/>
              <a:pathLst>
                <a:path extrusionOk="0" h="71" w="88">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72"/>
            <p:cNvSpPr/>
            <p:nvPr/>
          </p:nvSpPr>
          <p:spPr>
            <a:xfrm>
              <a:off x="2137697" y="1861029"/>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7" name="Google Shape;4157;p72"/>
            <p:cNvSpPr/>
            <p:nvPr/>
          </p:nvSpPr>
          <p:spPr>
            <a:xfrm>
              <a:off x="2135036" y="1857567"/>
              <a:ext cx="163" cy="54"/>
            </a:xfrm>
            <a:custGeom>
              <a:rect b="b" l="l" r="r" t="t"/>
              <a:pathLst>
                <a:path extrusionOk="0" h="4" w="12">
                  <a:moveTo>
                    <a:pt x="1" y="0"/>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8" name="Google Shape;4158;p72"/>
            <p:cNvSpPr/>
            <p:nvPr/>
          </p:nvSpPr>
          <p:spPr>
            <a:xfrm>
              <a:off x="2137982" y="1861654"/>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9" name="Google Shape;4159;p72"/>
            <p:cNvSpPr/>
            <p:nvPr/>
          </p:nvSpPr>
          <p:spPr>
            <a:xfrm>
              <a:off x="2138172" y="1862265"/>
              <a:ext cx="68" cy="204"/>
            </a:xfrm>
            <a:custGeom>
              <a:rect b="b" l="l" r="r" t="t"/>
              <a:pathLst>
                <a:path extrusionOk="0" h="15" w="5">
                  <a:moveTo>
                    <a:pt x="1"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72"/>
            <p:cNvSpPr/>
            <p:nvPr/>
          </p:nvSpPr>
          <p:spPr>
            <a:xfrm>
              <a:off x="2136081" y="1858273"/>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1" name="Google Shape;4161;p72"/>
            <p:cNvSpPr/>
            <p:nvPr/>
          </p:nvSpPr>
          <p:spPr>
            <a:xfrm>
              <a:off x="2136421" y="1858613"/>
              <a:ext cx="149" cy="204"/>
            </a:xfrm>
            <a:custGeom>
              <a:rect b="b" l="l" r="r" t="t"/>
              <a:pathLst>
                <a:path extrusionOk="0" h="15" w="11">
                  <a:moveTo>
                    <a:pt x="0" y="0"/>
                  </a:moveTo>
                  <a:lnTo>
                    <a:pt x="1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2" name="Google Shape;4162;p72"/>
            <p:cNvSpPr/>
            <p:nvPr/>
          </p:nvSpPr>
          <p:spPr>
            <a:xfrm>
              <a:off x="2135755" y="1857947"/>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72"/>
            <p:cNvSpPr/>
            <p:nvPr/>
          </p:nvSpPr>
          <p:spPr>
            <a:xfrm>
              <a:off x="2119883" y="1812408"/>
              <a:ext cx="54" cy="109"/>
            </a:xfrm>
            <a:custGeom>
              <a:rect b="b" l="l" r="r" t="t"/>
              <a:pathLst>
                <a:path extrusionOk="0" h="8" w="4">
                  <a:moveTo>
                    <a:pt x="0"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72"/>
            <p:cNvSpPr/>
            <p:nvPr/>
          </p:nvSpPr>
          <p:spPr>
            <a:xfrm>
              <a:off x="2119788" y="1812218"/>
              <a:ext cx="14" cy="109"/>
            </a:xfrm>
            <a:custGeom>
              <a:rect b="b" l="l" r="r" t="t"/>
              <a:pathLst>
                <a:path extrusionOk="0" h="8" w="1">
                  <a:moveTo>
                    <a:pt x="0" y="1"/>
                  </a:moveTo>
                  <a:lnTo>
                    <a:pt x="0" y="4"/>
                  </a:lnTo>
                  <a:cubicBezTo>
                    <a:pt x="0" y="8"/>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5" name="Google Shape;4165;p72"/>
            <p:cNvSpPr/>
            <p:nvPr/>
          </p:nvSpPr>
          <p:spPr>
            <a:xfrm>
              <a:off x="2135416" y="1857703"/>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6" name="Google Shape;4166;p72"/>
            <p:cNvSpPr/>
            <p:nvPr/>
          </p:nvSpPr>
          <p:spPr>
            <a:xfrm>
              <a:off x="2119978" y="1812653"/>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7" name="Google Shape;4167;p72"/>
            <p:cNvSpPr/>
            <p:nvPr/>
          </p:nvSpPr>
          <p:spPr>
            <a:xfrm>
              <a:off x="2136991" y="1859468"/>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72"/>
            <p:cNvSpPr/>
            <p:nvPr/>
          </p:nvSpPr>
          <p:spPr>
            <a:xfrm>
              <a:off x="2122449" y="1836183"/>
              <a:ext cx="584" cy="1534"/>
            </a:xfrm>
            <a:custGeom>
              <a:rect b="b" l="l" r="r" t="t"/>
              <a:pathLst>
                <a:path extrusionOk="0" h="113" w="43">
                  <a:moveTo>
                    <a:pt x="0" y="0"/>
                  </a:moveTo>
                  <a:cubicBezTo>
                    <a:pt x="7" y="39"/>
                    <a:pt x="21" y="77"/>
                    <a:pt x="42" y="112"/>
                  </a:cubicBezTo>
                  <a:cubicBezTo>
                    <a:pt x="21" y="77"/>
                    <a:pt x="7"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9" name="Google Shape;4169;p72"/>
            <p:cNvSpPr/>
            <p:nvPr/>
          </p:nvSpPr>
          <p:spPr>
            <a:xfrm>
              <a:off x="2121730" y="1810562"/>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0" name="Google Shape;4170;p72"/>
            <p:cNvSpPr/>
            <p:nvPr/>
          </p:nvSpPr>
          <p:spPr>
            <a:xfrm>
              <a:off x="2138362" y="1862985"/>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1" name="Google Shape;4171;p72"/>
            <p:cNvSpPr/>
            <p:nvPr/>
          </p:nvSpPr>
          <p:spPr>
            <a:xfrm>
              <a:off x="2120779" y="1810562"/>
              <a:ext cx="1059" cy="720"/>
            </a:xfrm>
            <a:custGeom>
              <a:rect b="b" l="l" r="r" t="t"/>
              <a:pathLst>
                <a:path extrusionOk="0" h="53" w="78">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2" name="Google Shape;4172;p72"/>
            <p:cNvSpPr/>
            <p:nvPr/>
          </p:nvSpPr>
          <p:spPr>
            <a:xfrm>
              <a:off x="1925087" y="1940173"/>
              <a:ext cx="16741" cy="4195"/>
            </a:xfrm>
            <a:custGeom>
              <a:rect b="b" l="l" r="r" t="t"/>
              <a:pathLst>
                <a:path extrusionOk="0" h="309" w="1233">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3" name="Google Shape;4173;p72"/>
            <p:cNvSpPr/>
            <p:nvPr/>
          </p:nvSpPr>
          <p:spPr>
            <a:xfrm>
              <a:off x="1920484" y="1919467"/>
              <a:ext cx="41887" cy="31391"/>
            </a:xfrm>
            <a:custGeom>
              <a:rect b="b" l="l" r="r" t="t"/>
              <a:pathLst>
                <a:path extrusionOk="0" h="2312" w="3085">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4" name="Google Shape;4174;p72"/>
            <p:cNvSpPr/>
            <p:nvPr/>
          </p:nvSpPr>
          <p:spPr>
            <a:xfrm>
              <a:off x="1924802" y="1946215"/>
              <a:ext cx="163" cy="54"/>
            </a:xfrm>
            <a:custGeom>
              <a:rect b="b" l="l" r="r" t="t"/>
              <a:pathLst>
                <a:path extrusionOk="0" h="4" w="12">
                  <a:moveTo>
                    <a:pt x="1" y="4"/>
                  </a:moveTo>
                  <a:lnTo>
                    <a:pt x="1" y="4"/>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5" name="Google Shape;4175;p72"/>
            <p:cNvSpPr/>
            <p:nvPr/>
          </p:nvSpPr>
          <p:spPr>
            <a:xfrm>
              <a:off x="1925752" y="1946065"/>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6" name="Google Shape;4176;p72"/>
            <p:cNvSpPr/>
            <p:nvPr/>
          </p:nvSpPr>
          <p:spPr>
            <a:xfrm>
              <a:off x="1928943" y="1940268"/>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7" name="Google Shape;4177;p72"/>
            <p:cNvSpPr/>
            <p:nvPr/>
          </p:nvSpPr>
          <p:spPr>
            <a:xfrm>
              <a:off x="1925752" y="194026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8" name="Google Shape;4178;p72"/>
            <p:cNvSpPr/>
            <p:nvPr/>
          </p:nvSpPr>
          <p:spPr>
            <a:xfrm>
              <a:off x="1932880" y="1939181"/>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72"/>
            <p:cNvSpPr/>
            <p:nvPr/>
          </p:nvSpPr>
          <p:spPr>
            <a:xfrm>
              <a:off x="1931835" y="1939562"/>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0" name="Google Shape;4180;p72"/>
            <p:cNvSpPr/>
            <p:nvPr/>
          </p:nvSpPr>
          <p:spPr>
            <a:xfrm>
              <a:off x="1925901" y="1946025"/>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1" name="Google Shape;4181;p72"/>
            <p:cNvSpPr/>
            <p:nvPr/>
          </p:nvSpPr>
          <p:spPr>
            <a:xfrm>
              <a:off x="1925521" y="1946120"/>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72"/>
            <p:cNvSpPr/>
            <p:nvPr/>
          </p:nvSpPr>
          <p:spPr>
            <a:xfrm>
              <a:off x="1926947" y="19403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3" name="Google Shape;4183;p72"/>
            <p:cNvSpPr/>
            <p:nvPr/>
          </p:nvSpPr>
          <p:spPr>
            <a:xfrm>
              <a:off x="1925087" y="1946160"/>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72"/>
            <p:cNvSpPr/>
            <p:nvPr/>
          </p:nvSpPr>
          <p:spPr>
            <a:xfrm>
              <a:off x="1928033" y="19403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5" name="Google Shape;4185;p72"/>
            <p:cNvSpPr/>
            <p:nvPr/>
          </p:nvSpPr>
          <p:spPr>
            <a:xfrm>
              <a:off x="1926037" y="194602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72"/>
            <p:cNvSpPr/>
            <p:nvPr/>
          </p:nvSpPr>
          <p:spPr>
            <a:xfrm>
              <a:off x="1929893" y="1940132"/>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7" name="Google Shape;4187;p72"/>
            <p:cNvSpPr/>
            <p:nvPr/>
          </p:nvSpPr>
          <p:spPr>
            <a:xfrm>
              <a:off x="1930884" y="1939888"/>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8" name="Google Shape;4188;p72"/>
            <p:cNvSpPr/>
            <p:nvPr/>
          </p:nvSpPr>
          <p:spPr>
            <a:xfrm>
              <a:off x="1926132" y="194597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72"/>
            <p:cNvSpPr/>
            <p:nvPr/>
          </p:nvSpPr>
          <p:spPr>
            <a:xfrm>
              <a:off x="1928318" y="1943404"/>
              <a:ext cx="6911" cy="2349"/>
            </a:xfrm>
            <a:custGeom>
              <a:rect b="b" l="l" r="r" t="t"/>
              <a:pathLst>
                <a:path extrusionOk="0" h="173" w="509">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0" name="Google Shape;4190;p72"/>
            <p:cNvSpPr/>
            <p:nvPr/>
          </p:nvSpPr>
          <p:spPr>
            <a:xfrm>
              <a:off x="1926607" y="1945834"/>
              <a:ext cx="1018" cy="149"/>
            </a:xfrm>
            <a:custGeom>
              <a:rect b="b" l="l" r="r" t="t"/>
              <a:pathLst>
                <a:path extrusionOk="0" h="11" w="75">
                  <a:moveTo>
                    <a:pt x="74" y="0"/>
                  </a:moveTo>
                  <a:lnTo>
                    <a:pt x="74" y="0"/>
                  </a:lnTo>
                  <a:cubicBezTo>
                    <a:pt x="46" y="4"/>
                    <a:pt x="22" y="7"/>
                    <a:pt x="1" y="11"/>
                  </a:cubicBezTo>
                  <a:cubicBezTo>
                    <a:pt x="22" y="11"/>
                    <a:pt x="46" y="4"/>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1" name="Google Shape;4191;p72"/>
            <p:cNvSpPr/>
            <p:nvPr/>
          </p:nvSpPr>
          <p:spPr>
            <a:xfrm>
              <a:off x="1927273" y="1949405"/>
              <a:ext cx="17936" cy="10224"/>
            </a:xfrm>
            <a:custGeom>
              <a:rect b="b" l="l" r="r" t="t"/>
              <a:pathLst>
                <a:path extrusionOk="0" h="753" w="1321">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2" name="Google Shape;4192;p72"/>
            <p:cNvSpPr/>
            <p:nvPr/>
          </p:nvSpPr>
          <p:spPr>
            <a:xfrm>
              <a:off x="1944856" y="194940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3" name="Google Shape;4193;p72"/>
            <p:cNvSpPr/>
            <p:nvPr/>
          </p:nvSpPr>
          <p:spPr>
            <a:xfrm>
              <a:off x="1945141" y="1949500"/>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4" name="Google Shape;4194;p72"/>
            <p:cNvSpPr/>
            <p:nvPr/>
          </p:nvSpPr>
          <p:spPr>
            <a:xfrm>
              <a:off x="1927938" y="1950967"/>
              <a:ext cx="1018" cy="828"/>
            </a:xfrm>
            <a:custGeom>
              <a:rect b="b" l="l" r="r" t="t"/>
              <a:pathLst>
                <a:path extrusionOk="0" h="61" w="75">
                  <a:moveTo>
                    <a:pt x="74" y="60"/>
                  </a:moveTo>
                  <a:cubicBezTo>
                    <a:pt x="43" y="50"/>
                    <a:pt x="15" y="29"/>
                    <a:pt x="1" y="1"/>
                  </a:cubicBezTo>
                  <a:cubicBezTo>
                    <a:pt x="15" y="29"/>
                    <a:pt x="43" y="50"/>
                    <a:pt x="74"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5" name="Google Shape;4195;p72"/>
            <p:cNvSpPr/>
            <p:nvPr/>
          </p:nvSpPr>
          <p:spPr>
            <a:xfrm>
              <a:off x="1927612" y="19505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6" name="Google Shape;4196;p72"/>
            <p:cNvSpPr/>
            <p:nvPr/>
          </p:nvSpPr>
          <p:spPr>
            <a:xfrm>
              <a:off x="1927843" y="195077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7" name="Google Shape;4197;p72"/>
            <p:cNvSpPr/>
            <p:nvPr/>
          </p:nvSpPr>
          <p:spPr>
            <a:xfrm>
              <a:off x="1944666" y="194935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8" name="Google Shape;4198;p72"/>
            <p:cNvSpPr/>
            <p:nvPr/>
          </p:nvSpPr>
          <p:spPr>
            <a:xfrm>
              <a:off x="1927802" y="195073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9" name="Google Shape;4199;p72"/>
            <p:cNvSpPr/>
            <p:nvPr/>
          </p:nvSpPr>
          <p:spPr>
            <a:xfrm>
              <a:off x="1927748" y="195068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72"/>
            <p:cNvSpPr/>
            <p:nvPr/>
          </p:nvSpPr>
          <p:spPr>
            <a:xfrm>
              <a:off x="1927137" y="195054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1" name="Google Shape;4201;p72"/>
            <p:cNvSpPr/>
            <p:nvPr/>
          </p:nvSpPr>
          <p:spPr>
            <a:xfrm>
              <a:off x="1944475" y="194931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2" name="Google Shape;4202;p72"/>
            <p:cNvSpPr/>
            <p:nvPr/>
          </p:nvSpPr>
          <p:spPr>
            <a:xfrm>
              <a:off x="2156244" y="1961014"/>
              <a:ext cx="88987" cy="61547"/>
            </a:xfrm>
            <a:custGeom>
              <a:rect b="b" l="l" r="r" t="t"/>
              <a:pathLst>
                <a:path extrusionOk="0" h="4533" w="6554">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72"/>
            <p:cNvSpPr/>
            <p:nvPr/>
          </p:nvSpPr>
          <p:spPr>
            <a:xfrm>
              <a:off x="2069728" y="1940363"/>
              <a:ext cx="85810" cy="69734"/>
            </a:xfrm>
            <a:custGeom>
              <a:rect b="b" l="l" r="r" t="t"/>
              <a:pathLst>
                <a:path extrusionOk="0" h="5136" w="632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4" name="Google Shape;4204;p72"/>
            <p:cNvSpPr/>
            <p:nvPr/>
          </p:nvSpPr>
          <p:spPr>
            <a:xfrm>
              <a:off x="2055186" y="1951225"/>
              <a:ext cx="19973" cy="43584"/>
            </a:xfrm>
            <a:custGeom>
              <a:rect b="b" l="l" r="r" t="t"/>
              <a:pathLst>
                <a:path extrusionOk="0" h="3210" w="1471">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72"/>
            <p:cNvSpPr/>
            <p:nvPr/>
          </p:nvSpPr>
          <p:spPr>
            <a:xfrm>
              <a:off x="2074819" y="19584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6" name="Google Shape;4206;p72"/>
            <p:cNvSpPr/>
            <p:nvPr/>
          </p:nvSpPr>
          <p:spPr>
            <a:xfrm>
              <a:off x="2069972" y="1992704"/>
              <a:ext cx="109" cy="109"/>
            </a:xfrm>
            <a:custGeom>
              <a:rect b="b" l="l" r="r" t="t"/>
              <a:pathLst>
                <a:path extrusionOk="0" h="8" w="8">
                  <a:moveTo>
                    <a:pt x="7"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72"/>
            <p:cNvSpPr/>
            <p:nvPr/>
          </p:nvSpPr>
          <p:spPr>
            <a:xfrm>
              <a:off x="2074860" y="195885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8" name="Google Shape;4208;p72"/>
            <p:cNvSpPr/>
            <p:nvPr/>
          </p:nvSpPr>
          <p:spPr>
            <a:xfrm>
              <a:off x="2074670" y="195752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9" name="Google Shape;4209;p72"/>
            <p:cNvSpPr/>
            <p:nvPr/>
          </p:nvSpPr>
          <p:spPr>
            <a:xfrm>
              <a:off x="2074385" y="1955678"/>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72"/>
            <p:cNvSpPr/>
            <p:nvPr/>
          </p:nvSpPr>
          <p:spPr>
            <a:xfrm>
              <a:off x="2074480" y="195638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1" name="Google Shape;4211;p72"/>
            <p:cNvSpPr/>
            <p:nvPr/>
          </p:nvSpPr>
          <p:spPr>
            <a:xfrm>
              <a:off x="2074344" y="1955244"/>
              <a:ext cx="54" cy="258"/>
            </a:xfrm>
            <a:custGeom>
              <a:rect b="b" l="l" r="r" t="t"/>
              <a:pathLst>
                <a:path extrusionOk="0" h="19" w="4">
                  <a:moveTo>
                    <a:pt x="4" y="18"/>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2" name="Google Shape;4212;p72"/>
            <p:cNvSpPr/>
            <p:nvPr/>
          </p:nvSpPr>
          <p:spPr>
            <a:xfrm>
              <a:off x="2048669" y="1961041"/>
              <a:ext cx="11704" cy="36279"/>
            </a:xfrm>
            <a:custGeom>
              <a:rect b="b" l="l" r="r" t="t"/>
              <a:pathLst>
                <a:path extrusionOk="0" h="2672" w="862">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72"/>
            <p:cNvSpPr/>
            <p:nvPr/>
          </p:nvSpPr>
          <p:spPr>
            <a:xfrm>
              <a:off x="2054141" y="1965983"/>
              <a:ext cx="109" cy="204"/>
            </a:xfrm>
            <a:custGeom>
              <a:rect b="b" l="l" r="r" t="t"/>
              <a:pathLst>
                <a:path extrusionOk="0" h="15" w="8">
                  <a:moveTo>
                    <a:pt x="0" y="1"/>
                  </a:moveTo>
                  <a:lnTo>
                    <a:pt x="7"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4" name="Google Shape;4214;p72"/>
            <p:cNvSpPr/>
            <p:nvPr/>
          </p:nvSpPr>
          <p:spPr>
            <a:xfrm>
              <a:off x="2054331" y="1966323"/>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5" name="Google Shape;4215;p72"/>
            <p:cNvSpPr/>
            <p:nvPr/>
          </p:nvSpPr>
          <p:spPr>
            <a:xfrm>
              <a:off x="2053476" y="1963417"/>
              <a:ext cx="54" cy="299"/>
            </a:xfrm>
            <a:custGeom>
              <a:rect b="b" l="l" r="r" t="t"/>
              <a:pathLst>
                <a:path extrusionOk="0" h="22" w="4">
                  <a:moveTo>
                    <a:pt x="0" y="1"/>
                  </a:moveTo>
                  <a:cubicBezTo>
                    <a:pt x="0" y="8"/>
                    <a:pt x="0" y="15"/>
                    <a:pt x="4" y="22"/>
                  </a:cubicBez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6" name="Google Shape;4216;p72"/>
            <p:cNvSpPr/>
            <p:nvPr/>
          </p:nvSpPr>
          <p:spPr>
            <a:xfrm>
              <a:off x="2053326" y="1961897"/>
              <a:ext cx="14" cy="394"/>
            </a:xfrm>
            <a:custGeom>
              <a:rect b="b" l="l" r="r" t="t"/>
              <a:pathLst>
                <a:path extrusionOk="0" h="29" w="1">
                  <a:moveTo>
                    <a:pt x="1" y="1"/>
                  </a:moveTo>
                  <a:lnTo>
                    <a:pt x="1" y="29"/>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7" name="Google Shape;4217;p72"/>
            <p:cNvSpPr/>
            <p:nvPr/>
          </p:nvSpPr>
          <p:spPr>
            <a:xfrm>
              <a:off x="2060414" y="1992514"/>
              <a:ext cx="14" cy="774"/>
            </a:xfrm>
            <a:custGeom>
              <a:rect b="b" l="l" r="r" t="t"/>
              <a:pathLst>
                <a:path extrusionOk="0" h="57" w="1">
                  <a:moveTo>
                    <a:pt x="1" y="0"/>
                  </a:moveTo>
                  <a:lnTo>
                    <a:pt x="1"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8" name="Google Shape;4218;p72"/>
            <p:cNvSpPr/>
            <p:nvPr/>
          </p:nvSpPr>
          <p:spPr>
            <a:xfrm>
              <a:off x="2053666" y="1964653"/>
              <a:ext cx="54" cy="258"/>
            </a:xfrm>
            <a:custGeom>
              <a:rect b="b" l="l" r="r" t="t"/>
              <a:pathLst>
                <a:path extrusionOk="0" h="19" w="4">
                  <a:moveTo>
                    <a:pt x="0" y="1"/>
                  </a:moveTo>
                  <a:lnTo>
                    <a:pt x="0" y="1"/>
                  </a:lnTo>
                  <a:cubicBezTo>
                    <a:pt x="0" y="4"/>
                    <a:pt x="4" y="11"/>
                    <a:pt x="4" y="18"/>
                  </a:cubicBezTo>
                  <a:cubicBezTo>
                    <a:pt x="4"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9" name="Google Shape;4219;p72"/>
            <p:cNvSpPr/>
            <p:nvPr/>
          </p:nvSpPr>
          <p:spPr>
            <a:xfrm>
              <a:off x="2053571" y="1964083"/>
              <a:ext cx="54" cy="258"/>
            </a:xfrm>
            <a:custGeom>
              <a:rect b="b" l="l" r="r" t="t"/>
              <a:pathLst>
                <a:path extrusionOk="0" h="19" w="4">
                  <a:moveTo>
                    <a:pt x="0" y="1"/>
                  </a:moveTo>
                  <a:lnTo>
                    <a:pt x="0" y="1"/>
                  </a:lnTo>
                  <a:cubicBezTo>
                    <a:pt x="0" y="8"/>
                    <a:pt x="4" y="11"/>
                    <a:pt x="4" y="18"/>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0" name="Google Shape;4220;p72"/>
            <p:cNvSpPr/>
            <p:nvPr/>
          </p:nvSpPr>
          <p:spPr>
            <a:xfrm>
              <a:off x="2053381" y="1962711"/>
              <a:ext cx="54" cy="339"/>
            </a:xfrm>
            <a:custGeom>
              <a:rect b="b" l="l" r="r" t="t"/>
              <a:pathLst>
                <a:path extrusionOk="0" h="25" w="4">
                  <a:moveTo>
                    <a:pt x="0" y="0"/>
                  </a:moveTo>
                  <a:cubicBezTo>
                    <a:pt x="0" y="11"/>
                    <a:pt x="0" y="18"/>
                    <a:pt x="4" y="25"/>
                  </a:cubicBezTo>
                  <a:cubicBezTo>
                    <a:pt x="0" y="18"/>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1" name="Google Shape;4221;p72"/>
            <p:cNvSpPr/>
            <p:nvPr/>
          </p:nvSpPr>
          <p:spPr>
            <a:xfrm>
              <a:off x="2060319" y="1990369"/>
              <a:ext cx="14" cy="638"/>
            </a:xfrm>
            <a:custGeom>
              <a:rect b="b" l="l" r="r" t="t"/>
              <a:pathLst>
                <a:path extrusionOk="0" h="47" w="1">
                  <a:moveTo>
                    <a:pt x="1" y="1"/>
                  </a:moveTo>
                  <a:lnTo>
                    <a:pt x="1" y="4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2" name="Google Shape;4222;p72"/>
            <p:cNvSpPr/>
            <p:nvPr/>
          </p:nvSpPr>
          <p:spPr>
            <a:xfrm>
              <a:off x="2060319" y="1989378"/>
              <a:ext cx="14" cy="584"/>
            </a:xfrm>
            <a:custGeom>
              <a:rect b="b" l="l" r="r" t="t"/>
              <a:pathLst>
                <a:path extrusionOk="0" h="43" w="1">
                  <a:moveTo>
                    <a:pt x="1"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3" name="Google Shape;4223;p72"/>
            <p:cNvSpPr/>
            <p:nvPr/>
          </p:nvSpPr>
          <p:spPr>
            <a:xfrm>
              <a:off x="2058459" y="1972786"/>
              <a:ext cx="584" cy="1439"/>
            </a:xfrm>
            <a:custGeom>
              <a:rect b="b" l="l" r="r" t="t"/>
              <a:pathLst>
                <a:path extrusionOk="0" h="106" w="43">
                  <a:moveTo>
                    <a:pt x="43" y="105"/>
                  </a:moveTo>
                  <a:cubicBezTo>
                    <a:pt x="15" y="77"/>
                    <a:pt x="1" y="42"/>
                    <a:pt x="1" y="0"/>
                  </a:cubicBezTo>
                  <a:cubicBezTo>
                    <a:pt x="1" y="42"/>
                    <a:pt x="15" y="77"/>
                    <a:pt x="43" y="10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72"/>
            <p:cNvSpPr/>
            <p:nvPr/>
          </p:nvSpPr>
          <p:spPr>
            <a:xfrm>
              <a:off x="2054806" y="1966934"/>
              <a:ext cx="149" cy="163"/>
            </a:xfrm>
            <a:custGeom>
              <a:rect b="b" l="l" r="r" t="t"/>
              <a:pathLst>
                <a:path extrusionOk="0" h="12" w="11">
                  <a:moveTo>
                    <a:pt x="11"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5" name="Google Shape;4225;p72"/>
            <p:cNvSpPr/>
            <p:nvPr/>
          </p:nvSpPr>
          <p:spPr>
            <a:xfrm>
              <a:off x="2053951" y="1965603"/>
              <a:ext cx="109" cy="204"/>
            </a:xfrm>
            <a:custGeom>
              <a:rect b="b" l="l" r="r" t="t"/>
              <a:pathLst>
                <a:path extrusionOk="0" h="15" w="8">
                  <a:moveTo>
                    <a:pt x="0" y="1"/>
                  </a:moveTo>
                  <a:lnTo>
                    <a:pt x="7"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6" name="Google Shape;4226;p72"/>
            <p:cNvSpPr/>
            <p:nvPr/>
          </p:nvSpPr>
          <p:spPr>
            <a:xfrm>
              <a:off x="2060373" y="1991414"/>
              <a:ext cx="0" cy="679"/>
            </a:xfrm>
            <a:custGeom>
              <a:rect b="b" l="l" r="r" t="t"/>
              <a:pathLst>
                <a:path extrusionOk="0" h="50" w="0">
                  <a:moveTo>
                    <a:pt x="0" y="1"/>
                  </a:moveTo>
                  <a:lnTo>
                    <a:pt x="0" y="5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72"/>
            <p:cNvSpPr/>
            <p:nvPr/>
          </p:nvSpPr>
          <p:spPr>
            <a:xfrm>
              <a:off x="2053801" y="1965128"/>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8" name="Google Shape;4228;p72"/>
            <p:cNvSpPr/>
            <p:nvPr/>
          </p:nvSpPr>
          <p:spPr>
            <a:xfrm>
              <a:off x="2060224" y="1987477"/>
              <a:ext cx="14" cy="584"/>
            </a:xfrm>
            <a:custGeom>
              <a:rect b="b" l="l" r="r" t="t"/>
              <a:pathLst>
                <a:path extrusionOk="0" h="43" w="1">
                  <a:moveTo>
                    <a:pt x="1"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72"/>
            <p:cNvSpPr/>
            <p:nvPr/>
          </p:nvSpPr>
          <p:spPr>
            <a:xfrm>
              <a:off x="2060034" y="1983865"/>
              <a:ext cx="14" cy="489"/>
            </a:xfrm>
            <a:custGeom>
              <a:rect b="b" l="l" r="r" t="t"/>
              <a:pathLst>
                <a:path extrusionOk="0" h="36" w="1">
                  <a:moveTo>
                    <a:pt x="1" y="0"/>
                  </a:moveTo>
                  <a:lnTo>
                    <a:pt x="1" y="35"/>
                  </a:ln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0" name="Google Shape;4230;p72"/>
            <p:cNvSpPr/>
            <p:nvPr/>
          </p:nvSpPr>
          <p:spPr>
            <a:xfrm>
              <a:off x="2059939" y="1982820"/>
              <a:ext cx="14" cy="434"/>
            </a:xfrm>
            <a:custGeom>
              <a:rect b="b" l="l" r="r" t="t"/>
              <a:pathLst>
                <a:path extrusionOk="0" h="32" w="1">
                  <a:moveTo>
                    <a:pt x="1" y="0"/>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72"/>
            <p:cNvSpPr/>
            <p:nvPr/>
          </p:nvSpPr>
          <p:spPr>
            <a:xfrm>
              <a:off x="2060088" y="1984435"/>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2" name="Google Shape;4232;p72"/>
            <p:cNvSpPr/>
            <p:nvPr/>
          </p:nvSpPr>
          <p:spPr>
            <a:xfrm>
              <a:off x="2059993" y="1983295"/>
              <a:ext cx="54" cy="434"/>
            </a:xfrm>
            <a:custGeom>
              <a:rect b="b" l="l" r="r" t="t"/>
              <a:pathLst>
                <a:path extrusionOk="0" h="32" w="4">
                  <a:moveTo>
                    <a:pt x="0" y="0"/>
                  </a:moveTo>
                  <a:lnTo>
                    <a:pt x="0" y="32"/>
                  </a:lnTo>
                  <a:cubicBezTo>
                    <a:pt x="4" y="21"/>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72"/>
            <p:cNvSpPr/>
            <p:nvPr/>
          </p:nvSpPr>
          <p:spPr>
            <a:xfrm>
              <a:off x="2060468" y="1993695"/>
              <a:ext cx="54" cy="923"/>
            </a:xfrm>
            <a:custGeom>
              <a:rect b="b" l="l" r="r" t="t"/>
              <a:pathLst>
                <a:path extrusionOk="0" h="68" w="4">
                  <a:moveTo>
                    <a:pt x="0" y="1"/>
                  </a:moveTo>
                  <a:lnTo>
                    <a:pt x="4" y="6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72"/>
            <p:cNvSpPr/>
            <p:nvPr/>
          </p:nvSpPr>
          <p:spPr>
            <a:xfrm>
              <a:off x="2060183" y="1986621"/>
              <a:ext cx="0" cy="584"/>
            </a:xfrm>
            <a:custGeom>
              <a:rect b="b" l="l" r="r" t="t"/>
              <a:pathLst>
                <a:path extrusionOk="0" h="43" w="0">
                  <a:moveTo>
                    <a:pt x="0" y="0"/>
                  </a:moveTo>
                  <a:lnTo>
                    <a:pt x="0"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5" name="Google Shape;4235;p72"/>
            <p:cNvSpPr/>
            <p:nvPr/>
          </p:nvSpPr>
          <p:spPr>
            <a:xfrm>
              <a:off x="2060129" y="1985807"/>
              <a:ext cx="14" cy="638"/>
            </a:xfrm>
            <a:custGeom>
              <a:rect b="b" l="l" r="r" t="t"/>
              <a:pathLst>
                <a:path extrusionOk="0" h="47" w="1">
                  <a:moveTo>
                    <a:pt x="1" y="1"/>
                  </a:moveTo>
                  <a:lnTo>
                    <a:pt x="1" y="4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6" name="Google Shape;4236;p72"/>
            <p:cNvSpPr/>
            <p:nvPr/>
          </p:nvSpPr>
          <p:spPr>
            <a:xfrm>
              <a:off x="2060088" y="1985101"/>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72"/>
            <p:cNvSpPr/>
            <p:nvPr/>
          </p:nvSpPr>
          <p:spPr>
            <a:xfrm>
              <a:off x="2054562" y="1966649"/>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72"/>
            <p:cNvSpPr/>
            <p:nvPr/>
          </p:nvSpPr>
          <p:spPr>
            <a:xfrm>
              <a:off x="2060509" y="1994795"/>
              <a:ext cx="14" cy="530"/>
            </a:xfrm>
            <a:custGeom>
              <a:rect b="b" l="l" r="r" t="t"/>
              <a:pathLst>
                <a:path extrusionOk="0" h="39" w="1">
                  <a:moveTo>
                    <a:pt x="1" y="39"/>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9" name="Google Shape;4239;p72"/>
            <p:cNvSpPr/>
            <p:nvPr/>
          </p:nvSpPr>
          <p:spPr>
            <a:xfrm>
              <a:off x="2055091" y="1967178"/>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0" name="Google Shape;4240;p72"/>
            <p:cNvSpPr/>
            <p:nvPr/>
          </p:nvSpPr>
          <p:spPr>
            <a:xfrm>
              <a:off x="2055376" y="1967463"/>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72"/>
            <p:cNvSpPr/>
            <p:nvPr/>
          </p:nvSpPr>
          <p:spPr>
            <a:xfrm>
              <a:off x="2059939" y="1982385"/>
              <a:ext cx="14" cy="448"/>
            </a:xfrm>
            <a:custGeom>
              <a:rect b="b" l="l" r="r" t="t"/>
              <a:pathLst>
                <a:path extrusionOk="0" h="33" w="1">
                  <a:moveTo>
                    <a:pt x="1" y="1"/>
                  </a:moveTo>
                  <a:lnTo>
                    <a:pt x="1" y="32"/>
                  </a:lnTo>
                  <a:cubicBezTo>
                    <a:pt x="1" y="22"/>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72"/>
            <p:cNvSpPr/>
            <p:nvPr/>
          </p:nvSpPr>
          <p:spPr>
            <a:xfrm>
              <a:off x="2060278" y="1988427"/>
              <a:ext cx="0" cy="530"/>
            </a:xfrm>
            <a:custGeom>
              <a:rect b="b" l="l" r="r" t="t"/>
              <a:pathLst>
                <a:path extrusionOk="0" h="39" w="0">
                  <a:moveTo>
                    <a:pt x="0"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3" name="Google Shape;4243;p72"/>
            <p:cNvSpPr/>
            <p:nvPr/>
          </p:nvSpPr>
          <p:spPr>
            <a:xfrm>
              <a:off x="2056137" y="1967884"/>
              <a:ext cx="149" cy="109"/>
            </a:xfrm>
            <a:custGeom>
              <a:rect b="b" l="l" r="r" t="t"/>
              <a:pathLst>
                <a:path extrusionOk="0" h="8" w="11">
                  <a:moveTo>
                    <a:pt x="0"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4" name="Google Shape;4244;p72"/>
            <p:cNvSpPr/>
            <p:nvPr/>
          </p:nvSpPr>
          <p:spPr>
            <a:xfrm>
              <a:off x="2055757" y="1967654"/>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72"/>
            <p:cNvSpPr/>
            <p:nvPr/>
          </p:nvSpPr>
          <p:spPr>
            <a:xfrm>
              <a:off x="2153623" y="1945930"/>
              <a:ext cx="3720" cy="6381"/>
            </a:xfrm>
            <a:custGeom>
              <a:rect b="b" l="l" r="r" t="t"/>
              <a:pathLst>
                <a:path extrusionOk="0" h="470" w="274">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72"/>
            <p:cNvSpPr/>
            <p:nvPr/>
          </p:nvSpPr>
          <p:spPr>
            <a:xfrm>
              <a:off x="2113366" y="1953723"/>
              <a:ext cx="52776" cy="75260"/>
            </a:xfrm>
            <a:custGeom>
              <a:rect b="b" l="l" r="r" t="t"/>
              <a:pathLst>
                <a:path extrusionOk="0" h="5543" w="3887">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7" name="Google Shape;4247;p72"/>
            <p:cNvSpPr/>
            <p:nvPr/>
          </p:nvSpPr>
          <p:spPr>
            <a:xfrm>
              <a:off x="2165368" y="2023172"/>
              <a:ext cx="149" cy="244"/>
            </a:xfrm>
            <a:custGeom>
              <a:rect b="b" l="l" r="r" t="t"/>
              <a:pathLst>
                <a:path extrusionOk="0" h="18" w="11">
                  <a:moveTo>
                    <a:pt x="11" y="18"/>
                  </a:moveTo>
                  <a:cubicBezTo>
                    <a:pt x="7" y="11"/>
                    <a:pt x="4" y="7"/>
                    <a:pt x="0" y="0"/>
                  </a:cubicBezTo>
                  <a:cubicBezTo>
                    <a:pt x="4" y="7"/>
                    <a:pt x="7" y="11"/>
                    <a:pt x="1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8" name="Google Shape;4248;p72"/>
            <p:cNvSpPr/>
            <p:nvPr/>
          </p:nvSpPr>
          <p:spPr>
            <a:xfrm>
              <a:off x="2165178" y="2022792"/>
              <a:ext cx="149" cy="339"/>
            </a:xfrm>
            <a:custGeom>
              <a:rect b="b" l="l" r="r" t="t"/>
              <a:pathLst>
                <a:path extrusionOk="0" h="25" w="11">
                  <a:moveTo>
                    <a:pt x="11" y="25"/>
                  </a:moveTo>
                  <a:cubicBezTo>
                    <a:pt x="4" y="14"/>
                    <a:pt x="4" y="7"/>
                    <a:pt x="0" y="0"/>
                  </a:cubicBezTo>
                  <a:cubicBezTo>
                    <a:pt x="4" y="7"/>
                    <a:pt x="4" y="14"/>
                    <a:pt x="1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72"/>
            <p:cNvSpPr/>
            <p:nvPr/>
          </p:nvSpPr>
          <p:spPr>
            <a:xfrm>
              <a:off x="2159136" y="1988902"/>
              <a:ext cx="204" cy="299"/>
            </a:xfrm>
            <a:custGeom>
              <a:rect b="b" l="l" r="r" t="t"/>
              <a:pathLst>
                <a:path extrusionOk="0" h="22" w="15">
                  <a:moveTo>
                    <a:pt x="1" y="2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0" name="Google Shape;4250;p72"/>
            <p:cNvSpPr/>
            <p:nvPr/>
          </p:nvSpPr>
          <p:spPr>
            <a:xfrm>
              <a:off x="2158715" y="1989568"/>
              <a:ext cx="204" cy="244"/>
            </a:xfrm>
            <a:custGeom>
              <a:rect b="b" l="l" r="r" t="t"/>
              <a:pathLst>
                <a:path extrusionOk="0" h="18" w="15">
                  <a:moveTo>
                    <a:pt x="0" y="18"/>
                  </a:moveTo>
                  <a:cubicBezTo>
                    <a:pt x="4" y="11"/>
                    <a:pt x="11" y="4"/>
                    <a:pt x="14" y="0"/>
                  </a:cubicBezTo>
                  <a:cubicBezTo>
                    <a:pt x="11" y="4"/>
                    <a:pt x="4"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1" name="Google Shape;4251;p72"/>
            <p:cNvSpPr/>
            <p:nvPr/>
          </p:nvSpPr>
          <p:spPr>
            <a:xfrm>
              <a:off x="2158375" y="1990179"/>
              <a:ext cx="109" cy="258"/>
            </a:xfrm>
            <a:custGeom>
              <a:rect b="b" l="l" r="r" t="t"/>
              <a:pathLst>
                <a:path extrusionOk="0" h="19" w="8">
                  <a:moveTo>
                    <a:pt x="1" y="18"/>
                  </a:moveTo>
                  <a:cubicBezTo>
                    <a:pt x="4" y="15"/>
                    <a:pt x="8" y="8"/>
                    <a:pt x="8" y="1"/>
                  </a:cubicBezTo>
                  <a:cubicBezTo>
                    <a:pt x="8" y="8"/>
                    <a:pt x="4"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2" name="Google Shape;4252;p72"/>
            <p:cNvSpPr/>
            <p:nvPr/>
          </p:nvSpPr>
          <p:spPr>
            <a:xfrm>
              <a:off x="2159611" y="1988332"/>
              <a:ext cx="204" cy="299"/>
            </a:xfrm>
            <a:custGeom>
              <a:rect b="b" l="l" r="r" t="t"/>
              <a:pathLst>
                <a:path extrusionOk="0" h="22" w="15">
                  <a:moveTo>
                    <a:pt x="1" y="2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3" name="Google Shape;4253;p72"/>
            <p:cNvSpPr/>
            <p:nvPr/>
          </p:nvSpPr>
          <p:spPr>
            <a:xfrm>
              <a:off x="2161132" y="1986757"/>
              <a:ext cx="258" cy="258"/>
            </a:xfrm>
            <a:custGeom>
              <a:rect b="b" l="l" r="r" t="t"/>
              <a:pathLst>
                <a:path extrusionOk="0" h="19" w="19">
                  <a:moveTo>
                    <a:pt x="1" y="1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4" name="Google Shape;4254;p72"/>
            <p:cNvSpPr/>
            <p:nvPr/>
          </p:nvSpPr>
          <p:spPr>
            <a:xfrm>
              <a:off x="2160086" y="1987803"/>
              <a:ext cx="258" cy="258"/>
            </a:xfrm>
            <a:custGeom>
              <a:rect b="b" l="l" r="r" t="t"/>
              <a:pathLst>
                <a:path extrusionOk="0" h="19" w="19">
                  <a:moveTo>
                    <a:pt x="1" y="1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5" name="Google Shape;4255;p72"/>
            <p:cNvSpPr/>
            <p:nvPr/>
          </p:nvSpPr>
          <p:spPr>
            <a:xfrm>
              <a:off x="2165884" y="2023837"/>
              <a:ext cx="258" cy="204"/>
            </a:xfrm>
            <a:custGeom>
              <a:rect b="b" l="l" r="r" t="t"/>
              <a:pathLst>
                <a:path extrusionOk="0" h="15" w="19">
                  <a:moveTo>
                    <a:pt x="18" y="14"/>
                  </a:moveTo>
                  <a:cubicBezTo>
                    <a:pt x="11" y="11"/>
                    <a:pt x="4" y="4"/>
                    <a:pt x="1" y="0"/>
                  </a:cubicBezTo>
                  <a:cubicBezTo>
                    <a:pt x="4" y="4"/>
                    <a:pt x="11" y="11"/>
                    <a:pt x="1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6" name="Google Shape;4256;p72"/>
            <p:cNvSpPr/>
            <p:nvPr/>
          </p:nvSpPr>
          <p:spPr>
            <a:xfrm>
              <a:off x="2160616" y="1987287"/>
              <a:ext cx="244" cy="244"/>
            </a:xfrm>
            <a:custGeom>
              <a:rect b="b" l="l" r="r" t="t"/>
              <a:pathLst>
                <a:path extrusionOk="0" h="18" w="18">
                  <a:moveTo>
                    <a:pt x="0" y="18"/>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7" name="Google Shape;4257;p72"/>
            <p:cNvSpPr/>
            <p:nvPr/>
          </p:nvSpPr>
          <p:spPr>
            <a:xfrm>
              <a:off x="2165558" y="2023457"/>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72"/>
            <p:cNvSpPr/>
            <p:nvPr/>
          </p:nvSpPr>
          <p:spPr>
            <a:xfrm>
              <a:off x="2157289" y="1953832"/>
              <a:ext cx="54" cy="855"/>
            </a:xfrm>
            <a:custGeom>
              <a:rect b="b" l="l" r="r" t="t"/>
              <a:pathLst>
                <a:path extrusionOk="0" h="63" w="4">
                  <a:moveTo>
                    <a:pt x="4" y="1"/>
                  </a:moveTo>
                  <a:cubicBezTo>
                    <a:pt x="4" y="18"/>
                    <a:pt x="4" y="42"/>
                    <a:pt x="0" y="63"/>
                  </a:cubicBezTo>
                  <a:cubicBezTo>
                    <a:pt x="4" y="42"/>
                    <a:pt x="4" y="2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9" name="Google Shape;4259;p72"/>
            <p:cNvSpPr/>
            <p:nvPr/>
          </p:nvSpPr>
          <p:spPr>
            <a:xfrm>
              <a:off x="2157140" y="1954728"/>
              <a:ext cx="163" cy="869"/>
            </a:xfrm>
            <a:custGeom>
              <a:rect b="b" l="l" r="r" t="t"/>
              <a:pathLst>
                <a:path extrusionOk="0" h="64" w="12">
                  <a:moveTo>
                    <a:pt x="1" y="63"/>
                  </a:moveTo>
                  <a:cubicBezTo>
                    <a:pt x="4" y="42"/>
                    <a:pt x="8" y="21"/>
                    <a:pt x="11" y="0"/>
                  </a:cubicBezTo>
                  <a:cubicBezTo>
                    <a:pt x="8" y="21"/>
                    <a:pt x="4" y="42"/>
                    <a:pt x="1" y="6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0" name="Google Shape;4260;p72"/>
            <p:cNvSpPr/>
            <p:nvPr/>
          </p:nvSpPr>
          <p:spPr>
            <a:xfrm>
              <a:off x="2157004" y="1951971"/>
              <a:ext cx="149" cy="339"/>
            </a:xfrm>
            <a:custGeom>
              <a:rect b="b" l="l" r="r" t="t"/>
              <a:pathLst>
                <a:path extrusionOk="0" h="25" w="11">
                  <a:moveTo>
                    <a:pt x="11" y="25"/>
                  </a:moveTo>
                  <a:cubicBezTo>
                    <a:pt x="7" y="14"/>
                    <a:pt x="4" y="7"/>
                    <a:pt x="0" y="0"/>
                  </a:cubicBezTo>
                  <a:cubicBezTo>
                    <a:pt x="4" y="7"/>
                    <a:pt x="7" y="14"/>
                    <a:pt x="1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72"/>
            <p:cNvSpPr/>
            <p:nvPr/>
          </p:nvSpPr>
          <p:spPr>
            <a:xfrm>
              <a:off x="2115213" y="2000688"/>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2" name="Google Shape;4262;p72"/>
            <p:cNvSpPr/>
            <p:nvPr/>
          </p:nvSpPr>
          <p:spPr>
            <a:xfrm>
              <a:off x="2124011" y="1992826"/>
              <a:ext cx="923" cy="27"/>
            </a:xfrm>
            <a:custGeom>
              <a:rect b="b" l="l" r="r" t="t"/>
              <a:pathLst>
                <a:path extrusionOk="0" h="2" w="68">
                  <a:moveTo>
                    <a:pt x="23" y="0"/>
                  </a:moveTo>
                  <a:cubicBezTo>
                    <a:pt x="15" y="0"/>
                    <a:pt x="8" y="1"/>
                    <a:pt x="1" y="2"/>
                  </a:cubicBezTo>
                  <a:lnTo>
                    <a:pt x="67" y="2"/>
                  </a:lnTo>
                  <a:cubicBezTo>
                    <a:pt x="53" y="2"/>
                    <a:pt x="38" y="0"/>
                    <a:pt x="2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72"/>
            <p:cNvSpPr/>
            <p:nvPr/>
          </p:nvSpPr>
          <p:spPr>
            <a:xfrm>
              <a:off x="2153528" y="1947885"/>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4" name="Google Shape;4264;p72"/>
            <p:cNvSpPr/>
            <p:nvPr/>
          </p:nvSpPr>
          <p:spPr>
            <a:xfrm>
              <a:off x="2153528" y="1947409"/>
              <a:ext cx="68" cy="339"/>
            </a:xfrm>
            <a:custGeom>
              <a:rect b="b" l="l" r="r" t="t"/>
              <a:pathLst>
                <a:path extrusionOk="0" h="25" w="5">
                  <a:moveTo>
                    <a:pt x="1" y="0"/>
                  </a:moveTo>
                  <a:lnTo>
                    <a:pt x="1" y="25"/>
                  </a:lnTo>
                  <a:cubicBezTo>
                    <a:pt x="1" y="18"/>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72"/>
            <p:cNvSpPr/>
            <p:nvPr/>
          </p:nvSpPr>
          <p:spPr>
            <a:xfrm>
              <a:off x="2153487" y="1948306"/>
              <a:ext cx="14" cy="258"/>
            </a:xfrm>
            <a:custGeom>
              <a:rect b="b" l="l" r="r" t="t"/>
              <a:pathLst>
                <a:path extrusionOk="0" h="19" w="1">
                  <a:moveTo>
                    <a:pt x="0" y="18"/>
                  </a:moveTo>
                  <a:lnTo>
                    <a:pt x="0" y="1"/>
                  </a:lnTo>
                  <a:cubicBezTo>
                    <a:pt x="0" y="4"/>
                    <a:pt x="0"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72"/>
            <p:cNvSpPr/>
            <p:nvPr/>
          </p:nvSpPr>
          <p:spPr>
            <a:xfrm>
              <a:off x="2153678" y="1946255"/>
              <a:ext cx="54" cy="394"/>
            </a:xfrm>
            <a:custGeom>
              <a:rect b="b" l="l" r="r" t="t"/>
              <a:pathLst>
                <a:path extrusionOk="0" h="29" w="4">
                  <a:moveTo>
                    <a:pt x="0" y="29"/>
                  </a:moveTo>
                  <a:cubicBezTo>
                    <a:pt x="0" y="18"/>
                    <a:pt x="0" y="11"/>
                    <a:pt x="4" y="1"/>
                  </a:cubicBezTo>
                  <a:cubicBezTo>
                    <a:pt x="0" y="11"/>
                    <a:pt x="0" y="18"/>
                    <a:pt x="0"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7" name="Google Shape;4267;p72"/>
            <p:cNvSpPr/>
            <p:nvPr/>
          </p:nvSpPr>
          <p:spPr>
            <a:xfrm>
              <a:off x="2153583" y="1946785"/>
              <a:ext cx="54" cy="489"/>
            </a:xfrm>
            <a:custGeom>
              <a:rect b="b" l="l" r="r" t="t"/>
              <a:pathLst>
                <a:path extrusionOk="0" h="36" w="4">
                  <a:moveTo>
                    <a:pt x="4" y="0"/>
                  </a:moveTo>
                  <a:cubicBezTo>
                    <a:pt x="0" y="11"/>
                    <a:pt x="0" y="25"/>
                    <a:pt x="0" y="35"/>
                  </a:cubicBezTo>
                  <a:cubicBezTo>
                    <a:pt x="0"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8" name="Google Shape;4268;p72"/>
            <p:cNvSpPr/>
            <p:nvPr/>
          </p:nvSpPr>
          <p:spPr>
            <a:xfrm>
              <a:off x="2153718" y="1945875"/>
              <a:ext cx="68" cy="204"/>
            </a:xfrm>
            <a:custGeom>
              <a:rect b="b" l="l" r="r" t="t"/>
              <a:pathLst>
                <a:path extrusionOk="0" h="15" w="5">
                  <a:moveTo>
                    <a:pt x="4"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72"/>
            <p:cNvSpPr/>
            <p:nvPr/>
          </p:nvSpPr>
          <p:spPr>
            <a:xfrm>
              <a:off x="2155959" y="1951116"/>
              <a:ext cx="394" cy="204"/>
            </a:xfrm>
            <a:custGeom>
              <a:rect b="b" l="l" r="r" t="t"/>
              <a:pathLst>
                <a:path extrusionOk="0" h="15" w="29">
                  <a:moveTo>
                    <a:pt x="28" y="14"/>
                  </a:moveTo>
                  <a:cubicBezTo>
                    <a:pt x="21" y="11"/>
                    <a:pt x="11" y="4"/>
                    <a:pt x="0" y="0"/>
                  </a:cubicBezTo>
                  <a:cubicBezTo>
                    <a:pt x="11" y="4"/>
                    <a:pt x="21" y="11"/>
                    <a:pt x="2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72"/>
            <p:cNvSpPr/>
            <p:nvPr/>
          </p:nvSpPr>
          <p:spPr>
            <a:xfrm>
              <a:off x="2156760" y="1951591"/>
              <a:ext cx="204" cy="339"/>
            </a:xfrm>
            <a:custGeom>
              <a:rect b="b" l="l" r="r" t="t"/>
              <a:pathLst>
                <a:path extrusionOk="0" h="25" w="15">
                  <a:moveTo>
                    <a:pt x="1" y="0"/>
                  </a:moveTo>
                  <a:cubicBezTo>
                    <a:pt x="4" y="7"/>
                    <a:pt x="11" y="14"/>
                    <a:pt x="15" y="25"/>
                  </a:cubicBezTo>
                  <a:cubicBezTo>
                    <a:pt x="11" y="14"/>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1" name="Google Shape;4271;p72"/>
            <p:cNvSpPr/>
            <p:nvPr/>
          </p:nvSpPr>
          <p:spPr>
            <a:xfrm>
              <a:off x="2115172" y="2000918"/>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2" name="Google Shape;4272;p72"/>
            <p:cNvSpPr/>
            <p:nvPr/>
          </p:nvSpPr>
          <p:spPr>
            <a:xfrm>
              <a:off x="2153487" y="1948645"/>
              <a:ext cx="14" cy="299"/>
            </a:xfrm>
            <a:custGeom>
              <a:rect b="b" l="l" r="r" t="t"/>
              <a:pathLst>
                <a:path extrusionOk="0" h="22"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72"/>
            <p:cNvSpPr/>
            <p:nvPr/>
          </p:nvSpPr>
          <p:spPr>
            <a:xfrm>
              <a:off x="2156434" y="1951347"/>
              <a:ext cx="299" cy="258"/>
            </a:xfrm>
            <a:custGeom>
              <a:rect b="b" l="l" r="r" t="t"/>
              <a:pathLst>
                <a:path extrusionOk="0" h="19" w="22">
                  <a:moveTo>
                    <a:pt x="21" y="18"/>
                  </a:moveTo>
                  <a:cubicBezTo>
                    <a:pt x="14" y="11"/>
                    <a:pt x="7" y="8"/>
                    <a:pt x="0" y="1"/>
                  </a:cubicBezTo>
                  <a:cubicBezTo>
                    <a:pt x="7" y="8"/>
                    <a:pt x="14" y="11"/>
                    <a:pt x="2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72"/>
            <p:cNvSpPr/>
            <p:nvPr/>
          </p:nvSpPr>
          <p:spPr>
            <a:xfrm>
              <a:off x="2113597" y="2006825"/>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5" name="Google Shape;4275;p72"/>
            <p:cNvSpPr/>
            <p:nvPr/>
          </p:nvSpPr>
          <p:spPr>
            <a:xfrm>
              <a:off x="2114506" y="2003824"/>
              <a:ext cx="54" cy="244"/>
            </a:xfrm>
            <a:custGeom>
              <a:rect b="b" l="l" r="r" t="t"/>
              <a:pathLst>
                <a:path extrusionOk="0" h="18"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6" name="Google Shape;4276;p72"/>
            <p:cNvSpPr/>
            <p:nvPr/>
          </p:nvSpPr>
          <p:spPr>
            <a:xfrm>
              <a:off x="2115117" y="2001204"/>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7" name="Google Shape;4277;p72"/>
            <p:cNvSpPr/>
            <p:nvPr/>
          </p:nvSpPr>
          <p:spPr>
            <a:xfrm>
              <a:off x="2113977" y="2005535"/>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72"/>
            <p:cNvSpPr/>
            <p:nvPr/>
          </p:nvSpPr>
          <p:spPr>
            <a:xfrm>
              <a:off x="2114602" y="2003254"/>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72"/>
            <p:cNvSpPr/>
            <p:nvPr/>
          </p:nvSpPr>
          <p:spPr>
            <a:xfrm>
              <a:off x="2114221" y="2004924"/>
              <a:ext cx="54" cy="299"/>
            </a:xfrm>
            <a:custGeom>
              <a:rect b="b" l="l" r="r" t="t"/>
              <a:pathLst>
                <a:path extrusionOk="0" h="22" w="4">
                  <a:moveTo>
                    <a:pt x="0" y="21"/>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0" name="Google Shape;4280;p72"/>
            <p:cNvSpPr/>
            <p:nvPr/>
          </p:nvSpPr>
          <p:spPr>
            <a:xfrm>
              <a:off x="2113787" y="2006159"/>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1" name="Google Shape;4281;p72"/>
            <p:cNvSpPr/>
            <p:nvPr/>
          </p:nvSpPr>
          <p:spPr>
            <a:xfrm>
              <a:off x="2114316" y="2004353"/>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72"/>
            <p:cNvSpPr/>
            <p:nvPr/>
          </p:nvSpPr>
          <p:spPr>
            <a:xfrm>
              <a:off x="2114982" y="2001923"/>
              <a:ext cx="14" cy="204"/>
            </a:xfrm>
            <a:custGeom>
              <a:rect b="b" l="l" r="r" t="t"/>
              <a:pathLst>
                <a:path extrusionOk="0" h="15" w="1">
                  <a:moveTo>
                    <a:pt x="0"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3" name="Google Shape;4283;p72"/>
            <p:cNvSpPr/>
            <p:nvPr/>
          </p:nvSpPr>
          <p:spPr>
            <a:xfrm>
              <a:off x="2114737" y="2002779"/>
              <a:ext cx="68" cy="244"/>
            </a:xfrm>
            <a:custGeom>
              <a:rect b="b" l="l" r="r" t="t"/>
              <a:pathLst>
                <a:path extrusionOk="0" h="18" w="5">
                  <a:moveTo>
                    <a:pt x="1"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4" name="Google Shape;4284;p72"/>
            <p:cNvSpPr/>
            <p:nvPr/>
          </p:nvSpPr>
          <p:spPr>
            <a:xfrm>
              <a:off x="2114832" y="2002344"/>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5" name="Google Shape;4285;p72"/>
            <p:cNvSpPr/>
            <p:nvPr/>
          </p:nvSpPr>
          <p:spPr>
            <a:xfrm>
              <a:off x="2113366" y="2007490"/>
              <a:ext cx="54" cy="204"/>
            </a:xfrm>
            <a:custGeom>
              <a:rect b="b" l="l" r="r" t="t"/>
              <a:pathLst>
                <a:path extrusionOk="0" h="15" w="4">
                  <a:moveTo>
                    <a:pt x="0" y="1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6" name="Google Shape;4286;p72"/>
            <p:cNvSpPr/>
            <p:nvPr/>
          </p:nvSpPr>
          <p:spPr>
            <a:xfrm>
              <a:off x="2115022" y="2001543"/>
              <a:ext cx="68" cy="204"/>
            </a:xfrm>
            <a:custGeom>
              <a:rect b="b" l="l" r="r" t="t"/>
              <a:pathLst>
                <a:path extrusionOk="0" h="15" w="5">
                  <a:moveTo>
                    <a:pt x="1" y="1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7" name="Google Shape;4287;p72"/>
            <p:cNvSpPr/>
            <p:nvPr/>
          </p:nvSpPr>
          <p:spPr>
            <a:xfrm>
              <a:off x="1985928" y="1964599"/>
              <a:ext cx="43217" cy="44466"/>
            </a:xfrm>
            <a:custGeom>
              <a:rect b="b" l="l" r="r" t="t"/>
              <a:pathLst>
                <a:path extrusionOk="0" h="3275" w="3183">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8" name="Google Shape;4288;p72"/>
            <p:cNvSpPr/>
            <p:nvPr/>
          </p:nvSpPr>
          <p:spPr>
            <a:xfrm>
              <a:off x="2025044" y="1961747"/>
              <a:ext cx="29585" cy="45417"/>
            </a:xfrm>
            <a:custGeom>
              <a:rect b="b" l="l" r="r" t="t"/>
              <a:pathLst>
                <a:path extrusionOk="0" h="3345" w="2179">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9" name="Google Shape;4289;p72"/>
            <p:cNvSpPr/>
            <p:nvPr/>
          </p:nvSpPr>
          <p:spPr>
            <a:xfrm>
              <a:off x="2053761" y="1996316"/>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0" name="Google Shape;4290;p72"/>
            <p:cNvSpPr/>
            <p:nvPr/>
          </p:nvSpPr>
          <p:spPr>
            <a:xfrm>
              <a:off x="2053516" y="1995786"/>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72"/>
            <p:cNvSpPr/>
            <p:nvPr/>
          </p:nvSpPr>
          <p:spPr>
            <a:xfrm>
              <a:off x="2052905" y="1993980"/>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2" name="Google Shape;4292;p72"/>
            <p:cNvSpPr/>
            <p:nvPr/>
          </p:nvSpPr>
          <p:spPr>
            <a:xfrm>
              <a:off x="2053326" y="1995175"/>
              <a:ext cx="68" cy="244"/>
            </a:xfrm>
            <a:custGeom>
              <a:rect b="b" l="l" r="r" t="t"/>
              <a:pathLst>
                <a:path extrusionOk="0" h="18" w="5">
                  <a:moveTo>
                    <a:pt x="1" y="0"/>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3" name="Google Shape;4293;p72"/>
            <p:cNvSpPr/>
            <p:nvPr/>
          </p:nvSpPr>
          <p:spPr>
            <a:xfrm>
              <a:off x="2053095" y="1994605"/>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72"/>
            <p:cNvSpPr/>
            <p:nvPr/>
          </p:nvSpPr>
          <p:spPr>
            <a:xfrm>
              <a:off x="2054277" y="1997497"/>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5" name="Google Shape;4295;p72"/>
            <p:cNvSpPr/>
            <p:nvPr/>
          </p:nvSpPr>
          <p:spPr>
            <a:xfrm>
              <a:off x="2053992" y="1996927"/>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6" name="Google Shape;4296;p72"/>
            <p:cNvSpPr/>
            <p:nvPr/>
          </p:nvSpPr>
          <p:spPr>
            <a:xfrm>
              <a:off x="2054467" y="1997931"/>
              <a:ext cx="109" cy="204"/>
            </a:xfrm>
            <a:custGeom>
              <a:rect b="b" l="l" r="r" t="t"/>
              <a:pathLst>
                <a:path extrusionOk="0" h="15" w="8">
                  <a:moveTo>
                    <a:pt x="1" y="0"/>
                  </a:moveTo>
                  <a:lnTo>
                    <a:pt x="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72"/>
            <p:cNvSpPr/>
            <p:nvPr/>
          </p:nvSpPr>
          <p:spPr>
            <a:xfrm>
              <a:off x="2048004" y="1965087"/>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8" name="Google Shape;4298;p72"/>
            <p:cNvSpPr/>
            <p:nvPr/>
          </p:nvSpPr>
          <p:spPr>
            <a:xfrm>
              <a:off x="2047909" y="1964897"/>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9" name="Google Shape;4299;p72"/>
            <p:cNvSpPr/>
            <p:nvPr/>
          </p:nvSpPr>
          <p:spPr>
            <a:xfrm>
              <a:off x="2048343" y="1965563"/>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72"/>
            <p:cNvSpPr/>
            <p:nvPr/>
          </p:nvSpPr>
          <p:spPr>
            <a:xfrm>
              <a:off x="2049620" y="1975691"/>
              <a:ext cx="679" cy="4521"/>
            </a:xfrm>
            <a:custGeom>
              <a:rect b="b" l="l" r="r" t="t"/>
              <a:pathLst>
                <a:path extrusionOk="0" h="333" w="50">
                  <a:moveTo>
                    <a:pt x="50" y="333"/>
                  </a:moveTo>
                  <a:lnTo>
                    <a:pt x="50" y="333"/>
                  </a:lnTo>
                  <a:cubicBezTo>
                    <a:pt x="15" y="224"/>
                    <a:pt x="1" y="112"/>
                    <a:pt x="4" y="0"/>
                  </a:cubicBezTo>
                  <a:cubicBezTo>
                    <a:pt x="1" y="112"/>
                    <a:pt x="15" y="224"/>
                    <a:pt x="50" y="33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1" name="Google Shape;4301;p72"/>
            <p:cNvSpPr/>
            <p:nvPr/>
          </p:nvSpPr>
          <p:spPr>
            <a:xfrm>
              <a:off x="2052376" y="1991849"/>
              <a:ext cx="68" cy="244"/>
            </a:xfrm>
            <a:custGeom>
              <a:rect b="b" l="l" r="r" t="t"/>
              <a:pathLst>
                <a:path extrusionOk="0" h="18" w="5">
                  <a:moveTo>
                    <a:pt x="1" y="0"/>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72"/>
            <p:cNvSpPr/>
            <p:nvPr/>
          </p:nvSpPr>
          <p:spPr>
            <a:xfrm>
              <a:off x="2047393" y="1963472"/>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3" name="Google Shape;4303;p72"/>
            <p:cNvSpPr/>
            <p:nvPr/>
          </p:nvSpPr>
          <p:spPr>
            <a:xfrm>
              <a:off x="2047773" y="1964612"/>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4" name="Google Shape;4304;p72"/>
            <p:cNvSpPr/>
            <p:nvPr/>
          </p:nvSpPr>
          <p:spPr>
            <a:xfrm>
              <a:off x="2047529" y="1963947"/>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5" name="Google Shape;4305;p72"/>
            <p:cNvSpPr/>
            <p:nvPr/>
          </p:nvSpPr>
          <p:spPr>
            <a:xfrm>
              <a:off x="2047678" y="1964273"/>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6" name="Google Shape;4306;p72"/>
            <p:cNvSpPr/>
            <p:nvPr/>
          </p:nvSpPr>
          <p:spPr>
            <a:xfrm>
              <a:off x="2052281" y="1991224"/>
              <a:ext cx="68" cy="258"/>
            </a:xfrm>
            <a:custGeom>
              <a:rect b="b" l="l" r="r" t="t"/>
              <a:pathLst>
                <a:path extrusionOk="0" h="19" w="5">
                  <a:moveTo>
                    <a:pt x="1" y="1"/>
                  </a:moveTo>
                  <a:cubicBezTo>
                    <a:pt x="1" y="8"/>
                    <a:pt x="1" y="15"/>
                    <a:pt x="4" y="18"/>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7" name="Google Shape;4307;p72"/>
            <p:cNvSpPr/>
            <p:nvPr/>
          </p:nvSpPr>
          <p:spPr>
            <a:xfrm>
              <a:off x="2048153" y="196531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8" name="Google Shape;4308;p72"/>
            <p:cNvSpPr/>
            <p:nvPr/>
          </p:nvSpPr>
          <p:spPr>
            <a:xfrm>
              <a:off x="2048438" y="1965658"/>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9" name="Google Shape;4309;p72"/>
            <p:cNvSpPr/>
            <p:nvPr/>
          </p:nvSpPr>
          <p:spPr>
            <a:xfrm>
              <a:off x="2047298" y="1962942"/>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0" name="Google Shape;4310;p72"/>
            <p:cNvSpPr/>
            <p:nvPr/>
          </p:nvSpPr>
          <p:spPr>
            <a:xfrm>
              <a:off x="2052661" y="1993179"/>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1" name="Google Shape;4311;p72"/>
            <p:cNvSpPr/>
            <p:nvPr/>
          </p:nvSpPr>
          <p:spPr>
            <a:xfrm>
              <a:off x="2048574" y="196575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2" name="Google Shape;4312;p72"/>
            <p:cNvSpPr/>
            <p:nvPr/>
          </p:nvSpPr>
          <p:spPr>
            <a:xfrm>
              <a:off x="2052525" y="1992514"/>
              <a:ext cx="54" cy="204"/>
            </a:xfrm>
            <a:custGeom>
              <a:rect b="b" l="l" r="r" t="t"/>
              <a:pathLst>
                <a:path extrusionOk="0" h="15" w="4">
                  <a:moveTo>
                    <a:pt x="0"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3" name="Google Shape;4313;p72"/>
            <p:cNvSpPr/>
            <p:nvPr/>
          </p:nvSpPr>
          <p:spPr>
            <a:xfrm>
              <a:off x="2047149" y="1962426"/>
              <a:ext cx="68" cy="204"/>
            </a:xfrm>
            <a:custGeom>
              <a:rect b="b" l="l" r="r" t="t"/>
              <a:pathLst>
                <a:path extrusionOk="0" h="15" w="5">
                  <a:moveTo>
                    <a:pt x="1"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4" name="Google Shape;4314;p72"/>
            <p:cNvSpPr/>
            <p:nvPr/>
          </p:nvSpPr>
          <p:spPr>
            <a:xfrm>
              <a:off x="2052186" y="1990654"/>
              <a:ext cx="68" cy="204"/>
            </a:xfrm>
            <a:custGeom>
              <a:rect b="b" l="l" r="r" t="t"/>
              <a:pathLst>
                <a:path extrusionOk="0" h="15" w="5">
                  <a:moveTo>
                    <a:pt x="1" y="1"/>
                  </a:moveTo>
                  <a:lnTo>
                    <a:pt x="1" y="15"/>
                  </a:ln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72"/>
            <p:cNvSpPr/>
            <p:nvPr/>
          </p:nvSpPr>
          <p:spPr>
            <a:xfrm>
              <a:off x="2048248" y="1965468"/>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72"/>
            <p:cNvSpPr/>
            <p:nvPr/>
          </p:nvSpPr>
          <p:spPr>
            <a:xfrm>
              <a:off x="2030082" y="1976927"/>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7" name="Google Shape;4317;p72"/>
            <p:cNvSpPr/>
            <p:nvPr/>
          </p:nvSpPr>
          <p:spPr>
            <a:xfrm>
              <a:off x="2028520" y="2004014"/>
              <a:ext cx="14" cy="204"/>
            </a:xfrm>
            <a:custGeom>
              <a:rect b="b" l="l" r="r" t="t"/>
              <a:pathLst>
                <a:path extrusionOk="0" h="15" w="1">
                  <a:moveTo>
                    <a:pt x="0" y="15"/>
                  </a:moveTo>
                  <a:lnTo>
                    <a:pt x="0" y="1"/>
                  </a:lnTo>
                  <a:cubicBezTo>
                    <a:pt x="0" y="8"/>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8" name="Google Shape;4318;p72"/>
            <p:cNvSpPr/>
            <p:nvPr/>
          </p:nvSpPr>
          <p:spPr>
            <a:xfrm>
              <a:off x="2029756" y="1975203"/>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9" name="Google Shape;4319;p72"/>
            <p:cNvSpPr/>
            <p:nvPr/>
          </p:nvSpPr>
          <p:spPr>
            <a:xfrm>
              <a:off x="2028520" y="2002969"/>
              <a:ext cx="14" cy="204"/>
            </a:xfrm>
            <a:custGeom>
              <a:rect b="b" l="l" r="r" t="t"/>
              <a:pathLst>
                <a:path extrusionOk="0" h="15" w="1">
                  <a:moveTo>
                    <a:pt x="0" y="14"/>
                  </a:moveTo>
                  <a:lnTo>
                    <a:pt x="0" y="0"/>
                  </a:lnTo>
                  <a:cubicBezTo>
                    <a:pt x="0" y="4"/>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0" name="Google Shape;4320;p72"/>
            <p:cNvSpPr/>
            <p:nvPr/>
          </p:nvSpPr>
          <p:spPr>
            <a:xfrm>
              <a:off x="2028561" y="2003444"/>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72"/>
            <p:cNvSpPr/>
            <p:nvPr/>
          </p:nvSpPr>
          <p:spPr>
            <a:xfrm>
              <a:off x="2028262" y="2002195"/>
              <a:ext cx="81" cy="122"/>
            </a:xfrm>
            <a:custGeom>
              <a:rect b="b" l="l" r="r" t="t"/>
              <a:pathLst>
                <a:path extrusionOk="0" h="9" w="6">
                  <a:moveTo>
                    <a:pt x="1" y="1"/>
                  </a:moveTo>
                  <a:cubicBezTo>
                    <a:pt x="1" y="1"/>
                    <a:pt x="5" y="6"/>
                    <a:pt x="5" y="8"/>
                  </a:cubicBezTo>
                  <a:cubicBezTo>
                    <a:pt x="5" y="5"/>
                    <a:pt x="5" y="1"/>
                    <a:pt x="2" y="1"/>
                  </a:cubicBezTo>
                  <a:cubicBezTo>
                    <a:pt x="1" y="1"/>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2" name="Google Shape;4322;p72"/>
            <p:cNvSpPr/>
            <p:nvPr/>
          </p:nvSpPr>
          <p:spPr>
            <a:xfrm>
              <a:off x="2028425" y="2002534"/>
              <a:ext cx="54" cy="204"/>
            </a:xfrm>
            <a:custGeom>
              <a:rect b="b" l="l" r="r" t="t"/>
              <a:pathLst>
                <a:path extrusionOk="0" h="15" w="4">
                  <a:moveTo>
                    <a:pt x="0" y="1"/>
                  </a:moveTo>
                  <a:cubicBezTo>
                    <a:pt x="0" y="4"/>
                    <a:pt x="4" y="11"/>
                    <a:pt x="4" y="15"/>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3" name="Google Shape;4323;p72"/>
            <p:cNvSpPr/>
            <p:nvPr/>
          </p:nvSpPr>
          <p:spPr>
            <a:xfrm>
              <a:off x="2030231" y="1977728"/>
              <a:ext cx="54" cy="353"/>
            </a:xfrm>
            <a:custGeom>
              <a:rect b="b" l="l" r="r" t="t"/>
              <a:pathLst>
                <a:path extrusionOk="0" h="26" w="4">
                  <a:moveTo>
                    <a:pt x="4"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72"/>
            <p:cNvSpPr/>
            <p:nvPr/>
          </p:nvSpPr>
          <p:spPr>
            <a:xfrm>
              <a:off x="2030747" y="1981530"/>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5" name="Google Shape;4325;p72"/>
            <p:cNvSpPr/>
            <p:nvPr/>
          </p:nvSpPr>
          <p:spPr>
            <a:xfrm>
              <a:off x="2030652" y="1980539"/>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6" name="Google Shape;4326;p72"/>
            <p:cNvSpPr/>
            <p:nvPr/>
          </p:nvSpPr>
          <p:spPr>
            <a:xfrm>
              <a:off x="2030557" y="1979914"/>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72"/>
            <p:cNvSpPr/>
            <p:nvPr/>
          </p:nvSpPr>
          <p:spPr>
            <a:xfrm>
              <a:off x="2029281" y="1973397"/>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8" name="Google Shape;4328;p72"/>
            <p:cNvSpPr/>
            <p:nvPr/>
          </p:nvSpPr>
          <p:spPr>
            <a:xfrm>
              <a:off x="2030367" y="1978488"/>
              <a:ext cx="68" cy="353"/>
            </a:xfrm>
            <a:custGeom>
              <a:rect b="b" l="l" r="r" t="t"/>
              <a:pathLst>
                <a:path extrusionOk="0" h="26" w="5">
                  <a:moveTo>
                    <a:pt x="4"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9" name="Google Shape;4329;p72"/>
            <p:cNvSpPr/>
            <p:nvPr/>
          </p:nvSpPr>
          <p:spPr>
            <a:xfrm>
              <a:off x="2029511" y="1974306"/>
              <a:ext cx="109" cy="394"/>
            </a:xfrm>
            <a:custGeom>
              <a:rect b="b" l="l" r="r" t="t"/>
              <a:pathLst>
                <a:path extrusionOk="0" h="29" w="8">
                  <a:moveTo>
                    <a:pt x="8"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72"/>
            <p:cNvSpPr/>
            <p:nvPr/>
          </p:nvSpPr>
          <p:spPr>
            <a:xfrm>
              <a:off x="2030706" y="1981109"/>
              <a:ext cx="14" cy="204"/>
            </a:xfrm>
            <a:custGeom>
              <a:rect b="b" l="l" r="r" t="t"/>
              <a:pathLst>
                <a:path extrusionOk="0" h="15" w="1">
                  <a:moveTo>
                    <a:pt x="0" y="14"/>
                  </a:moveTo>
                  <a:lnTo>
                    <a:pt x="0" y="0"/>
                  </a:lnTo>
                  <a:cubicBezTo>
                    <a:pt x="0" y="4"/>
                    <a:pt x="0" y="7"/>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1" name="Google Shape;4331;p72"/>
            <p:cNvSpPr/>
            <p:nvPr/>
          </p:nvSpPr>
          <p:spPr>
            <a:xfrm>
              <a:off x="2030462" y="1979249"/>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2" name="Google Shape;4332;p72"/>
            <p:cNvSpPr/>
            <p:nvPr/>
          </p:nvSpPr>
          <p:spPr>
            <a:xfrm>
              <a:off x="2028425" y="2004666"/>
              <a:ext cx="54" cy="177"/>
            </a:xfrm>
            <a:custGeom>
              <a:rect b="b" l="l" r="r" t="t"/>
              <a:pathLst>
                <a:path extrusionOk="0" h="13" w="4">
                  <a:moveTo>
                    <a:pt x="1" y="1"/>
                  </a:moveTo>
                  <a:cubicBezTo>
                    <a:pt x="1" y="1"/>
                    <a:pt x="0" y="1"/>
                    <a:pt x="0" y="2"/>
                  </a:cubicBezTo>
                  <a:lnTo>
                    <a:pt x="0" y="12"/>
                  </a:lnTo>
                  <a:cubicBezTo>
                    <a:pt x="3" y="9"/>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72"/>
            <p:cNvSpPr/>
            <p:nvPr/>
          </p:nvSpPr>
          <p:spPr>
            <a:xfrm>
              <a:off x="2028995" y="1972541"/>
              <a:ext cx="109" cy="394"/>
            </a:xfrm>
            <a:custGeom>
              <a:rect b="b" l="l" r="r" t="t"/>
              <a:pathLst>
                <a:path extrusionOk="0" h="29" w="8">
                  <a:moveTo>
                    <a:pt x="7"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4" name="Google Shape;4334;p72"/>
            <p:cNvSpPr/>
            <p:nvPr/>
          </p:nvSpPr>
          <p:spPr>
            <a:xfrm>
              <a:off x="2029892" y="1976072"/>
              <a:ext cx="109" cy="339"/>
            </a:xfrm>
            <a:custGeom>
              <a:rect b="b" l="l" r="r" t="t"/>
              <a:pathLst>
                <a:path extrusionOk="0" h="25" w="8">
                  <a:moveTo>
                    <a:pt x="8"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5" name="Google Shape;4335;p72"/>
            <p:cNvSpPr/>
            <p:nvPr/>
          </p:nvSpPr>
          <p:spPr>
            <a:xfrm>
              <a:off x="2028425" y="1970885"/>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6" name="Google Shape;4336;p72"/>
            <p:cNvSpPr/>
            <p:nvPr/>
          </p:nvSpPr>
          <p:spPr>
            <a:xfrm>
              <a:off x="2025044" y="1994320"/>
              <a:ext cx="3055" cy="7563"/>
            </a:xfrm>
            <a:custGeom>
              <a:rect b="b" l="l" r="r" t="t"/>
              <a:pathLst>
                <a:path extrusionOk="0" h="557" w="225">
                  <a:moveTo>
                    <a:pt x="225" y="557"/>
                  </a:moveTo>
                  <a:cubicBezTo>
                    <a:pt x="151" y="459"/>
                    <a:pt x="1" y="67"/>
                    <a:pt x="8" y="0"/>
                  </a:cubicBezTo>
                  <a:cubicBezTo>
                    <a:pt x="1" y="67"/>
                    <a:pt x="151" y="459"/>
                    <a:pt x="225" y="5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7" name="Google Shape;4337;p72"/>
            <p:cNvSpPr/>
            <p:nvPr/>
          </p:nvSpPr>
          <p:spPr>
            <a:xfrm>
              <a:off x="2028710" y="1971686"/>
              <a:ext cx="109" cy="353"/>
            </a:xfrm>
            <a:custGeom>
              <a:rect b="b" l="l" r="r" t="t"/>
              <a:pathLst>
                <a:path extrusionOk="0" h="26" w="8">
                  <a:moveTo>
                    <a:pt x="7"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8" name="Google Shape;4338;p72"/>
            <p:cNvSpPr/>
            <p:nvPr/>
          </p:nvSpPr>
          <p:spPr>
            <a:xfrm>
              <a:off x="1936777" y="1949351"/>
              <a:ext cx="53305" cy="39619"/>
            </a:xfrm>
            <a:custGeom>
              <a:rect b="b" l="l" r="r" t="t"/>
              <a:pathLst>
                <a:path extrusionOk="0" h="2918" w="3926">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9" name="Google Shape;4339;p72"/>
            <p:cNvSpPr/>
            <p:nvPr/>
          </p:nvSpPr>
          <p:spPr>
            <a:xfrm>
              <a:off x="1956464" y="195258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0" name="Google Shape;4340;p72"/>
            <p:cNvSpPr/>
            <p:nvPr/>
          </p:nvSpPr>
          <p:spPr>
            <a:xfrm>
              <a:off x="1957510" y="195258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1" name="Google Shape;4341;p72"/>
            <p:cNvSpPr/>
            <p:nvPr/>
          </p:nvSpPr>
          <p:spPr>
            <a:xfrm>
              <a:off x="1953898" y="1952352"/>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2" name="Google Shape;4342;p72"/>
            <p:cNvSpPr/>
            <p:nvPr/>
          </p:nvSpPr>
          <p:spPr>
            <a:xfrm>
              <a:off x="1953138" y="1952162"/>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72"/>
            <p:cNvSpPr/>
            <p:nvPr/>
          </p:nvSpPr>
          <p:spPr>
            <a:xfrm>
              <a:off x="1951997" y="1951822"/>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4" name="Google Shape;4344;p72"/>
            <p:cNvSpPr/>
            <p:nvPr/>
          </p:nvSpPr>
          <p:spPr>
            <a:xfrm>
              <a:off x="1952513" y="195201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5" name="Google Shape;4345;p72"/>
            <p:cNvSpPr/>
            <p:nvPr/>
          </p:nvSpPr>
          <p:spPr>
            <a:xfrm>
              <a:off x="1955650" y="1952542"/>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6" name="Google Shape;4346;p72"/>
            <p:cNvSpPr/>
            <p:nvPr/>
          </p:nvSpPr>
          <p:spPr>
            <a:xfrm>
              <a:off x="1958026" y="1952582"/>
              <a:ext cx="353" cy="14"/>
            </a:xfrm>
            <a:custGeom>
              <a:rect b="b" l="l" r="r" t="t"/>
              <a:pathLst>
                <a:path extrusionOk="0" h="1" w="26">
                  <a:moveTo>
                    <a:pt x="2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72"/>
            <p:cNvSpPr/>
            <p:nvPr/>
          </p:nvSpPr>
          <p:spPr>
            <a:xfrm>
              <a:off x="1958745" y="1952542"/>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72"/>
            <p:cNvSpPr/>
            <p:nvPr/>
          </p:nvSpPr>
          <p:spPr>
            <a:xfrm>
              <a:off x="1960972" y="1952202"/>
              <a:ext cx="543" cy="109"/>
            </a:xfrm>
            <a:custGeom>
              <a:rect b="b" l="l" r="r" t="t"/>
              <a:pathLst>
                <a:path extrusionOk="0" h="8" w="40">
                  <a:moveTo>
                    <a:pt x="39"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9" name="Google Shape;4349;p72"/>
            <p:cNvSpPr/>
            <p:nvPr/>
          </p:nvSpPr>
          <p:spPr>
            <a:xfrm>
              <a:off x="1959451" y="1952487"/>
              <a:ext cx="353" cy="68"/>
            </a:xfrm>
            <a:custGeom>
              <a:rect b="b" l="l" r="r" t="t"/>
              <a:pathLst>
                <a:path extrusionOk="0" h="5" w="26">
                  <a:moveTo>
                    <a:pt x="2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0" name="Google Shape;4350;p72"/>
            <p:cNvSpPr/>
            <p:nvPr/>
          </p:nvSpPr>
          <p:spPr>
            <a:xfrm>
              <a:off x="1960171" y="1952392"/>
              <a:ext cx="394" cy="68"/>
            </a:xfrm>
            <a:custGeom>
              <a:rect b="b" l="l" r="r" t="t"/>
              <a:pathLst>
                <a:path extrusionOk="0" h="5" w="29">
                  <a:moveTo>
                    <a:pt x="28"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72"/>
            <p:cNvSpPr/>
            <p:nvPr/>
          </p:nvSpPr>
          <p:spPr>
            <a:xfrm>
              <a:off x="1961732" y="1952067"/>
              <a:ext cx="448" cy="109"/>
            </a:xfrm>
            <a:custGeom>
              <a:rect b="b" l="l" r="r" t="t"/>
              <a:pathLst>
                <a:path extrusionOk="0" h="8" w="33">
                  <a:moveTo>
                    <a:pt x="3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72"/>
            <p:cNvSpPr/>
            <p:nvPr/>
          </p:nvSpPr>
          <p:spPr>
            <a:xfrm>
              <a:off x="1946865" y="1949351"/>
              <a:ext cx="190" cy="964"/>
            </a:xfrm>
            <a:custGeom>
              <a:rect b="b" l="l" r="r" t="t"/>
              <a:pathLst>
                <a:path extrusionOk="0" h="71" w="14">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3" name="Google Shape;4353;p72"/>
            <p:cNvSpPr/>
            <p:nvPr/>
          </p:nvSpPr>
          <p:spPr>
            <a:xfrm>
              <a:off x="1946756" y="1950261"/>
              <a:ext cx="109" cy="204"/>
            </a:xfrm>
            <a:custGeom>
              <a:rect b="b" l="l" r="r" t="t"/>
              <a:pathLst>
                <a:path extrusionOk="0" h="15" w="8">
                  <a:moveTo>
                    <a:pt x="8" y="0"/>
                  </a:moveTo>
                  <a:lnTo>
                    <a:pt x="8" y="0"/>
                  </a:lnTo>
                  <a:cubicBezTo>
                    <a:pt x="5" y="4"/>
                    <a:pt x="1" y="11"/>
                    <a:pt x="1" y="14"/>
                  </a:cubicBezTo>
                  <a:cubicBezTo>
                    <a:pt x="5" y="11"/>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4" name="Google Shape;4354;p72"/>
            <p:cNvSpPr/>
            <p:nvPr/>
          </p:nvSpPr>
          <p:spPr>
            <a:xfrm>
              <a:off x="1946281" y="1951211"/>
              <a:ext cx="163" cy="244"/>
            </a:xfrm>
            <a:custGeom>
              <a:rect b="b" l="l" r="r" t="t"/>
              <a:pathLst>
                <a:path extrusionOk="0" h="18" w="12">
                  <a:moveTo>
                    <a:pt x="1" y="18"/>
                  </a:moveTo>
                  <a:cubicBezTo>
                    <a:pt x="4" y="11"/>
                    <a:pt x="8" y="7"/>
                    <a:pt x="11" y="0"/>
                  </a:cubicBezTo>
                  <a:cubicBezTo>
                    <a:pt x="8" y="7"/>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5" name="Google Shape;4355;p72"/>
            <p:cNvSpPr/>
            <p:nvPr/>
          </p:nvSpPr>
          <p:spPr>
            <a:xfrm>
              <a:off x="1936831" y="1960661"/>
              <a:ext cx="54" cy="14"/>
            </a:xfrm>
            <a:custGeom>
              <a:rect b="b" l="l" r="r" t="t"/>
              <a:pathLst>
                <a:path extrusionOk="0" h="1" w="4">
                  <a:moveTo>
                    <a:pt x="0" y="1"/>
                  </a:moveTo>
                  <a:lnTo>
                    <a:pt x="0" y="1"/>
                  </a:ln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6" name="Google Shape;4356;p72"/>
            <p:cNvSpPr/>
            <p:nvPr/>
          </p:nvSpPr>
          <p:spPr>
            <a:xfrm>
              <a:off x="1945521" y="1952012"/>
              <a:ext cx="258" cy="204"/>
            </a:xfrm>
            <a:custGeom>
              <a:rect b="b" l="l" r="r" t="t"/>
              <a:pathLst>
                <a:path extrusionOk="0" h="15" w="19">
                  <a:moveTo>
                    <a:pt x="1" y="15"/>
                  </a:moveTo>
                  <a:cubicBezTo>
                    <a:pt x="8" y="8"/>
                    <a:pt x="11" y="4"/>
                    <a:pt x="18" y="1"/>
                  </a:cubicBezTo>
                  <a:cubicBezTo>
                    <a:pt x="11" y="4"/>
                    <a:pt x="8" y="8"/>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7" name="Google Shape;4357;p72"/>
            <p:cNvSpPr/>
            <p:nvPr/>
          </p:nvSpPr>
          <p:spPr>
            <a:xfrm>
              <a:off x="1944856" y="1952297"/>
              <a:ext cx="489" cy="258"/>
            </a:xfrm>
            <a:custGeom>
              <a:rect b="b" l="l" r="r" t="t"/>
              <a:pathLst>
                <a:path extrusionOk="0" h="19" w="36">
                  <a:moveTo>
                    <a:pt x="1" y="18"/>
                  </a:moveTo>
                  <a:cubicBezTo>
                    <a:pt x="15" y="15"/>
                    <a:pt x="25" y="8"/>
                    <a:pt x="36" y="1"/>
                  </a:cubicBezTo>
                  <a:cubicBezTo>
                    <a:pt x="25" y="8"/>
                    <a:pt x="15"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8" name="Google Shape;4358;p72"/>
            <p:cNvSpPr/>
            <p:nvPr/>
          </p:nvSpPr>
          <p:spPr>
            <a:xfrm>
              <a:off x="1936967" y="1959616"/>
              <a:ext cx="1249" cy="964"/>
            </a:xfrm>
            <a:custGeom>
              <a:rect b="b" l="l" r="r" t="t"/>
              <a:pathLst>
                <a:path extrusionOk="0" h="71" w="92">
                  <a:moveTo>
                    <a:pt x="92" y="1"/>
                  </a:moveTo>
                  <a:cubicBezTo>
                    <a:pt x="60" y="25"/>
                    <a:pt x="29" y="50"/>
                    <a:pt x="1" y="71"/>
                  </a:cubicBezTo>
                  <a:cubicBezTo>
                    <a:pt x="29" y="50"/>
                    <a:pt x="60" y="29"/>
                    <a:pt x="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9" name="Google Shape;4359;p72"/>
            <p:cNvSpPr/>
            <p:nvPr/>
          </p:nvSpPr>
          <p:spPr>
            <a:xfrm>
              <a:off x="1945955" y="1951632"/>
              <a:ext cx="204" cy="204"/>
            </a:xfrm>
            <a:custGeom>
              <a:rect b="b" l="l" r="r" t="t"/>
              <a:pathLst>
                <a:path extrusionOk="0" h="15" w="15">
                  <a:moveTo>
                    <a:pt x="14" y="1"/>
                  </a:moveTo>
                  <a:cubicBezTo>
                    <a:pt x="7" y="4"/>
                    <a:pt x="4" y="11"/>
                    <a:pt x="0" y="15"/>
                  </a:cubicBezTo>
                  <a:cubicBezTo>
                    <a:pt x="4" y="11"/>
                    <a:pt x="11" y="4"/>
                    <a:pt x="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0" name="Google Shape;4360;p72"/>
            <p:cNvSpPr/>
            <p:nvPr/>
          </p:nvSpPr>
          <p:spPr>
            <a:xfrm>
              <a:off x="1946526" y="1950736"/>
              <a:ext cx="149" cy="244"/>
            </a:xfrm>
            <a:custGeom>
              <a:rect b="b" l="l" r="r" t="t"/>
              <a:pathLst>
                <a:path extrusionOk="0" h="18" w="11">
                  <a:moveTo>
                    <a:pt x="11" y="0"/>
                  </a:moveTo>
                  <a:lnTo>
                    <a:pt x="11" y="0"/>
                  </a:lnTo>
                  <a:cubicBezTo>
                    <a:pt x="7" y="7"/>
                    <a:pt x="4" y="11"/>
                    <a:pt x="0" y="18"/>
                  </a:cubicBezTo>
                  <a:cubicBezTo>
                    <a:pt x="4" y="11"/>
                    <a:pt x="11" y="7"/>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1" name="Google Shape;4361;p72"/>
            <p:cNvSpPr/>
            <p:nvPr/>
          </p:nvSpPr>
          <p:spPr>
            <a:xfrm>
              <a:off x="1946865" y="1950206"/>
              <a:ext cx="0" cy="68"/>
            </a:xfrm>
            <a:custGeom>
              <a:rect b="b" l="l" r="r" t="t"/>
              <a:pathLst>
                <a:path extrusionOk="0" h="5" w="0">
                  <a:moveTo>
                    <a:pt x="0"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72"/>
            <p:cNvSpPr/>
            <p:nvPr/>
          </p:nvSpPr>
          <p:spPr>
            <a:xfrm>
              <a:off x="1946960" y="1949595"/>
              <a:ext cx="0" cy="109"/>
            </a:xfrm>
            <a:custGeom>
              <a:rect b="b" l="l" r="r" t="t"/>
              <a:pathLst>
                <a:path extrusionOk="0" h="8" w="0">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3" name="Google Shape;4363;p72"/>
            <p:cNvSpPr/>
            <p:nvPr/>
          </p:nvSpPr>
          <p:spPr>
            <a:xfrm>
              <a:off x="1987217" y="1973261"/>
              <a:ext cx="109" cy="109"/>
            </a:xfrm>
            <a:custGeom>
              <a:rect b="b" l="l" r="r" t="t"/>
              <a:pathLst>
                <a:path extrusionOk="0" h="8" w="8">
                  <a:moveTo>
                    <a:pt x="7"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4" name="Google Shape;4364;p72"/>
            <p:cNvSpPr/>
            <p:nvPr/>
          </p:nvSpPr>
          <p:spPr>
            <a:xfrm>
              <a:off x="1986498" y="1969839"/>
              <a:ext cx="68" cy="204"/>
            </a:xfrm>
            <a:custGeom>
              <a:rect b="b" l="l" r="r" t="t"/>
              <a:pathLst>
                <a:path extrusionOk="0" h="15" w="5">
                  <a:moveTo>
                    <a:pt x="1" y="0"/>
                  </a:moveTo>
                  <a:lnTo>
                    <a:pt x="1" y="14"/>
                  </a:lnTo>
                  <a:cubicBezTo>
                    <a:pt x="4" y="11"/>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72"/>
            <p:cNvSpPr/>
            <p:nvPr/>
          </p:nvSpPr>
          <p:spPr>
            <a:xfrm>
              <a:off x="1986783" y="1972677"/>
              <a:ext cx="109" cy="163"/>
            </a:xfrm>
            <a:custGeom>
              <a:rect b="b" l="l" r="r" t="t"/>
              <a:pathLst>
                <a:path extrusionOk="0" h="12" w="8">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6" name="Google Shape;4366;p72"/>
            <p:cNvSpPr/>
            <p:nvPr/>
          </p:nvSpPr>
          <p:spPr>
            <a:xfrm>
              <a:off x="1986457" y="1970315"/>
              <a:ext cx="54" cy="204"/>
            </a:xfrm>
            <a:custGeom>
              <a:rect b="b" l="l" r="r" t="t"/>
              <a:pathLst>
                <a:path extrusionOk="0" h="15" w="4">
                  <a:moveTo>
                    <a:pt x="0" y="0"/>
                  </a:moveTo>
                  <a:lnTo>
                    <a:pt x="0" y="14"/>
                  </a:lnTo>
                  <a:cubicBezTo>
                    <a:pt x="4" y="11"/>
                    <a:pt x="4"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72"/>
            <p:cNvSpPr/>
            <p:nvPr/>
          </p:nvSpPr>
          <p:spPr>
            <a:xfrm>
              <a:off x="1985547" y="1985236"/>
              <a:ext cx="1629" cy="1629"/>
            </a:xfrm>
            <a:custGeom>
              <a:rect b="b" l="l" r="r" t="t"/>
              <a:pathLst>
                <a:path extrusionOk="0" h="120" w="12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8" name="Google Shape;4368;p72"/>
            <p:cNvSpPr/>
            <p:nvPr/>
          </p:nvSpPr>
          <p:spPr>
            <a:xfrm>
              <a:off x="1986878" y="1967789"/>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9" name="Google Shape;4369;p72"/>
            <p:cNvSpPr/>
            <p:nvPr/>
          </p:nvSpPr>
          <p:spPr>
            <a:xfrm>
              <a:off x="1986742" y="1968319"/>
              <a:ext cx="54" cy="244"/>
            </a:xfrm>
            <a:custGeom>
              <a:rect b="b" l="l" r="r" t="t"/>
              <a:pathLst>
                <a:path extrusionOk="0" h="18" w="4">
                  <a:moveTo>
                    <a:pt x="0"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72"/>
            <p:cNvSpPr/>
            <p:nvPr/>
          </p:nvSpPr>
          <p:spPr>
            <a:xfrm>
              <a:off x="1986457" y="1971211"/>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1" name="Google Shape;4371;p72"/>
            <p:cNvSpPr/>
            <p:nvPr/>
          </p:nvSpPr>
          <p:spPr>
            <a:xfrm>
              <a:off x="1986688" y="1968835"/>
              <a:ext cx="14" cy="258"/>
            </a:xfrm>
            <a:custGeom>
              <a:rect b="b" l="l" r="r" t="t"/>
              <a:pathLst>
                <a:path extrusionOk="0" h="19" w="1">
                  <a:moveTo>
                    <a:pt x="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72"/>
            <p:cNvSpPr/>
            <p:nvPr/>
          </p:nvSpPr>
          <p:spPr>
            <a:xfrm>
              <a:off x="1986457" y="1970736"/>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3" name="Google Shape;4373;p72"/>
            <p:cNvSpPr/>
            <p:nvPr/>
          </p:nvSpPr>
          <p:spPr>
            <a:xfrm>
              <a:off x="1986973" y="1967273"/>
              <a:ext cx="68" cy="244"/>
            </a:xfrm>
            <a:custGeom>
              <a:rect b="b" l="l" r="r" t="t"/>
              <a:pathLst>
                <a:path extrusionOk="0" h="18" w="5">
                  <a:moveTo>
                    <a:pt x="1" y="18"/>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4" name="Google Shape;4374;p72"/>
            <p:cNvSpPr/>
            <p:nvPr/>
          </p:nvSpPr>
          <p:spPr>
            <a:xfrm>
              <a:off x="1986959" y="1973017"/>
              <a:ext cx="122" cy="109"/>
            </a:xfrm>
            <a:custGeom>
              <a:rect b="b" l="l" r="r" t="t"/>
              <a:pathLst>
                <a:path extrusionOk="0" h="8" w="9">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72"/>
            <p:cNvSpPr/>
            <p:nvPr/>
          </p:nvSpPr>
          <p:spPr>
            <a:xfrm>
              <a:off x="1986498" y="1971591"/>
              <a:ext cx="14" cy="204"/>
            </a:xfrm>
            <a:custGeom>
              <a:rect b="b" l="l" r="r" t="t"/>
              <a:pathLst>
                <a:path extrusionOk="0" h="15" w="1">
                  <a:moveTo>
                    <a:pt x="1" y="15"/>
                  </a:moveTo>
                  <a:lnTo>
                    <a:pt x="1" y="1"/>
                  </a:lnTo>
                  <a:cubicBezTo>
                    <a:pt x="1" y="8"/>
                    <a:pt x="1"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6" name="Google Shape;4376;p72"/>
            <p:cNvSpPr/>
            <p:nvPr/>
          </p:nvSpPr>
          <p:spPr>
            <a:xfrm>
              <a:off x="1986647" y="1972351"/>
              <a:ext cx="54" cy="163"/>
            </a:xfrm>
            <a:custGeom>
              <a:rect b="b" l="l" r="r" t="t"/>
              <a:pathLst>
                <a:path extrusionOk="0" h="12" w="4">
                  <a:moveTo>
                    <a:pt x="4" y="11"/>
                  </a:moveTo>
                  <a:cubicBezTo>
                    <a:pt x="4" y="8"/>
                    <a:pt x="4" y="4"/>
                    <a:pt x="0" y="1"/>
                  </a:cubicBezTo>
                  <a:cubicBezTo>
                    <a:pt x="4" y="4"/>
                    <a:pt x="4" y="8"/>
                    <a:pt x="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7" name="Google Shape;4377;p72"/>
            <p:cNvSpPr/>
            <p:nvPr/>
          </p:nvSpPr>
          <p:spPr>
            <a:xfrm>
              <a:off x="1986552" y="1971971"/>
              <a:ext cx="54" cy="204"/>
            </a:xfrm>
            <a:custGeom>
              <a:rect b="b" l="l" r="r" t="t"/>
              <a:pathLst>
                <a:path extrusionOk="0" h="15" w="4">
                  <a:moveTo>
                    <a:pt x="0" y="1"/>
                  </a:moveTo>
                  <a:lnTo>
                    <a:pt x="0" y="1"/>
                  </a:lnTo>
                  <a:cubicBezTo>
                    <a:pt x="0" y="8"/>
                    <a:pt x="4" y="11"/>
                    <a:pt x="4" y="15"/>
                  </a:cubicBezTo>
                  <a:cubicBezTo>
                    <a:pt x="4"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8" name="Google Shape;4378;p72"/>
            <p:cNvSpPr/>
            <p:nvPr/>
          </p:nvSpPr>
          <p:spPr>
            <a:xfrm>
              <a:off x="1986593" y="1969310"/>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9" name="Google Shape;4379;p72"/>
            <p:cNvSpPr/>
            <p:nvPr/>
          </p:nvSpPr>
          <p:spPr>
            <a:xfrm>
              <a:off x="1963443" y="1981204"/>
              <a:ext cx="29110" cy="27820"/>
            </a:xfrm>
            <a:custGeom>
              <a:rect b="b" l="l" r="r" t="t"/>
              <a:pathLst>
                <a:path extrusionOk="0" h="2049" w="2144">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0" name="Google Shape;4380;p72"/>
            <p:cNvSpPr/>
            <p:nvPr/>
          </p:nvSpPr>
          <p:spPr>
            <a:xfrm>
              <a:off x="1984787" y="1988522"/>
              <a:ext cx="68" cy="1534"/>
            </a:xfrm>
            <a:custGeom>
              <a:rect b="b" l="l" r="r" t="t"/>
              <a:pathLst>
                <a:path extrusionOk="0" h="113" w="5">
                  <a:moveTo>
                    <a:pt x="4" y="112"/>
                  </a:moveTo>
                  <a:cubicBezTo>
                    <a:pt x="1" y="74"/>
                    <a:pt x="1" y="35"/>
                    <a:pt x="4" y="0"/>
                  </a:cubicBezTo>
                  <a:lnTo>
                    <a:pt x="4" y="0"/>
                  </a:lnTo>
                  <a:cubicBezTo>
                    <a:pt x="1" y="35"/>
                    <a:pt x="1" y="74"/>
                    <a:pt x="4" y="11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1" name="Google Shape;4381;p72"/>
            <p:cNvSpPr/>
            <p:nvPr/>
          </p:nvSpPr>
          <p:spPr>
            <a:xfrm>
              <a:off x="1991345" y="2005630"/>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2" name="Google Shape;4382;p72"/>
            <p:cNvSpPr/>
            <p:nvPr/>
          </p:nvSpPr>
          <p:spPr>
            <a:xfrm>
              <a:off x="1990259" y="2008766"/>
              <a:ext cx="54" cy="299"/>
            </a:xfrm>
            <a:custGeom>
              <a:rect b="b" l="l" r="r" t="t"/>
              <a:pathLst>
                <a:path extrusionOk="0" h="22" w="4">
                  <a:moveTo>
                    <a:pt x="4"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3" name="Google Shape;4383;p72"/>
            <p:cNvSpPr/>
            <p:nvPr/>
          </p:nvSpPr>
          <p:spPr>
            <a:xfrm>
              <a:off x="1990639" y="2007490"/>
              <a:ext cx="54" cy="244"/>
            </a:xfrm>
            <a:custGeom>
              <a:rect b="b" l="l" r="r" t="t"/>
              <a:pathLst>
                <a:path extrusionOk="0" h="18" w="4">
                  <a:moveTo>
                    <a:pt x="4"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72"/>
            <p:cNvSpPr/>
            <p:nvPr/>
          </p:nvSpPr>
          <p:spPr>
            <a:xfrm>
              <a:off x="1991155" y="2006064"/>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5" name="Google Shape;4385;p72"/>
            <p:cNvSpPr/>
            <p:nvPr/>
          </p:nvSpPr>
          <p:spPr>
            <a:xfrm>
              <a:off x="1990449" y="2008101"/>
              <a:ext cx="54" cy="258"/>
            </a:xfrm>
            <a:custGeom>
              <a:rect b="b" l="l" r="r" t="t"/>
              <a:pathLst>
                <a:path extrusionOk="0" h="19" w="4">
                  <a:moveTo>
                    <a:pt x="4"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6" name="Google Shape;4386;p72"/>
            <p:cNvSpPr/>
            <p:nvPr/>
          </p:nvSpPr>
          <p:spPr>
            <a:xfrm>
              <a:off x="1990965" y="2006485"/>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72"/>
            <p:cNvSpPr/>
            <p:nvPr/>
          </p:nvSpPr>
          <p:spPr>
            <a:xfrm>
              <a:off x="1990775" y="2006960"/>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8" name="Google Shape;4388;p72"/>
            <p:cNvSpPr/>
            <p:nvPr/>
          </p:nvSpPr>
          <p:spPr>
            <a:xfrm>
              <a:off x="1985547" y="1997456"/>
              <a:ext cx="1344" cy="774"/>
            </a:xfrm>
            <a:custGeom>
              <a:rect b="b" l="l" r="r" t="t"/>
              <a:pathLst>
                <a:path extrusionOk="0" h="57" w="99">
                  <a:moveTo>
                    <a:pt x="99" y="56"/>
                  </a:moveTo>
                  <a:cubicBezTo>
                    <a:pt x="64" y="32"/>
                    <a:pt x="29" y="14"/>
                    <a:pt x="1" y="0"/>
                  </a:cubicBezTo>
                  <a:cubicBezTo>
                    <a:pt x="29" y="14"/>
                    <a:pt x="64" y="32"/>
                    <a:pt x="99" y="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72"/>
            <p:cNvSpPr/>
            <p:nvPr/>
          </p:nvSpPr>
          <p:spPr>
            <a:xfrm>
              <a:off x="1980795" y="199065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0" name="Google Shape;4390;p72"/>
            <p:cNvSpPr/>
            <p:nvPr/>
          </p:nvSpPr>
          <p:spPr>
            <a:xfrm>
              <a:off x="1979845" y="199065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72"/>
            <p:cNvSpPr/>
            <p:nvPr/>
          </p:nvSpPr>
          <p:spPr>
            <a:xfrm>
              <a:off x="1971481" y="198191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2" name="Google Shape;4392;p72"/>
            <p:cNvSpPr/>
            <p:nvPr/>
          </p:nvSpPr>
          <p:spPr>
            <a:xfrm>
              <a:off x="1983796" y="1987612"/>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3" name="Google Shape;4393;p72"/>
            <p:cNvSpPr/>
            <p:nvPr/>
          </p:nvSpPr>
          <p:spPr>
            <a:xfrm>
              <a:off x="1981800" y="1990084"/>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4" name="Google Shape;4394;p72"/>
            <p:cNvSpPr/>
            <p:nvPr/>
          </p:nvSpPr>
          <p:spPr>
            <a:xfrm>
              <a:off x="1974468" y="1981299"/>
              <a:ext cx="353" cy="54"/>
            </a:xfrm>
            <a:custGeom>
              <a:rect b="b" l="l" r="r" t="t"/>
              <a:pathLst>
                <a:path extrusionOk="0" h="4" w="26">
                  <a:moveTo>
                    <a:pt x="1" y="4"/>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5" name="Google Shape;4395;p72"/>
            <p:cNvSpPr/>
            <p:nvPr/>
          </p:nvSpPr>
          <p:spPr>
            <a:xfrm>
              <a:off x="1972567" y="1981584"/>
              <a:ext cx="448" cy="109"/>
            </a:xfrm>
            <a:custGeom>
              <a:rect b="b" l="l" r="r" t="t"/>
              <a:pathLst>
                <a:path extrusionOk="0" h="8" w="33">
                  <a:moveTo>
                    <a:pt x="1" y="7"/>
                  </a:move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6" name="Google Shape;4396;p72"/>
            <p:cNvSpPr/>
            <p:nvPr/>
          </p:nvSpPr>
          <p:spPr>
            <a:xfrm>
              <a:off x="1984597" y="1988373"/>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7" name="Google Shape;4397;p72"/>
            <p:cNvSpPr/>
            <p:nvPr/>
          </p:nvSpPr>
          <p:spPr>
            <a:xfrm>
              <a:off x="1980374" y="1990708"/>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8" name="Google Shape;4398;p72"/>
            <p:cNvSpPr/>
            <p:nvPr/>
          </p:nvSpPr>
          <p:spPr>
            <a:xfrm>
              <a:off x="1984081" y="1987952"/>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9" name="Google Shape;4399;p72"/>
            <p:cNvSpPr/>
            <p:nvPr/>
          </p:nvSpPr>
          <p:spPr>
            <a:xfrm>
              <a:off x="1984312" y="1988183"/>
              <a:ext cx="204" cy="109"/>
            </a:xfrm>
            <a:custGeom>
              <a:rect b="b" l="l" r="r" t="t"/>
              <a:pathLst>
                <a:path extrusionOk="0" h="8" w="15">
                  <a:moveTo>
                    <a:pt x="1" y="1"/>
                  </a:moveTo>
                  <a:lnTo>
                    <a:pt x="1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0" name="Google Shape;4400;p72"/>
            <p:cNvSpPr/>
            <p:nvPr/>
          </p:nvSpPr>
          <p:spPr>
            <a:xfrm>
              <a:off x="1981366" y="1990369"/>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72"/>
            <p:cNvSpPr/>
            <p:nvPr/>
          </p:nvSpPr>
          <p:spPr>
            <a:xfrm>
              <a:off x="1973898" y="1981340"/>
              <a:ext cx="394" cy="109"/>
            </a:xfrm>
            <a:custGeom>
              <a:rect b="b" l="l" r="r" t="t"/>
              <a:pathLst>
                <a:path extrusionOk="0" h="8" w="29">
                  <a:moveTo>
                    <a:pt x="1" y="8"/>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2" name="Google Shape;4402;p72"/>
            <p:cNvSpPr/>
            <p:nvPr/>
          </p:nvSpPr>
          <p:spPr>
            <a:xfrm>
              <a:off x="1973233" y="1981435"/>
              <a:ext cx="448" cy="109"/>
            </a:xfrm>
            <a:custGeom>
              <a:rect b="b" l="l" r="r" t="t"/>
              <a:pathLst>
                <a:path extrusionOk="0" h="8" w="33">
                  <a:moveTo>
                    <a:pt x="1" y="8"/>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3" name="Google Shape;4403;p72"/>
            <p:cNvSpPr/>
            <p:nvPr/>
          </p:nvSpPr>
          <p:spPr>
            <a:xfrm>
              <a:off x="1971766" y="1981720"/>
              <a:ext cx="530" cy="109"/>
            </a:xfrm>
            <a:custGeom>
              <a:rect b="b" l="l" r="r" t="t"/>
              <a:pathLst>
                <a:path extrusionOk="0" h="8" w="39">
                  <a:moveTo>
                    <a:pt x="0" y="8"/>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72"/>
            <p:cNvSpPr/>
            <p:nvPr/>
          </p:nvSpPr>
          <p:spPr>
            <a:xfrm>
              <a:off x="1975378" y="1981150"/>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72"/>
            <p:cNvSpPr/>
            <p:nvPr/>
          </p:nvSpPr>
          <p:spPr>
            <a:xfrm>
              <a:off x="1974943" y="1981204"/>
              <a:ext cx="299" cy="54"/>
            </a:xfrm>
            <a:custGeom>
              <a:rect b="b" l="l" r="r" t="t"/>
              <a:pathLst>
                <a:path extrusionOk="0" h="4" w="22">
                  <a:moveTo>
                    <a:pt x="1" y="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72"/>
            <p:cNvSpPr/>
            <p:nvPr/>
          </p:nvSpPr>
          <p:spPr>
            <a:xfrm>
              <a:off x="1950327" y="1969744"/>
              <a:ext cx="19362" cy="21398"/>
            </a:xfrm>
            <a:custGeom>
              <a:rect b="b" l="l" r="r" t="t"/>
              <a:pathLst>
                <a:path extrusionOk="0" h="1576" w="1426">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72"/>
            <p:cNvSpPr/>
            <p:nvPr/>
          </p:nvSpPr>
          <p:spPr>
            <a:xfrm>
              <a:off x="1953749" y="1973166"/>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8" name="Google Shape;4408;p72"/>
            <p:cNvSpPr/>
            <p:nvPr/>
          </p:nvSpPr>
          <p:spPr>
            <a:xfrm>
              <a:off x="1954754" y="1971876"/>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72"/>
            <p:cNvSpPr/>
            <p:nvPr/>
          </p:nvSpPr>
          <p:spPr>
            <a:xfrm>
              <a:off x="1951563" y="1975257"/>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0" name="Google Shape;4410;p72"/>
            <p:cNvSpPr/>
            <p:nvPr/>
          </p:nvSpPr>
          <p:spPr>
            <a:xfrm>
              <a:off x="1954564" y="1972161"/>
              <a:ext cx="109" cy="163"/>
            </a:xfrm>
            <a:custGeom>
              <a:rect b="b" l="l" r="r" t="t"/>
              <a:pathLst>
                <a:path extrusionOk="0" h="12" w="8">
                  <a:moveTo>
                    <a:pt x="0" y="1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72"/>
            <p:cNvSpPr/>
            <p:nvPr/>
          </p:nvSpPr>
          <p:spPr>
            <a:xfrm>
              <a:off x="1950382" y="1976357"/>
              <a:ext cx="204" cy="149"/>
            </a:xfrm>
            <a:custGeom>
              <a:rect b="b" l="l" r="r" t="t"/>
              <a:pathLst>
                <a:path extrusionOk="0" h="11" w="15">
                  <a:moveTo>
                    <a:pt x="0" y="11"/>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2" name="Google Shape;4412;p72"/>
            <p:cNvSpPr/>
            <p:nvPr/>
          </p:nvSpPr>
          <p:spPr>
            <a:xfrm>
              <a:off x="1954319" y="1972501"/>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3" name="Google Shape;4413;p72"/>
            <p:cNvSpPr/>
            <p:nvPr/>
          </p:nvSpPr>
          <p:spPr>
            <a:xfrm>
              <a:off x="1955039" y="197136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4" name="Google Shape;4414;p72"/>
            <p:cNvSpPr/>
            <p:nvPr/>
          </p:nvSpPr>
          <p:spPr>
            <a:xfrm>
              <a:off x="1954889" y="1971591"/>
              <a:ext cx="68" cy="163"/>
            </a:xfrm>
            <a:custGeom>
              <a:rect b="b" l="l" r="r" t="t"/>
              <a:pathLst>
                <a:path extrusionOk="0" h="12" w="5">
                  <a:moveTo>
                    <a:pt x="1"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5" name="Google Shape;4415;p72"/>
            <p:cNvSpPr/>
            <p:nvPr/>
          </p:nvSpPr>
          <p:spPr>
            <a:xfrm>
              <a:off x="1955134" y="1971116"/>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6" name="Google Shape;4416;p72"/>
            <p:cNvSpPr/>
            <p:nvPr/>
          </p:nvSpPr>
          <p:spPr>
            <a:xfrm>
              <a:off x="1952608" y="1974347"/>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72"/>
            <p:cNvSpPr/>
            <p:nvPr/>
          </p:nvSpPr>
          <p:spPr>
            <a:xfrm>
              <a:off x="1952092" y="1974782"/>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8" name="Google Shape;4418;p72"/>
            <p:cNvSpPr/>
            <p:nvPr/>
          </p:nvSpPr>
          <p:spPr>
            <a:xfrm>
              <a:off x="1950993" y="1975786"/>
              <a:ext cx="204" cy="190"/>
            </a:xfrm>
            <a:custGeom>
              <a:rect b="b" l="l" r="r" t="t"/>
              <a:pathLst>
                <a:path extrusionOk="0" h="14" w="15">
                  <a:moveTo>
                    <a:pt x="1" y="14"/>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9" name="Google Shape;4419;p72"/>
            <p:cNvSpPr/>
            <p:nvPr/>
          </p:nvSpPr>
          <p:spPr>
            <a:xfrm>
              <a:off x="1969526" y="1981204"/>
              <a:ext cx="109" cy="299"/>
            </a:xfrm>
            <a:custGeom>
              <a:rect b="b" l="l" r="r" t="t"/>
              <a:pathLst>
                <a:path extrusionOk="0" h="22" w="8">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0" name="Google Shape;4420;p72"/>
            <p:cNvSpPr/>
            <p:nvPr/>
          </p:nvSpPr>
          <p:spPr>
            <a:xfrm>
              <a:off x="1954034" y="1972827"/>
              <a:ext cx="163" cy="163"/>
            </a:xfrm>
            <a:custGeom>
              <a:rect b="b" l="l" r="r" t="t"/>
              <a:pathLst>
                <a:path extrusionOk="0" h="12" w="12">
                  <a:moveTo>
                    <a:pt x="1"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1" name="Google Shape;4421;p72"/>
            <p:cNvSpPr/>
            <p:nvPr/>
          </p:nvSpPr>
          <p:spPr>
            <a:xfrm>
              <a:off x="1953369" y="1973546"/>
              <a:ext cx="204" cy="204"/>
            </a:xfrm>
            <a:custGeom>
              <a:rect b="b" l="l" r="r" t="t"/>
              <a:pathLst>
                <a:path extrusionOk="0" h="15" w="15">
                  <a:moveTo>
                    <a:pt x="1" y="14"/>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2" name="Google Shape;4422;p72"/>
            <p:cNvSpPr/>
            <p:nvPr/>
          </p:nvSpPr>
          <p:spPr>
            <a:xfrm>
              <a:off x="1952989" y="1973926"/>
              <a:ext cx="204" cy="204"/>
            </a:xfrm>
            <a:custGeom>
              <a:rect b="b" l="l" r="r" t="t"/>
              <a:pathLst>
                <a:path extrusionOk="0" h="15" w="15">
                  <a:moveTo>
                    <a:pt x="15"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3" name="Google Shape;4423;p72"/>
            <p:cNvSpPr/>
            <p:nvPr/>
          </p:nvSpPr>
          <p:spPr>
            <a:xfrm>
              <a:off x="1962968" y="1989228"/>
              <a:ext cx="299" cy="258"/>
            </a:xfrm>
            <a:custGeom>
              <a:rect b="b" l="l" r="r" t="t"/>
              <a:pathLst>
                <a:path extrusionOk="0" h="19" w="22">
                  <a:moveTo>
                    <a:pt x="1" y="18"/>
                  </a:moveTo>
                  <a:cubicBezTo>
                    <a:pt x="8" y="11"/>
                    <a:pt x="15" y="4"/>
                    <a:pt x="22" y="1"/>
                  </a:cubicBezTo>
                  <a:cubicBezTo>
                    <a:pt x="15" y="4"/>
                    <a:pt x="8"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4" name="Google Shape;4424;p72"/>
            <p:cNvSpPr/>
            <p:nvPr/>
          </p:nvSpPr>
          <p:spPr>
            <a:xfrm>
              <a:off x="1961828" y="1990518"/>
              <a:ext cx="394" cy="625"/>
            </a:xfrm>
            <a:custGeom>
              <a:rect b="b" l="l" r="r" t="t"/>
              <a:pathLst>
                <a:path extrusionOk="0" h="46" w="29">
                  <a:moveTo>
                    <a:pt x="29" y="0"/>
                  </a:moveTo>
                  <a:cubicBezTo>
                    <a:pt x="18" y="14"/>
                    <a:pt x="11" y="28"/>
                    <a:pt x="1" y="46"/>
                  </a:cubicBezTo>
                  <a:cubicBezTo>
                    <a:pt x="11" y="28"/>
                    <a:pt x="22" y="14"/>
                    <a:pt x="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5" name="Google Shape;4425;p72"/>
            <p:cNvSpPr/>
            <p:nvPr/>
          </p:nvSpPr>
          <p:spPr>
            <a:xfrm>
              <a:off x="1962262" y="1989988"/>
              <a:ext cx="339" cy="448"/>
            </a:xfrm>
            <a:custGeom>
              <a:rect b="b" l="l" r="r" t="t"/>
              <a:pathLst>
                <a:path extrusionOk="0" h="33" w="25">
                  <a:moveTo>
                    <a:pt x="25" y="1"/>
                  </a:moveTo>
                  <a:cubicBezTo>
                    <a:pt x="14" y="11"/>
                    <a:pt x="7" y="22"/>
                    <a:pt x="0" y="32"/>
                  </a:cubicBezTo>
                  <a:cubicBezTo>
                    <a:pt x="7" y="22"/>
                    <a:pt x="14" y="11"/>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72"/>
            <p:cNvSpPr/>
            <p:nvPr/>
          </p:nvSpPr>
          <p:spPr>
            <a:xfrm>
              <a:off x="1969675" y="1981720"/>
              <a:ext cx="14" cy="163"/>
            </a:xfrm>
            <a:custGeom>
              <a:rect b="b" l="l" r="r" t="t"/>
              <a:pathLst>
                <a:path extrusionOk="0" h="12" w="1">
                  <a:moveTo>
                    <a:pt x="0" y="1"/>
                  </a:moveTo>
                  <a:lnTo>
                    <a:pt x="0" y="11"/>
                  </a:lnTo>
                  <a:cubicBezTo>
                    <a:pt x="0"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7" name="Google Shape;4427;p72"/>
            <p:cNvSpPr/>
            <p:nvPr/>
          </p:nvSpPr>
          <p:spPr>
            <a:xfrm>
              <a:off x="1969621" y="1981530"/>
              <a:ext cx="68" cy="163"/>
            </a:xfrm>
            <a:custGeom>
              <a:rect b="b" l="l" r="r" t="t"/>
              <a:pathLst>
                <a:path extrusionOk="0" h="12" w="5">
                  <a:moveTo>
                    <a:pt x="1" y="1"/>
                  </a:moveTo>
                  <a:cubicBezTo>
                    <a:pt x="1" y="4"/>
                    <a:pt x="4" y="8"/>
                    <a:pt x="4" y="11"/>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8" name="Google Shape;4428;p72"/>
            <p:cNvSpPr/>
            <p:nvPr/>
          </p:nvSpPr>
          <p:spPr>
            <a:xfrm>
              <a:off x="1969675" y="1982005"/>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72"/>
            <p:cNvSpPr/>
            <p:nvPr/>
          </p:nvSpPr>
          <p:spPr>
            <a:xfrm>
              <a:off x="1962588" y="1989568"/>
              <a:ext cx="353" cy="394"/>
            </a:xfrm>
            <a:custGeom>
              <a:rect b="b" l="l" r="r" t="t"/>
              <a:pathLst>
                <a:path extrusionOk="0" h="29" w="26">
                  <a:moveTo>
                    <a:pt x="25" y="0"/>
                  </a:moveTo>
                  <a:lnTo>
                    <a:pt x="25" y="0"/>
                  </a:lnTo>
                  <a:cubicBezTo>
                    <a:pt x="18" y="7"/>
                    <a:pt x="8" y="18"/>
                    <a:pt x="1" y="28"/>
                  </a:cubicBezTo>
                  <a:cubicBezTo>
                    <a:pt x="11" y="18"/>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72"/>
            <p:cNvSpPr/>
            <p:nvPr/>
          </p:nvSpPr>
          <p:spPr>
            <a:xfrm>
              <a:off x="1969580" y="198139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72"/>
            <p:cNvSpPr/>
            <p:nvPr/>
          </p:nvSpPr>
          <p:spPr>
            <a:xfrm>
              <a:off x="1922385" y="1832082"/>
              <a:ext cx="60230" cy="48838"/>
            </a:xfrm>
            <a:custGeom>
              <a:rect b="b" l="l" r="r" t="t"/>
              <a:pathLst>
                <a:path extrusionOk="0" h="3597" w="4436">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72"/>
            <p:cNvSpPr/>
            <p:nvPr/>
          </p:nvSpPr>
          <p:spPr>
            <a:xfrm>
              <a:off x="1982370" y="1833793"/>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3" name="Google Shape;4433;p72"/>
            <p:cNvSpPr/>
            <p:nvPr/>
          </p:nvSpPr>
          <p:spPr>
            <a:xfrm>
              <a:off x="1982275" y="1833508"/>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72"/>
            <p:cNvSpPr/>
            <p:nvPr/>
          </p:nvSpPr>
          <p:spPr>
            <a:xfrm>
              <a:off x="1982465" y="1834078"/>
              <a:ext cx="54" cy="163"/>
            </a:xfrm>
            <a:custGeom>
              <a:rect b="b" l="l" r="r" t="t"/>
              <a:pathLst>
                <a:path extrusionOk="0" h="12" w="4">
                  <a:moveTo>
                    <a:pt x="0"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5" name="Google Shape;4435;p72"/>
            <p:cNvSpPr/>
            <p:nvPr/>
          </p:nvSpPr>
          <p:spPr>
            <a:xfrm>
              <a:off x="1922575" y="1836318"/>
              <a:ext cx="85525" cy="95653"/>
            </a:xfrm>
            <a:custGeom>
              <a:rect b="b" l="l" r="r" t="t"/>
              <a:pathLst>
                <a:path extrusionOk="0" h="7045" w="6299">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6" name="Google Shape;4436;p72"/>
            <p:cNvSpPr/>
            <p:nvPr/>
          </p:nvSpPr>
          <p:spPr>
            <a:xfrm>
              <a:off x="1984366" y="1836088"/>
              <a:ext cx="54" cy="1385"/>
            </a:xfrm>
            <a:custGeom>
              <a:rect b="b" l="l" r="r" t="t"/>
              <a:pathLst>
                <a:path extrusionOk="0" h="102" w="4">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7" name="Google Shape;4437;p72"/>
            <p:cNvSpPr/>
            <p:nvPr/>
          </p:nvSpPr>
          <p:spPr>
            <a:xfrm>
              <a:off x="1984692" y="1836278"/>
              <a:ext cx="23503" cy="15410"/>
            </a:xfrm>
            <a:custGeom>
              <a:rect b="b" l="l" r="r" t="t"/>
              <a:pathLst>
                <a:path extrusionOk="0" h="1135" w="1731">
                  <a:moveTo>
                    <a:pt x="1" y="0"/>
                  </a:moveTo>
                  <a:lnTo>
                    <a:pt x="1" y="0"/>
                  </a:lnTo>
                  <a:cubicBezTo>
                    <a:pt x="141" y="88"/>
                    <a:pt x="862" y="560"/>
                    <a:pt x="1730" y="1134"/>
                  </a:cubicBezTo>
                  <a:cubicBezTo>
                    <a:pt x="809" y="525"/>
                    <a:pt x="137" y="8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8" name="Google Shape;4438;p72"/>
            <p:cNvSpPr/>
            <p:nvPr/>
          </p:nvSpPr>
          <p:spPr>
            <a:xfrm>
              <a:off x="1984502" y="1836183"/>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9" name="Google Shape;4439;p72"/>
            <p:cNvSpPr/>
            <p:nvPr/>
          </p:nvSpPr>
          <p:spPr>
            <a:xfrm>
              <a:off x="1924517" y="1921218"/>
              <a:ext cx="68" cy="54"/>
            </a:xfrm>
            <a:custGeom>
              <a:rect b="b" l="l" r="r" t="t"/>
              <a:pathLst>
                <a:path extrusionOk="0" h="4" w="5">
                  <a:moveTo>
                    <a:pt x="1" y="4"/>
                  </a:moveTo>
                  <a:lnTo>
                    <a:pt x="4" y="0"/>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0" name="Google Shape;4440;p72"/>
            <p:cNvSpPr/>
            <p:nvPr/>
          </p:nvSpPr>
          <p:spPr>
            <a:xfrm>
              <a:off x="1953369" y="1928727"/>
              <a:ext cx="3204" cy="3245"/>
            </a:xfrm>
            <a:custGeom>
              <a:rect b="b" l="l" r="r" t="t"/>
              <a:pathLst>
                <a:path extrusionOk="0" h="239" w="236">
                  <a:moveTo>
                    <a:pt x="1" y="0"/>
                  </a:moveTo>
                  <a:cubicBezTo>
                    <a:pt x="102" y="53"/>
                    <a:pt x="183" y="137"/>
                    <a:pt x="235" y="238"/>
                  </a:cubicBezTo>
                  <a:lnTo>
                    <a:pt x="235" y="238"/>
                  </a:lnTo>
                  <a:cubicBezTo>
                    <a:pt x="183" y="137"/>
                    <a:pt x="102" y="53"/>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1" name="Google Shape;4441;p72"/>
            <p:cNvSpPr/>
            <p:nvPr/>
          </p:nvSpPr>
          <p:spPr>
            <a:xfrm>
              <a:off x="1929893" y="1918544"/>
              <a:ext cx="4671" cy="258"/>
            </a:xfrm>
            <a:custGeom>
              <a:rect b="b" l="l" r="r" t="t"/>
              <a:pathLst>
                <a:path extrusionOk="0" h="19" w="344">
                  <a:moveTo>
                    <a:pt x="0" y="15"/>
                  </a:moveTo>
                  <a:cubicBezTo>
                    <a:pt x="116" y="18"/>
                    <a:pt x="231" y="15"/>
                    <a:pt x="343" y="1"/>
                  </a:cubicBezTo>
                  <a:cubicBezTo>
                    <a:pt x="231" y="15"/>
                    <a:pt x="116" y="18"/>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2" name="Google Shape;4442;p72"/>
            <p:cNvSpPr/>
            <p:nvPr/>
          </p:nvSpPr>
          <p:spPr>
            <a:xfrm>
              <a:off x="1983796" y="1845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72"/>
            <p:cNvSpPr/>
            <p:nvPr/>
          </p:nvSpPr>
          <p:spPr>
            <a:xfrm>
              <a:off x="1983986" y="18453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4" name="Google Shape;4444;p72"/>
            <p:cNvSpPr/>
            <p:nvPr/>
          </p:nvSpPr>
          <p:spPr>
            <a:xfrm>
              <a:off x="1984081" y="184515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5" name="Google Shape;4445;p72"/>
            <p:cNvSpPr/>
            <p:nvPr/>
          </p:nvSpPr>
          <p:spPr>
            <a:xfrm>
              <a:off x="1983891" y="1845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72"/>
            <p:cNvSpPr/>
            <p:nvPr/>
          </p:nvSpPr>
          <p:spPr>
            <a:xfrm>
              <a:off x="1984122" y="1845062"/>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72"/>
            <p:cNvSpPr/>
            <p:nvPr/>
          </p:nvSpPr>
          <p:spPr>
            <a:xfrm>
              <a:off x="1984366" y="18434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72"/>
            <p:cNvSpPr/>
            <p:nvPr/>
          </p:nvSpPr>
          <p:spPr>
            <a:xfrm>
              <a:off x="1983932" y="184540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72"/>
            <p:cNvSpPr/>
            <p:nvPr/>
          </p:nvSpPr>
          <p:spPr>
            <a:xfrm>
              <a:off x="1984027" y="184525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0" name="Google Shape;4450;p72"/>
            <p:cNvSpPr/>
            <p:nvPr/>
          </p:nvSpPr>
          <p:spPr>
            <a:xfrm>
              <a:off x="1984407" y="1840269"/>
              <a:ext cx="14" cy="394"/>
            </a:xfrm>
            <a:custGeom>
              <a:rect b="b" l="l" r="r" t="t"/>
              <a:pathLst>
                <a:path extrusionOk="0" h="29" w="1">
                  <a:moveTo>
                    <a:pt x="1"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72"/>
            <p:cNvSpPr/>
            <p:nvPr/>
          </p:nvSpPr>
          <p:spPr>
            <a:xfrm>
              <a:off x="1984407" y="1841790"/>
              <a:ext cx="14" cy="244"/>
            </a:xfrm>
            <a:custGeom>
              <a:rect b="b" l="l" r="r" t="t"/>
              <a:pathLst>
                <a:path extrusionOk="0" h="18" w="1">
                  <a:moveTo>
                    <a:pt x="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2" name="Google Shape;4452;p72"/>
            <p:cNvSpPr/>
            <p:nvPr/>
          </p:nvSpPr>
          <p:spPr>
            <a:xfrm>
              <a:off x="1984217" y="18447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3" name="Google Shape;4453;p72"/>
            <p:cNvSpPr/>
            <p:nvPr/>
          </p:nvSpPr>
          <p:spPr>
            <a:xfrm>
              <a:off x="1984271" y="18445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4" name="Google Shape;4454;p72"/>
            <p:cNvSpPr/>
            <p:nvPr/>
          </p:nvSpPr>
          <p:spPr>
            <a:xfrm>
              <a:off x="1984366" y="184373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5" name="Google Shape;4455;p72"/>
            <p:cNvSpPr/>
            <p:nvPr/>
          </p:nvSpPr>
          <p:spPr>
            <a:xfrm>
              <a:off x="1984366" y="184397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6" name="Google Shape;4456;p72"/>
            <p:cNvSpPr/>
            <p:nvPr/>
          </p:nvSpPr>
          <p:spPr>
            <a:xfrm>
              <a:off x="1984407" y="184278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7" name="Google Shape;4457;p72"/>
            <p:cNvSpPr/>
            <p:nvPr/>
          </p:nvSpPr>
          <p:spPr>
            <a:xfrm>
              <a:off x="1984312" y="184439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8" name="Google Shape;4458;p72"/>
            <p:cNvSpPr/>
            <p:nvPr/>
          </p:nvSpPr>
          <p:spPr>
            <a:xfrm>
              <a:off x="1984176" y="1844967"/>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9" name="Google Shape;4459;p72"/>
            <p:cNvSpPr/>
            <p:nvPr/>
          </p:nvSpPr>
          <p:spPr>
            <a:xfrm>
              <a:off x="1983986" y="18453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72"/>
            <p:cNvSpPr/>
            <p:nvPr/>
          </p:nvSpPr>
          <p:spPr>
            <a:xfrm>
              <a:off x="1984176" y="1844831"/>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1" name="Google Shape;4461;p72"/>
            <p:cNvSpPr/>
            <p:nvPr/>
          </p:nvSpPr>
          <p:spPr>
            <a:xfrm>
              <a:off x="1984407" y="1842971"/>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2" name="Google Shape;4462;p72"/>
            <p:cNvSpPr/>
            <p:nvPr/>
          </p:nvSpPr>
          <p:spPr>
            <a:xfrm>
              <a:off x="1984407" y="1840785"/>
              <a:ext cx="14" cy="353"/>
            </a:xfrm>
            <a:custGeom>
              <a:rect b="b" l="l" r="r" t="t"/>
              <a:pathLst>
                <a:path extrusionOk="0" h="26" w="1">
                  <a:moveTo>
                    <a:pt x="1"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72"/>
            <p:cNvSpPr/>
            <p:nvPr/>
          </p:nvSpPr>
          <p:spPr>
            <a:xfrm>
              <a:off x="1984407" y="1837459"/>
              <a:ext cx="68" cy="2729"/>
            </a:xfrm>
            <a:custGeom>
              <a:rect b="b" l="l" r="r" t="t"/>
              <a:pathLst>
                <a:path extrusionOk="0" h="201" w="5">
                  <a:moveTo>
                    <a:pt x="1" y="1"/>
                  </a:moveTo>
                  <a:cubicBezTo>
                    <a:pt x="1" y="78"/>
                    <a:pt x="1" y="144"/>
                    <a:pt x="4" y="200"/>
                  </a:cubicBezTo>
                  <a:cubicBezTo>
                    <a:pt x="4" y="144"/>
                    <a:pt x="4" y="7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72"/>
            <p:cNvSpPr/>
            <p:nvPr/>
          </p:nvSpPr>
          <p:spPr>
            <a:xfrm>
              <a:off x="1984407" y="1841315"/>
              <a:ext cx="14" cy="299"/>
            </a:xfrm>
            <a:custGeom>
              <a:rect b="b" l="l" r="r" t="t"/>
              <a:pathLst>
                <a:path extrusionOk="0" h="22" w="1">
                  <a:moveTo>
                    <a:pt x="1"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72"/>
            <p:cNvSpPr/>
            <p:nvPr/>
          </p:nvSpPr>
          <p:spPr>
            <a:xfrm>
              <a:off x="1984407" y="1842211"/>
              <a:ext cx="14" cy="258"/>
            </a:xfrm>
            <a:custGeom>
              <a:rect b="b" l="l" r="r" t="t"/>
              <a:pathLst>
                <a:path extrusionOk="0" h="19" w="1">
                  <a:moveTo>
                    <a:pt x="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72"/>
            <p:cNvSpPr/>
            <p:nvPr/>
          </p:nvSpPr>
          <p:spPr>
            <a:xfrm>
              <a:off x="1984366" y="1836128"/>
              <a:ext cx="14" cy="1344"/>
            </a:xfrm>
            <a:custGeom>
              <a:rect b="b" l="l" r="r" t="t"/>
              <a:pathLst>
                <a:path extrusionOk="0" h="99" w="1">
                  <a:moveTo>
                    <a:pt x="0" y="1"/>
                  </a:moveTo>
                  <a:lnTo>
                    <a:pt x="0" y="1"/>
                  </a:lnTo>
                  <a:lnTo>
                    <a:pt x="0" y="99"/>
                  </a:lnTo>
                  <a:lnTo>
                    <a:pt x="0" y="99"/>
                  </a:lnTo>
                  <a:cubicBezTo>
                    <a:pt x="0" y="67"/>
                    <a:pt x="0"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7" name="Google Shape;4467;p72"/>
            <p:cNvSpPr/>
            <p:nvPr/>
          </p:nvSpPr>
          <p:spPr>
            <a:xfrm>
              <a:off x="1957170" y="1853426"/>
              <a:ext cx="121505" cy="113481"/>
            </a:xfrm>
            <a:custGeom>
              <a:rect b="b" l="l" r="r" t="t"/>
              <a:pathLst>
                <a:path extrusionOk="0" h="8358" w="8949">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72"/>
            <p:cNvSpPr/>
            <p:nvPr/>
          </p:nvSpPr>
          <p:spPr>
            <a:xfrm>
              <a:off x="2072674" y="1899590"/>
              <a:ext cx="14" cy="204"/>
            </a:xfrm>
            <a:custGeom>
              <a:rect b="b" l="l" r="r" t="t"/>
              <a:pathLst>
                <a:path extrusionOk="0" h="15" w="1">
                  <a:moveTo>
                    <a:pt x="1" y="14"/>
                  </a:moveTo>
                  <a:lnTo>
                    <a:pt x="1" y="0"/>
                  </a:lnTo>
                  <a:cubicBezTo>
                    <a:pt x="1" y="4"/>
                    <a:pt x="1" y="11"/>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9" name="Google Shape;4469;p72"/>
            <p:cNvSpPr/>
            <p:nvPr/>
          </p:nvSpPr>
          <p:spPr>
            <a:xfrm>
              <a:off x="2072729" y="1900635"/>
              <a:ext cx="14" cy="1154"/>
            </a:xfrm>
            <a:custGeom>
              <a:rect b="b" l="l" r="r" t="t"/>
              <a:pathLst>
                <a:path extrusionOk="0" h="85" w="1">
                  <a:moveTo>
                    <a:pt x="0" y="0"/>
                  </a:moveTo>
                  <a:lnTo>
                    <a:pt x="0" y="84"/>
                  </a:lnTo>
                  <a:lnTo>
                    <a:pt x="0" y="8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72"/>
            <p:cNvSpPr/>
            <p:nvPr/>
          </p:nvSpPr>
          <p:spPr>
            <a:xfrm>
              <a:off x="2055607" y="1883514"/>
              <a:ext cx="299" cy="204"/>
            </a:xfrm>
            <a:custGeom>
              <a:rect b="b" l="l" r="r" t="t"/>
              <a:pathLst>
                <a:path extrusionOk="0" h="15" w="22">
                  <a:moveTo>
                    <a:pt x="22"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1" name="Google Shape;4471;p72"/>
            <p:cNvSpPr/>
            <p:nvPr/>
          </p:nvSpPr>
          <p:spPr>
            <a:xfrm>
              <a:off x="2070298" y="1894172"/>
              <a:ext cx="299" cy="244"/>
            </a:xfrm>
            <a:custGeom>
              <a:rect b="b" l="l" r="r" t="t"/>
              <a:pathLst>
                <a:path extrusionOk="0" h="18" w="22">
                  <a:moveTo>
                    <a:pt x="1" y="0"/>
                  </a:moveTo>
                  <a:cubicBezTo>
                    <a:pt x="8" y="7"/>
                    <a:pt x="15" y="11"/>
                    <a:pt x="22" y="18"/>
                  </a:cubicBezTo>
                  <a:cubicBezTo>
                    <a:pt x="15" y="11"/>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2" name="Google Shape;4472;p72"/>
            <p:cNvSpPr/>
            <p:nvPr/>
          </p:nvSpPr>
          <p:spPr>
            <a:xfrm>
              <a:off x="2072104" y="1897023"/>
              <a:ext cx="68" cy="204"/>
            </a:xfrm>
            <a:custGeom>
              <a:rect b="b" l="l" r="r" t="t"/>
              <a:pathLst>
                <a:path extrusionOk="0" h="15" w="5">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3" name="Google Shape;4473;p72"/>
            <p:cNvSpPr/>
            <p:nvPr/>
          </p:nvSpPr>
          <p:spPr>
            <a:xfrm>
              <a:off x="2056042" y="1883799"/>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4" name="Google Shape;4474;p72"/>
            <p:cNvSpPr/>
            <p:nvPr/>
          </p:nvSpPr>
          <p:spPr>
            <a:xfrm>
              <a:off x="2072443" y="1898164"/>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5" name="Google Shape;4475;p72"/>
            <p:cNvSpPr/>
            <p:nvPr/>
          </p:nvSpPr>
          <p:spPr>
            <a:xfrm>
              <a:off x="2072633" y="1899155"/>
              <a:ext cx="14" cy="204"/>
            </a:xfrm>
            <a:custGeom>
              <a:rect b="b" l="l" r="r" t="t"/>
              <a:pathLst>
                <a:path extrusionOk="0" h="15" w="1">
                  <a:moveTo>
                    <a:pt x="0" y="15"/>
                  </a:moveTo>
                  <a:lnTo>
                    <a:pt x="0" y="1"/>
                  </a:lnTo>
                  <a:cubicBezTo>
                    <a:pt x="0" y="4"/>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6" name="Google Shape;4476;p72"/>
            <p:cNvSpPr/>
            <p:nvPr/>
          </p:nvSpPr>
          <p:spPr>
            <a:xfrm>
              <a:off x="2071588" y="1895829"/>
              <a:ext cx="109" cy="204"/>
            </a:xfrm>
            <a:custGeom>
              <a:rect b="b" l="l" r="r" t="t"/>
              <a:pathLst>
                <a:path extrusionOk="0" h="15" w="8">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7" name="Google Shape;4477;p72"/>
            <p:cNvSpPr/>
            <p:nvPr/>
          </p:nvSpPr>
          <p:spPr>
            <a:xfrm>
              <a:off x="2071208" y="1895218"/>
              <a:ext cx="204" cy="244"/>
            </a:xfrm>
            <a:custGeom>
              <a:rect b="b" l="l" r="r" t="t"/>
              <a:pathLst>
                <a:path extrusionOk="0" h="18" w="15">
                  <a:moveTo>
                    <a:pt x="14" y="18"/>
                  </a:moveTo>
                  <a:cubicBezTo>
                    <a:pt x="11" y="11"/>
                    <a:pt x="4" y="7"/>
                    <a:pt x="0" y="0"/>
                  </a:cubicBezTo>
                  <a:cubicBezTo>
                    <a:pt x="4" y="7"/>
                    <a:pt x="11" y="11"/>
                    <a:pt x="1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8" name="Google Shape;4478;p72"/>
            <p:cNvSpPr/>
            <p:nvPr/>
          </p:nvSpPr>
          <p:spPr>
            <a:xfrm>
              <a:off x="2072253" y="1897594"/>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9" name="Google Shape;4479;p72"/>
            <p:cNvSpPr/>
            <p:nvPr/>
          </p:nvSpPr>
          <p:spPr>
            <a:xfrm>
              <a:off x="2060848" y="1890642"/>
              <a:ext cx="679" cy="448"/>
            </a:xfrm>
            <a:custGeom>
              <a:rect b="b" l="l" r="r" t="t"/>
              <a:pathLst>
                <a:path extrusionOk="0" h="33" w="50">
                  <a:moveTo>
                    <a:pt x="0" y="1"/>
                  </a:moveTo>
                  <a:lnTo>
                    <a:pt x="18" y="29"/>
                  </a:lnTo>
                  <a:lnTo>
                    <a:pt x="49" y="33"/>
                  </a:lnTo>
                  <a:lnTo>
                    <a:pt x="1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72"/>
            <p:cNvSpPr/>
            <p:nvPr/>
          </p:nvSpPr>
          <p:spPr>
            <a:xfrm>
              <a:off x="2072729" y="1899915"/>
              <a:ext cx="14" cy="204"/>
            </a:xfrm>
            <a:custGeom>
              <a:rect b="b" l="l" r="r" t="t"/>
              <a:pathLst>
                <a:path extrusionOk="0" h="15" w="1">
                  <a:moveTo>
                    <a:pt x="0" y="15"/>
                  </a:moveTo>
                  <a:lnTo>
                    <a:pt x="0" y="1"/>
                  </a:lnTo>
                  <a:cubicBezTo>
                    <a:pt x="0" y="8"/>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1" name="Google Shape;4481;p72"/>
            <p:cNvSpPr/>
            <p:nvPr/>
          </p:nvSpPr>
          <p:spPr>
            <a:xfrm>
              <a:off x="2073815" y="1900445"/>
              <a:ext cx="5010" cy="1100"/>
            </a:xfrm>
            <a:custGeom>
              <a:rect b="b" l="l" r="r" t="t"/>
              <a:pathLst>
                <a:path extrusionOk="0" h="81" w="369">
                  <a:moveTo>
                    <a:pt x="368" y="0"/>
                  </a:moveTo>
                  <a:cubicBezTo>
                    <a:pt x="193" y="35"/>
                    <a:pt x="4" y="81"/>
                    <a:pt x="1" y="81"/>
                  </a:cubicBezTo>
                  <a:cubicBezTo>
                    <a:pt x="4" y="81"/>
                    <a:pt x="193" y="39"/>
                    <a:pt x="36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2" name="Google Shape;4482;p72"/>
            <p:cNvSpPr/>
            <p:nvPr/>
          </p:nvSpPr>
          <p:spPr>
            <a:xfrm>
              <a:off x="2010883" y="1853426"/>
              <a:ext cx="44738" cy="30101"/>
            </a:xfrm>
            <a:custGeom>
              <a:rect b="b" l="l" r="r" t="t"/>
              <a:pathLst>
                <a:path extrusionOk="0" h="2217" w="3295">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72"/>
            <p:cNvSpPr/>
            <p:nvPr/>
          </p:nvSpPr>
          <p:spPr>
            <a:xfrm>
              <a:off x="2069538" y="1893602"/>
              <a:ext cx="584" cy="394"/>
            </a:xfrm>
            <a:custGeom>
              <a:rect b="b" l="l" r="r" t="t"/>
              <a:pathLst>
                <a:path extrusionOk="0" h="29" w="43">
                  <a:moveTo>
                    <a:pt x="43" y="28"/>
                  </a:moveTo>
                  <a:cubicBezTo>
                    <a:pt x="29" y="18"/>
                    <a:pt x="15" y="7"/>
                    <a:pt x="1" y="0"/>
                  </a:cubicBezTo>
                  <a:cubicBezTo>
                    <a:pt x="15" y="7"/>
                    <a:pt x="29" y="18"/>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72"/>
            <p:cNvSpPr/>
            <p:nvPr/>
          </p:nvSpPr>
          <p:spPr>
            <a:xfrm>
              <a:off x="2070828" y="1894647"/>
              <a:ext cx="204" cy="299"/>
            </a:xfrm>
            <a:custGeom>
              <a:rect b="b" l="l" r="r" t="t"/>
              <a:pathLst>
                <a:path extrusionOk="0" h="22" w="15">
                  <a:moveTo>
                    <a:pt x="0" y="0"/>
                  </a:moveTo>
                  <a:cubicBezTo>
                    <a:pt x="4" y="11"/>
                    <a:pt x="7" y="14"/>
                    <a:pt x="14" y="21"/>
                  </a:cubicBezTo>
                  <a:cubicBezTo>
                    <a:pt x="7"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5" name="Google Shape;4485;p72"/>
            <p:cNvSpPr/>
            <p:nvPr/>
          </p:nvSpPr>
          <p:spPr>
            <a:xfrm>
              <a:off x="2072729" y="1900255"/>
              <a:ext cx="14" cy="149"/>
            </a:xfrm>
            <a:custGeom>
              <a:rect b="b" l="l" r="r" t="t"/>
              <a:pathLst>
                <a:path extrusionOk="0" h="11" w="1">
                  <a:moveTo>
                    <a:pt x="0" y="11"/>
                  </a:moveTo>
                  <a:lnTo>
                    <a:pt x="0" y="0"/>
                  </a:ln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6" name="Google Shape;4486;p72"/>
            <p:cNvSpPr/>
            <p:nvPr/>
          </p:nvSpPr>
          <p:spPr>
            <a:xfrm>
              <a:off x="2072729" y="1900486"/>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7" name="Google Shape;4487;p72"/>
            <p:cNvSpPr/>
            <p:nvPr/>
          </p:nvSpPr>
          <p:spPr>
            <a:xfrm>
              <a:off x="2079042" y="1900391"/>
              <a:ext cx="68" cy="14"/>
            </a:xfrm>
            <a:custGeom>
              <a:rect b="b" l="l" r="r" t="t"/>
              <a:pathLst>
                <a:path extrusionOk="0" h="1" w="5">
                  <a:moveTo>
                    <a:pt x="1" y="1"/>
                  </a:moveTo>
                  <a:lnTo>
                    <a:pt x="4"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72"/>
            <p:cNvSpPr/>
            <p:nvPr/>
          </p:nvSpPr>
          <p:spPr>
            <a:xfrm>
              <a:off x="2072538" y="1898680"/>
              <a:ext cx="54" cy="204"/>
            </a:xfrm>
            <a:custGeom>
              <a:rect b="b" l="l" r="r" t="t"/>
              <a:pathLst>
                <a:path extrusionOk="0" h="15" w="4">
                  <a:moveTo>
                    <a:pt x="0" y="1"/>
                  </a:moveTo>
                  <a:cubicBezTo>
                    <a:pt x="0" y="4"/>
                    <a:pt x="0" y="11"/>
                    <a:pt x="4" y="15"/>
                  </a:cubicBezTo>
                  <a:cubicBezTo>
                    <a:pt x="4"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9" name="Google Shape;4489;p72"/>
            <p:cNvSpPr/>
            <p:nvPr/>
          </p:nvSpPr>
          <p:spPr>
            <a:xfrm>
              <a:off x="2071873" y="1896453"/>
              <a:ext cx="109" cy="149"/>
            </a:xfrm>
            <a:custGeom>
              <a:rect b="b" l="l" r="r" t="t"/>
              <a:pathLst>
                <a:path extrusionOk="0" h="11" w="8">
                  <a:moveTo>
                    <a:pt x="7"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0" name="Google Shape;4490;p72"/>
            <p:cNvSpPr/>
            <p:nvPr/>
          </p:nvSpPr>
          <p:spPr>
            <a:xfrm>
              <a:off x="1964013" y="1946120"/>
              <a:ext cx="109" cy="1534"/>
            </a:xfrm>
            <a:custGeom>
              <a:rect b="b" l="l" r="r" t="t"/>
              <a:pathLst>
                <a:path extrusionOk="0" h="113" w="8">
                  <a:moveTo>
                    <a:pt x="1" y="0"/>
                  </a:moveTo>
                  <a:cubicBezTo>
                    <a:pt x="4" y="35"/>
                    <a:pt x="8" y="74"/>
                    <a:pt x="8" y="113"/>
                  </a:cubicBezTo>
                  <a:cubicBezTo>
                    <a:pt x="8" y="70"/>
                    <a:pt x="4"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1" name="Google Shape;4491;p72"/>
            <p:cNvSpPr/>
            <p:nvPr/>
          </p:nvSpPr>
          <p:spPr>
            <a:xfrm>
              <a:off x="1964013" y="1950872"/>
              <a:ext cx="14" cy="543"/>
            </a:xfrm>
            <a:custGeom>
              <a:rect b="b" l="l" r="r" t="t"/>
              <a:pathLst>
                <a:path extrusionOk="0" h="40" w="1">
                  <a:moveTo>
                    <a:pt x="1" y="3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2" name="Google Shape;4492;p72"/>
            <p:cNvSpPr/>
            <p:nvPr/>
          </p:nvSpPr>
          <p:spPr>
            <a:xfrm>
              <a:off x="1957361" y="1933683"/>
              <a:ext cx="1629" cy="2702"/>
            </a:xfrm>
            <a:custGeom>
              <a:rect b="b" l="l" r="r" t="t"/>
              <a:pathLst>
                <a:path extrusionOk="0" h="199" w="120">
                  <a:moveTo>
                    <a:pt x="1" y="0"/>
                  </a:moveTo>
                  <a:cubicBezTo>
                    <a:pt x="4" y="17"/>
                    <a:pt x="11" y="31"/>
                    <a:pt x="11" y="38"/>
                  </a:cubicBezTo>
                  <a:lnTo>
                    <a:pt x="120" y="199"/>
                  </a:lnTo>
                  <a:lnTo>
                    <a:pt x="15" y="38"/>
                  </a:lnTo>
                  <a:cubicBezTo>
                    <a:pt x="11" y="31"/>
                    <a:pt x="4" y="1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3" name="Google Shape;4493;p72"/>
            <p:cNvSpPr/>
            <p:nvPr/>
          </p:nvSpPr>
          <p:spPr>
            <a:xfrm>
              <a:off x="1992866" y="1964748"/>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4" name="Google Shape;4494;p72"/>
            <p:cNvSpPr/>
            <p:nvPr/>
          </p:nvSpPr>
          <p:spPr>
            <a:xfrm>
              <a:off x="1994631" y="1966269"/>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5" name="Google Shape;4495;p72"/>
            <p:cNvSpPr/>
            <p:nvPr/>
          </p:nvSpPr>
          <p:spPr>
            <a:xfrm>
              <a:off x="2004325" y="1964843"/>
              <a:ext cx="448" cy="258"/>
            </a:xfrm>
            <a:custGeom>
              <a:rect b="b" l="l" r="r" t="t"/>
              <a:pathLst>
                <a:path extrusionOk="0" h="19" w="33">
                  <a:moveTo>
                    <a:pt x="32" y="1"/>
                  </a:moveTo>
                  <a:cubicBezTo>
                    <a:pt x="22" y="4"/>
                    <a:pt x="11" y="11"/>
                    <a:pt x="1" y="18"/>
                  </a:cubicBezTo>
                  <a:cubicBezTo>
                    <a:pt x="11" y="11"/>
                    <a:pt x="22" y="4"/>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6" name="Google Shape;4496;p72"/>
            <p:cNvSpPr/>
            <p:nvPr/>
          </p:nvSpPr>
          <p:spPr>
            <a:xfrm>
              <a:off x="1988589" y="1966133"/>
              <a:ext cx="733" cy="299"/>
            </a:xfrm>
            <a:custGeom>
              <a:rect b="b" l="l" r="r" t="t"/>
              <a:pathLst>
                <a:path extrusionOk="0" h="22" w="54">
                  <a:moveTo>
                    <a:pt x="1" y="0"/>
                  </a:moveTo>
                  <a:lnTo>
                    <a:pt x="11" y="11"/>
                  </a:lnTo>
                  <a:cubicBezTo>
                    <a:pt x="22" y="18"/>
                    <a:pt x="36" y="21"/>
                    <a:pt x="50" y="21"/>
                  </a:cubicBezTo>
                  <a:lnTo>
                    <a:pt x="53" y="21"/>
                  </a:lnTo>
                  <a:cubicBezTo>
                    <a:pt x="32" y="21"/>
                    <a:pt x="15"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72"/>
            <p:cNvSpPr/>
            <p:nvPr/>
          </p:nvSpPr>
          <p:spPr>
            <a:xfrm>
              <a:off x="1989634" y="1964558"/>
              <a:ext cx="1494" cy="1534"/>
            </a:xfrm>
            <a:custGeom>
              <a:rect b="b" l="l" r="r" t="t"/>
              <a:pathLst>
                <a:path extrusionOk="0" h="113" w="11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8" name="Google Shape;4498;p72"/>
            <p:cNvSpPr/>
            <p:nvPr/>
          </p:nvSpPr>
          <p:spPr>
            <a:xfrm>
              <a:off x="1992390" y="1964612"/>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9" name="Google Shape;4499;p72"/>
            <p:cNvSpPr/>
            <p:nvPr/>
          </p:nvSpPr>
          <p:spPr>
            <a:xfrm>
              <a:off x="1989539" y="1966133"/>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72"/>
            <p:cNvSpPr/>
            <p:nvPr/>
          </p:nvSpPr>
          <p:spPr>
            <a:xfrm>
              <a:off x="1994196" y="1965848"/>
              <a:ext cx="163" cy="149"/>
            </a:xfrm>
            <a:custGeom>
              <a:rect b="b" l="l" r="r" t="t"/>
              <a:pathLst>
                <a:path extrusionOk="0" h="11" w="12">
                  <a:moveTo>
                    <a:pt x="1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1" name="Google Shape;4501;p72"/>
            <p:cNvSpPr/>
            <p:nvPr/>
          </p:nvSpPr>
          <p:spPr>
            <a:xfrm>
              <a:off x="1993816" y="1965468"/>
              <a:ext cx="163" cy="149"/>
            </a:xfrm>
            <a:custGeom>
              <a:rect b="b" l="l" r="r" t="t"/>
              <a:pathLst>
                <a:path extrusionOk="0" h="11" w="12">
                  <a:moveTo>
                    <a:pt x="1"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2" name="Google Shape;4502;p72"/>
            <p:cNvSpPr/>
            <p:nvPr/>
          </p:nvSpPr>
          <p:spPr>
            <a:xfrm>
              <a:off x="1991875" y="1964517"/>
              <a:ext cx="244" cy="14"/>
            </a:xfrm>
            <a:custGeom>
              <a:rect b="b" l="l" r="r" t="t"/>
              <a:pathLst>
                <a:path extrusionOk="0" h="1" w="18">
                  <a:moveTo>
                    <a:pt x="1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72"/>
            <p:cNvSpPr/>
            <p:nvPr/>
          </p:nvSpPr>
          <p:spPr>
            <a:xfrm>
              <a:off x="1989349" y="1966364"/>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72"/>
            <p:cNvSpPr/>
            <p:nvPr/>
          </p:nvSpPr>
          <p:spPr>
            <a:xfrm>
              <a:off x="2003035" y="1965087"/>
              <a:ext cx="1303" cy="720"/>
            </a:xfrm>
            <a:custGeom>
              <a:rect b="b" l="l" r="r" t="t"/>
              <a:pathLst>
                <a:path extrusionOk="0" h="53" w="96">
                  <a:moveTo>
                    <a:pt x="96" y="0"/>
                  </a:moveTo>
                  <a:cubicBezTo>
                    <a:pt x="68" y="21"/>
                    <a:pt x="36" y="39"/>
                    <a:pt x="1" y="53"/>
                  </a:cubicBezTo>
                  <a:cubicBezTo>
                    <a:pt x="36" y="39"/>
                    <a:pt x="68" y="21"/>
                    <a:pt x="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5" name="Google Shape;4505;p72"/>
            <p:cNvSpPr/>
            <p:nvPr/>
          </p:nvSpPr>
          <p:spPr>
            <a:xfrm>
              <a:off x="2004800" y="1964463"/>
              <a:ext cx="1494" cy="353"/>
            </a:xfrm>
            <a:custGeom>
              <a:rect b="b" l="l" r="r" t="t"/>
              <a:pathLst>
                <a:path extrusionOk="0" h="26" w="110">
                  <a:moveTo>
                    <a:pt x="109" y="1"/>
                  </a:moveTo>
                  <a:lnTo>
                    <a:pt x="109" y="1"/>
                  </a:lnTo>
                  <a:cubicBezTo>
                    <a:pt x="71" y="1"/>
                    <a:pt x="36" y="8"/>
                    <a:pt x="1" y="25"/>
                  </a:cubicBezTo>
                  <a:cubicBezTo>
                    <a:pt x="36" y="8"/>
                    <a:pt x="71" y="1"/>
                    <a:pt x="10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72"/>
            <p:cNvSpPr/>
            <p:nvPr/>
          </p:nvSpPr>
          <p:spPr>
            <a:xfrm>
              <a:off x="1993341" y="1965087"/>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7" name="Google Shape;4507;p72"/>
            <p:cNvSpPr/>
            <p:nvPr/>
          </p:nvSpPr>
          <p:spPr>
            <a:xfrm>
              <a:off x="1964068" y="1949446"/>
              <a:ext cx="54" cy="1208"/>
            </a:xfrm>
            <a:custGeom>
              <a:rect b="b" l="l" r="r" t="t"/>
              <a:pathLst>
                <a:path extrusionOk="0" h="89" w="4">
                  <a:moveTo>
                    <a:pt x="4" y="1"/>
                  </a:moveTo>
                  <a:lnTo>
                    <a:pt x="0" y="88"/>
                  </a:lnTo>
                  <a:cubicBezTo>
                    <a:pt x="4" y="60"/>
                    <a:pt x="4" y="32"/>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72"/>
            <p:cNvSpPr/>
            <p:nvPr/>
          </p:nvSpPr>
          <p:spPr>
            <a:xfrm>
              <a:off x="1987788" y="1965318"/>
              <a:ext cx="815" cy="828"/>
            </a:xfrm>
            <a:custGeom>
              <a:rect b="b" l="l" r="r" t="t"/>
              <a:pathLst>
                <a:path extrusionOk="0" h="61" w="6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9" name="Google Shape;4509;p72"/>
            <p:cNvSpPr/>
            <p:nvPr/>
          </p:nvSpPr>
          <p:spPr>
            <a:xfrm>
              <a:off x="1964013" y="1951876"/>
              <a:ext cx="299" cy="869"/>
            </a:xfrm>
            <a:custGeom>
              <a:rect b="b" l="l" r="r" t="t"/>
              <a:pathLst>
                <a:path extrusionOk="0" h="64" w="22">
                  <a:moveTo>
                    <a:pt x="1" y="0"/>
                  </a:moveTo>
                  <a:cubicBezTo>
                    <a:pt x="4" y="21"/>
                    <a:pt x="11" y="42"/>
                    <a:pt x="22" y="63"/>
                  </a:cubicBezTo>
                  <a:cubicBezTo>
                    <a:pt x="11" y="42"/>
                    <a:pt x="4" y="2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0" name="Google Shape;4510;p72"/>
            <p:cNvSpPr/>
            <p:nvPr/>
          </p:nvSpPr>
          <p:spPr>
            <a:xfrm>
              <a:off x="1964299" y="1952732"/>
              <a:ext cx="353" cy="679"/>
            </a:xfrm>
            <a:custGeom>
              <a:rect b="b" l="l" r="r" t="t"/>
              <a:pathLst>
                <a:path extrusionOk="0" h="50" w="26">
                  <a:moveTo>
                    <a:pt x="25" y="49"/>
                  </a:moveTo>
                  <a:cubicBezTo>
                    <a:pt x="15" y="35"/>
                    <a:pt x="8" y="18"/>
                    <a:pt x="1" y="0"/>
                  </a:cubicBezTo>
                  <a:cubicBezTo>
                    <a:pt x="8" y="18"/>
                    <a:pt x="15" y="35"/>
                    <a:pt x="25"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72"/>
            <p:cNvSpPr/>
            <p:nvPr/>
          </p:nvSpPr>
          <p:spPr>
            <a:xfrm>
              <a:off x="1988358" y="1965983"/>
              <a:ext cx="394" cy="299"/>
            </a:xfrm>
            <a:custGeom>
              <a:rect b="b" l="l" r="r" t="t"/>
              <a:pathLst>
                <a:path extrusionOk="0" h="22" w="29">
                  <a:moveTo>
                    <a:pt x="0" y="1"/>
                  </a:moveTo>
                  <a:lnTo>
                    <a:pt x="0" y="1"/>
                  </a:lnTo>
                  <a:cubicBezTo>
                    <a:pt x="11" y="8"/>
                    <a:pt x="18" y="15"/>
                    <a:pt x="28" y="22"/>
                  </a:cubicBezTo>
                  <a:lnTo>
                    <a:pt x="18" y="1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2" name="Google Shape;4512;p72"/>
            <p:cNvSpPr/>
            <p:nvPr/>
          </p:nvSpPr>
          <p:spPr>
            <a:xfrm>
              <a:off x="1957415" y="1933479"/>
              <a:ext cx="720" cy="149"/>
            </a:xfrm>
            <a:custGeom>
              <a:rect b="b" l="l" r="r" t="t"/>
              <a:pathLst>
                <a:path extrusionOk="0" h="11" w="53">
                  <a:moveTo>
                    <a:pt x="53" y="0"/>
                  </a:moveTo>
                  <a:lnTo>
                    <a:pt x="53" y="0"/>
                  </a:lnTo>
                  <a:cubicBezTo>
                    <a:pt x="35" y="4"/>
                    <a:pt x="18" y="7"/>
                    <a:pt x="0" y="11"/>
                  </a:cubicBezTo>
                  <a:cubicBezTo>
                    <a:pt x="18" y="11"/>
                    <a:pt x="35" y="4"/>
                    <a:pt x="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3" name="Google Shape;4513;p72"/>
            <p:cNvSpPr/>
            <p:nvPr/>
          </p:nvSpPr>
          <p:spPr>
            <a:xfrm>
              <a:off x="1959506" y="1932569"/>
              <a:ext cx="434" cy="353"/>
            </a:xfrm>
            <a:custGeom>
              <a:rect b="b" l="l" r="r" t="t"/>
              <a:pathLst>
                <a:path extrusionOk="0" h="26" w="32">
                  <a:moveTo>
                    <a:pt x="0" y="25"/>
                  </a:moveTo>
                  <a:cubicBezTo>
                    <a:pt x="11" y="18"/>
                    <a:pt x="21" y="11"/>
                    <a:pt x="32" y="1"/>
                  </a:cubicBezTo>
                  <a:cubicBezTo>
                    <a:pt x="21" y="11"/>
                    <a:pt x="11" y="18"/>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72"/>
            <p:cNvSpPr/>
            <p:nvPr/>
          </p:nvSpPr>
          <p:spPr>
            <a:xfrm>
              <a:off x="1958175" y="1933289"/>
              <a:ext cx="584" cy="204"/>
            </a:xfrm>
            <a:custGeom>
              <a:rect b="b" l="l" r="r" t="t"/>
              <a:pathLst>
                <a:path extrusionOk="0" h="15" w="43">
                  <a:moveTo>
                    <a:pt x="0" y="14"/>
                  </a:moveTo>
                  <a:cubicBezTo>
                    <a:pt x="14" y="11"/>
                    <a:pt x="28" y="4"/>
                    <a:pt x="42" y="0"/>
                  </a:cubicBezTo>
                  <a:cubicBezTo>
                    <a:pt x="28" y="4"/>
                    <a:pt x="14"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72"/>
            <p:cNvSpPr/>
            <p:nvPr/>
          </p:nvSpPr>
          <p:spPr>
            <a:xfrm>
              <a:off x="1958881" y="1932949"/>
              <a:ext cx="543" cy="299"/>
            </a:xfrm>
            <a:custGeom>
              <a:rect b="b" l="l" r="r" t="t"/>
              <a:pathLst>
                <a:path extrusionOk="0" h="22" w="40">
                  <a:moveTo>
                    <a:pt x="1" y="22"/>
                  </a:moveTo>
                  <a:cubicBezTo>
                    <a:pt x="11" y="15"/>
                    <a:pt x="25" y="8"/>
                    <a:pt x="39" y="1"/>
                  </a:cubicBezTo>
                  <a:cubicBezTo>
                    <a:pt x="25" y="8"/>
                    <a:pt x="1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6" name="Google Shape;4516;p72"/>
            <p:cNvSpPr/>
            <p:nvPr/>
          </p:nvSpPr>
          <p:spPr>
            <a:xfrm>
              <a:off x="1959981" y="1932148"/>
              <a:ext cx="339" cy="394"/>
            </a:xfrm>
            <a:custGeom>
              <a:rect b="b" l="l" r="r" t="t"/>
              <a:pathLst>
                <a:path extrusionOk="0" h="29" w="25">
                  <a:moveTo>
                    <a:pt x="25" y="0"/>
                  </a:moveTo>
                  <a:cubicBezTo>
                    <a:pt x="18" y="11"/>
                    <a:pt x="7" y="21"/>
                    <a:pt x="0" y="28"/>
                  </a:cubicBezTo>
                  <a:cubicBezTo>
                    <a:pt x="7" y="21"/>
                    <a:pt x="18" y="1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7" name="Google Shape;4517;p72"/>
            <p:cNvSpPr/>
            <p:nvPr/>
          </p:nvSpPr>
          <p:spPr>
            <a:xfrm>
              <a:off x="1960646" y="1931103"/>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8" name="Google Shape;4518;p72"/>
            <p:cNvSpPr/>
            <p:nvPr/>
          </p:nvSpPr>
          <p:spPr>
            <a:xfrm>
              <a:off x="1969051" y="1928673"/>
              <a:ext cx="1398" cy="204"/>
            </a:xfrm>
            <a:custGeom>
              <a:rect b="b" l="l" r="r" t="t"/>
              <a:pathLst>
                <a:path extrusionOk="0" h="15" w="103">
                  <a:moveTo>
                    <a:pt x="102" y="15"/>
                  </a:moveTo>
                  <a:cubicBezTo>
                    <a:pt x="71" y="4"/>
                    <a:pt x="36" y="1"/>
                    <a:pt x="1" y="1"/>
                  </a:cubicBezTo>
                  <a:cubicBezTo>
                    <a:pt x="36" y="1"/>
                    <a:pt x="71" y="4"/>
                    <a:pt x="102"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9" name="Google Shape;4519;p72"/>
            <p:cNvSpPr/>
            <p:nvPr/>
          </p:nvSpPr>
          <p:spPr>
            <a:xfrm>
              <a:off x="1960836" y="1930438"/>
              <a:ext cx="54" cy="584"/>
            </a:xfrm>
            <a:custGeom>
              <a:rect b="b" l="l" r="r" t="t"/>
              <a:pathLst>
                <a:path extrusionOk="0" h="43" w="4">
                  <a:moveTo>
                    <a:pt x="0" y="42"/>
                  </a:moveTo>
                  <a:cubicBezTo>
                    <a:pt x="4" y="28"/>
                    <a:pt x="4" y="14"/>
                    <a:pt x="4" y="0"/>
                  </a:cubicBezTo>
                  <a:cubicBezTo>
                    <a:pt x="4"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0" name="Google Shape;4520;p72"/>
            <p:cNvSpPr/>
            <p:nvPr/>
          </p:nvSpPr>
          <p:spPr>
            <a:xfrm>
              <a:off x="1960361" y="1931673"/>
              <a:ext cx="299" cy="434"/>
            </a:xfrm>
            <a:custGeom>
              <a:rect b="b" l="l" r="r" t="t"/>
              <a:pathLst>
                <a:path extrusionOk="0" h="32" w="22">
                  <a:moveTo>
                    <a:pt x="0" y="32"/>
                  </a:moveTo>
                  <a:cubicBezTo>
                    <a:pt x="7" y="21"/>
                    <a:pt x="14" y="11"/>
                    <a:pt x="21" y="0"/>
                  </a:cubicBezTo>
                  <a:cubicBezTo>
                    <a:pt x="14" y="11"/>
                    <a:pt x="7"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1" name="Google Shape;4521;p72"/>
            <p:cNvSpPr/>
            <p:nvPr/>
          </p:nvSpPr>
          <p:spPr>
            <a:xfrm>
              <a:off x="2008222" y="1930981"/>
              <a:ext cx="58533" cy="39592"/>
            </a:xfrm>
            <a:custGeom>
              <a:rect b="b" l="l" r="r" t="t"/>
              <a:pathLst>
                <a:path extrusionOk="0" h="2916" w="4311">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2" name="Google Shape;4522;p72"/>
            <p:cNvSpPr/>
            <p:nvPr/>
          </p:nvSpPr>
          <p:spPr>
            <a:xfrm>
              <a:off x="2054236" y="1960186"/>
              <a:ext cx="679" cy="14"/>
            </a:xfrm>
            <a:custGeom>
              <a:rect b="b" l="l" r="r" t="t"/>
              <a:pathLst>
                <a:path extrusionOk="0" h="1" w="50">
                  <a:moveTo>
                    <a:pt x="0" y="1"/>
                  </a:moveTo>
                  <a:lnTo>
                    <a:pt x="21" y="1"/>
                  </a:lnTo>
                  <a:cubicBezTo>
                    <a:pt x="32" y="1"/>
                    <a:pt x="39" y="1"/>
                    <a:pt x="49" y="1"/>
                  </a:cubicBezTo>
                  <a:cubicBezTo>
                    <a:pt x="32"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3" name="Google Shape;4523;p72"/>
            <p:cNvSpPr/>
            <p:nvPr/>
          </p:nvSpPr>
          <p:spPr>
            <a:xfrm>
              <a:off x="2066782" y="1954388"/>
              <a:ext cx="68" cy="109"/>
            </a:xfrm>
            <a:custGeom>
              <a:rect b="b" l="l" r="r" t="t"/>
              <a:pathLst>
                <a:path extrusionOk="0" h="8" w="5">
                  <a:moveTo>
                    <a:pt x="1" y="1"/>
                  </a:moveTo>
                  <a:cubicBezTo>
                    <a:pt x="4" y="1"/>
                    <a:pt x="4" y="4"/>
                    <a:pt x="1" y="8"/>
                  </a:cubicBezTo>
                  <a:cubicBezTo>
                    <a:pt x="4"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4" name="Google Shape;4524;p72"/>
            <p:cNvSpPr/>
            <p:nvPr/>
          </p:nvSpPr>
          <p:spPr>
            <a:xfrm>
              <a:off x="2066782" y="1954673"/>
              <a:ext cx="14" cy="68"/>
            </a:xfrm>
            <a:custGeom>
              <a:rect b="b" l="l" r="r" t="t"/>
              <a:pathLst>
                <a:path extrusionOk="0" h="5" w="1">
                  <a:moveTo>
                    <a:pt x="1" y="1"/>
                  </a:moveTo>
                  <a:lnTo>
                    <a:pt x="1" y="4"/>
                  </a:lnTo>
                  <a:cubicBezTo>
                    <a:pt x="1" y="1"/>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5" name="Google Shape;4525;p72"/>
            <p:cNvSpPr/>
            <p:nvPr/>
          </p:nvSpPr>
          <p:spPr>
            <a:xfrm>
              <a:off x="2066836" y="1954538"/>
              <a:ext cx="14" cy="109"/>
            </a:xfrm>
            <a:custGeom>
              <a:rect b="b" l="l" r="r" t="t"/>
              <a:pathLst>
                <a:path extrusionOk="0" h="8" w="1">
                  <a:moveTo>
                    <a:pt x="0" y="0"/>
                  </a:moveTo>
                  <a:cubicBezTo>
                    <a:pt x="0" y="4"/>
                    <a:pt x="0" y="4"/>
                    <a:pt x="0" y="7"/>
                  </a:cubicBezTo>
                  <a:cubicBezTo>
                    <a:pt x="0" y="4"/>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6" name="Google Shape;4526;p72"/>
            <p:cNvSpPr/>
            <p:nvPr/>
          </p:nvSpPr>
          <p:spPr>
            <a:xfrm>
              <a:off x="2066591" y="1954864"/>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7" name="Google Shape;4527;p72"/>
            <p:cNvSpPr/>
            <p:nvPr/>
          </p:nvSpPr>
          <p:spPr>
            <a:xfrm>
              <a:off x="2066401" y="1954959"/>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8" name="Google Shape;4528;p72"/>
            <p:cNvSpPr/>
            <p:nvPr/>
          </p:nvSpPr>
          <p:spPr>
            <a:xfrm>
              <a:off x="2066687" y="1954768"/>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9" name="Google Shape;4529;p72"/>
            <p:cNvSpPr/>
            <p:nvPr/>
          </p:nvSpPr>
          <p:spPr>
            <a:xfrm>
              <a:off x="2055037" y="196014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0" name="Google Shape;4530;p72"/>
            <p:cNvSpPr/>
            <p:nvPr/>
          </p:nvSpPr>
          <p:spPr>
            <a:xfrm>
              <a:off x="2066171" y="1955108"/>
              <a:ext cx="204" cy="149"/>
            </a:xfrm>
            <a:custGeom>
              <a:rect b="b" l="l" r="r" t="t"/>
              <a:pathLst>
                <a:path extrusionOk="0" h="11" w="15">
                  <a:moveTo>
                    <a:pt x="1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1" name="Google Shape;4531;p72"/>
            <p:cNvSpPr/>
            <p:nvPr/>
          </p:nvSpPr>
          <p:spPr>
            <a:xfrm>
              <a:off x="2051439" y="1959711"/>
              <a:ext cx="2811" cy="489"/>
            </a:xfrm>
            <a:custGeom>
              <a:rect b="b" l="l" r="r" t="t"/>
              <a:pathLst>
                <a:path extrusionOk="0" h="36" w="207">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2" name="Google Shape;4532;p72"/>
            <p:cNvSpPr/>
            <p:nvPr/>
          </p:nvSpPr>
          <p:spPr>
            <a:xfrm>
              <a:off x="2046633" y="1959575"/>
              <a:ext cx="339" cy="244"/>
            </a:xfrm>
            <a:custGeom>
              <a:rect b="b" l="l" r="r" t="t"/>
              <a:pathLst>
                <a:path extrusionOk="0" h="18" w="25">
                  <a:moveTo>
                    <a:pt x="25" y="0"/>
                  </a:moveTo>
                  <a:lnTo>
                    <a:pt x="0" y="11"/>
                  </a:lnTo>
                  <a:lnTo>
                    <a:pt x="0" y="18"/>
                  </a:lnTo>
                  <a:cubicBezTo>
                    <a:pt x="7" y="11"/>
                    <a:pt x="14"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72"/>
            <p:cNvSpPr/>
            <p:nvPr/>
          </p:nvSpPr>
          <p:spPr>
            <a:xfrm>
              <a:off x="2048343" y="19591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4" name="Google Shape;4534;p72"/>
            <p:cNvSpPr/>
            <p:nvPr/>
          </p:nvSpPr>
          <p:spPr>
            <a:xfrm>
              <a:off x="2053856" y="1960186"/>
              <a:ext cx="625" cy="14"/>
            </a:xfrm>
            <a:custGeom>
              <a:rect b="b" l="l" r="r" t="t"/>
              <a:pathLst>
                <a:path extrusionOk="0" h="1" w="46">
                  <a:moveTo>
                    <a:pt x="25" y="1"/>
                  </a:moveTo>
                  <a:lnTo>
                    <a:pt x="0" y="1"/>
                  </a:lnTo>
                  <a:cubicBezTo>
                    <a:pt x="14" y="1"/>
                    <a:pt x="32" y="1"/>
                    <a:pt x="46" y="1"/>
                  </a:cubicBez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5" name="Google Shape;4535;p72"/>
            <p:cNvSpPr/>
            <p:nvPr/>
          </p:nvSpPr>
          <p:spPr>
            <a:xfrm>
              <a:off x="2011263" y="1967273"/>
              <a:ext cx="1208" cy="1385"/>
            </a:xfrm>
            <a:custGeom>
              <a:rect b="b" l="l" r="r" t="t"/>
              <a:pathLst>
                <a:path extrusionOk="0" h="102" w="89">
                  <a:moveTo>
                    <a:pt x="88" y="102"/>
                  </a:moveTo>
                  <a:cubicBezTo>
                    <a:pt x="57" y="74"/>
                    <a:pt x="29" y="39"/>
                    <a:pt x="4" y="4"/>
                  </a:cubicBezTo>
                  <a:lnTo>
                    <a:pt x="1" y="0"/>
                  </a:lnTo>
                  <a:lnTo>
                    <a:pt x="4" y="4"/>
                  </a:lnTo>
                  <a:cubicBezTo>
                    <a:pt x="29" y="39"/>
                    <a:pt x="57" y="74"/>
                    <a:pt x="88"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72"/>
            <p:cNvSpPr/>
            <p:nvPr/>
          </p:nvSpPr>
          <p:spPr>
            <a:xfrm>
              <a:off x="2008086" y="1964748"/>
              <a:ext cx="2770" cy="1914"/>
            </a:xfrm>
            <a:custGeom>
              <a:rect b="b" l="l" r="r" t="t"/>
              <a:pathLst>
                <a:path extrusionOk="0" h="141" w="204">
                  <a:moveTo>
                    <a:pt x="203" y="141"/>
                  </a:moveTo>
                  <a:cubicBezTo>
                    <a:pt x="147" y="78"/>
                    <a:pt x="77" y="29"/>
                    <a:pt x="0" y="1"/>
                  </a:cubicBezTo>
                  <a:lnTo>
                    <a:pt x="0" y="1"/>
                  </a:lnTo>
                  <a:cubicBezTo>
                    <a:pt x="77" y="29"/>
                    <a:pt x="147" y="78"/>
                    <a:pt x="203" y="1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72"/>
            <p:cNvSpPr/>
            <p:nvPr/>
          </p:nvSpPr>
          <p:spPr>
            <a:xfrm>
              <a:off x="2022818" y="1968074"/>
              <a:ext cx="3720" cy="1059"/>
            </a:xfrm>
            <a:custGeom>
              <a:rect b="b" l="l" r="r" t="t"/>
              <a:pathLst>
                <a:path extrusionOk="0" h="78" w="274">
                  <a:moveTo>
                    <a:pt x="0" y="1"/>
                  </a:moveTo>
                  <a:cubicBezTo>
                    <a:pt x="77" y="1"/>
                    <a:pt x="207" y="11"/>
                    <a:pt x="273" y="78"/>
                  </a:cubicBezTo>
                  <a:cubicBezTo>
                    <a:pt x="207" y="11"/>
                    <a:pt x="8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8" name="Google Shape;4538;p72"/>
            <p:cNvSpPr/>
            <p:nvPr/>
          </p:nvSpPr>
          <p:spPr>
            <a:xfrm>
              <a:off x="2026524" y="1969120"/>
              <a:ext cx="679" cy="489"/>
            </a:xfrm>
            <a:custGeom>
              <a:rect b="b" l="l" r="r" t="t"/>
              <a:pathLst>
                <a:path extrusionOk="0" h="36" w="50">
                  <a:moveTo>
                    <a:pt x="0" y="1"/>
                  </a:moveTo>
                  <a:cubicBezTo>
                    <a:pt x="14" y="18"/>
                    <a:pt x="32" y="29"/>
                    <a:pt x="49" y="36"/>
                  </a:cubicBezTo>
                  <a:cubicBezTo>
                    <a:pt x="32" y="29"/>
                    <a:pt x="1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9" name="Google Shape;4539;p72"/>
            <p:cNvSpPr/>
            <p:nvPr/>
          </p:nvSpPr>
          <p:spPr>
            <a:xfrm>
              <a:off x="2010842" y="1966703"/>
              <a:ext cx="244" cy="299"/>
            </a:xfrm>
            <a:custGeom>
              <a:rect b="b" l="l" r="r" t="t"/>
              <a:pathLst>
                <a:path extrusionOk="0" h="22" w="18">
                  <a:moveTo>
                    <a:pt x="0" y="0"/>
                  </a:moveTo>
                  <a:lnTo>
                    <a:pt x="0" y="0"/>
                  </a:lnTo>
                  <a:cubicBezTo>
                    <a:pt x="7" y="7"/>
                    <a:pt x="11" y="14"/>
                    <a:pt x="18" y="21"/>
                  </a:cubicBezTo>
                  <a:cubicBezTo>
                    <a:pt x="14" y="14"/>
                    <a:pt x="7"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0" name="Google Shape;4540;p72"/>
            <p:cNvSpPr/>
            <p:nvPr/>
          </p:nvSpPr>
          <p:spPr>
            <a:xfrm>
              <a:off x="2045397" y="1961001"/>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72"/>
            <p:cNvSpPr/>
            <p:nvPr/>
          </p:nvSpPr>
          <p:spPr>
            <a:xfrm>
              <a:off x="2045058" y="1960905"/>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2" name="Google Shape;4542;p72"/>
            <p:cNvSpPr/>
            <p:nvPr/>
          </p:nvSpPr>
          <p:spPr>
            <a:xfrm>
              <a:off x="2044677" y="1960810"/>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3" name="Google Shape;4543;p72"/>
            <p:cNvSpPr/>
            <p:nvPr/>
          </p:nvSpPr>
          <p:spPr>
            <a:xfrm>
              <a:off x="2027190" y="1968984"/>
              <a:ext cx="244" cy="625"/>
            </a:xfrm>
            <a:custGeom>
              <a:rect b="b" l="l" r="r" t="t"/>
              <a:pathLst>
                <a:path extrusionOk="0" h="46" w="18">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72"/>
            <p:cNvSpPr/>
            <p:nvPr/>
          </p:nvSpPr>
          <p:spPr>
            <a:xfrm>
              <a:off x="2026280" y="1960023"/>
              <a:ext cx="9287" cy="1086"/>
            </a:xfrm>
            <a:custGeom>
              <a:rect b="b" l="l" r="r" t="t"/>
              <a:pathLst>
                <a:path extrusionOk="0" h="80" w="684">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72"/>
            <p:cNvSpPr/>
            <p:nvPr/>
          </p:nvSpPr>
          <p:spPr>
            <a:xfrm>
              <a:off x="2047583" y="1958950"/>
              <a:ext cx="774" cy="353"/>
            </a:xfrm>
            <a:custGeom>
              <a:rect b="b" l="l" r="r" t="t"/>
              <a:pathLst>
                <a:path extrusionOk="0" h="26" w="57">
                  <a:moveTo>
                    <a:pt x="56" y="1"/>
                  </a:moveTo>
                  <a:lnTo>
                    <a:pt x="0" y="25"/>
                  </a:lnTo>
                  <a:cubicBezTo>
                    <a:pt x="14" y="22"/>
                    <a:pt x="28" y="22"/>
                    <a:pt x="39" y="18"/>
                  </a:cubicBezTo>
                  <a:lnTo>
                    <a:pt x="56" y="18"/>
                  </a:lnTo>
                  <a:lnTo>
                    <a:pt x="5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6" name="Google Shape;4546;p72"/>
            <p:cNvSpPr/>
            <p:nvPr/>
          </p:nvSpPr>
          <p:spPr>
            <a:xfrm>
              <a:off x="2044257" y="196071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7" name="Google Shape;4547;p72"/>
            <p:cNvSpPr/>
            <p:nvPr/>
          </p:nvSpPr>
          <p:spPr>
            <a:xfrm>
              <a:off x="2048153" y="19591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8" name="Google Shape;4548;p72"/>
            <p:cNvSpPr/>
            <p:nvPr/>
          </p:nvSpPr>
          <p:spPr>
            <a:xfrm>
              <a:off x="2027190" y="1969595"/>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72"/>
            <p:cNvSpPr/>
            <p:nvPr/>
          </p:nvSpPr>
          <p:spPr>
            <a:xfrm>
              <a:off x="2043971" y="1930954"/>
              <a:ext cx="869" cy="258"/>
            </a:xfrm>
            <a:custGeom>
              <a:rect b="b" l="l" r="r" t="t"/>
              <a:pathLst>
                <a:path extrusionOk="0" h="19" w="64">
                  <a:moveTo>
                    <a:pt x="0" y="18"/>
                  </a:moveTo>
                  <a:cubicBezTo>
                    <a:pt x="32" y="4"/>
                    <a:pt x="53" y="1"/>
                    <a:pt x="63" y="11"/>
                  </a:cubicBezTo>
                  <a:lnTo>
                    <a:pt x="63" y="11"/>
                  </a:lnTo>
                  <a:cubicBezTo>
                    <a:pt x="53" y="1"/>
                    <a:pt x="32" y="4"/>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0" name="Google Shape;4550;p72"/>
            <p:cNvSpPr/>
            <p:nvPr/>
          </p:nvSpPr>
          <p:spPr>
            <a:xfrm>
              <a:off x="2009036" y="196189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1" name="Google Shape;4551;p72"/>
            <p:cNvSpPr/>
            <p:nvPr/>
          </p:nvSpPr>
          <p:spPr>
            <a:xfrm>
              <a:off x="2008276" y="1963947"/>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72"/>
            <p:cNvSpPr/>
            <p:nvPr/>
          </p:nvSpPr>
          <p:spPr>
            <a:xfrm>
              <a:off x="2008561" y="1963187"/>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72"/>
            <p:cNvSpPr/>
            <p:nvPr/>
          </p:nvSpPr>
          <p:spPr>
            <a:xfrm>
              <a:off x="2028805" y="1937607"/>
              <a:ext cx="964" cy="163"/>
            </a:xfrm>
            <a:custGeom>
              <a:rect b="b" l="l" r="r" t="t"/>
              <a:pathLst>
                <a:path extrusionOk="0" h="12" w="71">
                  <a:moveTo>
                    <a:pt x="0" y="11"/>
                  </a:moveTo>
                  <a:cubicBezTo>
                    <a:pt x="21" y="1"/>
                    <a:pt x="46" y="1"/>
                    <a:pt x="70" y="8"/>
                  </a:cubicBezTo>
                  <a:cubicBezTo>
                    <a:pt x="46" y="1"/>
                    <a:pt x="21" y="1"/>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4" name="Google Shape;4554;p72"/>
            <p:cNvSpPr/>
            <p:nvPr/>
          </p:nvSpPr>
          <p:spPr>
            <a:xfrm>
              <a:off x="2008846" y="1962521"/>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5" name="Google Shape;4555;p72"/>
            <p:cNvSpPr/>
            <p:nvPr/>
          </p:nvSpPr>
          <p:spPr>
            <a:xfrm>
              <a:off x="2009647" y="1960335"/>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6" name="Google Shape;4556;p72"/>
            <p:cNvSpPr/>
            <p:nvPr/>
          </p:nvSpPr>
          <p:spPr>
            <a:xfrm>
              <a:off x="2029796" y="1937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72"/>
            <p:cNvSpPr/>
            <p:nvPr/>
          </p:nvSpPr>
          <p:spPr>
            <a:xfrm>
              <a:off x="2009267" y="1961286"/>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8" name="Google Shape;4558;p72"/>
            <p:cNvSpPr/>
            <p:nvPr/>
          </p:nvSpPr>
          <p:spPr>
            <a:xfrm>
              <a:off x="2009457" y="1960756"/>
              <a:ext cx="68" cy="109"/>
            </a:xfrm>
            <a:custGeom>
              <a:rect b="b" l="l" r="r" t="t"/>
              <a:pathLst>
                <a:path extrusionOk="0" h="8" w="5">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9" name="Google Shape;4559;p72"/>
            <p:cNvSpPr/>
            <p:nvPr/>
          </p:nvSpPr>
          <p:spPr>
            <a:xfrm>
              <a:off x="2008086" y="196474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72"/>
            <p:cNvSpPr/>
            <p:nvPr/>
          </p:nvSpPr>
          <p:spPr>
            <a:xfrm>
              <a:off x="2008086" y="1964748"/>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72"/>
            <p:cNvSpPr/>
            <p:nvPr/>
          </p:nvSpPr>
          <p:spPr>
            <a:xfrm>
              <a:off x="2051520" y="1865551"/>
              <a:ext cx="112191" cy="87765"/>
            </a:xfrm>
            <a:custGeom>
              <a:rect b="b" l="l" r="r" t="t"/>
              <a:pathLst>
                <a:path extrusionOk="0" h="6464" w="8263">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2" name="Google Shape;4562;p72"/>
            <p:cNvSpPr/>
            <p:nvPr/>
          </p:nvSpPr>
          <p:spPr>
            <a:xfrm>
              <a:off x="2080902" y="1899970"/>
              <a:ext cx="244" cy="54"/>
            </a:xfrm>
            <a:custGeom>
              <a:rect b="b" l="l" r="r" t="t"/>
              <a:pathLst>
                <a:path extrusionOk="0" h="4" w="18">
                  <a:moveTo>
                    <a:pt x="18" y="0"/>
                  </a:moveTo>
                  <a:lnTo>
                    <a:pt x="0" y="4"/>
                  </a:lnTo>
                  <a:lnTo>
                    <a:pt x="4" y="4"/>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3" name="Google Shape;4563;p72"/>
            <p:cNvSpPr/>
            <p:nvPr/>
          </p:nvSpPr>
          <p:spPr>
            <a:xfrm>
              <a:off x="2147120" y="1866841"/>
              <a:ext cx="299" cy="109"/>
            </a:xfrm>
            <a:custGeom>
              <a:rect b="b" l="l" r="r" t="t"/>
              <a:pathLst>
                <a:path extrusionOk="0" h="8" w="22">
                  <a:moveTo>
                    <a:pt x="0" y="0"/>
                  </a:moveTo>
                  <a:lnTo>
                    <a:pt x="2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4" name="Google Shape;4564;p72"/>
            <p:cNvSpPr/>
            <p:nvPr/>
          </p:nvSpPr>
          <p:spPr>
            <a:xfrm>
              <a:off x="2138131" y="1865510"/>
              <a:ext cx="2525" cy="149"/>
            </a:xfrm>
            <a:custGeom>
              <a:rect b="b" l="l" r="r" t="t"/>
              <a:pathLst>
                <a:path extrusionOk="0" h="11" w="186">
                  <a:moveTo>
                    <a:pt x="0" y="0"/>
                  </a:moveTo>
                  <a:cubicBezTo>
                    <a:pt x="46" y="0"/>
                    <a:pt x="112" y="4"/>
                    <a:pt x="186" y="11"/>
                  </a:cubicBezTo>
                  <a:cubicBezTo>
                    <a:pt x="119" y="4"/>
                    <a:pt x="56"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72"/>
            <p:cNvSpPr/>
            <p:nvPr/>
          </p:nvSpPr>
          <p:spPr>
            <a:xfrm>
              <a:off x="2140888" y="1865646"/>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6" name="Google Shape;4566;p72"/>
            <p:cNvSpPr/>
            <p:nvPr/>
          </p:nvSpPr>
          <p:spPr>
            <a:xfrm>
              <a:off x="2145219" y="1866311"/>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7" name="Google Shape;4567;p72"/>
            <p:cNvSpPr/>
            <p:nvPr/>
          </p:nvSpPr>
          <p:spPr>
            <a:xfrm>
              <a:off x="2147690" y="1867071"/>
              <a:ext cx="204" cy="163"/>
            </a:xfrm>
            <a:custGeom>
              <a:rect b="b" l="l" r="r" t="t"/>
              <a:pathLst>
                <a:path extrusionOk="0" h="12" w="15">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72"/>
            <p:cNvSpPr/>
            <p:nvPr/>
          </p:nvSpPr>
          <p:spPr>
            <a:xfrm>
              <a:off x="2144554" y="1866175"/>
              <a:ext cx="285" cy="54"/>
            </a:xfrm>
            <a:custGeom>
              <a:rect b="b" l="l" r="r" t="t"/>
              <a:pathLst>
                <a:path extrusionOk="0" h="4" w="21">
                  <a:moveTo>
                    <a:pt x="0" y="0"/>
                  </a:moveTo>
                  <a:lnTo>
                    <a:pt x="2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72"/>
            <p:cNvSpPr/>
            <p:nvPr/>
          </p:nvSpPr>
          <p:spPr>
            <a:xfrm>
              <a:off x="2146495" y="1866650"/>
              <a:ext cx="353" cy="109"/>
            </a:xfrm>
            <a:custGeom>
              <a:rect b="b" l="l" r="r" t="t"/>
              <a:pathLst>
                <a:path extrusionOk="0" h="8" w="26">
                  <a:moveTo>
                    <a:pt x="1" y="0"/>
                  </a:moveTo>
                  <a:lnTo>
                    <a:pt x="2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0" name="Google Shape;4570;p72"/>
            <p:cNvSpPr/>
            <p:nvPr/>
          </p:nvSpPr>
          <p:spPr>
            <a:xfrm>
              <a:off x="2145884" y="1866460"/>
              <a:ext cx="339" cy="109"/>
            </a:xfrm>
            <a:custGeom>
              <a:rect b="b" l="l" r="r" t="t"/>
              <a:pathLst>
                <a:path extrusionOk="0" h="8" w="25">
                  <a:moveTo>
                    <a:pt x="0" y="0"/>
                  </a:moveTo>
                  <a:lnTo>
                    <a:pt x="2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1" name="Google Shape;4571;p72"/>
            <p:cNvSpPr/>
            <p:nvPr/>
          </p:nvSpPr>
          <p:spPr>
            <a:xfrm>
              <a:off x="2153202" y="1872014"/>
              <a:ext cx="1059" cy="584"/>
            </a:xfrm>
            <a:custGeom>
              <a:rect b="b" l="l" r="r" t="t"/>
              <a:pathLst>
                <a:path extrusionOk="0" h="43" w="78">
                  <a:moveTo>
                    <a:pt x="77" y="1"/>
                  </a:moveTo>
                  <a:lnTo>
                    <a:pt x="0" y="43"/>
                  </a:lnTo>
                  <a:lnTo>
                    <a:pt x="0"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2" name="Google Shape;4572;p72"/>
            <p:cNvSpPr/>
            <p:nvPr/>
          </p:nvSpPr>
          <p:spPr>
            <a:xfrm>
              <a:off x="2143875" y="1866026"/>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72"/>
            <p:cNvSpPr/>
            <p:nvPr/>
          </p:nvSpPr>
          <p:spPr>
            <a:xfrm>
              <a:off x="2143169" y="1865931"/>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4" name="Google Shape;4574;p72"/>
            <p:cNvSpPr/>
            <p:nvPr/>
          </p:nvSpPr>
          <p:spPr>
            <a:xfrm>
              <a:off x="2141648" y="1865741"/>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5" name="Google Shape;4575;p72"/>
            <p:cNvSpPr/>
            <p:nvPr/>
          </p:nvSpPr>
          <p:spPr>
            <a:xfrm>
              <a:off x="2142449" y="1865836"/>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72"/>
            <p:cNvSpPr/>
            <p:nvPr/>
          </p:nvSpPr>
          <p:spPr>
            <a:xfrm>
              <a:off x="2122300" y="1942359"/>
              <a:ext cx="4481" cy="2539"/>
            </a:xfrm>
            <a:custGeom>
              <a:rect b="b" l="l" r="r" t="t"/>
              <a:pathLst>
                <a:path extrusionOk="0" h="187" w="330">
                  <a:moveTo>
                    <a:pt x="1" y="186"/>
                  </a:moveTo>
                  <a:cubicBezTo>
                    <a:pt x="95" y="99"/>
                    <a:pt x="204" y="1"/>
                    <a:pt x="330" y="11"/>
                  </a:cubicBezTo>
                  <a:cubicBezTo>
                    <a:pt x="204" y="1"/>
                    <a:pt x="95" y="99"/>
                    <a:pt x="1" y="18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72"/>
            <p:cNvSpPr/>
            <p:nvPr/>
          </p:nvSpPr>
          <p:spPr>
            <a:xfrm>
              <a:off x="2074860" y="1952637"/>
              <a:ext cx="14" cy="244"/>
            </a:xfrm>
            <a:custGeom>
              <a:rect b="b" l="l" r="r" t="t"/>
              <a:pathLst>
                <a:path extrusionOk="0" h="18" w="1">
                  <a:moveTo>
                    <a:pt x="1" y="0"/>
                  </a:moveTo>
                  <a:cubicBezTo>
                    <a:pt x="1" y="7"/>
                    <a:pt x="1" y="11"/>
                    <a:pt x="1" y="18"/>
                  </a:cubicBezTo>
                  <a:cubicBezTo>
                    <a:pt x="1" y="11"/>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8" name="Google Shape;4578;p72"/>
            <p:cNvSpPr/>
            <p:nvPr/>
          </p:nvSpPr>
          <p:spPr>
            <a:xfrm>
              <a:off x="2074575" y="1952868"/>
              <a:ext cx="299" cy="489"/>
            </a:xfrm>
            <a:custGeom>
              <a:rect b="b" l="l" r="r" t="t"/>
              <a:pathLst>
                <a:path extrusionOk="0" h="36" w="22">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9" name="Google Shape;4579;p72"/>
            <p:cNvSpPr/>
            <p:nvPr/>
          </p:nvSpPr>
          <p:spPr>
            <a:xfrm>
              <a:off x="2066741" y="1951822"/>
              <a:ext cx="54" cy="258"/>
            </a:xfrm>
            <a:custGeom>
              <a:rect b="b" l="l" r="r" t="t"/>
              <a:pathLst>
                <a:path extrusionOk="0" h="19" w="4">
                  <a:moveTo>
                    <a:pt x="4" y="1"/>
                  </a:moveTo>
                  <a:cubicBezTo>
                    <a:pt x="4" y="4"/>
                    <a:pt x="0" y="11"/>
                    <a:pt x="0" y="18"/>
                  </a:cubicBezTo>
                  <a:cubicBezTo>
                    <a:pt x="0"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0" name="Google Shape;4580;p72"/>
            <p:cNvSpPr/>
            <p:nvPr/>
          </p:nvSpPr>
          <p:spPr>
            <a:xfrm>
              <a:off x="2067732" y="1949881"/>
              <a:ext cx="394" cy="299"/>
            </a:xfrm>
            <a:custGeom>
              <a:rect b="b" l="l" r="r" t="t"/>
              <a:pathLst>
                <a:path extrusionOk="0" h="22" w="29">
                  <a:moveTo>
                    <a:pt x="29" y="0"/>
                  </a:moveTo>
                  <a:cubicBezTo>
                    <a:pt x="18" y="7"/>
                    <a:pt x="11" y="11"/>
                    <a:pt x="1" y="21"/>
                  </a:cubicBezTo>
                  <a:cubicBezTo>
                    <a:pt x="11" y="11"/>
                    <a:pt x="18" y="7"/>
                    <a:pt x="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72"/>
            <p:cNvSpPr/>
            <p:nvPr/>
          </p:nvSpPr>
          <p:spPr>
            <a:xfrm>
              <a:off x="2067121" y="1950777"/>
              <a:ext cx="109" cy="258"/>
            </a:xfrm>
            <a:custGeom>
              <a:rect b="b" l="l" r="r" t="t"/>
              <a:pathLst>
                <a:path extrusionOk="0" h="19" w="8">
                  <a:moveTo>
                    <a:pt x="7" y="1"/>
                  </a:moveTo>
                  <a:cubicBezTo>
                    <a:pt x="4" y="8"/>
                    <a:pt x="0" y="11"/>
                    <a:pt x="0" y="18"/>
                  </a:cubicBezTo>
                  <a:cubicBezTo>
                    <a:pt x="4" y="11"/>
                    <a:pt x="7" y="8"/>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2" name="Google Shape;4582;p72"/>
            <p:cNvSpPr/>
            <p:nvPr/>
          </p:nvSpPr>
          <p:spPr>
            <a:xfrm>
              <a:off x="2066877" y="1951347"/>
              <a:ext cx="109" cy="163"/>
            </a:xfrm>
            <a:custGeom>
              <a:rect b="b" l="l" r="r" t="t"/>
              <a:pathLst>
                <a:path extrusionOk="0" h="12" w="8">
                  <a:moveTo>
                    <a:pt x="8" y="1"/>
                  </a:moveTo>
                  <a:lnTo>
                    <a:pt x="1" y="11"/>
                  </a:lnTo>
                  <a:cubicBezTo>
                    <a:pt x="4" y="8"/>
                    <a:pt x="8" y="4"/>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3" name="Google Shape;4583;p72"/>
            <p:cNvSpPr/>
            <p:nvPr/>
          </p:nvSpPr>
          <p:spPr>
            <a:xfrm>
              <a:off x="2073530" y="1953343"/>
              <a:ext cx="1059" cy="122"/>
            </a:xfrm>
            <a:custGeom>
              <a:rect b="b" l="l" r="r" t="t"/>
              <a:pathLst>
                <a:path extrusionOk="0" h="9" w="78">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4" name="Google Shape;4584;p72"/>
            <p:cNvSpPr/>
            <p:nvPr/>
          </p:nvSpPr>
          <p:spPr>
            <a:xfrm>
              <a:off x="2067352" y="1950166"/>
              <a:ext cx="394" cy="394"/>
            </a:xfrm>
            <a:custGeom>
              <a:rect b="b" l="l" r="r" t="t"/>
              <a:pathLst>
                <a:path extrusionOk="0" h="29" w="29">
                  <a:moveTo>
                    <a:pt x="1" y="28"/>
                  </a:moveTo>
                  <a:cubicBezTo>
                    <a:pt x="11" y="18"/>
                    <a:pt x="18" y="7"/>
                    <a:pt x="29" y="0"/>
                  </a:cubicBezTo>
                  <a:lnTo>
                    <a:pt x="29" y="0"/>
                  </a:lnTo>
                  <a:cubicBezTo>
                    <a:pt x="18" y="7"/>
                    <a:pt x="11"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5" name="Google Shape;4585;p72"/>
            <p:cNvSpPr/>
            <p:nvPr/>
          </p:nvSpPr>
          <p:spPr>
            <a:xfrm>
              <a:off x="2073054" y="1953153"/>
              <a:ext cx="489" cy="204"/>
            </a:xfrm>
            <a:custGeom>
              <a:rect b="b" l="l" r="r" t="t"/>
              <a:pathLst>
                <a:path extrusionOk="0" h="15" w="36">
                  <a:moveTo>
                    <a:pt x="36" y="15"/>
                  </a:moveTo>
                  <a:cubicBezTo>
                    <a:pt x="22" y="8"/>
                    <a:pt x="11" y="4"/>
                    <a:pt x="1" y="1"/>
                  </a:cubicBezTo>
                  <a:cubicBezTo>
                    <a:pt x="11" y="4"/>
                    <a:pt x="22" y="8"/>
                    <a:pt x="36"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6" name="Google Shape;4586;p72"/>
            <p:cNvSpPr/>
            <p:nvPr/>
          </p:nvSpPr>
          <p:spPr>
            <a:xfrm>
              <a:off x="2069633" y="1949446"/>
              <a:ext cx="353" cy="14"/>
            </a:xfrm>
            <a:custGeom>
              <a:rect b="b" l="l" r="r" t="t"/>
              <a:pathLst>
                <a:path extrusionOk="0" h="1" w="26">
                  <a:moveTo>
                    <a:pt x="1"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7" name="Google Shape;4587;p72"/>
            <p:cNvSpPr/>
            <p:nvPr/>
          </p:nvSpPr>
          <p:spPr>
            <a:xfrm>
              <a:off x="2069117" y="1949446"/>
              <a:ext cx="394" cy="14"/>
            </a:xfrm>
            <a:custGeom>
              <a:rect b="b" l="l" r="r" t="t"/>
              <a:pathLst>
                <a:path extrusionOk="0" h="1" w="29">
                  <a:moveTo>
                    <a:pt x="28" y="1"/>
                  </a:moveTo>
                  <a:cubicBezTo>
                    <a:pt x="18" y="1"/>
                    <a:pt x="11" y="1"/>
                    <a:pt x="0" y="1"/>
                  </a:cubicBezTo>
                  <a:cubicBezTo>
                    <a:pt x="11" y="1"/>
                    <a:pt x="18" y="1"/>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8" name="Google Shape;4588;p72"/>
            <p:cNvSpPr/>
            <p:nvPr/>
          </p:nvSpPr>
          <p:spPr>
            <a:xfrm>
              <a:off x="2070067" y="1949500"/>
              <a:ext cx="2240" cy="1765"/>
            </a:xfrm>
            <a:custGeom>
              <a:rect b="b" l="l" r="r" t="t"/>
              <a:pathLst>
                <a:path extrusionOk="0" h="130" w="165">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9" name="Google Shape;4589;p72"/>
            <p:cNvSpPr/>
            <p:nvPr/>
          </p:nvSpPr>
          <p:spPr>
            <a:xfrm>
              <a:off x="2068207" y="1949636"/>
              <a:ext cx="353" cy="204"/>
            </a:xfrm>
            <a:custGeom>
              <a:rect b="b" l="l" r="r" t="t"/>
              <a:pathLst>
                <a:path extrusionOk="0" h="15" w="26">
                  <a:moveTo>
                    <a:pt x="25" y="1"/>
                  </a:moveTo>
                  <a:cubicBezTo>
                    <a:pt x="15" y="4"/>
                    <a:pt x="8" y="8"/>
                    <a:pt x="1" y="15"/>
                  </a:cubicBezTo>
                  <a:cubicBezTo>
                    <a:pt x="8" y="8"/>
                    <a:pt x="15" y="4"/>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0" name="Google Shape;4590;p72"/>
            <p:cNvSpPr/>
            <p:nvPr/>
          </p:nvSpPr>
          <p:spPr>
            <a:xfrm>
              <a:off x="2068587" y="1949500"/>
              <a:ext cx="489" cy="149"/>
            </a:xfrm>
            <a:custGeom>
              <a:rect b="b" l="l" r="r" t="t"/>
              <a:pathLst>
                <a:path extrusionOk="0" h="11" w="36">
                  <a:moveTo>
                    <a:pt x="36" y="0"/>
                  </a:moveTo>
                  <a:cubicBezTo>
                    <a:pt x="22" y="0"/>
                    <a:pt x="11" y="4"/>
                    <a:pt x="1" y="11"/>
                  </a:cubicBezTo>
                  <a:cubicBezTo>
                    <a:pt x="11" y="4"/>
                    <a:pt x="22" y="0"/>
                    <a:pt x="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1" name="Google Shape;4591;p72"/>
            <p:cNvSpPr/>
            <p:nvPr/>
          </p:nvSpPr>
          <p:spPr>
            <a:xfrm>
              <a:off x="2074439" y="1953302"/>
              <a:ext cx="299" cy="149"/>
            </a:xfrm>
            <a:custGeom>
              <a:rect b="b" l="l" r="r" t="t"/>
              <a:pathLst>
                <a:path extrusionOk="0" h="11" w="22">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72"/>
            <p:cNvSpPr/>
            <p:nvPr/>
          </p:nvSpPr>
          <p:spPr>
            <a:xfrm>
              <a:off x="2080902" y="1902386"/>
              <a:ext cx="54" cy="584"/>
            </a:xfrm>
            <a:custGeom>
              <a:rect b="b" l="l" r="r" t="t"/>
              <a:pathLst>
                <a:path extrusionOk="0" h="43" w="4">
                  <a:moveTo>
                    <a:pt x="0" y="1"/>
                  </a:moveTo>
                  <a:lnTo>
                    <a:pt x="0" y="43"/>
                  </a:lnTo>
                  <a:cubicBezTo>
                    <a:pt x="4"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3" name="Google Shape;4593;p72"/>
            <p:cNvSpPr/>
            <p:nvPr/>
          </p:nvSpPr>
          <p:spPr>
            <a:xfrm>
              <a:off x="2080848" y="1900635"/>
              <a:ext cx="68" cy="679"/>
            </a:xfrm>
            <a:custGeom>
              <a:rect b="b" l="l" r="r" t="t"/>
              <a:pathLst>
                <a:path extrusionOk="0" h="50" w="5">
                  <a:moveTo>
                    <a:pt x="1" y="0"/>
                  </a:moveTo>
                  <a:lnTo>
                    <a:pt x="1" y="49"/>
                  </a:lnTo>
                  <a:cubicBezTo>
                    <a:pt x="4" y="35"/>
                    <a:pt x="4"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4" name="Google Shape;4594;p72"/>
            <p:cNvSpPr/>
            <p:nvPr/>
          </p:nvSpPr>
          <p:spPr>
            <a:xfrm>
              <a:off x="2080943" y="1903961"/>
              <a:ext cx="14" cy="530"/>
            </a:xfrm>
            <a:custGeom>
              <a:rect b="b" l="l" r="r" t="t"/>
              <a:pathLst>
                <a:path extrusionOk="0" h="39" w="1">
                  <a:moveTo>
                    <a:pt x="1" y="0"/>
                  </a:moveTo>
                  <a:lnTo>
                    <a:pt x="1"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72"/>
            <p:cNvSpPr/>
            <p:nvPr/>
          </p:nvSpPr>
          <p:spPr>
            <a:xfrm>
              <a:off x="2080753" y="1916032"/>
              <a:ext cx="68" cy="244"/>
            </a:xfrm>
            <a:custGeom>
              <a:rect b="b" l="l" r="r" t="t"/>
              <a:pathLst>
                <a:path extrusionOk="0" h="18" w="5">
                  <a:moveTo>
                    <a:pt x="4" y="0"/>
                  </a:moveTo>
                  <a:cubicBezTo>
                    <a:pt x="1" y="7"/>
                    <a:pt x="1"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6" name="Google Shape;4596;p72"/>
            <p:cNvSpPr/>
            <p:nvPr/>
          </p:nvSpPr>
          <p:spPr>
            <a:xfrm>
              <a:off x="2080848" y="1914077"/>
              <a:ext cx="14" cy="258"/>
            </a:xfrm>
            <a:custGeom>
              <a:rect b="b" l="l" r="r" t="t"/>
              <a:pathLst>
                <a:path extrusionOk="0" h="19" w="1">
                  <a:moveTo>
                    <a:pt x="1" y="1"/>
                  </a:moveTo>
                  <a:lnTo>
                    <a:pt x="1" y="18"/>
                  </a:ln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72"/>
            <p:cNvSpPr/>
            <p:nvPr/>
          </p:nvSpPr>
          <p:spPr>
            <a:xfrm>
              <a:off x="2080563" y="1918449"/>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8" name="Google Shape;4598;p72"/>
            <p:cNvSpPr/>
            <p:nvPr/>
          </p:nvSpPr>
          <p:spPr>
            <a:xfrm>
              <a:off x="2080617" y="191816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72"/>
            <p:cNvSpPr/>
            <p:nvPr/>
          </p:nvSpPr>
          <p:spPr>
            <a:xfrm>
              <a:off x="2080902" y="1913276"/>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0" name="Google Shape;4600;p72"/>
            <p:cNvSpPr/>
            <p:nvPr/>
          </p:nvSpPr>
          <p:spPr>
            <a:xfrm>
              <a:off x="2080658" y="1917838"/>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1" name="Google Shape;4601;p72"/>
            <p:cNvSpPr/>
            <p:nvPr/>
          </p:nvSpPr>
          <p:spPr>
            <a:xfrm>
              <a:off x="2080522" y="1918693"/>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72"/>
            <p:cNvSpPr/>
            <p:nvPr/>
          </p:nvSpPr>
          <p:spPr>
            <a:xfrm>
              <a:off x="2080373" y="1919209"/>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3" name="Google Shape;4603;p72"/>
            <p:cNvSpPr/>
            <p:nvPr/>
          </p:nvSpPr>
          <p:spPr>
            <a:xfrm>
              <a:off x="2080468" y="1918924"/>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4" name="Google Shape;4604;p72"/>
            <p:cNvSpPr/>
            <p:nvPr/>
          </p:nvSpPr>
          <p:spPr>
            <a:xfrm>
              <a:off x="2080427" y="1919073"/>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5" name="Google Shape;4605;p72"/>
            <p:cNvSpPr/>
            <p:nvPr/>
          </p:nvSpPr>
          <p:spPr>
            <a:xfrm>
              <a:off x="2080943" y="1910424"/>
              <a:ext cx="14" cy="394"/>
            </a:xfrm>
            <a:custGeom>
              <a:rect b="b" l="l" r="r" t="t"/>
              <a:pathLst>
                <a:path extrusionOk="0" h="29" w="1">
                  <a:moveTo>
                    <a:pt x="1" y="0"/>
                  </a:move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6" name="Google Shape;4606;p72"/>
            <p:cNvSpPr/>
            <p:nvPr/>
          </p:nvSpPr>
          <p:spPr>
            <a:xfrm>
              <a:off x="2080943" y="191147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7" name="Google Shape;4607;p72"/>
            <p:cNvSpPr/>
            <p:nvPr/>
          </p:nvSpPr>
          <p:spPr>
            <a:xfrm>
              <a:off x="2080902" y="1912420"/>
              <a:ext cx="54" cy="339"/>
            </a:xfrm>
            <a:custGeom>
              <a:rect b="b" l="l" r="r" t="t"/>
              <a:pathLst>
                <a:path extrusionOk="0" h="25" w="4">
                  <a:moveTo>
                    <a:pt x="4" y="0"/>
                  </a:moveTo>
                  <a:cubicBezTo>
                    <a:pt x="4" y="7"/>
                    <a:pt x="0" y="14"/>
                    <a:pt x="4" y="25"/>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8" name="Google Shape;4608;p72"/>
            <p:cNvSpPr/>
            <p:nvPr/>
          </p:nvSpPr>
          <p:spPr>
            <a:xfrm>
              <a:off x="2080848" y="1914796"/>
              <a:ext cx="14" cy="244"/>
            </a:xfrm>
            <a:custGeom>
              <a:rect b="b" l="l" r="r" t="t"/>
              <a:pathLst>
                <a:path extrusionOk="0" h="18" w="1">
                  <a:moveTo>
                    <a:pt x="1" y="0"/>
                  </a:moveTo>
                  <a:lnTo>
                    <a:pt x="1" y="18"/>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9" name="Google Shape;4609;p72"/>
            <p:cNvSpPr/>
            <p:nvPr/>
          </p:nvSpPr>
          <p:spPr>
            <a:xfrm>
              <a:off x="2080753" y="1916548"/>
              <a:ext cx="14" cy="258"/>
            </a:xfrm>
            <a:custGeom>
              <a:rect b="b" l="l" r="r" t="t"/>
              <a:pathLst>
                <a:path extrusionOk="0" h="19" w="1">
                  <a:moveTo>
                    <a:pt x="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0" name="Google Shape;4610;p72"/>
            <p:cNvSpPr/>
            <p:nvPr/>
          </p:nvSpPr>
          <p:spPr>
            <a:xfrm>
              <a:off x="2080712" y="1917077"/>
              <a:ext cx="14" cy="149"/>
            </a:xfrm>
            <a:custGeom>
              <a:rect b="b" l="l" r="r" t="t"/>
              <a:pathLst>
                <a:path extrusionOk="0" h="11" w="1">
                  <a:moveTo>
                    <a:pt x="0" y="0"/>
                  </a:moveTo>
                  <a:lnTo>
                    <a:pt x="0" y="11"/>
                  </a:ln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1" name="Google Shape;4611;p72"/>
            <p:cNvSpPr/>
            <p:nvPr/>
          </p:nvSpPr>
          <p:spPr>
            <a:xfrm>
              <a:off x="2080807" y="1915462"/>
              <a:ext cx="14" cy="244"/>
            </a:xfrm>
            <a:custGeom>
              <a:rect b="b" l="l" r="r" t="t"/>
              <a:pathLst>
                <a:path extrusionOk="0" h="18" w="1">
                  <a:moveTo>
                    <a:pt x="0" y="0"/>
                  </a:moveTo>
                  <a:lnTo>
                    <a:pt x="0" y="18"/>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2" name="Google Shape;4612;p72"/>
            <p:cNvSpPr/>
            <p:nvPr/>
          </p:nvSpPr>
          <p:spPr>
            <a:xfrm>
              <a:off x="2080658" y="1917457"/>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72"/>
            <p:cNvSpPr/>
            <p:nvPr/>
          </p:nvSpPr>
          <p:spPr>
            <a:xfrm>
              <a:off x="2050855" y="1932094"/>
              <a:ext cx="1629" cy="68"/>
            </a:xfrm>
            <a:custGeom>
              <a:rect b="b" l="l" r="r" t="t"/>
              <a:pathLst>
                <a:path extrusionOk="0" h="5" w="120">
                  <a:moveTo>
                    <a:pt x="120" y="1"/>
                  </a:moveTo>
                  <a:cubicBezTo>
                    <a:pt x="78" y="1"/>
                    <a:pt x="39" y="4"/>
                    <a:pt x="1" y="4"/>
                  </a:cubicBezTo>
                  <a:cubicBezTo>
                    <a:pt x="39" y="4"/>
                    <a:pt x="81" y="4"/>
                    <a:pt x="1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4" name="Google Shape;4614;p72"/>
            <p:cNvSpPr/>
            <p:nvPr/>
          </p:nvSpPr>
          <p:spPr>
            <a:xfrm>
              <a:off x="2080943" y="1905482"/>
              <a:ext cx="14" cy="434"/>
            </a:xfrm>
            <a:custGeom>
              <a:rect b="b" l="l" r="r" t="t"/>
              <a:pathLst>
                <a:path extrusionOk="0" h="32" w="1">
                  <a:moveTo>
                    <a:pt x="1" y="0"/>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5" name="Google Shape;4615;p72"/>
            <p:cNvSpPr/>
            <p:nvPr/>
          </p:nvSpPr>
          <p:spPr>
            <a:xfrm>
              <a:off x="2080943" y="1906813"/>
              <a:ext cx="14" cy="489"/>
            </a:xfrm>
            <a:custGeom>
              <a:rect b="b" l="l" r="r" t="t"/>
              <a:pathLst>
                <a:path extrusionOk="0" h="36" w="1">
                  <a:moveTo>
                    <a:pt x="1" y="0"/>
                  </a:moveTo>
                  <a:lnTo>
                    <a:pt x="1"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72"/>
            <p:cNvSpPr/>
            <p:nvPr/>
          </p:nvSpPr>
          <p:spPr>
            <a:xfrm>
              <a:off x="2054996" y="1931714"/>
              <a:ext cx="244" cy="109"/>
            </a:xfrm>
            <a:custGeom>
              <a:rect b="b" l="l" r="r" t="t"/>
              <a:pathLst>
                <a:path extrusionOk="0" h="8" w="18">
                  <a:moveTo>
                    <a:pt x="18"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7" name="Google Shape;4617;p72"/>
            <p:cNvSpPr/>
            <p:nvPr/>
          </p:nvSpPr>
          <p:spPr>
            <a:xfrm>
              <a:off x="2080943" y="1909325"/>
              <a:ext cx="14" cy="394"/>
            </a:xfrm>
            <a:custGeom>
              <a:rect b="b" l="l" r="r" t="t"/>
              <a:pathLst>
                <a:path extrusionOk="0" h="29" w="1">
                  <a:moveTo>
                    <a:pt x="1" y="1"/>
                  </a:moveTo>
                  <a:lnTo>
                    <a:pt x="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72"/>
            <p:cNvSpPr/>
            <p:nvPr/>
          </p:nvSpPr>
          <p:spPr>
            <a:xfrm>
              <a:off x="2080943" y="190808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9" name="Google Shape;4619;p72"/>
            <p:cNvSpPr/>
            <p:nvPr/>
          </p:nvSpPr>
          <p:spPr>
            <a:xfrm>
              <a:off x="2062124" y="1929243"/>
              <a:ext cx="5906" cy="638"/>
            </a:xfrm>
            <a:custGeom>
              <a:rect b="b" l="l" r="r" t="t"/>
              <a:pathLst>
                <a:path extrusionOk="0" h="47" w="435">
                  <a:moveTo>
                    <a:pt x="435" y="1"/>
                  </a:moveTo>
                  <a:cubicBezTo>
                    <a:pt x="291" y="25"/>
                    <a:pt x="148" y="39"/>
                    <a:pt x="1" y="46"/>
                  </a:cubicBezTo>
                  <a:cubicBezTo>
                    <a:pt x="148" y="39"/>
                    <a:pt x="291" y="25"/>
                    <a:pt x="4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72"/>
            <p:cNvSpPr/>
            <p:nvPr/>
          </p:nvSpPr>
          <p:spPr>
            <a:xfrm>
              <a:off x="2080237" y="1919548"/>
              <a:ext cx="14" cy="54"/>
            </a:xfrm>
            <a:custGeom>
              <a:rect b="b" l="l" r="r" t="t"/>
              <a:pathLst>
                <a:path extrusionOk="0" h="4"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1" name="Google Shape;4621;p72"/>
            <p:cNvSpPr/>
            <p:nvPr/>
          </p:nvSpPr>
          <p:spPr>
            <a:xfrm>
              <a:off x="2080332" y="1919358"/>
              <a:ext cx="14" cy="54"/>
            </a:xfrm>
            <a:custGeom>
              <a:rect b="b" l="l" r="r" t="t"/>
              <a:pathLst>
                <a:path extrusionOk="0" h="4"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2" name="Google Shape;4622;p72"/>
            <p:cNvSpPr/>
            <p:nvPr/>
          </p:nvSpPr>
          <p:spPr>
            <a:xfrm>
              <a:off x="2080278" y="1919453"/>
              <a:ext cx="14" cy="54"/>
            </a:xfrm>
            <a:custGeom>
              <a:rect b="b" l="l" r="r" t="t"/>
              <a:pathLst>
                <a:path extrusionOk="0" h="4"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72"/>
            <p:cNvSpPr/>
            <p:nvPr/>
          </p:nvSpPr>
          <p:spPr>
            <a:xfrm>
              <a:off x="2080183" y="1919603"/>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4" name="Google Shape;4624;p72"/>
            <p:cNvSpPr/>
            <p:nvPr/>
          </p:nvSpPr>
          <p:spPr>
            <a:xfrm>
              <a:off x="2080142" y="191964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5" name="Google Shape;4625;p72"/>
            <p:cNvSpPr/>
            <p:nvPr/>
          </p:nvSpPr>
          <p:spPr>
            <a:xfrm>
              <a:off x="2079992" y="1919739"/>
              <a:ext cx="109" cy="54"/>
            </a:xfrm>
            <a:custGeom>
              <a:rect b="b" l="l" r="r" t="t"/>
              <a:pathLst>
                <a:path extrusionOk="0" h="4"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72"/>
            <p:cNvSpPr/>
            <p:nvPr/>
          </p:nvSpPr>
          <p:spPr>
            <a:xfrm>
              <a:off x="2060658" y="1947735"/>
              <a:ext cx="1914" cy="407"/>
            </a:xfrm>
            <a:custGeom>
              <a:rect b="b" l="l" r="r" t="t"/>
              <a:pathLst>
                <a:path extrusionOk="0" h="30" w="141">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7" name="Google Shape;4627;p72"/>
            <p:cNvSpPr/>
            <p:nvPr/>
          </p:nvSpPr>
          <p:spPr>
            <a:xfrm>
              <a:off x="2050855" y="193214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8" name="Google Shape;4628;p72"/>
            <p:cNvSpPr/>
            <p:nvPr/>
          </p:nvSpPr>
          <p:spPr>
            <a:xfrm>
              <a:off x="2050719" y="193390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9" name="Google Shape;4629;p72"/>
            <p:cNvSpPr/>
            <p:nvPr/>
          </p:nvSpPr>
          <p:spPr>
            <a:xfrm>
              <a:off x="2066401" y="1952067"/>
              <a:ext cx="299" cy="149"/>
            </a:xfrm>
            <a:custGeom>
              <a:rect b="b" l="l" r="r" t="t"/>
              <a:pathLst>
                <a:path extrusionOk="0" h="11" w="22">
                  <a:moveTo>
                    <a:pt x="22"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0" name="Google Shape;4630;p72"/>
            <p:cNvSpPr/>
            <p:nvPr/>
          </p:nvSpPr>
          <p:spPr>
            <a:xfrm>
              <a:off x="2050760" y="193275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1" name="Google Shape;4631;p72"/>
            <p:cNvSpPr/>
            <p:nvPr/>
          </p:nvSpPr>
          <p:spPr>
            <a:xfrm>
              <a:off x="2065981" y="1951917"/>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2" name="Google Shape;4632;p72"/>
            <p:cNvSpPr/>
            <p:nvPr/>
          </p:nvSpPr>
          <p:spPr>
            <a:xfrm>
              <a:off x="2050719" y="193418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3" name="Google Shape;4633;p72"/>
            <p:cNvSpPr/>
            <p:nvPr/>
          </p:nvSpPr>
          <p:spPr>
            <a:xfrm>
              <a:off x="2050719" y="19343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4" name="Google Shape;4634;p72"/>
            <p:cNvSpPr/>
            <p:nvPr/>
          </p:nvSpPr>
          <p:spPr>
            <a:xfrm>
              <a:off x="2050719" y="193452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5" name="Google Shape;4635;p72"/>
            <p:cNvSpPr/>
            <p:nvPr/>
          </p:nvSpPr>
          <p:spPr>
            <a:xfrm>
              <a:off x="2065166" y="195168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6" name="Google Shape;4636;p72"/>
            <p:cNvSpPr/>
            <p:nvPr/>
          </p:nvSpPr>
          <p:spPr>
            <a:xfrm>
              <a:off x="2050719" y="19336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72"/>
            <p:cNvSpPr/>
            <p:nvPr/>
          </p:nvSpPr>
          <p:spPr>
            <a:xfrm>
              <a:off x="2065600" y="1951822"/>
              <a:ext cx="299" cy="68"/>
            </a:xfrm>
            <a:custGeom>
              <a:rect b="b" l="l" r="r" t="t"/>
              <a:pathLst>
                <a:path extrusionOk="0" h="5" w="22">
                  <a:moveTo>
                    <a:pt x="2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8" name="Google Shape;4638;p72"/>
            <p:cNvSpPr/>
            <p:nvPr/>
          </p:nvSpPr>
          <p:spPr>
            <a:xfrm>
              <a:off x="2050719" y="193323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9" name="Google Shape;4639;p72"/>
            <p:cNvSpPr/>
            <p:nvPr/>
          </p:nvSpPr>
          <p:spPr>
            <a:xfrm>
              <a:off x="2149346" y="1865605"/>
              <a:ext cx="72640" cy="121356"/>
            </a:xfrm>
            <a:custGeom>
              <a:rect b="b" l="l" r="r" t="t"/>
              <a:pathLst>
                <a:path extrusionOk="0" h="8938" w="535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72"/>
            <p:cNvSpPr/>
            <p:nvPr/>
          </p:nvSpPr>
          <p:spPr>
            <a:xfrm>
              <a:off x="2163888" y="1986811"/>
              <a:ext cx="394" cy="149"/>
            </a:xfrm>
            <a:custGeom>
              <a:rect b="b" l="l" r="r" t="t"/>
              <a:pathLst>
                <a:path extrusionOk="0" h="11" w="29">
                  <a:moveTo>
                    <a:pt x="29" y="11"/>
                  </a:moveTo>
                  <a:cubicBezTo>
                    <a:pt x="18" y="11"/>
                    <a:pt x="8" y="7"/>
                    <a:pt x="1" y="0"/>
                  </a:cubicBezTo>
                  <a:lnTo>
                    <a:pt x="1" y="0"/>
                  </a:lnTo>
                  <a:cubicBezTo>
                    <a:pt x="8" y="7"/>
                    <a:pt x="18" y="11"/>
                    <a:pt x="29"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1" name="Google Shape;4641;p72"/>
            <p:cNvSpPr/>
            <p:nvPr/>
          </p:nvSpPr>
          <p:spPr>
            <a:xfrm>
              <a:off x="2163467" y="1986282"/>
              <a:ext cx="339" cy="489"/>
            </a:xfrm>
            <a:custGeom>
              <a:rect b="b" l="l" r="r" t="t"/>
              <a:pathLst>
                <a:path extrusionOk="0" h="36" w="25">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72"/>
            <p:cNvSpPr/>
            <p:nvPr/>
          </p:nvSpPr>
          <p:spPr>
            <a:xfrm>
              <a:off x="2212943" y="1959331"/>
              <a:ext cx="258" cy="109"/>
            </a:xfrm>
            <a:custGeom>
              <a:rect b="b" l="l" r="r" t="t"/>
              <a:pathLst>
                <a:path extrusionOk="0" h="8" w="19">
                  <a:moveTo>
                    <a:pt x="1" y="1"/>
                  </a:moveTo>
                  <a:cubicBezTo>
                    <a:pt x="4" y="4"/>
                    <a:pt x="11" y="4"/>
                    <a:pt x="18" y="8"/>
                  </a:cubicBezTo>
                  <a:cubicBezTo>
                    <a:pt x="11"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3" name="Google Shape;4643;p72"/>
            <p:cNvSpPr/>
            <p:nvPr/>
          </p:nvSpPr>
          <p:spPr>
            <a:xfrm>
              <a:off x="2212468" y="1959235"/>
              <a:ext cx="299" cy="68"/>
            </a:xfrm>
            <a:custGeom>
              <a:rect b="b" l="l" r="r" t="t"/>
              <a:pathLst>
                <a:path extrusionOk="0" h="5" w="22">
                  <a:moveTo>
                    <a:pt x="1" y="1"/>
                  </a:moveTo>
                  <a:cubicBezTo>
                    <a:pt x="8" y="1"/>
                    <a:pt x="15" y="4"/>
                    <a:pt x="22" y="4"/>
                  </a:cubicBezTo>
                  <a:cubicBezTo>
                    <a:pt x="15" y="1"/>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72"/>
            <p:cNvSpPr/>
            <p:nvPr/>
          </p:nvSpPr>
          <p:spPr>
            <a:xfrm>
              <a:off x="2206195" y="1959235"/>
              <a:ext cx="5295" cy="2865"/>
            </a:xfrm>
            <a:custGeom>
              <a:rect b="b" l="l" r="r" t="t"/>
              <a:pathLst>
                <a:path extrusionOk="0" h="211" w="390">
                  <a:moveTo>
                    <a:pt x="1" y="211"/>
                  </a:moveTo>
                  <a:cubicBezTo>
                    <a:pt x="78" y="137"/>
                    <a:pt x="242" y="18"/>
                    <a:pt x="389" y="1"/>
                  </a:cubicBezTo>
                  <a:cubicBezTo>
                    <a:pt x="242" y="18"/>
                    <a:pt x="78" y="137"/>
                    <a:pt x="1"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5" name="Google Shape;4645;p72"/>
            <p:cNvSpPr/>
            <p:nvPr/>
          </p:nvSpPr>
          <p:spPr>
            <a:xfrm>
              <a:off x="2211993" y="1959195"/>
              <a:ext cx="353" cy="14"/>
            </a:xfrm>
            <a:custGeom>
              <a:rect b="b" l="l" r="r" t="t"/>
              <a:pathLst>
                <a:path extrusionOk="0" h="1" w="26">
                  <a:moveTo>
                    <a:pt x="1" y="0"/>
                  </a:moveTo>
                  <a:cubicBezTo>
                    <a:pt x="8" y="0"/>
                    <a:pt x="15" y="0"/>
                    <a:pt x="25" y="0"/>
                  </a:cubicBezTo>
                  <a:cubicBezTo>
                    <a:pt x="15" y="0"/>
                    <a:pt x="8"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72"/>
            <p:cNvSpPr/>
            <p:nvPr/>
          </p:nvSpPr>
          <p:spPr>
            <a:xfrm>
              <a:off x="2211477" y="1959195"/>
              <a:ext cx="434" cy="54"/>
            </a:xfrm>
            <a:custGeom>
              <a:rect b="b" l="l" r="r" t="t"/>
              <a:pathLst>
                <a:path extrusionOk="0" h="4" w="32">
                  <a:moveTo>
                    <a:pt x="0" y="4"/>
                  </a:moveTo>
                  <a:cubicBezTo>
                    <a:pt x="11" y="0"/>
                    <a:pt x="21" y="0"/>
                    <a:pt x="32" y="4"/>
                  </a:cubicBezTo>
                  <a:cubicBezTo>
                    <a:pt x="21" y="0"/>
                    <a:pt x="11"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72"/>
            <p:cNvSpPr/>
            <p:nvPr/>
          </p:nvSpPr>
          <p:spPr>
            <a:xfrm>
              <a:off x="2154153" y="194416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8" name="Google Shape;4648;p72"/>
            <p:cNvSpPr/>
            <p:nvPr/>
          </p:nvSpPr>
          <p:spPr>
            <a:xfrm>
              <a:off x="2149536" y="1939752"/>
              <a:ext cx="1303" cy="1480"/>
            </a:xfrm>
            <a:custGeom>
              <a:rect b="b" l="l" r="r" t="t"/>
              <a:pathLst>
                <a:path extrusionOk="0" h="109" w="96">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9" name="Google Shape;4649;p72"/>
            <p:cNvSpPr/>
            <p:nvPr/>
          </p:nvSpPr>
          <p:spPr>
            <a:xfrm>
              <a:off x="2150826" y="1941218"/>
              <a:ext cx="2675" cy="2824"/>
            </a:xfrm>
            <a:custGeom>
              <a:rect b="b" l="l" r="r" t="t"/>
              <a:pathLst>
                <a:path extrusionOk="0" h="208" w="197">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72"/>
            <p:cNvSpPr/>
            <p:nvPr/>
          </p:nvSpPr>
          <p:spPr>
            <a:xfrm>
              <a:off x="2158905" y="1969785"/>
              <a:ext cx="1100" cy="68"/>
            </a:xfrm>
            <a:custGeom>
              <a:rect b="b" l="l" r="r" t="t"/>
              <a:pathLst>
                <a:path extrusionOk="0" h="5" w="81">
                  <a:moveTo>
                    <a:pt x="0" y="1"/>
                  </a:moveTo>
                  <a:cubicBezTo>
                    <a:pt x="21" y="4"/>
                    <a:pt x="49" y="4"/>
                    <a:pt x="81" y="4"/>
                  </a:cubicBezTo>
                  <a:cubicBezTo>
                    <a:pt x="49" y="4"/>
                    <a:pt x="2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72"/>
            <p:cNvSpPr/>
            <p:nvPr/>
          </p:nvSpPr>
          <p:spPr>
            <a:xfrm>
              <a:off x="2161376" y="1981150"/>
              <a:ext cx="2105" cy="5146"/>
            </a:xfrm>
            <a:custGeom>
              <a:rect b="b" l="l" r="r" t="t"/>
              <a:pathLst>
                <a:path extrusionOk="0" h="379" w="155">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2" name="Google Shape;4652;p72"/>
            <p:cNvSpPr/>
            <p:nvPr/>
          </p:nvSpPr>
          <p:spPr>
            <a:xfrm>
              <a:off x="2163277" y="1985997"/>
              <a:ext cx="339" cy="543"/>
            </a:xfrm>
            <a:custGeom>
              <a:rect b="b" l="l" r="r" t="t"/>
              <a:pathLst>
                <a:path extrusionOk="0" h="40" w="25">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3" name="Google Shape;4653;p72"/>
            <p:cNvSpPr/>
            <p:nvPr/>
          </p:nvSpPr>
          <p:spPr>
            <a:xfrm>
              <a:off x="2152917" y="1943974"/>
              <a:ext cx="584" cy="109"/>
            </a:xfrm>
            <a:custGeom>
              <a:rect b="b" l="l" r="r" t="t"/>
              <a:pathLst>
                <a:path extrusionOk="0" h="8" w="43">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72"/>
            <p:cNvSpPr/>
            <p:nvPr/>
          </p:nvSpPr>
          <p:spPr>
            <a:xfrm>
              <a:off x="2160711" y="1877105"/>
              <a:ext cx="14" cy="149"/>
            </a:xfrm>
            <a:custGeom>
              <a:rect b="b" l="l" r="r" t="t"/>
              <a:pathLst>
                <a:path extrusionOk="0" h="11" w="1">
                  <a:moveTo>
                    <a:pt x="0" y="0"/>
                  </a:moveTo>
                  <a:lnTo>
                    <a:pt x="0" y="11"/>
                  </a:ln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72"/>
            <p:cNvSpPr/>
            <p:nvPr/>
          </p:nvSpPr>
          <p:spPr>
            <a:xfrm>
              <a:off x="2160656" y="1875680"/>
              <a:ext cx="14" cy="394"/>
            </a:xfrm>
            <a:custGeom>
              <a:rect b="b" l="l" r="r" t="t"/>
              <a:pathLst>
                <a:path extrusionOk="0" h="29" w="1">
                  <a:moveTo>
                    <a:pt x="1" y="0"/>
                  </a:moveTo>
                  <a:lnTo>
                    <a:pt x="1" y="28"/>
                  </a:ln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6" name="Google Shape;4656;p72"/>
            <p:cNvSpPr/>
            <p:nvPr/>
          </p:nvSpPr>
          <p:spPr>
            <a:xfrm>
              <a:off x="2160751" y="187743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7" name="Google Shape;4657;p72"/>
            <p:cNvSpPr/>
            <p:nvPr/>
          </p:nvSpPr>
          <p:spPr>
            <a:xfrm>
              <a:off x="2160656" y="1875055"/>
              <a:ext cx="14" cy="489"/>
            </a:xfrm>
            <a:custGeom>
              <a:rect b="b" l="l" r="r" t="t"/>
              <a:pathLst>
                <a:path extrusionOk="0" h="36" w="1">
                  <a:moveTo>
                    <a:pt x="1" y="1"/>
                  </a:moveTo>
                  <a:lnTo>
                    <a:pt x="1" y="3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72"/>
            <p:cNvSpPr/>
            <p:nvPr/>
          </p:nvSpPr>
          <p:spPr>
            <a:xfrm>
              <a:off x="2160711" y="1876671"/>
              <a:ext cx="14" cy="258"/>
            </a:xfrm>
            <a:custGeom>
              <a:rect b="b" l="l" r="r" t="t"/>
              <a:pathLst>
                <a:path extrusionOk="0" h="19" w="1">
                  <a:moveTo>
                    <a:pt x="0" y="1"/>
                  </a:moveTo>
                  <a:lnTo>
                    <a:pt x="0" y="18"/>
                  </a:lnTo>
                  <a:cubicBezTo>
                    <a:pt x="0" y="11"/>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72"/>
            <p:cNvSpPr/>
            <p:nvPr/>
          </p:nvSpPr>
          <p:spPr>
            <a:xfrm>
              <a:off x="2149536" y="1937946"/>
              <a:ext cx="14" cy="815"/>
            </a:xfrm>
            <a:custGeom>
              <a:rect b="b" l="l" r="r" t="t"/>
              <a:pathLst>
                <a:path extrusionOk="0" h="60" w="1">
                  <a:moveTo>
                    <a:pt x="1" y="0"/>
                  </a:moveTo>
                  <a:lnTo>
                    <a:pt x="1" y="60"/>
                  </a:lnTo>
                  <a:cubicBezTo>
                    <a:pt x="1" y="39"/>
                    <a:pt x="1"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0" name="Google Shape;4660;p72"/>
            <p:cNvSpPr/>
            <p:nvPr/>
          </p:nvSpPr>
          <p:spPr>
            <a:xfrm>
              <a:off x="2149536" y="1938896"/>
              <a:ext cx="14" cy="869"/>
            </a:xfrm>
            <a:custGeom>
              <a:rect b="b" l="l" r="r" t="t"/>
              <a:pathLst>
                <a:path extrusionOk="0" h="64" w="1">
                  <a:moveTo>
                    <a:pt x="1" y="63"/>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1" name="Google Shape;4661;p72"/>
            <p:cNvSpPr/>
            <p:nvPr/>
          </p:nvSpPr>
          <p:spPr>
            <a:xfrm>
              <a:off x="2160616" y="1874444"/>
              <a:ext cx="14" cy="584"/>
            </a:xfrm>
            <a:custGeom>
              <a:rect b="b" l="l" r="r" t="t"/>
              <a:pathLst>
                <a:path extrusionOk="0" h="43" w="1">
                  <a:moveTo>
                    <a:pt x="0" y="0"/>
                  </a:moveTo>
                  <a:lnTo>
                    <a:pt x="0"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72"/>
            <p:cNvSpPr/>
            <p:nvPr/>
          </p:nvSpPr>
          <p:spPr>
            <a:xfrm>
              <a:off x="2160711" y="1876195"/>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3" name="Google Shape;4663;p72"/>
            <p:cNvSpPr/>
            <p:nvPr/>
          </p:nvSpPr>
          <p:spPr>
            <a:xfrm>
              <a:off x="2160331" y="1868741"/>
              <a:ext cx="299" cy="5716"/>
            </a:xfrm>
            <a:custGeom>
              <a:rect b="b" l="l" r="r" t="t"/>
              <a:pathLst>
                <a:path extrusionOk="0" h="421" w="22">
                  <a:moveTo>
                    <a:pt x="0" y="1"/>
                  </a:moveTo>
                  <a:cubicBezTo>
                    <a:pt x="7" y="154"/>
                    <a:pt x="14" y="301"/>
                    <a:pt x="21" y="420"/>
                  </a:cubicBezTo>
                  <a:cubicBezTo>
                    <a:pt x="18" y="301"/>
                    <a:pt x="7" y="15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4" name="Google Shape;4664;p72"/>
            <p:cNvSpPr/>
            <p:nvPr/>
          </p:nvSpPr>
          <p:spPr>
            <a:xfrm>
              <a:off x="2149631" y="1932379"/>
              <a:ext cx="1344" cy="3910"/>
            </a:xfrm>
            <a:custGeom>
              <a:rect b="b" l="l" r="r" t="t"/>
              <a:pathLst>
                <a:path extrusionOk="0" h="288" w="99">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5" name="Google Shape;4665;p72"/>
            <p:cNvSpPr/>
            <p:nvPr/>
          </p:nvSpPr>
          <p:spPr>
            <a:xfrm>
              <a:off x="2149536" y="193975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6" name="Google Shape;4666;p72"/>
            <p:cNvSpPr/>
            <p:nvPr/>
          </p:nvSpPr>
          <p:spPr>
            <a:xfrm>
              <a:off x="2229209" y="1797813"/>
              <a:ext cx="78193" cy="78641"/>
            </a:xfrm>
            <a:custGeom>
              <a:rect b="b" l="l" r="r" t="t"/>
              <a:pathLst>
                <a:path extrusionOk="0" h="5792" w="5759">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7" name="Google Shape;4667;p72"/>
            <p:cNvSpPr/>
            <p:nvPr/>
          </p:nvSpPr>
          <p:spPr>
            <a:xfrm>
              <a:off x="2231531" y="1797813"/>
              <a:ext cx="109" cy="258"/>
            </a:xfrm>
            <a:custGeom>
              <a:rect b="b" l="l" r="r" t="t"/>
              <a:pathLst>
                <a:path extrusionOk="0" h="19" w="8">
                  <a:moveTo>
                    <a:pt x="8"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8" name="Google Shape;4668;p72"/>
            <p:cNvSpPr/>
            <p:nvPr/>
          </p:nvSpPr>
          <p:spPr>
            <a:xfrm>
              <a:off x="2115742" y="2027164"/>
              <a:ext cx="39035" cy="44263"/>
            </a:xfrm>
            <a:custGeom>
              <a:rect b="b" l="l" r="r" t="t"/>
              <a:pathLst>
                <a:path extrusionOk="0" h="3260" w="2875">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9" name="Google Shape;4669;p72"/>
            <p:cNvSpPr/>
            <p:nvPr/>
          </p:nvSpPr>
          <p:spPr>
            <a:xfrm>
              <a:off x="2135375" y="2027164"/>
              <a:ext cx="9952" cy="434"/>
            </a:xfrm>
            <a:custGeom>
              <a:rect b="b" l="l" r="r" t="t"/>
              <a:pathLst>
                <a:path extrusionOk="0" h="32" w="733">
                  <a:moveTo>
                    <a:pt x="0" y="0"/>
                  </a:moveTo>
                  <a:cubicBezTo>
                    <a:pt x="63" y="4"/>
                    <a:pt x="399" y="21"/>
                    <a:pt x="732" y="32"/>
                  </a:cubicBezTo>
                  <a:cubicBezTo>
                    <a:pt x="410" y="21"/>
                    <a:pt x="88"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0" name="Google Shape;4670;p72"/>
            <p:cNvSpPr/>
            <p:nvPr/>
          </p:nvSpPr>
          <p:spPr>
            <a:xfrm>
              <a:off x="2119218" y="2027924"/>
              <a:ext cx="13605" cy="8147"/>
            </a:xfrm>
            <a:custGeom>
              <a:rect b="b" l="l" r="r" t="t"/>
              <a:pathLst>
                <a:path extrusionOk="0" h="600" w="1002">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72"/>
            <p:cNvSpPr/>
            <p:nvPr/>
          </p:nvSpPr>
          <p:spPr>
            <a:xfrm>
              <a:off x="2132184" y="2028019"/>
              <a:ext cx="163" cy="54"/>
            </a:xfrm>
            <a:custGeom>
              <a:rect b="b" l="l" r="r" t="t"/>
              <a:pathLst>
                <a:path extrusionOk="0" h="4" w="12">
                  <a:moveTo>
                    <a:pt x="11" y="0"/>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2" name="Google Shape;4672;p72"/>
            <p:cNvSpPr/>
            <p:nvPr/>
          </p:nvSpPr>
          <p:spPr>
            <a:xfrm>
              <a:off x="2133040" y="2031576"/>
              <a:ext cx="14" cy="394"/>
            </a:xfrm>
            <a:custGeom>
              <a:rect b="b" l="l" r="r" t="t"/>
              <a:pathLst>
                <a:path extrusionOk="0" h="29" w="1">
                  <a:moveTo>
                    <a:pt x="1" y="1"/>
                  </a:moveTo>
                  <a:lnTo>
                    <a:pt x="1" y="29"/>
                  </a:lnTo>
                  <a:cubicBezTo>
                    <a:pt x="1" y="18"/>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3" name="Google Shape;4673;p72"/>
            <p:cNvSpPr/>
            <p:nvPr/>
          </p:nvSpPr>
          <p:spPr>
            <a:xfrm>
              <a:off x="2133040" y="2027870"/>
              <a:ext cx="14" cy="163"/>
            </a:xfrm>
            <a:custGeom>
              <a:rect b="b" l="l" r="r" t="t"/>
              <a:pathLst>
                <a:path extrusionOk="0" h="12" w="1">
                  <a:moveTo>
                    <a:pt x="1" y="1"/>
                  </a:moveTo>
                  <a:lnTo>
                    <a:pt x="1" y="1"/>
                  </a:ln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72"/>
            <p:cNvSpPr/>
            <p:nvPr/>
          </p:nvSpPr>
          <p:spPr>
            <a:xfrm>
              <a:off x="2133094" y="2030246"/>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5" name="Google Shape;4675;p72"/>
            <p:cNvSpPr/>
            <p:nvPr/>
          </p:nvSpPr>
          <p:spPr>
            <a:xfrm>
              <a:off x="2133094" y="2028345"/>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72"/>
            <p:cNvSpPr/>
            <p:nvPr/>
          </p:nvSpPr>
          <p:spPr>
            <a:xfrm>
              <a:off x="2133094" y="2029010"/>
              <a:ext cx="14" cy="258"/>
            </a:xfrm>
            <a:custGeom>
              <a:rect b="b" l="l" r="r" t="t"/>
              <a:pathLst>
                <a:path extrusionOk="0" h="19" w="1">
                  <a:moveTo>
                    <a:pt x="0"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7" name="Google Shape;4677;p72"/>
            <p:cNvSpPr/>
            <p:nvPr/>
          </p:nvSpPr>
          <p:spPr>
            <a:xfrm>
              <a:off x="2133094" y="2030816"/>
              <a:ext cx="14" cy="584"/>
            </a:xfrm>
            <a:custGeom>
              <a:rect b="b" l="l" r="r" t="t"/>
              <a:pathLst>
                <a:path extrusionOk="0" h="43" w="1">
                  <a:moveTo>
                    <a:pt x="0" y="1"/>
                  </a:moveTo>
                  <a:lnTo>
                    <a:pt x="0" y="43"/>
                  </a:lnTo>
                  <a:cubicBezTo>
                    <a:pt x="0" y="29"/>
                    <a:pt x="0"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72"/>
            <p:cNvSpPr/>
            <p:nvPr/>
          </p:nvSpPr>
          <p:spPr>
            <a:xfrm>
              <a:off x="2133094" y="2029635"/>
              <a:ext cx="14" cy="299"/>
            </a:xfrm>
            <a:custGeom>
              <a:rect b="b" l="l" r="r" t="t"/>
              <a:pathLst>
                <a:path extrusionOk="0" h="22" w="1">
                  <a:moveTo>
                    <a:pt x="0" y="0"/>
                  </a:moveTo>
                  <a:lnTo>
                    <a:pt x="0" y="21"/>
                  </a:ln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72"/>
            <p:cNvSpPr/>
            <p:nvPr/>
          </p:nvSpPr>
          <p:spPr>
            <a:xfrm>
              <a:off x="2133040" y="2032160"/>
              <a:ext cx="14" cy="339"/>
            </a:xfrm>
            <a:custGeom>
              <a:rect b="b" l="l" r="r" t="t"/>
              <a:pathLst>
                <a:path extrusionOk="0" h="25" w="1">
                  <a:moveTo>
                    <a:pt x="1" y="0"/>
                  </a:moveTo>
                  <a:lnTo>
                    <a:pt x="1" y="25"/>
                  </a:ln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0" name="Google Shape;4680;p72"/>
            <p:cNvSpPr/>
            <p:nvPr/>
          </p:nvSpPr>
          <p:spPr>
            <a:xfrm>
              <a:off x="2132809" y="2034767"/>
              <a:ext cx="54" cy="353"/>
            </a:xfrm>
            <a:custGeom>
              <a:rect b="b" l="l" r="r" t="t"/>
              <a:pathLst>
                <a:path extrusionOk="0" h="26" w="4">
                  <a:moveTo>
                    <a:pt x="4"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1" name="Google Shape;4681;p72"/>
            <p:cNvSpPr/>
            <p:nvPr/>
          </p:nvSpPr>
          <p:spPr>
            <a:xfrm>
              <a:off x="2132809" y="2035107"/>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72"/>
            <p:cNvSpPr/>
            <p:nvPr/>
          </p:nvSpPr>
          <p:spPr>
            <a:xfrm>
              <a:off x="2122680" y="2035867"/>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72"/>
            <p:cNvSpPr/>
            <p:nvPr/>
          </p:nvSpPr>
          <p:spPr>
            <a:xfrm>
              <a:off x="2132904" y="2034441"/>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4" name="Google Shape;4684;p72"/>
            <p:cNvSpPr/>
            <p:nvPr/>
          </p:nvSpPr>
          <p:spPr>
            <a:xfrm>
              <a:off x="2132904" y="2034061"/>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5" name="Google Shape;4685;p72"/>
            <p:cNvSpPr/>
            <p:nvPr/>
          </p:nvSpPr>
          <p:spPr>
            <a:xfrm>
              <a:off x="2123400" y="203581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6" name="Google Shape;4686;p72"/>
            <p:cNvSpPr/>
            <p:nvPr/>
          </p:nvSpPr>
          <p:spPr>
            <a:xfrm>
              <a:off x="2123495" y="203581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72"/>
            <p:cNvSpPr/>
            <p:nvPr/>
          </p:nvSpPr>
          <p:spPr>
            <a:xfrm>
              <a:off x="2122925" y="2035813"/>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72"/>
            <p:cNvSpPr/>
            <p:nvPr/>
          </p:nvSpPr>
          <p:spPr>
            <a:xfrm>
              <a:off x="2123115" y="203581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9" name="Google Shape;4689;p72"/>
            <p:cNvSpPr/>
            <p:nvPr/>
          </p:nvSpPr>
          <p:spPr>
            <a:xfrm>
              <a:off x="2132999" y="2032676"/>
              <a:ext cx="14" cy="353"/>
            </a:xfrm>
            <a:custGeom>
              <a:rect b="b" l="l" r="r" t="t"/>
              <a:pathLst>
                <a:path extrusionOk="0" h="26" w="1">
                  <a:moveTo>
                    <a:pt x="0" y="1"/>
                  </a:moveTo>
                  <a:lnTo>
                    <a:pt x="0" y="25"/>
                  </a:lnTo>
                  <a:cubicBezTo>
                    <a:pt x="0" y="18"/>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0" name="Google Shape;4690;p72"/>
            <p:cNvSpPr/>
            <p:nvPr/>
          </p:nvSpPr>
          <p:spPr>
            <a:xfrm>
              <a:off x="2121974" y="2035908"/>
              <a:ext cx="299" cy="68"/>
            </a:xfrm>
            <a:custGeom>
              <a:rect b="b" l="l" r="r" t="t"/>
              <a:pathLst>
                <a:path extrusionOk="0" h="5" w="22">
                  <a:moveTo>
                    <a:pt x="2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72"/>
            <p:cNvSpPr/>
            <p:nvPr/>
          </p:nvSpPr>
          <p:spPr>
            <a:xfrm>
              <a:off x="2132945" y="2033627"/>
              <a:ext cx="14" cy="299"/>
            </a:xfrm>
            <a:custGeom>
              <a:rect b="b" l="l" r="r" t="t"/>
              <a:pathLst>
                <a:path extrusionOk="0" h="22" w="1">
                  <a:moveTo>
                    <a:pt x="1"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72"/>
            <p:cNvSpPr/>
            <p:nvPr/>
          </p:nvSpPr>
          <p:spPr>
            <a:xfrm>
              <a:off x="2121499" y="2035962"/>
              <a:ext cx="394" cy="54"/>
            </a:xfrm>
            <a:custGeom>
              <a:rect b="b" l="l" r="r" t="t"/>
              <a:pathLst>
                <a:path extrusionOk="0" h="4" w="29">
                  <a:moveTo>
                    <a:pt x="28"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3" name="Google Shape;4693;p72"/>
            <p:cNvSpPr/>
            <p:nvPr/>
          </p:nvSpPr>
          <p:spPr>
            <a:xfrm>
              <a:off x="2132945" y="2033151"/>
              <a:ext cx="68" cy="353"/>
            </a:xfrm>
            <a:custGeom>
              <a:rect b="b" l="l" r="r" t="t"/>
              <a:pathLst>
                <a:path extrusionOk="0" h="26" w="5">
                  <a:moveTo>
                    <a:pt x="4" y="1"/>
                  </a:moveTo>
                  <a:cubicBezTo>
                    <a:pt x="4" y="8"/>
                    <a:pt x="1" y="18"/>
                    <a:pt x="4" y="25"/>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4" name="Google Shape;4694;p72"/>
            <p:cNvSpPr/>
            <p:nvPr/>
          </p:nvSpPr>
          <p:spPr>
            <a:xfrm>
              <a:off x="2122354" y="2035867"/>
              <a:ext cx="299" cy="54"/>
            </a:xfrm>
            <a:custGeom>
              <a:rect b="b" l="l" r="r" t="t"/>
              <a:pathLst>
                <a:path extrusionOk="0" h="4" w="22">
                  <a:moveTo>
                    <a:pt x="2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72"/>
            <p:cNvSpPr/>
            <p:nvPr/>
          </p:nvSpPr>
          <p:spPr>
            <a:xfrm>
              <a:off x="2132279" y="2016560"/>
              <a:ext cx="49884" cy="63380"/>
            </a:xfrm>
            <a:custGeom>
              <a:rect b="b" l="l" r="r" t="t"/>
              <a:pathLst>
                <a:path extrusionOk="0" h="4668" w="3674">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6" name="Google Shape;4696;p72"/>
            <p:cNvSpPr/>
            <p:nvPr/>
          </p:nvSpPr>
          <p:spPr>
            <a:xfrm>
              <a:off x="2168070" y="2023593"/>
              <a:ext cx="394" cy="638"/>
            </a:xfrm>
            <a:custGeom>
              <a:rect b="b" l="l" r="r" t="t"/>
              <a:pathLst>
                <a:path extrusionOk="0" h="47" w="29">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7" name="Google Shape;4697;p72"/>
            <p:cNvSpPr/>
            <p:nvPr/>
          </p:nvSpPr>
          <p:spPr>
            <a:xfrm>
              <a:off x="2166359" y="2024217"/>
              <a:ext cx="1724" cy="6191"/>
            </a:xfrm>
            <a:custGeom>
              <a:rect b="b" l="l" r="r" t="t"/>
              <a:pathLst>
                <a:path extrusionOk="0" h="456" w="127">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8" name="Google Shape;4698;p72"/>
            <p:cNvSpPr/>
            <p:nvPr/>
          </p:nvSpPr>
          <p:spPr>
            <a:xfrm>
              <a:off x="2147065" y="2027639"/>
              <a:ext cx="1779" cy="54"/>
            </a:xfrm>
            <a:custGeom>
              <a:rect b="b" l="l" r="r" t="t"/>
              <a:pathLst>
                <a:path extrusionOk="0" h="4" w="131">
                  <a:moveTo>
                    <a:pt x="1" y="0"/>
                  </a:moveTo>
                  <a:lnTo>
                    <a:pt x="13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9" name="Google Shape;4699;p72"/>
            <p:cNvSpPr/>
            <p:nvPr/>
          </p:nvSpPr>
          <p:spPr>
            <a:xfrm>
              <a:off x="2149306" y="202773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0" name="Google Shape;4700;p72"/>
            <p:cNvSpPr/>
            <p:nvPr/>
          </p:nvSpPr>
          <p:spPr>
            <a:xfrm>
              <a:off x="2167934" y="2023837"/>
              <a:ext cx="394" cy="679"/>
            </a:xfrm>
            <a:custGeom>
              <a:rect b="b" l="l" r="r" t="t"/>
              <a:pathLst>
                <a:path extrusionOk="0" h="50" w="29">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1" name="Google Shape;4701;p72"/>
            <p:cNvSpPr/>
            <p:nvPr/>
          </p:nvSpPr>
          <p:spPr>
            <a:xfrm>
              <a:off x="2132184" y="2072553"/>
              <a:ext cx="68" cy="68"/>
            </a:xfrm>
            <a:custGeom>
              <a:rect b="b" l="l" r="r" t="t"/>
              <a:pathLst>
                <a:path extrusionOk="0" h="5" w="5">
                  <a:moveTo>
                    <a:pt x="1" y="4"/>
                  </a:moveTo>
                  <a:lnTo>
                    <a:pt x="1" y="4"/>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2" name="Google Shape;4702;p72"/>
            <p:cNvSpPr/>
            <p:nvPr/>
          </p:nvSpPr>
          <p:spPr>
            <a:xfrm>
              <a:off x="2146400" y="2033532"/>
              <a:ext cx="68" cy="489"/>
            </a:xfrm>
            <a:custGeom>
              <a:rect b="b" l="l" r="r" t="t"/>
              <a:pathLst>
                <a:path extrusionOk="0" h="36" w="5">
                  <a:moveTo>
                    <a:pt x="4" y="1"/>
                  </a:moveTo>
                  <a:lnTo>
                    <a:pt x="4" y="1"/>
                  </a:lnTo>
                  <a:cubicBezTo>
                    <a:pt x="1" y="15"/>
                    <a:pt x="1" y="25"/>
                    <a:pt x="1" y="36"/>
                  </a:cubicBezTo>
                  <a:cubicBezTo>
                    <a:pt x="4" y="25"/>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3" name="Google Shape;4703;p72"/>
            <p:cNvSpPr/>
            <p:nvPr/>
          </p:nvSpPr>
          <p:spPr>
            <a:xfrm>
              <a:off x="2132660" y="2071983"/>
              <a:ext cx="299" cy="204"/>
            </a:xfrm>
            <a:custGeom>
              <a:rect b="b" l="l" r="r" t="t"/>
              <a:pathLst>
                <a:path extrusionOk="0" h="15" w="22">
                  <a:moveTo>
                    <a:pt x="1" y="15"/>
                  </a:moveTo>
                  <a:cubicBezTo>
                    <a:pt x="8" y="11"/>
                    <a:pt x="15" y="4"/>
                    <a:pt x="22" y="1"/>
                  </a:cubicBezTo>
                  <a:cubicBezTo>
                    <a:pt x="15" y="4"/>
                    <a:pt x="8"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72"/>
            <p:cNvSpPr/>
            <p:nvPr/>
          </p:nvSpPr>
          <p:spPr>
            <a:xfrm>
              <a:off x="2133759" y="2071603"/>
              <a:ext cx="244" cy="68"/>
            </a:xfrm>
            <a:custGeom>
              <a:rect b="b" l="l" r="r" t="t"/>
              <a:pathLst>
                <a:path extrusionOk="0" h="5" w="18">
                  <a:moveTo>
                    <a:pt x="0"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5" name="Google Shape;4705;p72"/>
            <p:cNvSpPr/>
            <p:nvPr/>
          </p:nvSpPr>
          <p:spPr>
            <a:xfrm>
              <a:off x="2132334" y="2072268"/>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6" name="Google Shape;4706;p72"/>
            <p:cNvSpPr/>
            <p:nvPr/>
          </p:nvSpPr>
          <p:spPr>
            <a:xfrm>
              <a:off x="2133379" y="2071657"/>
              <a:ext cx="244" cy="109"/>
            </a:xfrm>
            <a:custGeom>
              <a:rect b="b" l="l" r="r" t="t"/>
              <a:pathLst>
                <a:path extrusionOk="0" h="8" w="18">
                  <a:moveTo>
                    <a:pt x="0"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72"/>
            <p:cNvSpPr/>
            <p:nvPr/>
          </p:nvSpPr>
          <p:spPr>
            <a:xfrm>
              <a:off x="2134140" y="2071562"/>
              <a:ext cx="394" cy="14"/>
            </a:xfrm>
            <a:custGeom>
              <a:rect b="b" l="l" r="r" t="t"/>
              <a:pathLst>
                <a:path extrusionOk="0" h="1" w="29">
                  <a:moveTo>
                    <a:pt x="0" y="0"/>
                  </a:moveTo>
                  <a:cubicBezTo>
                    <a:pt x="7" y="0"/>
                    <a:pt x="18" y="0"/>
                    <a:pt x="28" y="0"/>
                  </a:cubicBezTo>
                  <a:cubicBezTo>
                    <a:pt x="18" y="0"/>
                    <a:pt x="7"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8" name="Google Shape;4708;p72"/>
            <p:cNvSpPr/>
            <p:nvPr/>
          </p:nvSpPr>
          <p:spPr>
            <a:xfrm>
              <a:off x="2143359" y="2058297"/>
              <a:ext cx="1100" cy="1819"/>
            </a:xfrm>
            <a:custGeom>
              <a:rect b="b" l="l" r="r" t="t"/>
              <a:pathLst>
                <a:path extrusionOk="0" h="134" w="81">
                  <a:moveTo>
                    <a:pt x="81" y="134"/>
                  </a:moveTo>
                  <a:cubicBezTo>
                    <a:pt x="60" y="84"/>
                    <a:pt x="32" y="39"/>
                    <a:pt x="0" y="0"/>
                  </a:cubicBezTo>
                  <a:cubicBezTo>
                    <a:pt x="32" y="39"/>
                    <a:pt x="60" y="84"/>
                    <a:pt x="81" y="13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9" name="Google Shape;4709;p72"/>
            <p:cNvSpPr/>
            <p:nvPr/>
          </p:nvSpPr>
          <p:spPr>
            <a:xfrm>
              <a:off x="2146685" y="2030436"/>
              <a:ext cx="109" cy="774"/>
            </a:xfrm>
            <a:custGeom>
              <a:rect b="b" l="l" r="r" t="t"/>
              <a:pathLst>
                <a:path extrusionOk="0" h="57" w="8">
                  <a:moveTo>
                    <a:pt x="8" y="1"/>
                  </a:moveTo>
                  <a:cubicBezTo>
                    <a:pt x="4" y="18"/>
                    <a:pt x="1" y="39"/>
                    <a:pt x="1" y="57"/>
                  </a:cubicBez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72"/>
            <p:cNvSpPr/>
            <p:nvPr/>
          </p:nvSpPr>
          <p:spPr>
            <a:xfrm>
              <a:off x="2146780" y="2029350"/>
              <a:ext cx="109" cy="910"/>
            </a:xfrm>
            <a:custGeom>
              <a:rect b="b" l="l" r="r" t="t"/>
              <a:pathLst>
                <a:path extrusionOk="0" h="67" w="8">
                  <a:moveTo>
                    <a:pt x="1" y="6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1" name="Google Shape;4711;p72"/>
            <p:cNvSpPr/>
            <p:nvPr/>
          </p:nvSpPr>
          <p:spPr>
            <a:xfrm>
              <a:off x="2132945" y="2071793"/>
              <a:ext cx="353" cy="204"/>
            </a:xfrm>
            <a:custGeom>
              <a:rect b="b" l="l" r="r" t="t"/>
              <a:pathLst>
                <a:path extrusionOk="0" h="15" w="26">
                  <a:moveTo>
                    <a:pt x="1" y="15"/>
                  </a:moveTo>
                  <a:cubicBezTo>
                    <a:pt x="8" y="8"/>
                    <a:pt x="18" y="4"/>
                    <a:pt x="25" y="1"/>
                  </a:cubicBezTo>
                  <a:cubicBezTo>
                    <a:pt x="18" y="4"/>
                    <a:pt x="8" y="8"/>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2" name="Google Shape;4712;p72"/>
            <p:cNvSpPr/>
            <p:nvPr/>
          </p:nvSpPr>
          <p:spPr>
            <a:xfrm>
              <a:off x="2146590" y="2031386"/>
              <a:ext cx="68" cy="638"/>
            </a:xfrm>
            <a:custGeom>
              <a:rect b="b" l="l" r="r" t="t"/>
              <a:pathLst>
                <a:path extrusionOk="0" h="47" w="5">
                  <a:moveTo>
                    <a:pt x="1" y="47"/>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72"/>
            <p:cNvSpPr/>
            <p:nvPr/>
          </p:nvSpPr>
          <p:spPr>
            <a:xfrm>
              <a:off x="2146930" y="2027639"/>
              <a:ext cx="149" cy="1575"/>
            </a:xfrm>
            <a:custGeom>
              <a:rect b="b" l="l" r="r" t="t"/>
              <a:pathLst>
                <a:path extrusionOk="0" h="116" w="11">
                  <a:moveTo>
                    <a:pt x="11" y="0"/>
                  </a:moveTo>
                  <a:cubicBezTo>
                    <a:pt x="7" y="42"/>
                    <a:pt x="4" y="81"/>
                    <a:pt x="0" y="116"/>
                  </a:cubicBezTo>
                  <a:cubicBezTo>
                    <a:pt x="4" y="81"/>
                    <a:pt x="7" y="42"/>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4" name="Google Shape;4714;p72"/>
            <p:cNvSpPr/>
            <p:nvPr/>
          </p:nvSpPr>
          <p:spPr>
            <a:xfrm>
              <a:off x="2146549" y="2032201"/>
              <a:ext cx="54" cy="584"/>
            </a:xfrm>
            <a:custGeom>
              <a:rect b="b" l="l" r="r" t="t"/>
              <a:pathLst>
                <a:path extrusionOk="0" h="43" w="4">
                  <a:moveTo>
                    <a:pt x="4" y="1"/>
                  </a:moveTo>
                  <a:cubicBezTo>
                    <a:pt x="0" y="18"/>
                    <a:pt x="0" y="29"/>
                    <a:pt x="0" y="43"/>
                  </a:cubicBezTo>
                  <a:cubicBezTo>
                    <a:pt x="0" y="32"/>
                    <a:pt x="0" y="1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72"/>
            <p:cNvSpPr/>
            <p:nvPr/>
          </p:nvSpPr>
          <p:spPr>
            <a:xfrm>
              <a:off x="2136135" y="2062329"/>
              <a:ext cx="3150" cy="543"/>
            </a:xfrm>
            <a:custGeom>
              <a:rect b="b" l="l" r="r" t="t"/>
              <a:pathLst>
                <a:path extrusionOk="0" h="40" w="232">
                  <a:moveTo>
                    <a:pt x="195" y="1"/>
                  </a:moveTo>
                  <a:cubicBezTo>
                    <a:pt x="118" y="1"/>
                    <a:pt x="24" y="4"/>
                    <a:pt x="0" y="40"/>
                  </a:cubicBezTo>
                  <a:cubicBezTo>
                    <a:pt x="28" y="1"/>
                    <a:pt x="151" y="1"/>
                    <a:pt x="231" y="1"/>
                  </a:cubicBezTo>
                  <a:cubicBezTo>
                    <a:pt x="220" y="1"/>
                    <a:pt x="208" y="1"/>
                    <a:pt x="19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6" name="Google Shape;4716;p72"/>
            <p:cNvSpPr/>
            <p:nvPr/>
          </p:nvSpPr>
          <p:spPr>
            <a:xfrm>
              <a:off x="2146454" y="2032921"/>
              <a:ext cx="54" cy="489"/>
            </a:xfrm>
            <a:custGeom>
              <a:rect b="b" l="l" r="r" t="t"/>
              <a:pathLst>
                <a:path extrusionOk="0" h="36" w="4">
                  <a:moveTo>
                    <a:pt x="4" y="0"/>
                  </a:moveTo>
                  <a:lnTo>
                    <a:pt x="4" y="0"/>
                  </a:lnTo>
                  <a:cubicBezTo>
                    <a:pt x="0" y="14"/>
                    <a:pt x="0" y="25"/>
                    <a:pt x="0" y="35"/>
                  </a:cubicBezTo>
                  <a:cubicBezTo>
                    <a:pt x="4" y="25"/>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7" name="Google Shape;4717;p72"/>
            <p:cNvSpPr/>
            <p:nvPr/>
          </p:nvSpPr>
          <p:spPr>
            <a:xfrm>
              <a:off x="2208721" y="1867452"/>
              <a:ext cx="119645" cy="148131"/>
            </a:xfrm>
            <a:custGeom>
              <a:rect b="b" l="l" r="r" t="t"/>
              <a:pathLst>
                <a:path extrusionOk="0" h="10910" w="8812">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8" name="Google Shape;4718;p72"/>
            <p:cNvSpPr/>
            <p:nvPr/>
          </p:nvSpPr>
          <p:spPr>
            <a:xfrm>
              <a:off x="2215129" y="1960186"/>
              <a:ext cx="5295" cy="7196"/>
            </a:xfrm>
            <a:custGeom>
              <a:rect b="b" l="l" r="r" t="t"/>
              <a:pathLst>
                <a:path extrusionOk="0" h="530" w="39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9" name="Google Shape;4719;p72"/>
            <p:cNvSpPr/>
            <p:nvPr/>
          </p:nvSpPr>
          <p:spPr>
            <a:xfrm>
              <a:off x="2245217" y="1998977"/>
              <a:ext cx="394" cy="625"/>
            </a:xfrm>
            <a:custGeom>
              <a:rect b="b" l="l" r="r" t="t"/>
              <a:pathLst>
                <a:path extrusionOk="0" h="46" w="29">
                  <a:moveTo>
                    <a:pt x="29" y="46"/>
                  </a:moveTo>
                  <a:lnTo>
                    <a:pt x="15" y="4"/>
                  </a:lnTo>
                  <a:lnTo>
                    <a:pt x="1" y="0"/>
                  </a:ln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0" name="Google Shape;4720;p72"/>
            <p:cNvSpPr/>
            <p:nvPr/>
          </p:nvSpPr>
          <p:spPr>
            <a:xfrm>
              <a:off x="2212183" y="1952922"/>
              <a:ext cx="68" cy="149"/>
            </a:xfrm>
            <a:custGeom>
              <a:rect b="b" l="l" r="r" t="t"/>
              <a:pathLst>
                <a:path extrusionOk="0" h="11" w="5">
                  <a:moveTo>
                    <a:pt x="1" y="0"/>
                  </a:moveTo>
                  <a:cubicBezTo>
                    <a:pt x="1" y="4"/>
                    <a:pt x="1" y="7"/>
                    <a:pt x="4" y="11"/>
                  </a:cubicBezTo>
                  <a:cubicBezTo>
                    <a:pt x="4" y="7"/>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1" name="Google Shape;4721;p72"/>
            <p:cNvSpPr/>
            <p:nvPr/>
          </p:nvSpPr>
          <p:spPr>
            <a:xfrm>
              <a:off x="2214994" y="1959385"/>
              <a:ext cx="244" cy="720"/>
            </a:xfrm>
            <a:custGeom>
              <a:rect b="b" l="l" r="r" t="t"/>
              <a:pathLst>
                <a:path extrusionOk="0" h="53" w="18">
                  <a:moveTo>
                    <a:pt x="0" y="53"/>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2" name="Google Shape;4722;p72"/>
            <p:cNvSpPr/>
            <p:nvPr/>
          </p:nvSpPr>
          <p:spPr>
            <a:xfrm>
              <a:off x="2208761" y="1945210"/>
              <a:ext cx="14" cy="258"/>
            </a:xfrm>
            <a:custGeom>
              <a:rect b="b" l="l" r="r" t="t"/>
              <a:pathLst>
                <a:path extrusionOk="0" h="19" w="1">
                  <a:moveTo>
                    <a:pt x="1" y="18"/>
                  </a:moveTo>
                  <a:cubicBezTo>
                    <a:pt x="1" y="11"/>
                    <a:pt x="1" y="8"/>
                    <a:pt x="1" y="1"/>
                  </a:cubicBezTo>
                  <a:cubicBezTo>
                    <a:pt x="1" y="8"/>
                    <a:pt x="1"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3" name="Google Shape;4723;p72"/>
            <p:cNvSpPr/>
            <p:nvPr/>
          </p:nvSpPr>
          <p:spPr>
            <a:xfrm>
              <a:off x="2212563" y="1953872"/>
              <a:ext cx="964" cy="1195"/>
            </a:xfrm>
            <a:custGeom>
              <a:rect b="b" l="l" r="r" t="t"/>
              <a:pathLst>
                <a:path extrusionOk="0" h="88" w="71">
                  <a:moveTo>
                    <a:pt x="71" y="88"/>
                  </a:moveTo>
                  <a:cubicBezTo>
                    <a:pt x="43" y="60"/>
                    <a:pt x="18" y="32"/>
                    <a:pt x="1" y="0"/>
                  </a:cubicBezTo>
                  <a:cubicBezTo>
                    <a:pt x="18" y="32"/>
                    <a:pt x="43" y="60"/>
                    <a:pt x="71"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4" name="Google Shape;4724;p72"/>
            <p:cNvSpPr/>
            <p:nvPr/>
          </p:nvSpPr>
          <p:spPr>
            <a:xfrm>
              <a:off x="2215279" y="1956343"/>
              <a:ext cx="54" cy="14"/>
            </a:xfrm>
            <a:custGeom>
              <a:rect b="b" l="l" r="r" t="t"/>
              <a:pathLst>
                <a:path extrusionOk="0" h="1" w="4">
                  <a:moveTo>
                    <a:pt x="4" y="0"/>
                  </a:moveTo>
                  <a:lnTo>
                    <a:pt x="4"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5" name="Google Shape;4725;p72"/>
            <p:cNvSpPr/>
            <p:nvPr/>
          </p:nvSpPr>
          <p:spPr>
            <a:xfrm>
              <a:off x="2212427" y="1953533"/>
              <a:ext cx="109" cy="299"/>
            </a:xfrm>
            <a:custGeom>
              <a:rect b="b" l="l" r="r" t="t"/>
              <a:pathLst>
                <a:path extrusionOk="0" h="22" w="8">
                  <a:moveTo>
                    <a:pt x="0" y="1"/>
                  </a:moveTo>
                  <a:cubicBezTo>
                    <a:pt x="4" y="8"/>
                    <a:pt x="4" y="15"/>
                    <a:pt x="7" y="22"/>
                  </a:cubicBezTo>
                  <a:cubicBezTo>
                    <a:pt x="4"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6" name="Google Shape;4726;p72"/>
            <p:cNvSpPr/>
            <p:nvPr/>
          </p:nvSpPr>
          <p:spPr>
            <a:xfrm>
              <a:off x="2212278" y="1953248"/>
              <a:ext cx="109" cy="258"/>
            </a:xfrm>
            <a:custGeom>
              <a:rect b="b" l="l" r="r" t="t"/>
              <a:pathLst>
                <a:path extrusionOk="0" h="19" w="8">
                  <a:moveTo>
                    <a:pt x="1" y="1"/>
                  </a:moveTo>
                  <a:cubicBezTo>
                    <a:pt x="1" y="4"/>
                    <a:pt x="4" y="11"/>
                    <a:pt x="8" y="18"/>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7" name="Google Shape;4727;p72"/>
            <p:cNvSpPr/>
            <p:nvPr/>
          </p:nvSpPr>
          <p:spPr>
            <a:xfrm>
              <a:off x="2216080" y="1961421"/>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72"/>
            <p:cNvSpPr/>
            <p:nvPr/>
          </p:nvSpPr>
          <p:spPr>
            <a:xfrm>
              <a:off x="2307348" y="1867601"/>
              <a:ext cx="394" cy="489"/>
            </a:xfrm>
            <a:custGeom>
              <a:rect b="b" l="l" r="r" t="t"/>
              <a:pathLst>
                <a:path extrusionOk="0" h="36" w="29">
                  <a:moveTo>
                    <a:pt x="0" y="35"/>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72"/>
            <p:cNvSpPr/>
            <p:nvPr/>
          </p:nvSpPr>
          <p:spPr>
            <a:xfrm>
              <a:off x="2305583" y="1869312"/>
              <a:ext cx="353" cy="109"/>
            </a:xfrm>
            <a:custGeom>
              <a:rect b="b" l="l" r="r" t="t"/>
              <a:pathLst>
                <a:path extrusionOk="0" h="8" w="26">
                  <a:moveTo>
                    <a:pt x="1" y="7"/>
                  </a:moveTo>
                  <a:cubicBezTo>
                    <a:pt x="11" y="4"/>
                    <a:pt x="18" y="4"/>
                    <a:pt x="25" y="0"/>
                  </a:cubicBezTo>
                  <a:cubicBezTo>
                    <a:pt x="18" y="4"/>
                    <a:pt x="1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0" name="Google Shape;4730;p72"/>
            <p:cNvSpPr/>
            <p:nvPr/>
          </p:nvSpPr>
          <p:spPr>
            <a:xfrm>
              <a:off x="2306302" y="1868932"/>
              <a:ext cx="299" cy="204"/>
            </a:xfrm>
            <a:custGeom>
              <a:rect b="b" l="l" r="r" t="t"/>
              <a:pathLst>
                <a:path extrusionOk="0" h="15" w="22">
                  <a:moveTo>
                    <a:pt x="0" y="14"/>
                  </a:moveTo>
                  <a:cubicBezTo>
                    <a:pt x="7" y="11"/>
                    <a:pt x="14" y="4"/>
                    <a:pt x="21" y="0"/>
                  </a:cubicBezTo>
                  <a:cubicBezTo>
                    <a:pt x="14" y="4"/>
                    <a:pt x="7"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1" name="Google Shape;4731;p72"/>
            <p:cNvSpPr/>
            <p:nvPr/>
          </p:nvSpPr>
          <p:spPr>
            <a:xfrm>
              <a:off x="2305963" y="1869162"/>
              <a:ext cx="353" cy="163"/>
            </a:xfrm>
            <a:custGeom>
              <a:rect b="b" l="l" r="r" t="t"/>
              <a:pathLst>
                <a:path extrusionOk="0" h="12" w="26">
                  <a:moveTo>
                    <a:pt x="1" y="11"/>
                  </a:moveTo>
                  <a:cubicBezTo>
                    <a:pt x="11" y="8"/>
                    <a:pt x="18" y="4"/>
                    <a:pt x="25" y="1"/>
                  </a:cubicBezTo>
                  <a:cubicBezTo>
                    <a:pt x="18" y="4"/>
                    <a:pt x="1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2" name="Google Shape;4732;p72"/>
            <p:cNvSpPr/>
            <p:nvPr/>
          </p:nvSpPr>
          <p:spPr>
            <a:xfrm>
              <a:off x="2306628" y="1868646"/>
              <a:ext cx="299" cy="299"/>
            </a:xfrm>
            <a:custGeom>
              <a:rect b="b" l="l" r="r" t="t"/>
              <a:pathLst>
                <a:path extrusionOk="0" h="22" w="22">
                  <a:moveTo>
                    <a:pt x="22" y="0"/>
                  </a:moveTo>
                  <a:cubicBezTo>
                    <a:pt x="15" y="7"/>
                    <a:pt x="8" y="14"/>
                    <a:pt x="1" y="21"/>
                  </a:cubicBezTo>
                  <a:cubicBezTo>
                    <a:pt x="8" y="14"/>
                    <a:pt x="15" y="7"/>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3" name="Google Shape;4733;p72"/>
            <p:cNvSpPr/>
            <p:nvPr/>
          </p:nvSpPr>
          <p:spPr>
            <a:xfrm>
              <a:off x="2306968" y="1868171"/>
              <a:ext cx="339" cy="394"/>
            </a:xfrm>
            <a:custGeom>
              <a:rect b="b" l="l" r="r" t="t"/>
              <a:pathLst>
                <a:path extrusionOk="0" h="29" w="25">
                  <a:moveTo>
                    <a:pt x="25" y="0"/>
                  </a:moveTo>
                  <a:lnTo>
                    <a:pt x="25" y="0"/>
                  </a:lnTo>
                  <a:cubicBezTo>
                    <a:pt x="18" y="11"/>
                    <a:pt x="7" y="18"/>
                    <a:pt x="0" y="28"/>
                  </a:cubicBezTo>
                  <a:cubicBezTo>
                    <a:pt x="11" y="21"/>
                    <a:pt x="18" y="1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72"/>
            <p:cNvSpPr/>
            <p:nvPr/>
          </p:nvSpPr>
          <p:spPr>
            <a:xfrm>
              <a:off x="2305162" y="1869407"/>
              <a:ext cx="394" cy="54"/>
            </a:xfrm>
            <a:custGeom>
              <a:rect b="b" l="l" r="r" t="t"/>
              <a:pathLst>
                <a:path extrusionOk="0" h="4" w="29">
                  <a:moveTo>
                    <a:pt x="0" y="4"/>
                  </a:moveTo>
                  <a:cubicBezTo>
                    <a:pt x="7" y="4"/>
                    <a:pt x="18" y="0"/>
                    <a:pt x="28" y="0"/>
                  </a:cubicBezTo>
                  <a:cubicBezTo>
                    <a:pt x="18" y="0"/>
                    <a:pt x="7"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5" name="Google Shape;4735;p72"/>
            <p:cNvSpPr/>
            <p:nvPr/>
          </p:nvSpPr>
          <p:spPr>
            <a:xfrm>
              <a:off x="2305067" y="18694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6" name="Google Shape;4736;p72"/>
            <p:cNvSpPr/>
            <p:nvPr/>
          </p:nvSpPr>
          <p:spPr>
            <a:xfrm>
              <a:off x="2353593" y="1948930"/>
              <a:ext cx="11799" cy="11704"/>
            </a:xfrm>
            <a:custGeom>
              <a:rect b="b" l="l" r="r" t="t"/>
              <a:pathLst>
                <a:path extrusionOk="0" h="862" w="869">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72"/>
            <p:cNvSpPr/>
            <p:nvPr/>
          </p:nvSpPr>
          <p:spPr>
            <a:xfrm>
              <a:off x="2361481" y="1958570"/>
              <a:ext cx="1779" cy="2064"/>
            </a:xfrm>
            <a:custGeom>
              <a:rect b="b" l="l" r="r" t="t"/>
              <a:pathLst>
                <a:path extrusionOk="0" h="152" w="131">
                  <a:moveTo>
                    <a:pt x="130" y="1"/>
                  </a:moveTo>
                  <a:lnTo>
                    <a:pt x="130" y="1"/>
                  </a:lnTo>
                  <a:cubicBezTo>
                    <a:pt x="88" y="43"/>
                    <a:pt x="43" y="95"/>
                    <a:pt x="1" y="151"/>
                  </a:cubicBezTo>
                  <a:lnTo>
                    <a:pt x="4" y="151"/>
                  </a:lnTo>
                  <a:cubicBezTo>
                    <a:pt x="39" y="102"/>
                    <a:pt x="85" y="50"/>
                    <a:pt x="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8" name="Google Shape;4738;p72"/>
            <p:cNvSpPr/>
            <p:nvPr/>
          </p:nvSpPr>
          <p:spPr>
            <a:xfrm>
              <a:off x="2314910" y="1908374"/>
              <a:ext cx="47019" cy="40325"/>
            </a:xfrm>
            <a:custGeom>
              <a:rect b="b" l="l" r="r" t="t"/>
              <a:pathLst>
                <a:path extrusionOk="0" h="2970" w="3463">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9" name="Google Shape;4739;p72"/>
            <p:cNvSpPr/>
            <p:nvPr/>
          </p:nvSpPr>
          <p:spPr>
            <a:xfrm>
              <a:off x="2327266" y="1910329"/>
              <a:ext cx="625" cy="679"/>
            </a:xfrm>
            <a:custGeom>
              <a:rect b="b" l="l" r="r" t="t"/>
              <a:pathLst>
                <a:path extrusionOk="0" h="50" w="46">
                  <a:moveTo>
                    <a:pt x="46" y="0"/>
                  </a:moveTo>
                  <a:cubicBezTo>
                    <a:pt x="32" y="18"/>
                    <a:pt x="14" y="32"/>
                    <a:pt x="0" y="49"/>
                  </a:cubicBezTo>
                  <a:cubicBezTo>
                    <a:pt x="14" y="35"/>
                    <a:pt x="32" y="18"/>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72"/>
            <p:cNvSpPr/>
            <p:nvPr/>
          </p:nvSpPr>
          <p:spPr>
            <a:xfrm>
              <a:off x="2324034" y="1913126"/>
              <a:ext cx="489" cy="353"/>
            </a:xfrm>
            <a:custGeom>
              <a:rect b="b" l="l" r="r" t="t"/>
              <a:pathLst>
                <a:path extrusionOk="0" h="26" w="36">
                  <a:moveTo>
                    <a:pt x="0" y="25"/>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1" name="Google Shape;4741;p72"/>
            <p:cNvSpPr/>
            <p:nvPr/>
          </p:nvSpPr>
          <p:spPr>
            <a:xfrm>
              <a:off x="2325881" y="1911660"/>
              <a:ext cx="638" cy="489"/>
            </a:xfrm>
            <a:custGeom>
              <a:rect b="b" l="l" r="r" t="t"/>
              <a:pathLst>
                <a:path extrusionOk="0" h="36" w="47">
                  <a:moveTo>
                    <a:pt x="1" y="35"/>
                  </a:moveTo>
                  <a:cubicBezTo>
                    <a:pt x="15" y="25"/>
                    <a:pt x="32" y="11"/>
                    <a:pt x="46" y="0"/>
                  </a:cubicBezTo>
                  <a:cubicBezTo>
                    <a:pt x="32" y="11"/>
                    <a:pt x="15"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2" name="Google Shape;4742;p72"/>
            <p:cNvSpPr/>
            <p:nvPr/>
          </p:nvSpPr>
          <p:spPr>
            <a:xfrm>
              <a:off x="2324605" y="1912705"/>
              <a:ext cx="530" cy="394"/>
            </a:xfrm>
            <a:custGeom>
              <a:rect b="b" l="l" r="r" t="t"/>
              <a:pathLst>
                <a:path extrusionOk="0" h="29" w="39">
                  <a:moveTo>
                    <a:pt x="0" y="28"/>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72"/>
            <p:cNvSpPr/>
            <p:nvPr/>
          </p:nvSpPr>
          <p:spPr>
            <a:xfrm>
              <a:off x="2325216" y="1912230"/>
              <a:ext cx="584" cy="434"/>
            </a:xfrm>
            <a:custGeom>
              <a:rect b="b" l="l" r="r" t="t"/>
              <a:pathLst>
                <a:path extrusionOk="0" h="32" w="43">
                  <a:moveTo>
                    <a:pt x="1" y="32"/>
                  </a:moveTo>
                  <a:lnTo>
                    <a:pt x="4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4" name="Google Shape;4744;p72"/>
            <p:cNvSpPr/>
            <p:nvPr/>
          </p:nvSpPr>
          <p:spPr>
            <a:xfrm>
              <a:off x="2328026" y="1909515"/>
              <a:ext cx="625" cy="733"/>
            </a:xfrm>
            <a:custGeom>
              <a:rect b="b" l="l" r="r" t="t"/>
              <a:pathLst>
                <a:path extrusionOk="0" h="54" w="46">
                  <a:moveTo>
                    <a:pt x="0" y="53"/>
                  </a:moveTo>
                  <a:cubicBezTo>
                    <a:pt x="14" y="36"/>
                    <a:pt x="32" y="18"/>
                    <a:pt x="46" y="1"/>
                  </a:cubicBezTo>
                  <a:cubicBezTo>
                    <a:pt x="32" y="18"/>
                    <a:pt x="14" y="36"/>
                    <a:pt x="0"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5" name="Google Shape;4745;p72"/>
            <p:cNvSpPr/>
            <p:nvPr/>
          </p:nvSpPr>
          <p:spPr>
            <a:xfrm>
              <a:off x="2326546" y="1911035"/>
              <a:ext cx="679" cy="584"/>
            </a:xfrm>
            <a:custGeom>
              <a:rect b="b" l="l" r="r" t="t"/>
              <a:pathLst>
                <a:path extrusionOk="0" h="43" w="50">
                  <a:moveTo>
                    <a:pt x="1" y="43"/>
                  </a:moveTo>
                  <a:cubicBezTo>
                    <a:pt x="15" y="29"/>
                    <a:pt x="32" y="15"/>
                    <a:pt x="50" y="1"/>
                  </a:cubicBezTo>
                  <a:cubicBezTo>
                    <a:pt x="32" y="15"/>
                    <a:pt x="15"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72"/>
            <p:cNvSpPr/>
            <p:nvPr/>
          </p:nvSpPr>
          <p:spPr>
            <a:xfrm>
              <a:off x="2328732" y="1908619"/>
              <a:ext cx="679" cy="774"/>
            </a:xfrm>
            <a:custGeom>
              <a:rect b="b" l="l" r="r" t="t"/>
              <a:pathLst>
                <a:path extrusionOk="0" h="57" w="50">
                  <a:moveTo>
                    <a:pt x="50" y="0"/>
                  </a:moveTo>
                  <a:cubicBezTo>
                    <a:pt x="32" y="18"/>
                    <a:pt x="18" y="39"/>
                    <a:pt x="1" y="56"/>
                  </a:cubicBezTo>
                  <a:cubicBezTo>
                    <a:pt x="18" y="39"/>
                    <a:pt x="32" y="21"/>
                    <a:pt x="5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7" name="Google Shape;4747;p72"/>
            <p:cNvSpPr/>
            <p:nvPr/>
          </p:nvSpPr>
          <p:spPr>
            <a:xfrm>
              <a:off x="2315196" y="1925726"/>
              <a:ext cx="869" cy="1629"/>
            </a:xfrm>
            <a:custGeom>
              <a:rect b="b" l="l" r="r" t="t"/>
              <a:pathLst>
                <a:path extrusionOk="0" h="120" w="64">
                  <a:moveTo>
                    <a:pt x="0" y="120"/>
                  </a:moveTo>
                  <a:cubicBezTo>
                    <a:pt x="14" y="74"/>
                    <a:pt x="35" y="32"/>
                    <a:pt x="63" y="1"/>
                  </a:cubicBezTo>
                  <a:cubicBezTo>
                    <a:pt x="35" y="32"/>
                    <a:pt x="14" y="74"/>
                    <a:pt x="0" y="12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8" name="Google Shape;4748;p72"/>
            <p:cNvSpPr/>
            <p:nvPr/>
          </p:nvSpPr>
          <p:spPr>
            <a:xfrm>
              <a:off x="2315481" y="1933384"/>
              <a:ext cx="204" cy="869"/>
            </a:xfrm>
            <a:custGeom>
              <a:rect b="b" l="l" r="r" t="t"/>
              <a:pathLst>
                <a:path extrusionOk="0" h="64" w="15">
                  <a:moveTo>
                    <a:pt x="0" y="0"/>
                  </a:moveTo>
                  <a:cubicBezTo>
                    <a:pt x="7" y="21"/>
                    <a:pt x="11" y="46"/>
                    <a:pt x="14" y="63"/>
                  </a:cubicBezTo>
                  <a:cubicBezTo>
                    <a:pt x="11" y="42"/>
                    <a:pt x="7"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9" name="Google Shape;4749;p72"/>
            <p:cNvSpPr/>
            <p:nvPr/>
          </p:nvSpPr>
          <p:spPr>
            <a:xfrm>
              <a:off x="2315046" y="1928062"/>
              <a:ext cx="14" cy="204"/>
            </a:xfrm>
            <a:custGeom>
              <a:rect b="b" l="l" r="r" t="t"/>
              <a:pathLst>
                <a:path extrusionOk="0" h="15" w="1">
                  <a:moveTo>
                    <a:pt x="1" y="14"/>
                  </a:moveTo>
                  <a:cubicBezTo>
                    <a:pt x="1" y="7"/>
                    <a:pt x="1" y="4"/>
                    <a:pt x="1" y="0"/>
                  </a:cubicBezTo>
                  <a:cubicBezTo>
                    <a:pt x="1" y="4"/>
                    <a:pt x="1" y="7"/>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0" name="Google Shape;4750;p72"/>
            <p:cNvSpPr/>
            <p:nvPr/>
          </p:nvSpPr>
          <p:spPr>
            <a:xfrm>
              <a:off x="2315100" y="1927396"/>
              <a:ext cx="109" cy="394"/>
            </a:xfrm>
            <a:custGeom>
              <a:rect b="b" l="l" r="r" t="t"/>
              <a:pathLst>
                <a:path extrusionOk="0" h="29" w="8">
                  <a:moveTo>
                    <a:pt x="7" y="0"/>
                  </a:moveTo>
                  <a:lnTo>
                    <a:pt x="7" y="0"/>
                  </a:lnTo>
                  <a:cubicBezTo>
                    <a:pt x="4" y="7"/>
                    <a:pt x="0" y="18"/>
                    <a:pt x="0" y="28"/>
                  </a:cubicBezTo>
                  <a:cubicBezTo>
                    <a:pt x="4" y="18"/>
                    <a:pt x="4"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1" name="Google Shape;4751;p72"/>
            <p:cNvSpPr/>
            <p:nvPr/>
          </p:nvSpPr>
          <p:spPr>
            <a:xfrm>
              <a:off x="2361250" y="1948170"/>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2" name="Google Shape;4752;p72"/>
            <p:cNvSpPr/>
            <p:nvPr/>
          </p:nvSpPr>
          <p:spPr>
            <a:xfrm>
              <a:off x="2361861" y="1947735"/>
              <a:ext cx="109" cy="109"/>
            </a:xfrm>
            <a:custGeom>
              <a:rect b="b" l="l" r="r" t="t"/>
              <a:pathLst>
                <a:path extrusionOk="0" h="8" w="8">
                  <a:moveTo>
                    <a:pt x="8" y="1"/>
                  </a:moveTo>
                  <a:lnTo>
                    <a:pt x="8" y="1"/>
                  </a:ln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3" name="Google Shape;4753;p72"/>
            <p:cNvSpPr/>
            <p:nvPr/>
          </p:nvSpPr>
          <p:spPr>
            <a:xfrm>
              <a:off x="2360870" y="1948496"/>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4" name="Google Shape;4754;p72"/>
            <p:cNvSpPr/>
            <p:nvPr/>
          </p:nvSpPr>
          <p:spPr>
            <a:xfrm>
              <a:off x="2361481" y="1947980"/>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5" name="Google Shape;4755;p72"/>
            <p:cNvSpPr/>
            <p:nvPr/>
          </p:nvSpPr>
          <p:spPr>
            <a:xfrm>
              <a:off x="2361060" y="194836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72"/>
            <p:cNvSpPr/>
            <p:nvPr/>
          </p:nvSpPr>
          <p:spPr>
            <a:xfrm>
              <a:off x="2360721" y="1948645"/>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7" name="Google Shape;4757;p72"/>
            <p:cNvSpPr/>
            <p:nvPr/>
          </p:nvSpPr>
          <p:spPr>
            <a:xfrm>
              <a:off x="2289045" y="1932474"/>
              <a:ext cx="108104" cy="83909"/>
            </a:xfrm>
            <a:custGeom>
              <a:rect b="b" l="l" r="r" t="t"/>
              <a:pathLst>
                <a:path extrusionOk="0" h="6180" w="7962">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8" name="Google Shape;4758;p72"/>
            <p:cNvSpPr/>
            <p:nvPr/>
          </p:nvSpPr>
          <p:spPr>
            <a:xfrm>
              <a:off x="2360015" y="1962711"/>
              <a:ext cx="149" cy="204"/>
            </a:xfrm>
            <a:custGeom>
              <a:rect b="b" l="l" r="r" t="t"/>
              <a:pathLst>
                <a:path extrusionOk="0" h="15" w="11">
                  <a:moveTo>
                    <a:pt x="11"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9" name="Google Shape;4759;p72"/>
            <p:cNvSpPr/>
            <p:nvPr/>
          </p:nvSpPr>
          <p:spPr>
            <a:xfrm>
              <a:off x="2360965" y="1967409"/>
              <a:ext cx="3761" cy="4861"/>
            </a:xfrm>
            <a:custGeom>
              <a:rect b="b" l="l" r="r" t="t"/>
              <a:pathLst>
                <a:path extrusionOk="0" h="358" w="277">
                  <a:moveTo>
                    <a:pt x="0" y="1"/>
                  </a:moveTo>
                  <a:cubicBezTo>
                    <a:pt x="81" y="141"/>
                    <a:pt x="193" y="316"/>
                    <a:pt x="277" y="358"/>
                  </a:cubicBezTo>
                  <a:cubicBezTo>
                    <a:pt x="193" y="312"/>
                    <a:pt x="81" y="137"/>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72"/>
            <p:cNvSpPr/>
            <p:nvPr/>
          </p:nvSpPr>
          <p:spPr>
            <a:xfrm>
              <a:off x="2359580" y="196470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72"/>
            <p:cNvSpPr/>
            <p:nvPr/>
          </p:nvSpPr>
          <p:spPr>
            <a:xfrm>
              <a:off x="2360205" y="1962087"/>
              <a:ext cx="299" cy="489"/>
            </a:xfrm>
            <a:custGeom>
              <a:rect b="b" l="l" r="r" t="t"/>
              <a:pathLst>
                <a:path extrusionOk="0" h="36" w="22">
                  <a:moveTo>
                    <a:pt x="0" y="36"/>
                  </a:moveTo>
                  <a:cubicBezTo>
                    <a:pt x="7" y="25"/>
                    <a:pt x="14" y="11"/>
                    <a:pt x="21" y="1"/>
                  </a:cubicBezTo>
                  <a:lnTo>
                    <a:pt x="21" y="1"/>
                  </a:lnTo>
                  <a:cubicBezTo>
                    <a:pt x="14" y="11"/>
                    <a:pt x="7" y="25"/>
                    <a:pt x="0"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2" name="Google Shape;4762;p72"/>
            <p:cNvSpPr/>
            <p:nvPr/>
          </p:nvSpPr>
          <p:spPr>
            <a:xfrm>
              <a:off x="2354027" y="2011522"/>
              <a:ext cx="149" cy="14"/>
            </a:xfrm>
            <a:custGeom>
              <a:rect b="b" l="l" r="r" t="t"/>
              <a:pathLst>
                <a:path extrusionOk="0" h="1" w="11">
                  <a:moveTo>
                    <a:pt x="0" y="1"/>
                  </a:moveTo>
                  <a:lnTo>
                    <a:pt x="7" y="1"/>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3" name="Google Shape;4763;p72"/>
            <p:cNvSpPr/>
            <p:nvPr/>
          </p:nvSpPr>
          <p:spPr>
            <a:xfrm>
              <a:off x="2353647" y="2011577"/>
              <a:ext cx="299" cy="54"/>
            </a:xfrm>
            <a:custGeom>
              <a:rect b="b" l="l" r="r" t="t"/>
              <a:pathLst>
                <a:path extrusionOk="0" h="4" w="22">
                  <a:moveTo>
                    <a:pt x="0" y="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72"/>
            <p:cNvSpPr/>
            <p:nvPr/>
          </p:nvSpPr>
          <p:spPr>
            <a:xfrm>
              <a:off x="2356159" y="2010572"/>
              <a:ext cx="3815" cy="543"/>
            </a:xfrm>
            <a:custGeom>
              <a:rect b="b" l="l" r="r" t="t"/>
              <a:pathLst>
                <a:path extrusionOk="0" h="40" w="281">
                  <a:moveTo>
                    <a:pt x="1" y="39"/>
                  </a:moveTo>
                  <a:lnTo>
                    <a:pt x="1" y="39"/>
                  </a:lnTo>
                  <a:cubicBezTo>
                    <a:pt x="92" y="18"/>
                    <a:pt x="186" y="8"/>
                    <a:pt x="281" y="1"/>
                  </a:cubicBezTo>
                  <a:cubicBezTo>
                    <a:pt x="186" y="8"/>
                    <a:pt x="92" y="18"/>
                    <a:pt x="1"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72"/>
            <p:cNvSpPr/>
            <p:nvPr/>
          </p:nvSpPr>
          <p:spPr>
            <a:xfrm>
              <a:off x="2314720" y="1939562"/>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6" name="Google Shape;4766;p72"/>
            <p:cNvSpPr/>
            <p:nvPr/>
          </p:nvSpPr>
          <p:spPr>
            <a:xfrm>
              <a:off x="2314381" y="1940268"/>
              <a:ext cx="258" cy="543"/>
            </a:xfrm>
            <a:custGeom>
              <a:rect b="b" l="l" r="r" t="t"/>
              <a:pathLst>
                <a:path extrusionOk="0" h="40" w="19">
                  <a:moveTo>
                    <a:pt x="1" y="39"/>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7" name="Google Shape;4767;p72"/>
            <p:cNvSpPr/>
            <p:nvPr/>
          </p:nvSpPr>
          <p:spPr>
            <a:xfrm>
              <a:off x="2315005" y="1938896"/>
              <a:ext cx="244" cy="584"/>
            </a:xfrm>
            <a:custGeom>
              <a:rect b="b" l="l" r="r" t="t"/>
              <a:pathLst>
                <a:path extrusionOk="0" h="43" w="18">
                  <a:moveTo>
                    <a:pt x="0" y="42"/>
                  </a:moveTo>
                  <a:cubicBezTo>
                    <a:pt x="4" y="28"/>
                    <a:pt x="11" y="14"/>
                    <a:pt x="18" y="0"/>
                  </a:cubicBezTo>
                  <a:cubicBezTo>
                    <a:pt x="11" y="14"/>
                    <a:pt x="4" y="28"/>
                    <a:pt x="0"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8" name="Google Shape;4768;p72"/>
            <p:cNvSpPr/>
            <p:nvPr/>
          </p:nvSpPr>
          <p:spPr>
            <a:xfrm>
              <a:off x="2315236" y="1938231"/>
              <a:ext cx="204" cy="625"/>
            </a:xfrm>
            <a:custGeom>
              <a:rect b="b" l="l" r="r" t="t"/>
              <a:pathLst>
                <a:path extrusionOk="0" h="46" w="15">
                  <a:moveTo>
                    <a:pt x="1" y="46"/>
                  </a:moveTo>
                  <a:cubicBezTo>
                    <a:pt x="8" y="28"/>
                    <a:pt x="11" y="14"/>
                    <a:pt x="15" y="0"/>
                  </a:cubicBezTo>
                  <a:cubicBezTo>
                    <a:pt x="11" y="14"/>
                    <a:pt x="8" y="28"/>
                    <a:pt x="1"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9" name="Google Shape;4769;p72"/>
            <p:cNvSpPr/>
            <p:nvPr/>
          </p:nvSpPr>
          <p:spPr>
            <a:xfrm>
              <a:off x="2314055" y="1940933"/>
              <a:ext cx="244" cy="489"/>
            </a:xfrm>
            <a:custGeom>
              <a:rect b="b" l="l" r="r" t="t"/>
              <a:pathLst>
                <a:path extrusionOk="0" h="36" w="18">
                  <a:moveTo>
                    <a:pt x="0" y="36"/>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0" name="Google Shape;4770;p72"/>
            <p:cNvSpPr/>
            <p:nvPr/>
          </p:nvSpPr>
          <p:spPr>
            <a:xfrm>
              <a:off x="2315481" y="1937511"/>
              <a:ext cx="204" cy="584"/>
            </a:xfrm>
            <a:custGeom>
              <a:rect b="b" l="l" r="r" t="t"/>
              <a:pathLst>
                <a:path extrusionOk="0" h="43" w="15">
                  <a:moveTo>
                    <a:pt x="0" y="43"/>
                  </a:moveTo>
                  <a:cubicBezTo>
                    <a:pt x="4" y="29"/>
                    <a:pt x="11" y="15"/>
                    <a:pt x="14" y="1"/>
                  </a:cubicBezTo>
                  <a:cubicBezTo>
                    <a:pt x="11" y="15"/>
                    <a:pt x="4" y="29"/>
                    <a:pt x="0"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1" name="Google Shape;4771;p72"/>
            <p:cNvSpPr/>
            <p:nvPr/>
          </p:nvSpPr>
          <p:spPr>
            <a:xfrm>
              <a:off x="2296038" y="1987707"/>
              <a:ext cx="1955" cy="2444"/>
            </a:xfrm>
            <a:custGeom>
              <a:rect b="b" l="l" r="r" t="t"/>
              <a:pathLst>
                <a:path extrusionOk="0" h="180" w="144">
                  <a:moveTo>
                    <a:pt x="0" y="1"/>
                  </a:moveTo>
                  <a:cubicBezTo>
                    <a:pt x="35" y="67"/>
                    <a:pt x="84" y="130"/>
                    <a:pt x="144" y="179"/>
                  </a:cubicBezTo>
                  <a:cubicBezTo>
                    <a:pt x="84" y="130"/>
                    <a:pt x="35" y="67"/>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2" name="Google Shape;4772;p72"/>
            <p:cNvSpPr/>
            <p:nvPr/>
          </p:nvSpPr>
          <p:spPr>
            <a:xfrm>
              <a:off x="2315807" y="1936086"/>
              <a:ext cx="68" cy="584"/>
            </a:xfrm>
            <a:custGeom>
              <a:rect b="b" l="l" r="r" t="t"/>
              <a:pathLst>
                <a:path extrusionOk="0" h="43" w="5">
                  <a:moveTo>
                    <a:pt x="1" y="43"/>
                  </a:moveTo>
                  <a:cubicBezTo>
                    <a:pt x="1" y="29"/>
                    <a:pt x="4" y="15"/>
                    <a:pt x="4" y="1"/>
                  </a:cubicBezTo>
                  <a:cubicBezTo>
                    <a:pt x="4" y="15"/>
                    <a:pt x="1"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3" name="Google Shape;4773;p72"/>
            <p:cNvSpPr/>
            <p:nvPr/>
          </p:nvSpPr>
          <p:spPr>
            <a:xfrm>
              <a:off x="2315671" y="1936751"/>
              <a:ext cx="149" cy="638"/>
            </a:xfrm>
            <a:custGeom>
              <a:rect b="b" l="l" r="r" t="t"/>
              <a:pathLst>
                <a:path extrusionOk="0" h="47" w="11">
                  <a:moveTo>
                    <a:pt x="0" y="46"/>
                  </a:moveTo>
                  <a:cubicBezTo>
                    <a:pt x="4" y="32"/>
                    <a:pt x="7" y="15"/>
                    <a:pt x="11" y="1"/>
                  </a:cubicBezTo>
                  <a:cubicBezTo>
                    <a:pt x="7" y="15"/>
                    <a:pt x="4" y="32"/>
                    <a:pt x="0"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4" name="Google Shape;4774;p72"/>
            <p:cNvSpPr/>
            <p:nvPr/>
          </p:nvSpPr>
          <p:spPr>
            <a:xfrm>
              <a:off x="2309534" y="2006390"/>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72"/>
            <p:cNvSpPr/>
            <p:nvPr/>
          </p:nvSpPr>
          <p:spPr>
            <a:xfrm>
              <a:off x="2308909" y="2000973"/>
              <a:ext cx="1344" cy="3775"/>
            </a:xfrm>
            <a:custGeom>
              <a:rect b="b" l="l" r="r" t="t"/>
              <a:pathLst>
                <a:path extrusionOk="0" h="278" w="99">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6" name="Google Shape;4776;p72"/>
            <p:cNvSpPr/>
            <p:nvPr/>
          </p:nvSpPr>
          <p:spPr>
            <a:xfrm>
              <a:off x="2309344" y="200777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7" name="Google Shape;4777;p72"/>
            <p:cNvSpPr/>
            <p:nvPr/>
          </p:nvSpPr>
          <p:spPr>
            <a:xfrm>
              <a:off x="2300029" y="196404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72"/>
            <p:cNvSpPr/>
            <p:nvPr/>
          </p:nvSpPr>
          <p:spPr>
            <a:xfrm>
              <a:off x="2359064" y="196132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9" name="Google Shape;4779;p72"/>
            <p:cNvSpPr/>
            <p:nvPr/>
          </p:nvSpPr>
          <p:spPr>
            <a:xfrm>
              <a:off x="2354407" y="1952868"/>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72"/>
            <p:cNvSpPr/>
            <p:nvPr/>
          </p:nvSpPr>
          <p:spPr>
            <a:xfrm>
              <a:off x="2355779" y="1950967"/>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1" name="Google Shape;4781;p72"/>
            <p:cNvSpPr/>
            <p:nvPr/>
          </p:nvSpPr>
          <p:spPr>
            <a:xfrm>
              <a:off x="2353932" y="1953533"/>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2" name="Google Shape;4782;p72"/>
            <p:cNvSpPr/>
            <p:nvPr/>
          </p:nvSpPr>
          <p:spPr>
            <a:xfrm>
              <a:off x="2358915" y="196132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72"/>
            <p:cNvSpPr/>
            <p:nvPr/>
          </p:nvSpPr>
          <p:spPr>
            <a:xfrm>
              <a:off x="2354828" y="195229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4" name="Google Shape;4784;p72"/>
            <p:cNvSpPr/>
            <p:nvPr/>
          </p:nvSpPr>
          <p:spPr>
            <a:xfrm>
              <a:off x="2358779" y="19613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72"/>
            <p:cNvSpPr/>
            <p:nvPr/>
          </p:nvSpPr>
          <p:spPr>
            <a:xfrm>
              <a:off x="2359445" y="19613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6" name="Google Shape;4786;p72"/>
            <p:cNvSpPr/>
            <p:nvPr/>
          </p:nvSpPr>
          <p:spPr>
            <a:xfrm>
              <a:off x="2356118" y="1950451"/>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7" name="Google Shape;4787;p72"/>
            <p:cNvSpPr/>
            <p:nvPr/>
          </p:nvSpPr>
          <p:spPr>
            <a:xfrm>
              <a:off x="2360056" y="1961761"/>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72"/>
            <p:cNvSpPr/>
            <p:nvPr/>
          </p:nvSpPr>
          <p:spPr>
            <a:xfrm>
              <a:off x="2359730" y="1961516"/>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9" name="Google Shape;4789;p72"/>
            <p:cNvSpPr/>
            <p:nvPr/>
          </p:nvSpPr>
          <p:spPr>
            <a:xfrm>
              <a:off x="2355263" y="1951591"/>
              <a:ext cx="204" cy="244"/>
            </a:xfrm>
            <a:custGeom>
              <a:rect b="b" l="l" r="r" t="t"/>
              <a:pathLst>
                <a:path extrusionOk="0" h="18" w="15">
                  <a:moveTo>
                    <a:pt x="14"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0" name="Google Shape;4790;p72"/>
            <p:cNvSpPr/>
            <p:nvPr/>
          </p:nvSpPr>
          <p:spPr>
            <a:xfrm>
              <a:off x="2356539" y="194992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1" name="Google Shape;4791;p72"/>
            <p:cNvSpPr/>
            <p:nvPr/>
          </p:nvSpPr>
          <p:spPr>
            <a:xfrm>
              <a:off x="2360490" y="1962087"/>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2" name="Google Shape;4792;p72"/>
            <p:cNvSpPr/>
            <p:nvPr/>
          </p:nvSpPr>
          <p:spPr>
            <a:xfrm>
              <a:off x="2319703" y="1935991"/>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3" name="Google Shape;4793;p72"/>
            <p:cNvSpPr/>
            <p:nvPr/>
          </p:nvSpPr>
          <p:spPr>
            <a:xfrm>
              <a:off x="2355113" y="1947735"/>
              <a:ext cx="1724" cy="1779"/>
            </a:xfrm>
            <a:custGeom>
              <a:rect b="b" l="l" r="r" t="t"/>
              <a:pathLst>
                <a:path extrusionOk="0" h="131" w="127">
                  <a:moveTo>
                    <a:pt x="127" y="13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4" name="Google Shape;4794;p72"/>
            <p:cNvSpPr/>
            <p:nvPr/>
          </p:nvSpPr>
          <p:spPr>
            <a:xfrm>
              <a:off x="2320464" y="1936140"/>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5" name="Google Shape;4795;p72"/>
            <p:cNvSpPr/>
            <p:nvPr/>
          </p:nvSpPr>
          <p:spPr>
            <a:xfrm>
              <a:off x="2320423" y="1936140"/>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6" name="Google Shape;4796;p72"/>
            <p:cNvSpPr/>
            <p:nvPr/>
          </p:nvSpPr>
          <p:spPr>
            <a:xfrm>
              <a:off x="2320233" y="1936086"/>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72"/>
            <p:cNvSpPr/>
            <p:nvPr/>
          </p:nvSpPr>
          <p:spPr>
            <a:xfrm>
              <a:off x="2315861" y="1935950"/>
              <a:ext cx="1860" cy="54"/>
            </a:xfrm>
            <a:custGeom>
              <a:rect b="b" l="l" r="r" t="t"/>
              <a:pathLst>
                <a:path extrusionOk="0" h="4" w="137">
                  <a:moveTo>
                    <a:pt x="0" y="4"/>
                  </a:moveTo>
                  <a:lnTo>
                    <a:pt x="0" y="4"/>
                  </a:lnTo>
                  <a:cubicBezTo>
                    <a:pt x="53" y="0"/>
                    <a:pt x="98" y="0"/>
                    <a:pt x="137" y="0"/>
                  </a:cubicBezTo>
                  <a:cubicBezTo>
                    <a:pt x="98" y="0"/>
                    <a:pt x="53"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8" name="Google Shape;4798;p72"/>
            <p:cNvSpPr/>
            <p:nvPr/>
          </p:nvSpPr>
          <p:spPr>
            <a:xfrm>
              <a:off x="2319893" y="1936045"/>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9" name="Google Shape;4799;p72"/>
            <p:cNvSpPr/>
            <p:nvPr/>
          </p:nvSpPr>
          <p:spPr>
            <a:xfrm>
              <a:off x="2320369" y="1936086"/>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72"/>
            <p:cNvSpPr/>
            <p:nvPr/>
          </p:nvSpPr>
          <p:spPr>
            <a:xfrm>
              <a:off x="2320083" y="1936045"/>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1" name="Google Shape;4801;p72"/>
            <p:cNvSpPr/>
            <p:nvPr/>
          </p:nvSpPr>
          <p:spPr>
            <a:xfrm>
              <a:off x="2341998" y="1935000"/>
              <a:ext cx="12994" cy="12600"/>
            </a:xfrm>
            <a:custGeom>
              <a:rect b="b" l="l" r="r" t="t"/>
              <a:pathLst>
                <a:path extrusionOk="0" h="928" w="957">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72"/>
            <p:cNvSpPr/>
            <p:nvPr/>
          </p:nvSpPr>
          <p:spPr>
            <a:xfrm>
              <a:off x="2325121" y="1932284"/>
              <a:ext cx="923" cy="448"/>
            </a:xfrm>
            <a:custGeom>
              <a:rect b="b" l="l" r="r" t="t"/>
              <a:pathLst>
                <a:path extrusionOk="0" h="33" w="68">
                  <a:moveTo>
                    <a:pt x="1" y="1"/>
                  </a:moveTo>
                  <a:cubicBezTo>
                    <a:pt x="25" y="4"/>
                    <a:pt x="50" y="15"/>
                    <a:pt x="67" y="32"/>
                  </a:cubicBezTo>
                  <a:cubicBezTo>
                    <a:pt x="50" y="15"/>
                    <a:pt x="2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3" name="Google Shape;4803;p72"/>
            <p:cNvSpPr/>
            <p:nvPr/>
          </p:nvSpPr>
          <p:spPr>
            <a:xfrm>
              <a:off x="2318753" y="193595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72"/>
            <p:cNvSpPr/>
            <p:nvPr/>
          </p:nvSpPr>
          <p:spPr>
            <a:xfrm>
              <a:off x="2319133" y="1935950"/>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5" name="Google Shape;4805;p72"/>
            <p:cNvSpPr/>
            <p:nvPr/>
          </p:nvSpPr>
          <p:spPr>
            <a:xfrm>
              <a:off x="2318332" y="193595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6" name="Google Shape;4806;p72"/>
            <p:cNvSpPr/>
            <p:nvPr/>
          </p:nvSpPr>
          <p:spPr>
            <a:xfrm>
              <a:off x="2317762" y="193595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7" name="Google Shape;4807;p72"/>
            <p:cNvSpPr/>
            <p:nvPr/>
          </p:nvSpPr>
          <p:spPr>
            <a:xfrm>
              <a:off x="2338902" y="1934945"/>
              <a:ext cx="2539" cy="109"/>
            </a:xfrm>
            <a:custGeom>
              <a:rect b="b" l="l" r="r" t="t"/>
              <a:pathLst>
                <a:path extrusionOk="0" h="8" w="187">
                  <a:moveTo>
                    <a:pt x="1" y="8"/>
                  </a:moveTo>
                  <a:cubicBezTo>
                    <a:pt x="67" y="4"/>
                    <a:pt x="134" y="1"/>
                    <a:pt x="186" y="1"/>
                  </a:cubicBezTo>
                  <a:cubicBezTo>
                    <a:pt x="134" y="1"/>
                    <a:pt x="67"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8" name="Google Shape;4808;p72"/>
            <p:cNvSpPr/>
            <p:nvPr/>
          </p:nvSpPr>
          <p:spPr>
            <a:xfrm>
              <a:off x="2319418" y="1935991"/>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9" name="Google Shape;4809;p72"/>
            <p:cNvSpPr/>
            <p:nvPr/>
          </p:nvSpPr>
          <p:spPr>
            <a:xfrm>
              <a:off x="2306153" y="1772952"/>
              <a:ext cx="8296" cy="11568"/>
            </a:xfrm>
            <a:custGeom>
              <a:rect b="b" l="l" r="r" t="t"/>
              <a:pathLst>
                <a:path extrusionOk="0" h="852" w="611">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0" name="Google Shape;4810;p72"/>
            <p:cNvSpPr/>
            <p:nvPr/>
          </p:nvSpPr>
          <p:spPr>
            <a:xfrm>
              <a:off x="2309669" y="1752192"/>
              <a:ext cx="47929" cy="38750"/>
            </a:xfrm>
            <a:custGeom>
              <a:rect b="b" l="l" r="r" t="t"/>
              <a:pathLst>
                <a:path extrusionOk="0" h="2854" w="353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1" name="Google Shape;4811;p72"/>
            <p:cNvSpPr/>
            <p:nvPr/>
          </p:nvSpPr>
          <p:spPr>
            <a:xfrm>
              <a:off x="2314625" y="1772192"/>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2" name="Google Shape;4812;p72"/>
            <p:cNvSpPr/>
            <p:nvPr/>
          </p:nvSpPr>
          <p:spPr>
            <a:xfrm>
              <a:off x="2313770" y="1779334"/>
              <a:ext cx="190" cy="204"/>
            </a:xfrm>
            <a:custGeom>
              <a:rect b="b" l="l" r="r" t="t"/>
              <a:pathLst>
                <a:path extrusionOk="0" h="15" w="14">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3" name="Google Shape;4813;p72"/>
            <p:cNvSpPr/>
            <p:nvPr/>
          </p:nvSpPr>
          <p:spPr>
            <a:xfrm>
              <a:off x="2315671" y="1773427"/>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72"/>
            <p:cNvSpPr/>
            <p:nvPr/>
          </p:nvSpPr>
          <p:spPr>
            <a:xfrm>
              <a:off x="2315521" y="1773237"/>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5" name="Google Shape;4815;p72"/>
            <p:cNvSpPr/>
            <p:nvPr/>
          </p:nvSpPr>
          <p:spPr>
            <a:xfrm>
              <a:off x="2313485" y="1771527"/>
              <a:ext cx="244" cy="163"/>
            </a:xfrm>
            <a:custGeom>
              <a:rect b="b" l="l" r="r" t="t"/>
              <a:pathLst>
                <a:path extrusionOk="0" h="12" w="18">
                  <a:moveTo>
                    <a:pt x="18"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6" name="Google Shape;4816;p72"/>
            <p:cNvSpPr/>
            <p:nvPr/>
          </p:nvSpPr>
          <p:spPr>
            <a:xfrm>
              <a:off x="2314055" y="1779048"/>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72"/>
            <p:cNvSpPr/>
            <p:nvPr/>
          </p:nvSpPr>
          <p:spPr>
            <a:xfrm>
              <a:off x="2314530" y="1778519"/>
              <a:ext cx="204" cy="149"/>
            </a:xfrm>
            <a:custGeom>
              <a:rect b="b" l="l" r="r" t="t"/>
              <a:pathLst>
                <a:path extrusionOk="0" h="11"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72"/>
            <p:cNvSpPr/>
            <p:nvPr/>
          </p:nvSpPr>
          <p:spPr>
            <a:xfrm>
              <a:off x="2313811" y="1771676"/>
              <a:ext cx="244" cy="149"/>
            </a:xfrm>
            <a:custGeom>
              <a:rect b="b" l="l" r="r" t="t"/>
              <a:pathLst>
                <a:path extrusionOk="0" h="11" w="18">
                  <a:moveTo>
                    <a:pt x="1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72"/>
            <p:cNvSpPr/>
            <p:nvPr/>
          </p:nvSpPr>
          <p:spPr>
            <a:xfrm>
              <a:off x="2314096" y="1771866"/>
              <a:ext cx="448" cy="299"/>
            </a:xfrm>
            <a:custGeom>
              <a:rect b="b" l="l" r="r" t="t"/>
              <a:pathLst>
                <a:path extrusionOk="0" h="22" w="33">
                  <a:moveTo>
                    <a:pt x="32" y="21"/>
                  </a:moveTo>
                  <a:cubicBezTo>
                    <a:pt x="22" y="11"/>
                    <a:pt x="11" y="4"/>
                    <a:pt x="1" y="0"/>
                  </a:cubicBezTo>
                  <a:cubicBezTo>
                    <a:pt x="11" y="4"/>
                    <a:pt x="22" y="11"/>
                    <a:pt x="32"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72"/>
            <p:cNvSpPr/>
            <p:nvPr/>
          </p:nvSpPr>
          <p:spPr>
            <a:xfrm>
              <a:off x="2315386" y="1773006"/>
              <a:ext cx="54" cy="109"/>
            </a:xfrm>
            <a:custGeom>
              <a:rect b="b" l="l" r="r" t="t"/>
              <a:pathLst>
                <a:path extrusionOk="0" h="8" w="4">
                  <a:moveTo>
                    <a:pt x="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1" name="Google Shape;4821;p72"/>
            <p:cNvSpPr/>
            <p:nvPr/>
          </p:nvSpPr>
          <p:spPr>
            <a:xfrm>
              <a:off x="2315236" y="1772816"/>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72"/>
            <p:cNvSpPr/>
            <p:nvPr/>
          </p:nvSpPr>
          <p:spPr>
            <a:xfrm>
              <a:off x="2315046" y="1772572"/>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3" name="Google Shape;4823;p72"/>
            <p:cNvSpPr/>
            <p:nvPr/>
          </p:nvSpPr>
          <p:spPr>
            <a:xfrm>
              <a:off x="2314286" y="1778709"/>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72"/>
            <p:cNvSpPr/>
            <p:nvPr/>
          </p:nvSpPr>
          <p:spPr>
            <a:xfrm>
              <a:off x="2310769" y="1783081"/>
              <a:ext cx="339" cy="543"/>
            </a:xfrm>
            <a:custGeom>
              <a:rect b="b" l="l" r="r" t="t"/>
              <a:pathLst>
                <a:path extrusionOk="0" h="40" w="25">
                  <a:moveTo>
                    <a:pt x="0" y="39"/>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5" name="Google Shape;4825;p72"/>
            <p:cNvSpPr/>
            <p:nvPr/>
          </p:nvSpPr>
          <p:spPr>
            <a:xfrm>
              <a:off x="2310335" y="1783651"/>
              <a:ext cx="394" cy="638"/>
            </a:xfrm>
            <a:custGeom>
              <a:rect b="b" l="l" r="r" t="t"/>
              <a:pathLst>
                <a:path extrusionOk="0" h="47" w="29">
                  <a:moveTo>
                    <a:pt x="1" y="46"/>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6" name="Google Shape;4826;p72"/>
            <p:cNvSpPr/>
            <p:nvPr/>
          </p:nvSpPr>
          <p:spPr>
            <a:xfrm>
              <a:off x="2309669" y="1784982"/>
              <a:ext cx="258" cy="394"/>
            </a:xfrm>
            <a:custGeom>
              <a:rect b="b" l="l" r="r" t="t"/>
              <a:pathLst>
                <a:path extrusionOk="0" h="29" w="19">
                  <a:moveTo>
                    <a:pt x="1" y="29"/>
                  </a:moveTo>
                  <a:lnTo>
                    <a:pt x="1" y="29"/>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72"/>
            <p:cNvSpPr/>
            <p:nvPr/>
          </p:nvSpPr>
          <p:spPr>
            <a:xfrm>
              <a:off x="2313430" y="1779659"/>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8" name="Google Shape;4828;p72"/>
            <p:cNvSpPr/>
            <p:nvPr/>
          </p:nvSpPr>
          <p:spPr>
            <a:xfrm>
              <a:off x="2311190" y="1782511"/>
              <a:ext cx="299" cy="394"/>
            </a:xfrm>
            <a:custGeom>
              <a:rect b="b" l="l" r="r" t="t"/>
              <a:pathLst>
                <a:path extrusionOk="0" h="29" w="22">
                  <a:moveTo>
                    <a:pt x="1" y="29"/>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9" name="Google Shape;4829;p72"/>
            <p:cNvSpPr/>
            <p:nvPr/>
          </p:nvSpPr>
          <p:spPr>
            <a:xfrm>
              <a:off x="2314856" y="1772382"/>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0" name="Google Shape;4830;p72"/>
            <p:cNvSpPr/>
            <p:nvPr/>
          </p:nvSpPr>
          <p:spPr>
            <a:xfrm>
              <a:off x="2313091" y="1780094"/>
              <a:ext cx="258" cy="244"/>
            </a:xfrm>
            <a:custGeom>
              <a:rect b="b" l="l" r="r" t="t"/>
              <a:pathLst>
                <a:path extrusionOk="0" h="18" w="19">
                  <a:moveTo>
                    <a:pt x="1" y="18"/>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1" name="Google Shape;4831;p72"/>
            <p:cNvSpPr/>
            <p:nvPr/>
          </p:nvSpPr>
          <p:spPr>
            <a:xfrm>
              <a:off x="2312765" y="1780515"/>
              <a:ext cx="244" cy="299"/>
            </a:xfrm>
            <a:custGeom>
              <a:rect b="b" l="l" r="r" t="t"/>
              <a:pathLst>
                <a:path extrusionOk="0" h="22" w="18">
                  <a:moveTo>
                    <a:pt x="0" y="22"/>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2" name="Google Shape;4832;p72"/>
            <p:cNvSpPr/>
            <p:nvPr/>
          </p:nvSpPr>
          <p:spPr>
            <a:xfrm>
              <a:off x="2312385" y="1780990"/>
              <a:ext cx="244" cy="299"/>
            </a:xfrm>
            <a:custGeom>
              <a:rect b="b" l="l" r="r" t="t"/>
              <a:pathLst>
                <a:path extrusionOk="0" h="22" w="18">
                  <a:moveTo>
                    <a:pt x="0" y="22"/>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3" name="Google Shape;4833;p72"/>
            <p:cNvSpPr/>
            <p:nvPr/>
          </p:nvSpPr>
          <p:spPr>
            <a:xfrm>
              <a:off x="2312005" y="1781465"/>
              <a:ext cx="244" cy="353"/>
            </a:xfrm>
            <a:custGeom>
              <a:rect b="b" l="l" r="r" t="t"/>
              <a:pathLst>
                <a:path extrusionOk="0" h="26" w="18">
                  <a:moveTo>
                    <a:pt x="0" y="2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4" name="Google Shape;4834;p72"/>
            <p:cNvSpPr/>
            <p:nvPr/>
          </p:nvSpPr>
          <p:spPr>
            <a:xfrm>
              <a:off x="2311625" y="1781995"/>
              <a:ext cx="244" cy="339"/>
            </a:xfrm>
            <a:custGeom>
              <a:rect b="b" l="l" r="r" t="t"/>
              <a:pathLst>
                <a:path extrusionOk="0" h="25" w="18">
                  <a:moveTo>
                    <a:pt x="0"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5" name="Google Shape;4835;p72"/>
            <p:cNvSpPr/>
            <p:nvPr/>
          </p:nvSpPr>
          <p:spPr>
            <a:xfrm>
              <a:off x="2309955" y="1784276"/>
              <a:ext cx="394" cy="584"/>
            </a:xfrm>
            <a:custGeom>
              <a:rect b="b" l="l" r="r" t="t"/>
              <a:pathLst>
                <a:path extrusionOk="0" h="43" w="29">
                  <a:moveTo>
                    <a:pt x="1" y="42"/>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6" name="Google Shape;4836;p72"/>
            <p:cNvSpPr/>
            <p:nvPr/>
          </p:nvSpPr>
          <p:spPr>
            <a:xfrm>
              <a:off x="2312141" y="1771241"/>
              <a:ext cx="394" cy="68"/>
            </a:xfrm>
            <a:custGeom>
              <a:rect b="b" l="l" r="r" t="t"/>
              <a:pathLst>
                <a:path extrusionOk="0" h="5" w="29">
                  <a:moveTo>
                    <a:pt x="29"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72"/>
            <p:cNvSpPr/>
            <p:nvPr/>
          </p:nvSpPr>
          <p:spPr>
            <a:xfrm>
              <a:off x="2312616" y="177129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8" name="Google Shape;4838;p72"/>
            <p:cNvSpPr/>
            <p:nvPr/>
          </p:nvSpPr>
          <p:spPr>
            <a:xfrm>
              <a:off x="2311665" y="1771146"/>
              <a:ext cx="394" cy="68"/>
            </a:xfrm>
            <a:custGeom>
              <a:rect b="b" l="l" r="r" t="t"/>
              <a:pathLst>
                <a:path extrusionOk="0" h="5" w="29">
                  <a:moveTo>
                    <a:pt x="29"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9" name="Google Shape;4839;p72"/>
            <p:cNvSpPr/>
            <p:nvPr/>
          </p:nvSpPr>
          <p:spPr>
            <a:xfrm>
              <a:off x="2313050" y="1771431"/>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72"/>
            <p:cNvSpPr/>
            <p:nvPr/>
          </p:nvSpPr>
          <p:spPr>
            <a:xfrm>
              <a:off x="2978891" y="1743340"/>
              <a:ext cx="24684" cy="32355"/>
            </a:xfrm>
            <a:custGeom>
              <a:rect b="b" l="l" r="r" t="t"/>
              <a:pathLst>
                <a:path extrusionOk="0" h="2383" w="1818">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72"/>
            <p:cNvSpPr/>
            <p:nvPr/>
          </p:nvSpPr>
          <p:spPr>
            <a:xfrm>
              <a:off x="2700253" y="1844234"/>
              <a:ext cx="29287" cy="39198"/>
            </a:xfrm>
            <a:custGeom>
              <a:rect b="b" l="l" r="r" t="t"/>
              <a:pathLst>
                <a:path extrusionOk="0" h="2887" w="2157">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72"/>
            <p:cNvSpPr/>
            <p:nvPr/>
          </p:nvSpPr>
          <p:spPr>
            <a:xfrm>
              <a:off x="2556128" y="1768064"/>
              <a:ext cx="203975" cy="215624"/>
            </a:xfrm>
            <a:custGeom>
              <a:rect b="b" l="l" r="r" t="t"/>
              <a:pathLst>
                <a:path extrusionOk="0" h="15881" w="15023">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72"/>
            <p:cNvSpPr/>
            <p:nvPr/>
          </p:nvSpPr>
          <p:spPr>
            <a:xfrm>
              <a:off x="2702915" y="1869217"/>
              <a:ext cx="109" cy="394"/>
            </a:xfrm>
            <a:custGeom>
              <a:rect b="b" l="l" r="r" t="t"/>
              <a:pathLst>
                <a:path extrusionOk="0" h="29" w="8">
                  <a:moveTo>
                    <a:pt x="0" y="0"/>
                  </a:moveTo>
                  <a:lnTo>
                    <a:pt x="7"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4" name="Google Shape;4844;p72"/>
            <p:cNvSpPr/>
            <p:nvPr/>
          </p:nvSpPr>
          <p:spPr>
            <a:xfrm>
              <a:off x="2730382" y="1871783"/>
              <a:ext cx="204" cy="1290"/>
            </a:xfrm>
            <a:custGeom>
              <a:rect b="b" l="l" r="r" t="t"/>
              <a:pathLst>
                <a:path extrusionOk="0" h="95" w="15">
                  <a:moveTo>
                    <a:pt x="15" y="9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72"/>
            <p:cNvSpPr/>
            <p:nvPr/>
          </p:nvSpPr>
          <p:spPr>
            <a:xfrm>
              <a:off x="2703105" y="1870018"/>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6" name="Google Shape;4846;p72"/>
            <p:cNvSpPr/>
            <p:nvPr/>
          </p:nvSpPr>
          <p:spPr>
            <a:xfrm>
              <a:off x="2702480" y="1867737"/>
              <a:ext cx="109" cy="394"/>
            </a:xfrm>
            <a:custGeom>
              <a:rect b="b" l="l" r="r" t="t"/>
              <a:pathLst>
                <a:path extrusionOk="0" h="29" w="8">
                  <a:moveTo>
                    <a:pt x="1" y="1"/>
                  </a:moveTo>
                  <a:lnTo>
                    <a:pt x="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7" name="Google Shape;4847;p72"/>
            <p:cNvSpPr/>
            <p:nvPr/>
          </p:nvSpPr>
          <p:spPr>
            <a:xfrm>
              <a:off x="2701774" y="1865795"/>
              <a:ext cx="204" cy="489"/>
            </a:xfrm>
            <a:custGeom>
              <a:rect b="b" l="l" r="r" t="t"/>
              <a:pathLst>
                <a:path extrusionOk="0" h="36" w="15">
                  <a:moveTo>
                    <a:pt x="0" y="0"/>
                  </a:moveTo>
                  <a:cubicBezTo>
                    <a:pt x="4" y="11"/>
                    <a:pt x="11" y="21"/>
                    <a:pt x="14" y="35"/>
                  </a:cubicBezTo>
                  <a:cubicBezTo>
                    <a:pt x="11"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8" name="Google Shape;4848;p72"/>
            <p:cNvSpPr/>
            <p:nvPr/>
          </p:nvSpPr>
          <p:spPr>
            <a:xfrm>
              <a:off x="2730667" y="1873439"/>
              <a:ext cx="163" cy="964"/>
            </a:xfrm>
            <a:custGeom>
              <a:rect b="b" l="l" r="r" t="t"/>
              <a:pathLst>
                <a:path extrusionOk="0" h="71" w="12">
                  <a:moveTo>
                    <a:pt x="11" y="7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9" name="Google Shape;4849;p72"/>
            <p:cNvSpPr/>
            <p:nvPr/>
          </p:nvSpPr>
          <p:spPr>
            <a:xfrm>
              <a:off x="2730911" y="1874919"/>
              <a:ext cx="149" cy="1005"/>
            </a:xfrm>
            <a:custGeom>
              <a:rect b="b" l="l" r="r" t="t"/>
              <a:pathLst>
                <a:path extrusionOk="0" h="74" w="11">
                  <a:moveTo>
                    <a:pt x="11" y="7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0" name="Google Shape;4850;p72"/>
            <p:cNvSpPr/>
            <p:nvPr/>
          </p:nvSpPr>
          <p:spPr>
            <a:xfrm>
              <a:off x="2702290" y="1867071"/>
              <a:ext cx="109" cy="353"/>
            </a:xfrm>
            <a:custGeom>
              <a:rect b="b" l="l" r="r" t="t"/>
              <a:pathLst>
                <a:path extrusionOk="0" h="26" w="8">
                  <a:moveTo>
                    <a:pt x="1" y="1"/>
                  </a:moveTo>
                  <a:lnTo>
                    <a:pt x="8"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1" name="Google Shape;4851;p72"/>
            <p:cNvSpPr/>
            <p:nvPr/>
          </p:nvSpPr>
          <p:spPr>
            <a:xfrm>
              <a:off x="2703675" y="1872638"/>
              <a:ext cx="54" cy="434"/>
            </a:xfrm>
            <a:custGeom>
              <a:rect b="b" l="l" r="r" t="t"/>
              <a:pathLst>
                <a:path extrusionOk="0" h="32" w="4">
                  <a:moveTo>
                    <a:pt x="0" y="0"/>
                  </a:moveTo>
                  <a:lnTo>
                    <a:pt x="4"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2" name="Google Shape;4852;p72"/>
            <p:cNvSpPr/>
            <p:nvPr/>
          </p:nvSpPr>
          <p:spPr>
            <a:xfrm>
              <a:off x="2703485" y="1871728"/>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3" name="Google Shape;4853;p72"/>
            <p:cNvSpPr/>
            <p:nvPr/>
          </p:nvSpPr>
          <p:spPr>
            <a:xfrm>
              <a:off x="2702670" y="1868497"/>
              <a:ext cx="163" cy="353"/>
            </a:xfrm>
            <a:custGeom>
              <a:rect b="b" l="l" r="r" t="t"/>
              <a:pathLst>
                <a:path extrusionOk="0" h="26" w="12">
                  <a:moveTo>
                    <a:pt x="1"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72"/>
            <p:cNvSpPr/>
            <p:nvPr/>
          </p:nvSpPr>
          <p:spPr>
            <a:xfrm>
              <a:off x="2731142" y="1876345"/>
              <a:ext cx="14" cy="109"/>
            </a:xfrm>
            <a:custGeom>
              <a:rect b="b" l="l" r="r" t="t"/>
              <a:pathLst>
                <a:path extrusionOk="0" h="8" w="1">
                  <a:moveTo>
                    <a:pt x="1" y="7"/>
                  </a:moveTo>
                  <a:lnTo>
                    <a:pt x="1" y="7"/>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5" name="Google Shape;4855;p72"/>
            <p:cNvSpPr/>
            <p:nvPr/>
          </p:nvSpPr>
          <p:spPr>
            <a:xfrm>
              <a:off x="2699819" y="1855802"/>
              <a:ext cx="1969" cy="10007"/>
            </a:xfrm>
            <a:custGeom>
              <a:rect b="b" l="l" r="r" t="t"/>
              <a:pathLst>
                <a:path extrusionOk="0" h="737" w="145">
                  <a:moveTo>
                    <a:pt x="144" y="736"/>
                  </a:moveTo>
                  <a:cubicBezTo>
                    <a:pt x="57" y="501"/>
                    <a:pt x="8" y="253"/>
                    <a:pt x="1" y="1"/>
                  </a:cubicBezTo>
                  <a:cubicBezTo>
                    <a:pt x="8" y="253"/>
                    <a:pt x="57" y="501"/>
                    <a:pt x="144" y="7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6" name="Google Shape;4856;p72"/>
            <p:cNvSpPr/>
            <p:nvPr/>
          </p:nvSpPr>
          <p:spPr>
            <a:xfrm>
              <a:off x="2704191" y="1876345"/>
              <a:ext cx="68" cy="530"/>
            </a:xfrm>
            <a:custGeom>
              <a:rect b="b" l="l" r="r" t="t"/>
              <a:pathLst>
                <a:path extrusionOk="0" h="39" w="5">
                  <a:moveTo>
                    <a:pt x="1" y="0"/>
                  </a:moveTo>
                  <a:cubicBezTo>
                    <a:pt x="1" y="11"/>
                    <a:pt x="1" y="25"/>
                    <a:pt x="4" y="39"/>
                  </a:cubicBezTo>
                  <a:cubicBezTo>
                    <a:pt x="4" y="25"/>
                    <a:pt x="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72"/>
            <p:cNvSpPr/>
            <p:nvPr/>
          </p:nvSpPr>
          <p:spPr>
            <a:xfrm>
              <a:off x="2698543" y="1845022"/>
              <a:ext cx="299" cy="1195"/>
            </a:xfrm>
            <a:custGeom>
              <a:rect b="b" l="l" r="r" t="t"/>
              <a:pathLst>
                <a:path extrusionOk="0" h="88" w="22">
                  <a:moveTo>
                    <a:pt x="0" y="88"/>
                  </a:moveTo>
                  <a:cubicBezTo>
                    <a:pt x="0" y="56"/>
                    <a:pt x="7" y="28"/>
                    <a:pt x="21" y="0"/>
                  </a:cubicBezTo>
                  <a:cubicBezTo>
                    <a:pt x="7" y="28"/>
                    <a:pt x="0" y="56"/>
                    <a:pt x="0"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72"/>
            <p:cNvSpPr/>
            <p:nvPr/>
          </p:nvSpPr>
          <p:spPr>
            <a:xfrm>
              <a:off x="2703295" y="1870873"/>
              <a:ext cx="109" cy="448"/>
            </a:xfrm>
            <a:custGeom>
              <a:rect b="b" l="l" r="r" t="t"/>
              <a:pathLst>
                <a:path extrusionOk="0" h="33" w="8">
                  <a:moveTo>
                    <a:pt x="0" y="1"/>
                  </a:moveTo>
                  <a:lnTo>
                    <a:pt x="7"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72"/>
            <p:cNvSpPr/>
            <p:nvPr/>
          </p:nvSpPr>
          <p:spPr>
            <a:xfrm>
              <a:off x="2703960" y="1874485"/>
              <a:ext cx="54" cy="489"/>
            </a:xfrm>
            <a:custGeom>
              <a:rect b="b" l="l" r="r" t="t"/>
              <a:pathLst>
                <a:path extrusionOk="0" h="36" w="4">
                  <a:moveTo>
                    <a:pt x="0" y="1"/>
                  </a:moveTo>
                  <a:cubicBezTo>
                    <a:pt x="0" y="11"/>
                    <a:pt x="4" y="22"/>
                    <a:pt x="4" y="36"/>
                  </a:cubicBezTo>
                  <a:cubicBezTo>
                    <a:pt x="4" y="22"/>
                    <a:pt x="0"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72"/>
            <p:cNvSpPr/>
            <p:nvPr/>
          </p:nvSpPr>
          <p:spPr>
            <a:xfrm>
              <a:off x="2704245" y="1877241"/>
              <a:ext cx="54" cy="543"/>
            </a:xfrm>
            <a:custGeom>
              <a:rect b="b" l="l" r="r" t="t"/>
              <a:pathLst>
                <a:path extrusionOk="0" h="40" w="4">
                  <a:moveTo>
                    <a:pt x="0" y="1"/>
                  </a:moveTo>
                  <a:cubicBezTo>
                    <a:pt x="0" y="15"/>
                    <a:pt x="0" y="29"/>
                    <a:pt x="4" y="39"/>
                  </a:cubicBezTo>
                  <a:cubicBezTo>
                    <a:pt x="4"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1" name="Google Shape;4861;p72"/>
            <p:cNvSpPr/>
            <p:nvPr/>
          </p:nvSpPr>
          <p:spPr>
            <a:xfrm>
              <a:off x="2704055" y="1875394"/>
              <a:ext cx="109" cy="489"/>
            </a:xfrm>
            <a:custGeom>
              <a:rect b="b" l="l" r="r" t="t"/>
              <a:pathLst>
                <a:path extrusionOk="0" h="36" w="8">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72"/>
            <p:cNvSpPr/>
            <p:nvPr/>
          </p:nvSpPr>
          <p:spPr>
            <a:xfrm>
              <a:off x="2704286" y="1878151"/>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3" name="Google Shape;4863;p72"/>
            <p:cNvSpPr/>
            <p:nvPr/>
          </p:nvSpPr>
          <p:spPr>
            <a:xfrm>
              <a:off x="2703811" y="1873534"/>
              <a:ext cx="68" cy="489"/>
            </a:xfrm>
            <a:custGeom>
              <a:rect b="b" l="l" r="r" t="t"/>
              <a:pathLst>
                <a:path extrusionOk="0" h="36" w="5">
                  <a:moveTo>
                    <a:pt x="1" y="1"/>
                  </a:moveTo>
                  <a:cubicBezTo>
                    <a:pt x="1" y="11"/>
                    <a:pt x="4" y="25"/>
                    <a:pt x="4" y="36"/>
                  </a:cubicBezTo>
                  <a:cubicBezTo>
                    <a:pt x="4" y="25"/>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4" name="Google Shape;4864;p72"/>
            <p:cNvSpPr/>
            <p:nvPr/>
          </p:nvSpPr>
          <p:spPr>
            <a:xfrm>
              <a:off x="2702059" y="1866460"/>
              <a:ext cx="149" cy="339"/>
            </a:xfrm>
            <a:custGeom>
              <a:rect b="b" l="l" r="r" t="t"/>
              <a:pathLst>
                <a:path extrusionOk="0" h="25" w="11">
                  <a:moveTo>
                    <a:pt x="0" y="0"/>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5" name="Google Shape;4865;p72"/>
            <p:cNvSpPr/>
            <p:nvPr/>
          </p:nvSpPr>
          <p:spPr>
            <a:xfrm>
              <a:off x="2698923" y="1616037"/>
              <a:ext cx="231211" cy="97731"/>
            </a:xfrm>
            <a:custGeom>
              <a:rect b="b" l="l" r="r" t="t"/>
              <a:pathLst>
                <a:path extrusionOk="0" h="7198" w="17029">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6" name="Google Shape;4866;p72"/>
            <p:cNvSpPr/>
            <p:nvPr/>
          </p:nvSpPr>
          <p:spPr>
            <a:xfrm>
              <a:off x="2305162" y="1791540"/>
              <a:ext cx="1914" cy="7047"/>
            </a:xfrm>
            <a:custGeom>
              <a:rect b="b" l="l" r="r" t="t"/>
              <a:pathLst>
                <a:path extrusionOk="0" h="519" w="141">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7" name="Google Shape;4867;p72"/>
            <p:cNvSpPr/>
            <p:nvPr/>
          </p:nvSpPr>
          <p:spPr>
            <a:xfrm>
              <a:off x="2298930" y="1785457"/>
              <a:ext cx="8853" cy="26449"/>
            </a:xfrm>
            <a:custGeom>
              <a:rect b="b" l="l" r="r" t="t"/>
              <a:pathLst>
                <a:path extrusionOk="0" h="1948" w="652">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8" name="Google Shape;4868;p72"/>
            <p:cNvSpPr/>
            <p:nvPr/>
          </p:nvSpPr>
          <p:spPr>
            <a:xfrm>
              <a:off x="2298889" y="1800908"/>
              <a:ext cx="4426" cy="10848"/>
            </a:xfrm>
            <a:custGeom>
              <a:rect b="b" l="l" r="r" t="t"/>
              <a:pathLst>
                <a:path extrusionOk="0" h="799" w="326">
                  <a:moveTo>
                    <a:pt x="0" y="0"/>
                  </a:moveTo>
                  <a:lnTo>
                    <a:pt x="326" y="799"/>
                  </a:lnTo>
                  <a:lnTo>
                    <a:pt x="326" y="79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9" name="Google Shape;4869;p72"/>
            <p:cNvSpPr/>
            <p:nvPr/>
          </p:nvSpPr>
          <p:spPr>
            <a:xfrm>
              <a:off x="2303397" y="1796441"/>
              <a:ext cx="163" cy="434"/>
            </a:xfrm>
            <a:custGeom>
              <a:rect b="b" l="l" r="r" t="t"/>
              <a:pathLst>
                <a:path extrusionOk="0" h="32" w="12">
                  <a:moveTo>
                    <a:pt x="11" y="32"/>
                  </a:moveTo>
                  <a:cubicBezTo>
                    <a:pt x="8" y="21"/>
                    <a:pt x="4" y="11"/>
                    <a:pt x="1" y="0"/>
                  </a:cubicBezTo>
                  <a:cubicBezTo>
                    <a:pt x="4" y="11"/>
                    <a:pt x="8" y="21"/>
                    <a:pt x="11"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0" name="Google Shape;4870;p72"/>
            <p:cNvSpPr/>
            <p:nvPr/>
          </p:nvSpPr>
          <p:spPr>
            <a:xfrm>
              <a:off x="2307063" y="178973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1" name="Google Shape;4871;p72"/>
            <p:cNvSpPr/>
            <p:nvPr/>
          </p:nvSpPr>
          <p:spPr>
            <a:xfrm>
              <a:off x="2305542" y="1789924"/>
              <a:ext cx="54" cy="14"/>
            </a:xfrm>
            <a:custGeom>
              <a:rect b="b" l="l" r="r" t="t"/>
              <a:pathLst>
                <a:path extrusionOk="0" h="1" w="4">
                  <a:moveTo>
                    <a:pt x="0" y="1"/>
                  </a:moveTo>
                  <a:lnTo>
                    <a:pt x="0" y="1"/>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2" name="Google Shape;4872;p72"/>
            <p:cNvSpPr/>
            <p:nvPr/>
          </p:nvSpPr>
          <p:spPr>
            <a:xfrm>
              <a:off x="2305827" y="178982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3" name="Google Shape;4873;p72"/>
            <p:cNvSpPr/>
            <p:nvPr/>
          </p:nvSpPr>
          <p:spPr>
            <a:xfrm>
              <a:off x="2304021" y="1798193"/>
              <a:ext cx="339" cy="584"/>
            </a:xfrm>
            <a:custGeom>
              <a:rect b="b" l="l" r="r" t="t"/>
              <a:pathLst>
                <a:path extrusionOk="0" h="43" w="25">
                  <a:moveTo>
                    <a:pt x="25" y="43"/>
                  </a:moveTo>
                  <a:cubicBezTo>
                    <a:pt x="18" y="29"/>
                    <a:pt x="7" y="11"/>
                    <a:pt x="0" y="1"/>
                  </a:cubicBezTo>
                  <a:cubicBezTo>
                    <a:pt x="7" y="11"/>
                    <a:pt x="18" y="29"/>
                    <a:pt x="25"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72"/>
            <p:cNvSpPr/>
            <p:nvPr/>
          </p:nvSpPr>
          <p:spPr>
            <a:xfrm>
              <a:off x="2303546" y="1796916"/>
              <a:ext cx="204" cy="530"/>
            </a:xfrm>
            <a:custGeom>
              <a:rect b="b" l="l" r="r" t="t"/>
              <a:pathLst>
                <a:path extrusionOk="0" h="39" w="15">
                  <a:moveTo>
                    <a:pt x="0" y="0"/>
                  </a:moveTo>
                  <a:cubicBezTo>
                    <a:pt x="4" y="14"/>
                    <a:pt x="7" y="25"/>
                    <a:pt x="14" y="39"/>
                  </a:cubicBezTo>
                  <a:cubicBezTo>
                    <a:pt x="11" y="25"/>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5" name="Google Shape;4875;p72"/>
            <p:cNvSpPr/>
            <p:nvPr/>
          </p:nvSpPr>
          <p:spPr>
            <a:xfrm>
              <a:off x="2304877" y="1799618"/>
              <a:ext cx="530" cy="679"/>
            </a:xfrm>
            <a:custGeom>
              <a:rect b="b" l="l" r="r" t="t"/>
              <a:pathLst>
                <a:path extrusionOk="0" h="50" w="39">
                  <a:moveTo>
                    <a:pt x="0" y="1"/>
                  </a:moveTo>
                  <a:lnTo>
                    <a:pt x="0" y="1"/>
                  </a:lnTo>
                  <a:cubicBezTo>
                    <a:pt x="11" y="18"/>
                    <a:pt x="25" y="36"/>
                    <a:pt x="39" y="50"/>
                  </a:cubicBezTo>
                  <a:cubicBezTo>
                    <a:pt x="25" y="32"/>
                    <a:pt x="1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6" name="Google Shape;4876;p72"/>
            <p:cNvSpPr/>
            <p:nvPr/>
          </p:nvSpPr>
          <p:spPr>
            <a:xfrm>
              <a:off x="2305447" y="1800379"/>
              <a:ext cx="625" cy="733"/>
            </a:xfrm>
            <a:custGeom>
              <a:rect b="b" l="l" r="r" t="t"/>
              <a:pathLst>
                <a:path extrusionOk="0" h="54" w="46">
                  <a:moveTo>
                    <a:pt x="0" y="1"/>
                  </a:moveTo>
                  <a:cubicBezTo>
                    <a:pt x="14" y="18"/>
                    <a:pt x="28" y="39"/>
                    <a:pt x="46" y="53"/>
                  </a:cubicBezTo>
                  <a:cubicBezTo>
                    <a:pt x="28" y="36"/>
                    <a:pt x="14" y="1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72"/>
            <p:cNvSpPr/>
            <p:nvPr/>
          </p:nvSpPr>
          <p:spPr>
            <a:xfrm>
              <a:off x="2304401" y="1798858"/>
              <a:ext cx="434" cy="679"/>
            </a:xfrm>
            <a:custGeom>
              <a:rect b="b" l="l" r="r" t="t"/>
              <a:pathLst>
                <a:path extrusionOk="0" h="50" w="32">
                  <a:moveTo>
                    <a:pt x="32" y="50"/>
                  </a:moveTo>
                  <a:cubicBezTo>
                    <a:pt x="21" y="32"/>
                    <a:pt x="11" y="18"/>
                    <a:pt x="0" y="1"/>
                  </a:cubicBezTo>
                  <a:cubicBezTo>
                    <a:pt x="11" y="18"/>
                    <a:pt x="21" y="32"/>
                    <a:pt x="32"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72"/>
            <p:cNvSpPr/>
            <p:nvPr/>
          </p:nvSpPr>
          <p:spPr>
            <a:xfrm>
              <a:off x="2305637" y="1789883"/>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72"/>
            <p:cNvSpPr/>
            <p:nvPr/>
          </p:nvSpPr>
          <p:spPr>
            <a:xfrm>
              <a:off x="2306017" y="178978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72"/>
            <p:cNvSpPr/>
            <p:nvPr/>
          </p:nvSpPr>
          <p:spPr>
            <a:xfrm>
              <a:off x="2303397" y="1796102"/>
              <a:ext cx="14" cy="353"/>
            </a:xfrm>
            <a:custGeom>
              <a:rect b="b" l="l" r="r" t="t"/>
              <a:pathLst>
                <a:path extrusionOk="0" h="26" w="1">
                  <a:moveTo>
                    <a:pt x="1" y="25"/>
                  </a:moveTo>
                  <a:cubicBezTo>
                    <a:pt x="1" y="18"/>
                    <a:pt x="1" y="8"/>
                    <a:pt x="1" y="1"/>
                  </a:cubicBezTo>
                  <a:cubicBezTo>
                    <a:pt x="1" y="8"/>
                    <a:pt x="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1" name="Google Shape;4881;p72"/>
            <p:cNvSpPr/>
            <p:nvPr/>
          </p:nvSpPr>
          <p:spPr>
            <a:xfrm>
              <a:off x="2303736" y="1797487"/>
              <a:ext cx="299" cy="584"/>
            </a:xfrm>
            <a:custGeom>
              <a:rect b="b" l="l" r="r" t="t"/>
              <a:pathLst>
                <a:path extrusionOk="0" h="43" w="22">
                  <a:moveTo>
                    <a:pt x="21" y="42"/>
                  </a:moveTo>
                  <a:cubicBezTo>
                    <a:pt x="14" y="28"/>
                    <a:pt x="7" y="14"/>
                    <a:pt x="0" y="0"/>
                  </a:cubicBezTo>
                  <a:cubicBezTo>
                    <a:pt x="7" y="14"/>
                    <a:pt x="14" y="28"/>
                    <a:pt x="2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72"/>
            <p:cNvSpPr/>
            <p:nvPr/>
          </p:nvSpPr>
          <p:spPr>
            <a:xfrm>
              <a:off x="2304917" y="1785036"/>
              <a:ext cx="29300" cy="32097"/>
            </a:xfrm>
            <a:custGeom>
              <a:rect b="b" l="l" r="r" t="t"/>
              <a:pathLst>
                <a:path extrusionOk="0" h="2364" w="2158">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3" name="Google Shape;4883;p72"/>
            <p:cNvSpPr/>
            <p:nvPr/>
          </p:nvSpPr>
          <p:spPr>
            <a:xfrm>
              <a:off x="2328977" y="1785036"/>
              <a:ext cx="3001" cy="1534"/>
            </a:xfrm>
            <a:custGeom>
              <a:rect b="b" l="l" r="r" t="t"/>
              <a:pathLst>
                <a:path extrusionOk="0" h="113" w="221">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4" name="Google Shape;4884;p72"/>
            <p:cNvSpPr/>
            <p:nvPr/>
          </p:nvSpPr>
          <p:spPr>
            <a:xfrm>
              <a:off x="2317422" y="1791784"/>
              <a:ext cx="584" cy="394"/>
            </a:xfrm>
            <a:custGeom>
              <a:rect b="b" l="l" r="r" t="t"/>
              <a:pathLst>
                <a:path extrusionOk="0" h="29" w="43">
                  <a:moveTo>
                    <a:pt x="1" y="28"/>
                  </a:moveTo>
                  <a:lnTo>
                    <a:pt x="4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5" name="Google Shape;4885;p72"/>
            <p:cNvSpPr/>
            <p:nvPr/>
          </p:nvSpPr>
          <p:spPr>
            <a:xfrm>
              <a:off x="2308773" y="1792069"/>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6" name="Google Shape;4886;p72"/>
            <p:cNvSpPr/>
            <p:nvPr/>
          </p:nvSpPr>
          <p:spPr>
            <a:xfrm>
              <a:off x="2308013" y="1799293"/>
              <a:ext cx="54" cy="625"/>
            </a:xfrm>
            <a:custGeom>
              <a:rect b="b" l="l" r="r" t="t"/>
              <a:pathLst>
                <a:path extrusionOk="0" h="46" w="4">
                  <a:moveTo>
                    <a:pt x="4" y="0"/>
                  </a:moveTo>
                  <a:cubicBezTo>
                    <a:pt x="4" y="18"/>
                    <a:pt x="4" y="32"/>
                    <a:pt x="0" y="46"/>
                  </a:cubicBezTo>
                  <a:cubicBezTo>
                    <a:pt x="4" y="32"/>
                    <a:pt x="4" y="18"/>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7" name="Google Shape;4887;p72"/>
            <p:cNvSpPr/>
            <p:nvPr/>
          </p:nvSpPr>
          <p:spPr>
            <a:xfrm>
              <a:off x="2309058" y="1789829"/>
              <a:ext cx="54" cy="394"/>
            </a:xfrm>
            <a:custGeom>
              <a:rect b="b" l="l" r="r" t="t"/>
              <a:pathLst>
                <a:path extrusionOk="0" h="29" w="4">
                  <a:moveTo>
                    <a:pt x="4" y="1"/>
                  </a:moveTo>
                  <a:lnTo>
                    <a:pt x="4" y="1"/>
                  </a:lnTo>
                  <a:lnTo>
                    <a:pt x="0"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8" name="Google Shape;4888;p72"/>
            <p:cNvSpPr/>
            <p:nvPr/>
          </p:nvSpPr>
          <p:spPr>
            <a:xfrm>
              <a:off x="2308339" y="1792300"/>
              <a:ext cx="353" cy="3815"/>
            </a:xfrm>
            <a:custGeom>
              <a:rect b="b" l="l" r="r" t="t"/>
              <a:pathLst>
                <a:path extrusionOk="0" h="281" w="26">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9" name="Google Shape;4889;p72"/>
            <p:cNvSpPr/>
            <p:nvPr/>
          </p:nvSpPr>
          <p:spPr>
            <a:xfrm>
              <a:off x="2307633" y="1800949"/>
              <a:ext cx="299" cy="1819"/>
            </a:xfrm>
            <a:custGeom>
              <a:rect b="b" l="l" r="r" t="t"/>
              <a:pathLst>
                <a:path extrusionOk="0" h="134" w="22">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0" name="Google Shape;4890;p72"/>
            <p:cNvSpPr/>
            <p:nvPr/>
          </p:nvSpPr>
          <p:spPr>
            <a:xfrm>
              <a:off x="2308244" y="1796767"/>
              <a:ext cx="68" cy="638"/>
            </a:xfrm>
            <a:custGeom>
              <a:rect b="b" l="l" r="r" t="t"/>
              <a:pathLst>
                <a:path extrusionOk="0" h="47" w="5">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72"/>
            <p:cNvSpPr/>
            <p:nvPr/>
          </p:nvSpPr>
          <p:spPr>
            <a:xfrm>
              <a:off x="2308108" y="1797772"/>
              <a:ext cx="109" cy="1005"/>
            </a:xfrm>
            <a:custGeom>
              <a:rect b="b" l="l" r="r" t="t"/>
              <a:pathLst>
                <a:path extrusionOk="0" h="74" w="8">
                  <a:moveTo>
                    <a:pt x="7" y="0"/>
                  </a:moveTo>
                  <a:cubicBezTo>
                    <a:pt x="7" y="25"/>
                    <a:pt x="4" y="49"/>
                    <a:pt x="0" y="74"/>
                  </a:cubicBezTo>
                  <a:cubicBezTo>
                    <a:pt x="4" y="49"/>
                    <a:pt x="7" y="25"/>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2" name="Google Shape;4892;p72"/>
            <p:cNvSpPr/>
            <p:nvPr/>
          </p:nvSpPr>
          <p:spPr>
            <a:xfrm>
              <a:off x="2306397" y="1805701"/>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3" name="Google Shape;4893;p72"/>
            <p:cNvSpPr/>
            <p:nvPr/>
          </p:nvSpPr>
          <p:spPr>
            <a:xfrm>
              <a:off x="2307918" y="1800528"/>
              <a:ext cx="54" cy="434"/>
            </a:xfrm>
            <a:custGeom>
              <a:rect b="b" l="l" r="r" t="t"/>
              <a:pathLst>
                <a:path extrusionOk="0" h="32" w="4">
                  <a:moveTo>
                    <a:pt x="4" y="0"/>
                  </a:moveTo>
                  <a:lnTo>
                    <a:pt x="0" y="18"/>
                  </a:lnTo>
                  <a:lnTo>
                    <a:pt x="0" y="32"/>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72"/>
            <p:cNvSpPr/>
            <p:nvPr/>
          </p:nvSpPr>
          <p:spPr>
            <a:xfrm>
              <a:off x="2307388" y="1803284"/>
              <a:ext cx="109" cy="299"/>
            </a:xfrm>
            <a:custGeom>
              <a:rect b="b" l="l" r="r" t="t"/>
              <a:pathLst>
                <a:path extrusionOk="0" h="22" w="8">
                  <a:moveTo>
                    <a:pt x="8" y="0"/>
                  </a:moveTo>
                  <a:lnTo>
                    <a:pt x="8" y="0"/>
                  </a:lnTo>
                  <a:cubicBezTo>
                    <a:pt x="4" y="7"/>
                    <a:pt x="1" y="14"/>
                    <a:pt x="1" y="21"/>
                  </a:cubicBezTo>
                  <a:cubicBezTo>
                    <a:pt x="4" y="14"/>
                    <a:pt x="4" y="7"/>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72"/>
            <p:cNvSpPr/>
            <p:nvPr/>
          </p:nvSpPr>
          <p:spPr>
            <a:xfrm>
              <a:off x="2306587" y="1805131"/>
              <a:ext cx="109" cy="204"/>
            </a:xfrm>
            <a:custGeom>
              <a:rect b="b" l="l" r="r" t="t"/>
              <a:pathLst>
                <a:path extrusionOk="0" h="15" w="8">
                  <a:moveTo>
                    <a:pt x="0" y="15"/>
                  </a:moveTo>
                  <a:cubicBezTo>
                    <a:pt x="4" y="8"/>
                    <a:pt x="7" y="4"/>
                    <a:pt x="7" y="1"/>
                  </a:cubicBezTo>
                  <a:cubicBezTo>
                    <a:pt x="7" y="4"/>
                    <a:pt x="4" y="8"/>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6" name="Google Shape;4896;p72"/>
            <p:cNvSpPr/>
            <p:nvPr/>
          </p:nvSpPr>
          <p:spPr>
            <a:xfrm>
              <a:off x="2308868" y="1791404"/>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7" name="Google Shape;4897;p72"/>
            <p:cNvSpPr/>
            <p:nvPr/>
          </p:nvSpPr>
          <p:spPr>
            <a:xfrm>
              <a:off x="2307538" y="1802809"/>
              <a:ext cx="54" cy="299"/>
            </a:xfrm>
            <a:custGeom>
              <a:rect b="b" l="l" r="r" t="t"/>
              <a:pathLst>
                <a:path extrusionOk="0" h="22" w="4">
                  <a:moveTo>
                    <a:pt x="0" y="21"/>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8" name="Google Shape;4898;p72"/>
            <p:cNvSpPr/>
            <p:nvPr/>
          </p:nvSpPr>
          <p:spPr>
            <a:xfrm>
              <a:off x="2307253" y="1803705"/>
              <a:ext cx="109" cy="353"/>
            </a:xfrm>
            <a:custGeom>
              <a:rect b="b" l="l" r="r" t="t"/>
              <a:pathLst>
                <a:path extrusionOk="0" h="26" w="8">
                  <a:moveTo>
                    <a:pt x="7" y="1"/>
                  </a:moveTo>
                  <a:cubicBezTo>
                    <a:pt x="4" y="8"/>
                    <a:pt x="4" y="15"/>
                    <a:pt x="0" y="25"/>
                  </a:cubicBezTo>
                  <a:cubicBezTo>
                    <a:pt x="4" y="18"/>
                    <a:pt x="7" y="8"/>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72"/>
            <p:cNvSpPr/>
            <p:nvPr/>
          </p:nvSpPr>
          <p:spPr>
            <a:xfrm>
              <a:off x="2307103" y="1804045"/>
              <a:ext cx="163" cy="339"/>
            </a:xfrm>
            <a:custGeom>
              <a:rect b="b" l="l" r="r" t="t"/>
              <a:pathLst>
                <a:path extrusionOk="0" h="25" w="12">
                  <a:moveTo>
                    <a:pt x="1" y="25"/>
                  </a:moveTo>
                  <a:cubicBezTo>
                    <a:pt x="4" y="18"/>
                    <a:pt x="8" y="11"/>
                    <a:pt x="11" y="0"/>
                  </a:cubicBezTo>
                  <a:cubicBezTo>
                    <a:pt x="8" y="11"/>
                    <a:pt x="4"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0" name="Google Shape;4900;p72"/>
            <p:cNvSpPr/>
            <p:nvPr/>
          </p:nvSpPr>
          <p:spPr>
            <a:xfrm>
              <a:off x="2306248" y="1806041"/>
              <a:ext cx="109" cy="299"/>
            </a:xfrm>
            <a:custGeom>
              <a:rect b="b" l="l" r="r" t="t"/>
              <a:pathLst>
                <a:path extrusionOk="0" h="22" w="8">
                  <a:moveTo>
                    <a:pt x="1" y="2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1" name="Google Shape;4901;p72"/>
            <p:cNvSpPr/>
            <p:nvPr/>
          </p:nvSpPr>
          <p:spPr>
            <a:xfrm>
              <a:off x="2306492" y="1805375"/>
              <a:ext cx="109" cy="244"/>
            </a:xfrm>
            <a:custGeom>
              <a:rect b="b" l="l" r="r" t="t"/>
              <a:pathLst>
                <a:path extrusionOk="0" h="18" w="8">
                  <a:moveTo>
                    <a:pt x="0" y="18"/>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2" name="Google Shape;4902;p72"/>
            <p:cNvSpPr/>
            <p:nvPr/>
          </p:nvSpPr>
          <p:spPr>
            <a:xfrm>
              <a:off x="2305393" y="1809652"/>
              <a:ext cx="109" cy="489"/>
            </a:xfrm>
            <a:custGeom>
              <a:rect b="b" l="l" r="r" t="t"/>
              <a:pathLst>
                <a:path extrusionOk="0" h="36" w="8">
                  <a:moveTo>
                    <a:pt x="1" y="36"/>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3" name="Google Shape;4903;p72"/>
            <p:cNvSpPr/>
            <p:nvPr/>
          </p:nvSpPr>
          <p:spPr>
            <a:xfrm>
              <a:off x="2304687" y="1814404"/>
              <a:ext cx="14" cy="299"/>
            </a:xfrm>
            <a:custGeom>
              <a:rect b="b" l="l" r="r" t="t"/>
              <a:pathLst>
                <a:path extrusionOk="0" h="22" w="1">
                  <a:moveTo>
                    <a:pt x="0" y="22"/>
                  </a:moveTo>
                  <a:lnTo>
                    <a:pt x="0" y="22"/>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4" name="Google Shape;4904;p72"/>
            <p:cNvSpPr/>
            <p:nvPr/>
          </p:nvSpPr>
          <p:spPr>
            <a:xfrm>
              <a:off x="2304917" y="1812313"/>
              <a:ext cx="109" cy="584"/>
            </a:xfrm>
            <a:custGeom>
              <a:rect b="b" l="l" r="r" t="t"/>
              <a:pathLst>
                <a:path extrusionOk="0" h="43" w="8">
                  <a:moveTo>
                    <a:pt x="1" y="43"/>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5" name="Google Shape;4905;p72"/>
            <p:cNvSpPr/>
            <p:nvPr/>
          </p:nvSpPr>
          <p:spPr>
            <a:xfrm>
              <a:off x="2305868" y="1807561"/>
              <a:ext cx="109" cy="394"/>
            </a:xfrm>
            <a:custGeom>
              <a:rect b="b" l="l" r="r" t="t"/>
              <a:pathLst>
                <a:path extrusionOk="0" h="29" w="8">
                  <a:moveTo>
                    <a:pt x="1" y="29"/>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6" name="Google Shape;4906;p72"/>
            <p:cNvSpPr/>
            <p:nvPr/>
          </p:nvSpPr>
          <p:spPr>
            <a:xfrm>
              <a:off x="2305732" y="1808186"/>
              <a:ext cx="109" cy="434"/>
            </a:xfrm>
            <a:custGeom>
              <a:rect b="b" l="l" r="r" t="t"/>
              <a:pathLst>
                <a:path extrusionOk="0" h="32" w="8">
                  <a:moveTo>
                    <a:pt x="0" y="32"/>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7" name="Google Shape;4907;p72"/>
            <p:cNvSpPr/>
            <p:nvPr/>
          </p:nvSpPr>
          <p:spPr>
            <a:xfrm>
              <a:off x="2305107" y="1811363"/>
              <a:ext cx="109" cy="584"/>
            </a:xfrm>
            <a:custGeom>
              <a:rect b="b" l="l" r="r" t="t"/>
              <a:pathLst>
                <a:path extrusionOk="0" h="43" w="8">
                  <a:moveTo>
                    <a:pt x="1" y="43"/>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72"/>
            <p:cNvSpPr/>
            <p:nvPr/>
          </p:nvSpPr>
          <p:spPr>
            <a:xfrm>
              <a:off x="2304782" y="1813359"/>
              <a:ext cx="109" cy="638"/>
            </a:xfrm>
            <a:custGeom>
              <a:rect b="b" l="l" r="r" t="t"/>
              <a:pathLst>
                <a:path extrusionOk="0" h="47" w="8">
                  <a:moveTo>
                    <a:pt x="0" y="46"/>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9" name="Google Shape;4909;p72"/>
            <p:cNvSpPr/>
            <p:nvPr/>
          </p:nvSpPr>
          <p:spPr>
            <a:xfrm>
              <a:off x="2305257" y="1810467"/>
              <a:ext cx="109" cy="530"/>
            </a:xfrm>
            <a:custGeom>
              <a:rect b="b" l="l" r="r" t="t"/>
              <a:pathLst>
                <a:path extrusionOk="0" h="39" w="8">
                  <a:moveTo>
                    <a:pt x="0" y="39"/>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0" name="Google Shape;4910;p72"/>
            <p:cNvSpPr/>
            <p:nvPr/>
          </p:nvSpPr>
          <p:spPr>
            <a:xfrm>
              <a:off x="2305542" y="1808892"/>
              <a:ext cx="109" cy="489"/>
            </a:xfrm>
            <a:custGeom>
              <a:rect b="b" l="l" r="r" t="t"/>
              <a:pathLst>
                <a:path extrusionOk="0" h="36" w="8">
                  <a:moveTo>
                    <a:pt x="0" y="36"/>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72"/>
            <p:cNvSpPr/>
            <p:nvPr/>
          </p:nvSpPr>
          <p:spPr>
            <a:xfrm>
              <a:off x="2306112" y="1806516"/>
              <a:ext cx="109" cy="339"/>
            </a:xfrm>
            <a:custGeom>
              <a:rect b="b" l="l" r="r" t="t"/>
              <a:pathLst>
                <a:path extrusionOk="0" h="25" w="8">
                  <a:moveTo>
                    <a:pt x="0" y="25"/>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2" name="Google Shape;4912;p72"/>
            <p:cNvSpPr/>
            <p:nvPr/>
          </p:nvSpPr>
          <p:spPr>
            <a:xfrm>
              <a:off x="2306017" y="1806991"/>
              <a:ext cx="54" cy="394"/>
            </a:xfrm>
            <a:custGeom>
              <a:rect b="b" l="l" r="r" t="t"/>
              <a:pathLst>
                <a:path extrusionOk="0" h="29" w="4">
                  <a:moveTo>
                    <a:pt x="0" y="29"/>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3" name="Google Shape;4913;p72"/>
            <p:cNvSpPr/>
            <p:nvPr/>
          </p:nvSpPr>
          <p:spPr>
            <a:xfrm>
              <a:off x="2306682" y="1804370"/>
              <a:ext cx="434" cy="774"/>
            </a:xfrm>
            <a:custGeom>
              <a:rect b="b" l="l" r="r" t="t"/>
              <a:pathLst>
                <a:path extrusionOk="0" h="57" w="32">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72"/>
            <p:cNvSpPr/>
            <p:nvPr/>
          </p:nvSpPr>
          <p:spPr>
            <a:xfrm>
              <a:off x="2307633" y="1802280"/>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72"/>
            <p:cNvSpPr/>
            <p:nvPr/>
          </p:nvSpPr>
          <p:spPr>
            <a:xfrm>
              <a:off x="2307769" y="1801614"/>
              <a:ext cx="68" cy="258"/>
            </a:xfrm>
            <a:custGeom>
              <a:rect b="b" l="l" r="r" t="t"/>
              <a:pathLst>
                <a:path extrusionOk="0" h="19" w="5">
                  <a:moveTo>
                    <a:pt x="1"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6" name="Google Shape;4916;p72"/>
            <p:cNvSpPr/>
            <p:nvPr/>
          </p:nvSpPr>
          <p:spPr>
            <a:xfrm>
              <a:off x="2307823" y="1800759"/>
              <a:ext cx="109" cy="448"/>
            </a:xfrm>
            <a:custGeom>
              <a:rect b="b" l="l" r="r" t="t"/>
              <a:pathLst>
                <a:path extrusionOk="0" h="33" w="8">
                  <a:moveTo>
                    <a:pt x="7" y="1"/>
                  </a:moveTo>
                  <a:lnTo>
                    <a:pt x="4" y="15"/>
                  </a:lnTo>
                  <a:cubicBezTo>
                    <a:pt x="0" y="22"/>
                    <a:pt x="0" y="25"/>
                    <a:pt x="0" y="32"/>
                  </a:cubicBezTo>
                  <a:cubicBezTo>
                    <a:pt x="4" y="22"/>
                    <a:pt x="7" y="11"/>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72"/>
            <p:cNvSpPr/>
            <p:nvPr/>
          </p:nvSpPr>
          <p:spPr>
            <a:xfrm>
              <a:off x="2564356" y="1700353"/>
              <a:ext cx="79157" cy="32179"/>
            </a:xfrm>
            <a:custGeom>
              <a:rect b="b" l="l" r="r" t="t"/>
              <a:pathLst>
                <a:path extrusionOk="0" h="2370" w="583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8" name="Google Shape;4918;p72"/>
            <p:cNvSpPr/>
            <p:nvPr/>
          </p:nvSpPr>
          <p:spPr>
            <a:xfrm>
              <a:off x="2342432" y="1695723"/>
              <a:ext cx="47874" cy="20841"/>
            </a:xfrm>
            <a:custGeom>
              <a:rect b="b" l="l" r="r" t="t"/>
              <a:pathLst>
                <a:path extrusionOk="0" h="1535" w="3526">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72"/>
            <p:cNvSpPr/>
            <p:nvPr/>
          </p:nvSpPr>
          <p:spPr>
            <a:xfrm>
              <a:off x="2240180" y="1709559"/>
              <a:ext cx="19076" cy="11745"/>
            </a:xfrm>
            <a:custGeom>
              <a:rect b="b" l="l" r="r" t="t"/>
              <a:pathLst>
                <a:path extrusionOk="0" h="865" w="1405">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0" name="Google Shape;4920;p72"/>
            <p:cNvSpPr/>
            <p:nvPr/>
          </p:nvSpPr>
          <p:spPr>
            <a:xfrm>
              <a:off x="2239949" y="1709871"/>
              <a:ext cx="136291" cy="51934"/>
            </a:xfrm>
            <a:custGeom>
              <a:rect b="b" l="l" r="r" t="t"/>
              <a:pathLst>
                <a:path extrusionOk="0" h="3825" w="10038">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1" name="Google Shape;4921;p72"/>
            <p:cNvSpPr/>
            <p:nvPr/>
          </p:nvSpPr>
          <p:spPr>
            <a:xfrm>
              <a:off x="2314381" y="1759456"/>
              <a:ext cx="68" cy="204"/>
            </a:xfrm>
            <a:custGeom>
              <a:rect b="b" l="l" r="r" t="t"/>
              <a:pathLst>
                <a:path extrusionOk="0" h="15" w="5">
                  <a:moveTo>
                    <a:pt x="4" y="1"/>
                  </a:moveTo>
                  <a:cubicBezTo>
                    <a:pt x="4" y="4"/>
                    <a:pt x="1" y="8"/>
                    <a:pt x="1" y="15"/>
                  </a:cubicBezTo>
                  <a:cubicBezTo>
                    <a:pt x="1" y="8"/>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72"/>
            <p:cNvSpPr/>
            <p:nvPr/>
          </p:nvSpPr>
          <p:spPr>
            <a:xfrm>
              <a:off x="2314530" y="1758886"/>
              <a:ext cx="14" cy="204"/>
            </a:xfrm>
            <a:custGeom>
              <a:rect b="b" l="l" r="r" t="t"/>
              <a:pathLst>
                <a:path extrusionOk="0" h="15" w="1">
                  <a:moveTo>
                    <a:pt x="0"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3" name="Google Shape;4923;p72"/>
            <p:cNvSpPr/>
            <p:nvPr/>
          </p:nvSpPr>
          <p:spPr>
            <a:xfrm>
              <a:off x="2314625" y="1758275"/>
              <a:ext cx="14" cy="244"/>
            </a:xfrm>
            <a:custGeom>
              <a:rect b="b" l="l" r="r" t="t"/>
              <a:pathLst>
                <a:path extrusionOk="0" h="18" w="1">
                  <a:moveTo>
                    <a:pt x="0"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4" name="Google Shape;4924;p72"/>
            <p:cNvSpPr/>
            <p:nvPr/>
          </p:nvSpPr>
          <p:spPr>
            <a:xfrm>
              <a:off x="2314571" y="1758601"/>
              <a:ext cx="14" cy="204"/>
            </a:xfrm>
            <a:custGeom>
              <a:rect b="b" l="l" r="r" t="t"/>
              <a:pathLst>
                <a:path extrusionOk="0" h="15" w="1">
                  <a:moveTo>
                    <a:pt x="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72"/>
            <p:cNvSpPr/>
            <p:nvPr/>
          </p:nvSpPr>
          <p:spPr>
            <a:xfrm>
              <a:off x="2314435" y="1759171"/>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72"/>
            <p:cNvSpPr/>
            <p:nvPr/>
          </p:nvSpPr>
          <p:spPr>
            <a:xfrm>
              <a:off x="2314150" y="1759701"/>
              <a:ext cx="204" cy="530"/>
            </a:xfrm>
            <a:custGeom>
              <a:rect b="b" l="l" r="r" t="t"/>
              <a:pathLst>
                <a:path extrusionOk="0" h="39" w="15">
                  <a:moveTo>
                    <a:pt x="14" y="0"/>
                  </a:moveTo>
                  <a:cubicBezTo>
                    <a:pt x="11" y="14"/>
                    <a:pt x="7" y="28"/>
                    <a:pt x="0" y="39"/>
                  </a:cubicBezTo>
                  <a:cubicBezTo>
                    <a:pt x="7" y="28"/>
                    <a:pt x="11" y="14"/>
                    <a:pt x="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7" name="Google Shape;4927;p72"/>
            <p:cNvSpPr/>
            <p:nvPr/>
          </p:nvSpPr>
          <p:spPr>
            <a:xfrm>
              <a:off x="2312575" y="1761411"/>
              <a:ext cx="394" cy="149"/>
            </a:xfrm>
            <a:custGeom>
              <a:rect b="b" l="l" r="r" t="t"/>
              <a:pathLst>
                <a:path extrusionOk="0" h="11" w="29">
                  <a:moveTo>
                    <a:pt x="28" y="0"/>
                  </a:moveTo>
                  <a:cubicBezTo>
                    <a:pt x="18" y="4"/>
                    <a:pt x="11" y="7"/>
                    <a:pt x="0" y="11"/>
                  </a:cubicBezTo>
                  <a:cubicBezTo>
                    <a:pt x="11" y="7"/>
                    <a:pt x="18" y="4"/>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8" name="Google Shape;4928;p72"/>
            <p:cNvSpPr/>
            <p:nvPr/>
          </p:nvSpPr>
          <p:spPr>
            <a:xfrm>
              <a:off x="2313811" y="1760556"/>
              <a:ext cx="149" cy="149"/>
            </a:xfrm>
            <a:custGeom>
              <a:rect b="b" l="l" r="r" t="t"/>
              <a:pathLst>
                <a:path extrusionOk="0" h="11" w="11">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9" name="Google Shape;4929;p72"/>
            <p:cNvSpPr/>
            <p:nvPr/>
          </p:nvSpPr>
          <p:spPr>
            <a:xfrm>
              <a:off x="2313580" y="1760787"/>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0" name="Google Shape;4930;p72"/>
            <p:cNvSpPr/>
            <p:nvPr/>
          </p:nvSpPr>
          <p:spPr>
            <a:xfrm>
              <a:off x="2338427" y="1752993"/>
              <a:ext cx="4630" cy="1439"/>
            </a:xfrm>
            <a:custGeom>
              <a:rect b="b" l="l" r="r" t="t"/>
              <a:pathLst>
                <a:path extrusionOk="0" h="106" w="341">
                  <a:moveTo>
                    <a:pt x="341" y="1"/>
                  </a:moveTo>
                  <a:cubicBezTo>
                    <a:pt x="243" y="67"/>
                    <a:pt x="123" y="106"/>
                    <a:pt x="1" y="106"/>
                  </a:cubicBezTo>
                  <a:cubicBezTo>
                    <a:pt x="123" y="106"/>
                    <a:pt x="243" y="67"/>
                    <a:pt x="34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1" name="Google Shape;4931;p72"/>
            <p:cNvSpPr/>
            <p:nvPr/>
          </p:nvSpPr>
          <p:spPr>
            <a:xfrm>
              <a:off x="2312236" y="1761601"/>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2" name="Google Shape;4932;p72"/>
            <p:cNvSpPr/>
            <p:nvPr/>
          </p:nvSpPr>
          <p:spPr>
            <a:xfrm>
              <a:off x="2314001" y="1760312"/>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3" name="Google Shape;4933;p72"/>
            <p:cNvSpPr/>
            <p:nvPr/>
          </p:nvSpPr>
          <p:spPr>
            <a:xfrm>
              <a:off x="2312955" y="1761221"/>
              <a:ext cx="299" cy="149"/>
            </a:xfrm>
            <a:custGeom>
              <a:rect b="b" l="l" r="r" t="t"/>
              <a:pathLst>
                <a:path extrusionOk="0" h="11" w="22">
                  <a:moveTo>
                    <a:pt x="21" y="0"/>
                  </a:moveTo>
                  <a:cubicBezTo>
                    <a:pt x="14" y="4"/>
                    <a:pt x="7" y="7"/>
                    <a:pt x="0" y="11"/>
                  </a:cubicBezTo>
                  <a:cubicBezTo>
                    <a:pt x="7" y="7"/>
                    <a:pt x="14" y="4"/>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4" name="Google Shape;4934;p72"/>
            <p:cNvSpPr/>
            <p:nvPr/>
          </p:nvSpPr>
          <p:spPr>
            <a:xfrm>
              <a:off x="2356254" y="1750291"/>
              <a:ext cx="1344" cy="285"/>
            </a:xfrm>
            <a:custGeom>
              <a:rect b="b" l="l" r="r" t="t"/>
              <a:pathLst>
                <a:path extrusionOk="0" h="21" w="99">
                  <a:moveTo>
                    <a:pt x="4" y="7"/>
                  </a:moveTo>
                  <a:lnTo>
                    <a:pt x="1" y="7"/>
                  </a:lnTo>
                  <a:lnTo>
                    <a:pt x="4" y="7"/>
                  </a:lnTo>
                  <a:lnTo>
                    <a:pt x="25" y="0"/>
                  </a:lnTo>
                  <a:lnTo>
                    <a:pt x="99" y="21"/>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5" name="Google Shape;4935;p72"/>
            <p:cNvSpPr/>
            <p:nvPr/>
          </p:nvSpPr>
          <p:spPr>
            <a:xfrm>
              <a:off x="2314720" y="1754758"/>
              <a:ext cx="2009" cy="2770"/>
            </a:xfrm>
            <a:custGeom>
              <a:rect b="b" l="l" r="r" t="t"/>
              <a:pathLst>
                <a:path extrusionOk="0" h="204" w="148">
                  <a:moveTo>
                    <a:pt x="147" y="0"/>
                  </a:moveTo>
                  <a:cubicBezTo>
                    <a:pt x="63" y="28"/>
                    <a:pt x="14" y="123"/>
                    <a:pt x="0" y="203"/>
                  </a:cubicBezTo>
                  <a:cubicBezTo>
                    <a:pt x="14" y="126"/>
                    <a:pt x="63" y="32"/>
                    <a:pt x="14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6" name="Google Shape;4936;p72"/>
            <p:cNvSpPr/>
            <p:nvPr/>
          </p:nvSpPr>
          <p:spPr>
            <a:xfrm>
              <a:off x="2313335" y="1761031"/>
              <a:ext cx="204" cy="109"/>
            </a:xfrm>
            <a:custGeom>
              <a:rect b="b" l="l" r="r" t="t"/>
              <a:pathLst>
                <a:path extrusionOk="0" h="8" w="15">
                  <a:moveTo>
                    <a:pt x="1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7" name="Google Shape;4937;p72"/>
            <p:cNvSpPr/>
            <p:nvPr/>
          </p:nvSpPr>
          <p:spPr>
            <a:xfrm>
              <a:off x="2360911" y="1713591"/>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8" name="Google Shape;4938;p72"/>
            <p:cNvSpPr/>
            <p:nvPr/>
          </p:nvSpPr>
          <p:spPr>
            <a:xfrm>
              <a:off x="2360531" y="1713686"/>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9" name="Google Shape;4939;p72"/>
            <p:cNvSpPr/>
            <p:nvPr/>
          </p:nvSpPr>
          <p:spPr>
            <a:xfrm>
              <a:off x="2361291" y="1713442"/>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0" name="Google Shape;4940;p72"/>
            <p:cNvSpPr/>
            <p:nvPr/>
          </p:nvSpPr>
          <p:spPr>
            <a:xfrm>
              <a:off x="2364332" y="1715628"/>
              <a:ext cx="1208" cy="1724"/>
            </a:xfrm>
            <a:custGeom>
              <a:rect b="b" l="l" r="r" t="t"/>
              <a:pathLst>
                <a:path extrusionOk="0" h="127" w="89">
                  <a:moveTo>
                    <a:pt x="1" y="1"/>
                  </a:moveTo>
                  <a:cubicBezTo>
                    <a:pt x="25" y="39"/>
                    <a:pt x="53" y="81"/>
                    <a:pt x="88" y="127"/>
                  </a:cubicBezTo>
                  <a:cubicBezTo>
                    <a:pt x="57" y="81"/>
                    <a:pt x="29"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1" name="Google Shape;4941;p72"/>
            <p:cNvSpPr/>
            <p:nvPr/>
          </p:nvSpPr>
          <p:spPr>
            <a:xfrm>
              <a:off x="2358725" y="1713917"/>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2" name="Google Shape;4942;p72"/>
            <p:cNvSpPr/>
            <p:nvPr/>
          </p:nvSpPr>
          <p:spPr>
            <a:xfrm>
              <a:off x="2354163" y="1713822"/>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3" name="Google Shape;4943;p72"/>
            <p:cNvSpPr/>
            <p:nvPr/>
          </p:nvSpPr>
          <p:spPr>
            <a:xfrm>
              <a:off x="2353552" y="1713781"/>
              <a:ext cx="394" cy="14"/>
            </a:xfrm>
            <a:custGeom>
              <a:rect b="b" l="l" r="r" t="t"/>
              <a:pathLst>
                <a:path extrusionOk="0" h="1" w="29">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72"/>
            <p:cNvSpPr/>
            <p:nvPr/>
          </p:nvSpPr>
          <p:spPr>
            <a:xfrm>
              <a:off x="2359200" y="1713876"/>
              <a:ext cx="258" cy="14"/>
            </a:xfrm>
            <a:custGeom>
              <a:rect b="b" l="l" r="r" t="t"/>
              <a:pathLst>
                <a:path extrusionOk="0" h="1" w="19">
                  <a:moveTo>
                    <a:pt x="1"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5" name="Google Shape;4945;p72"/>
            <p:cNvSpPr/>
            <p:nvPr/>
          </p:nvSpPr>
          <p:spPr>
            <a:xfrm>
              <a:off x="2365812" y="1717814"/>
              <a:ext cx="14" cy="14"/>
            </a:xfrm>
            <a:custGeom>
              <a:rect b="b" l="l" r="r" t="t"/>
              <a:pathLst>
                <a:path extrusionOk="0" h="1" w="1">
                  <a:moveTo>
                    <a:pt x="0" y="1"/>
                  </a:move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6" name="Google Shape;4946;p72"/>
            <p:cNvSpPr/>
            <p:nvPr/>
          </p:nvSpPr>
          <p:spPr>
            <a:xfrm>
              <a:off x="2354788" y="171387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72"/>
            <p:cNvSpPr/>
            <p:nvPr/>
          </p:nvSpPr>
          <p:spPr>
            <a:xfrm>
              <a:off x="2355358" y="171391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72"/>
            <p:cNvSpPr/>
            <p:nvPr/>
          </p:nvSpPr>
          <p:spPr>
            <a:xfrm>
              <a:off x="2357680" y="171397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9" name="Google Shape;4949;p72"/>
            <p:cNvSpPr/>
            <p:nvPr/>
          </p:nvSpPr>
          <p:spPr>
            <a:xfrm>
              <a:off x="2359675" y="1713822"/>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0" name="Google Shape;4950;p72"/>
            <p:cNvSpPr/>
            <p:nvPr/>
          </p:nvSpPr>
          <p:spPr>
            <a:xfrm>
              <a:off x="2358209" y="171391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1" name="Google Shape;4951;p72"/>
            <p:cNvSpPr/>
            <p:nvPr/>
          </p:nvSpPr>
          <p:spPr>
            <a:xfrm>
              <a:off x="2356539" y="17139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72"/>
            <p:cNvSpPr/>
            <p:nvPr/>
          </p:nvSpPr>
          <p:spPr>
            <a:xfrm>
              <a:off x="2360110" y="1713781"/>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3" name="Google Shape;4953;p72"/>
            <p:cNvSpPr/>
            <p:nvPr/>
          </p:nvSpPr>
          <p:spPr>
            <a:xfrm>
              <a:off x="2357299" y="171397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4" name="Google Shape;4954;p72"/>
            <p:cNvSpPr/>
            <p:nvPr/>
          </p:nvSpPr>
          <p:spPr>
            <a:xfrm>
              <a:off x="2355969" y="17139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72"/>
            <p:cNvSpPr/>
            <p:nvPr/>
          </p:nvSpPr>
          <p:spPr>
            <a:xfrm>
              <a:off x="2628523" y="1764588"/>
              <a:ext cx="15085" cy="14419"/>
            </a:xfrm>
            <a:custGeom>
              <a:rect b="b" l="l" r="r" t="t"/>
              <a:pathLst>
                <a:path extrusionOk="0" h="1062" w="1111">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72"/>
            <p:cNvSpPr/>
            <p:nvPr/>
          </p:nvSpPr>
          <p:spPr>
            <a:xfrm>
              <a:off x="2634090" y="1775192"/>
              <a:ext cx="964" cy="2620"/>
            </a:xfrm>
            <a:custGeom>
              <a:rect b="b" l="l" r="r" t="t"/>
              <a:pathLst>
                <a:path extrusionOk="0" h="193" w="71">
                  <a:moveTo>
                    <a:pt x="0" y="0"/>
                  </a:moveTo>
                  <a:cubicBezTo>
                    <a:pt x="46" y="53"/>
                    <a:pt x="70" y="123"/>
                    <a:pt x="67" y="193"/>
                  </a:cubicBezTo>
                  <a:cubicBezTo>
                    <a:pt x="70" y="123"/>
                    <a:pt x="46" y="53"/>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7" name="Google Shape;4957;p72"/>
            <p:cNvSpPr/>
            <p:nvPr/>
          </p:nvSpPr>
          <p:spPr>
            <a:xfrm>
              <a:off x="2633846" y="1775002"/>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8" name="Google Shape;4958;p72"/>
            <p:cNvSpPr/>
            <p:nvPr/>
          </p:nvSpPr>
          <p:spPr>
            <a:xfrm>
              <a:off x="2628483" y="1768349"/>
              <a:ext cx="339" cy="489"/>
            </a:xfrm>
            <a:custGeom>
              <a:rect b="b" l="l" r="r" t="t"/>
              <a:pathLst>
                <a:path extrusionOk="0" h="36" w="25">
                  <a:moveTo>
                    <a:pt x="0" y="0"/>
                  </a:moveTo>
                  <a:cubicBezTo>
                    <a:pt x="11" y="11"/>
                    <a:pt x="18" y="21"/>
                    <a:pt x="25" y="35"/>
                  </a:cubicBezTo>
                  <a:cubicBezTo>
                    <a:pt x="21" y="21"/>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9" name="Google Shape;4959;p72"/>
            <p:cNvSpPr/>
            <p:nvPr/>
          </p:nvSpPr>
          <p:spPr>
            <a:xfrm>
              <a:off x="2634891" y="1778858"/>
              <a:ext cx="14" cy="95"/>
            </a:xfrm>
            <a:custGeom>
              <a:rect b="b" l="l" r="r" t="t"/>
              <a:pathLst>
                <a:path extrusionOk="0" h="7"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72"/>
            <p:cNvSpPr/>
            <p:nvPr/>
          </p:nvSpPr>
          <p:spPr>
            <a:xfrm>
              <a:off x="2629148" y="1769341"/>
              <a:ext cx="204" cy="394"/>
            </a:xfrm>
            <a:custGeom>
              <a:rect b="b" l="l" r="r" t="t"/>
              <a:pathLst>
                <a:path extrusionOk="0" h="29" w="15">
                  <a:moveTo>
                    <a:pt x="0" y="1"/>
                  </a:moveTo>
                  <a:lnTo>
                    <a:pt x="0" y="1"/>
                  </a:lnTo>
                  <a:cubicBezTo>
                    <a:pt x="7" y="11"/>
                    <a:pt x="11" y="22"/>
                    <a:pt x="14" y="29"/>
                  </a:cubicBezTo>
                  <a:cubicBezTo>
                    <a:pt x="11" y="18"/>
                    <a:pt x="7"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1" name="Google Shape;4961;p72"/>
            <p:cNvSpPr/>
            <p:nvPr/>
          </p:nvSpPr>
          <p:spPr>
            <a:xfrm>
              <a:off x="2634986" y="1777894"/>
              <a:ext cx="14" cy="204"/>
            </a:xfrm>
            <a:custGeom>
              <a:rect b="b" l="l" r="r" t="t"/>
              <a:pathLst>
                <a:path extrusionOk="0" h="15" w="1">
                  <a:moveTo>
                    <a:pt x="1" y="1"/>
                  </a:moveTo>
                  <a:lnTo>
                    <a:pt x="1" y="15"/>
                  </a:lnTo>
                  <a:cubicBezTo>
                    <a:pt x="1"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2" name="Google Shape;4962;p72"/>
            <p:cNvSpPr/>
            <p:nvPr/>
          </p:nvSpPr>
          <p:spPr>
            <a:xfrm>
              <a:off x="2628904" y="1768865"/>
              <a:ext cx="204" cy="394"/>
            </a:xfrm>
            <a:custGeom>
              <a:rect b="b" l="l" r="r" t="t"/>
              <a:pathLst>
                <a:path extrusionOk="0" h="29" w="15">
                  <a:moveTo>
                    <a:pt x="15" y="29"/>
                  </a:moveTo>
                  <a:cubicBezTo>
                    <a:pt x="11" y="18"/>
                    <a:pt x="4" y="11"/>
                    <a:pt x="1" y="1"/>
                  </a:cubicBezTo>
                  <a:cubicBezTo>
                    <a:pt x="4" y="11"/>
                    <a:pt x="11" y="18"/>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72"/>
            <p:cNvSpPr/>
            <p:nvPr/>
          </p:nvSpPr>
          <p:spPr>
            <a:xfrm>
              <a:off x="2629379" y="1769816"/>
              <a:ext cx="204" cy="489"/>
            </a:xfrm>
            <a:custGeom>
              <a:rect b="b" l="l" r="r" t="t"/>
              <a:pathLst>
                <a:path extrusionOk="0" h="36" w="15">
                  <a:moveTo>
                    <a:pt x="15" y="36"/>
                  </a:moveTo>
                  <a:cubicBezTo>
                    <a:pt x="11" y="25"/>
                    <a:pt x="4" y="15"/>
                    <a:pt x="1" y="1"/>
                  </a:cubicBezTo>
                  <a:cubicBezTo>
                    <a:pt x="4" y="15"/>
                    <a:pt x="11" y="25"/>
                    <a:pt x="15"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72"/>
            <p:cNvSpPr/>
            <p:nvPr/>
          </p:nvSpPr>
          <p:spPr>
            <a:xfrm>
              <a:off x="2964159" y="1702797"/>
              <a:ext cx="47345" cy="45539"/>
            </a:xfrm>
            <a:custGeom>
              <a:rect b="b" l="l" r="r" t="t"/>
              <a:pathLst>
                <a:path extrusionOk="0" h="3354" w="3487">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5" name="Google Shape;4965;p72"/>
            <p:cNvSpPr/>
            <p:nvPr/>
          </p:nvSpPr>
          <p:spPr>
            <a:xfrm>
              <a:off x="2991817" y="1742539"/>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6" name="Google Shape;4966;p72"/>
            <p:cNvSpPr/>
            <p:nvPr/>
          </p:nvSpPr>
          <p:spPr>
            <a:xfrm>
              <a:off x="2987920" y="1742769"/>
              <a:ext cx="625" cy="68"/>
            </a:xfrm>
            <a:custGeom>
              <a:rect b="b" l="l" r="r" t="t"/>
              <a:pathLst>
                <a:path extrusionOk="0" h="5" w="46">
                  <a:moveTo>
                    <a:pt x="46"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7" name="Google Shape;4967;p72"/>
            <p:cNvSpPr/>
            <p:nvPr/>
          </p:nvSpPr>
          <p:spPr>
            <a:xfrm>
              <a:off x="2992387" y="1742294"/>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72"/>
            <p:cNvSpPr/>
            <p:nvPr/>
          </p:nvSpPr>
          <p:spPr>
            <a:xfrm>
              <a:off x="2980547" y="1745770"/>
              <a:ext cx="774" cy="584"/>
            </a:xfrm>
            <a:custGeom>
              <a:rect b="b" l="l" r="r" t="t"/>
              <a:pathLst>
                <a:path extrusionOk="0" h="43" w="57">
                  <a:moveTo>
                    <a:pt x="57" y="0"/>
                  </a:moveTo>
                  <a:lnTo>
                    <a:pt x="1"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9" name="Google Shape;4969;p72"/>
            <p:cNvSpPr/>
            <p:nvPr/>
          </p:nvSpPr>
          <p:spPr>
            <a:xfrm>
              <a:off x="2979556" y="1746476"/>
              <a:ext cx="815" cy="584"/>
            </a:xfrm>
            <a:custGeom>
              <a:rect b="b" l="l" r="r" t="t"/>
              <a:pathLst>
                <a:path extrusionOk="0" h="43" w="60">
                  <a:moveTo>
                    <a:pt x="60" y="1"/>
                  </a:moveTo>
                  <a:lnTo>
                    <a:pt x="0"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0" name="Google Shape;4970;p72"/>
            <p:cNvSpPr/>
            <p:nvPr/>
          </p:nvSpPr>
          <p:spPr>
            <a:xfrm>
              <a:off x="2982312" y="1744100"/>
              <a:ext cx="1154" cy="964"/>
            </a:xfrm>
            <a:custGeom>
              <a:rect b="b" l="l" r="r" t="t"/>
              <a:pathLst>
                <a:path extrusionOk="0" h="71" w="85">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72"/>
            <p:cNvSpPr/>
            <p:nvPr/>
          </p:nvSpPr>
          <p:spPr>
            <a:xfrm>
              <a:off x="2989101" y="1742674"/>
              <a:ext cx="1398" cy="14"/>
            </a:xfrm>
            <a:custGeom>
              <a:rect b="b" l="l" r="r" t="t"/>
              <a:pathLst>
                <a:path extrusionOk="0" h="1" w="103">
                  <a:moveTo>
                    <a:pt x="103"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72"/>
            <p:cNvSpPr/>
            <p:nvPr/>
          </p:nvSpPr>
          <p:spPr>
            <a:xfrm>
              <a:off x="2993052" y="174196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3" name="Google Shape;4973;p72"/>
            <p:cNvSpPr/>
            <p:nvPr/>
          </p:nvSpPr>
          <p:spPr>
            <a:xfrm>
              <a:off x="2991111" y="1742674"/>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4" name="Google Shape;4974;p72"/>
            <p:cNvSpPr/>
            <p:nvPr/>
          </p:nvSpPr>
          <p:spPr>
            <a:xfrm>
              <a:off x="2643975" y="1811444"/>
              <a:ext cx="54487" cy="30006"/>
            </a:xfrm>
            <a:custGeom>
              <a:rect b="b" l="l" r="r" t="t"/>
              <a:pathLst>
                <a:path extrusionOk="0" h="2210" w="4013">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5" name="Google Shape;4975;p72"/>
            <p:cNvSpPr/>
            <p:nvPr/>
          </p:nvSpPr>
          <p:spPr>
            <a:xfrm>
              <a:off x="2645115" y="1813508"/>
              <a:ext cx="3001" cy="3381"/>
            </a:xfrm>
            <a:custGeom>
              <a:rect b="b" l="l" r="r" t="t"/>
              <a:pathLst>
                <a:path extrusionOk="0" h="249" w="221">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72"/>
            <p:cNvSpPr/>
            <p:nvPr/>
          </p:nvSpPr>
          <p:spPr>
            <a:xfrm>
              <a:off x="2697592" y="1832327"/>
              <a:ext cx="14" cy="394"/>
            </a:xfrm>
            <a:custGeom>
              <a:rect b="b" l="l" r="r" t="t"/>
              <a:pathLst>
                <a:path extrusionOk="0" h="29" w="1">
                  <a:moveTo>
                    <a:pt x="0" y="0"/>
                  </a:moveTo>
                  <a:lnTo>
                    <a:pt x="0" y="28"/>
                  </a:lnTo>
                  <a:cubicBezTo>
                    <a:pt x="0" y="18"/>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7" name="Google Shape;4977;p72"/>
            <p:cNvSpPr/>
            <p:nvPr/>
          </p:nvSpPr>
          <p:spPr>
            <a:xfrm>
              <a:off x="2650763" y="1826149"/>
              <a:ext cx="2878" cy="1955"/>
            </a:xfrm>
            <a:custGeom>
              <a:rect b="b" l="l" r="r" t="t"/>
              <a:pathLst>
                <a:path extrusionOk="0" h="144" w="212">
                  <a:moveTo>
                    <a:pt x="1" y="0"/>
                  </a:moveTo>
                  <a:cubicBezTo>
                    <a:pt x="110" y="39"/>
                    <a:pt x="194" y="74"/>
                    <a:pt x="211" y="144"/>
                  </a:cubicBezTo>
                  <a:cubicBezTo>
                    <a:pt x="194" y="74"/>
                    <a:pt x="110"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8" name="Google Shape;4978;p72"/>
            <p:cNvSpPr/>
            <p:nvPr/>
          </p:nvSpPr>
          <p:spPr>
            <a:xfrm>
              <a:off x="2697633" y="1831892"/>
              <a:ext cx="68" cy="353"/>
            </a:xfrm>
            <a:custGeom>
              <a:rect b="b" l="l" r="r" t="t"/>
              <a:pathLst>
                <a:path extrusionOk="0" h="26" w="5">
                  <a:moveTo>
                    <a:pt x="4" y="1"/>
                  </a:moveTo>
                  <a:cubicBezTo>
                    <a:pt x="4" y="8"/>
                    <a:pt x="1" y="15"/>
                    <a:pt x="1" y="25"/>
                  </a:cubicBezTo>
                  <a:cubicBezTo>
                    <a:pt x="4"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72"/>
            <p:cNvSpPr/>
            <p:nvPr/>
          </p:nvSpPr>
          <p:spPr>
            <a:xfrm>
              <a:off x="2658856" y="1830426"/>
              <a:ext cx="5811" cy="3381"/>
            </a:xfrm>
            <a:custGeom>
              <a:rect b="b" l="l" r="r" t="t"/>
              <a:pathLst>
                <a:path extrusionOk="0" h="249" w="428">
                  <a:moveTo>
                    <a:pt x="427" y="249"/>
                  </a:moveTo>
                  <a:cubicBezTo>
                    <a:pt x="326" y="172"/>
                    <a:pt x="147" y="35"/>
                    <a:pt x="0" y="0"/>
                  </a:cubicBezTo>
                  <a:cubicBezTo>
                    <a:pt x="147" y="35"/>
                    <a:pt x="326" y="172"/>
                    <a:pt x="427" y="2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72"/>
            <p:cNvSpPr/>
            <p:nvPr/>
          </p:nvSpPr>
          <p:spPr>
            <a:xfrm>
              <a:off x="2726960" y="1826773"/>
              <a:ext cx="59904" cy="135897"/>
            </a:xfrm>
            <a:custGeom>
              <a:rect b="b" l="l" r="r" t="t"/>
              <a:pathLst>
                <a:path extrusionOk="0" h="10009" w="4412">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1" name="Google Shape;4981;p72"/>
            <p:cNvSpPr/>
            <p:nvPr/>
          </p:nvSpPr>
          <p:spPr>
            <a:xfrm>
              <a:off x="2728671" y="1883663"/>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2" name="Google Shape;4982;p72"/>
            <p:cNvSpPr/>
            <p:nvPr/>
          </p:nvSpPr>
          <p:spPr>
            <a:xfrm>
              <a:off x="2729241" y="1883039"/>
              <a:ext cx="14" cy="68"/>
            </a:xfrm>
            <a:custGeom>
              <a:rect b="b" l="l" r="r" t="t"/>
              <a:pathLst>
                <a:path extrusionOk="0" h="5" w="1">
                  <a:moveTo>
                    <a:pt x="1" y="1"/>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3" name="Google Shape;4983;p72"/>
            <p:cNvSpPr/>
            <p:nvPr/>
          </p:nvSpPr>
          <p:spPr>
            <a:xfrm>
              <a:off x="2728155" y="1883989"/>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72"/>
            <p:cNvSpPr/>
            <p:nvPr/>
          </p:nvSpPr>
          <p:spPr>
            <a:xfrm>
              <a:off x="2728820" y="1883568"/>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5" name="Google Shape;4985;p72"/>
            <p:cNvSpPr/>
            <p:nvPr/>
          </p:nvSpPr>
          <p:spPr>
            <a:xfrm>
              <a:off x="2728440" y="1883799"/>
              <a:ext cx="149" cy="109"/>
            </a:xfrm>
            <a:custGeom>
              <a:rect b="b" l="l" r="r" t="t"/>
              <a:pathLst>
                <a:path extrusionOk="0" h="8" w="11">
                  <a:moveTo>
                    <a:pt x="0"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6" name="Google Shape;4986;p72"/>
            <p:cNvSpPr/>
            <p:nvPr/>
          </p:nvSpPr>
          <p:spPr>
            <a:xfrm>
              <a:off x="2727341" y="1884518"/>
              <a:ext cx="299" cy="244"/>
            </a:xfrm>
            <a:custGeom>
              <a:rect b="b" l="l" r="r" t="t"/>
              <a:pathLst>
                <a:path extrusionOk="0" h="18" w="22">
                  <a:moveTo>
                    <a:pt x="1" y="18"/>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72"/>
            <p:cNvSpPr/>
            <p:nvPr/>
          </p:nvSpPr>
          <p:spPr>
            <a:xfrm>
              <a:off x="2727775" y="1884233"/>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72"/>
            <p:cNvSpPr/>
            <p:nvPr/>
          </p:nvSpPr>
          <p:spPr>
            <a:xfrm>
              <a:off x="2726825" y="1884844"/>
              <a:ext cx="394" cy="394"/>
            </a:xfrm>
            <a:custGeom>
              <a:rect b="b" l="l" r="r" t="t"/>
              <a:pathLst>
                <a:path extrusionOk="0" h="29" w="29">
                  <a:moveTo>
                    <a:pt x="0" y="29"/>
                  </a:moveTo>
                  <a:lnTo>
                    <a:pt x="0" y="29"/>
                  </a:ln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9" name="Google Shape;4989;p72"/>
            <p:cNvSpPr/>
            <p:nvPr/>
          </p:nvSpPr>
          <p:spPr>
            <a:xfrm>
              <a:off x="2729296" y="1878531"/>
              <a:ext cx="1914" cy="4331"/>
            </a:xfrm>
            <a:custGeom>
              <a:rect b="b" l="l" r="r" t="t"/>
              <a:pathLst>
                <a:path extrusionOk="0" h="319" w="141">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0" name="Google Shape;4990;p72"/>
            <p:cNvSpPr/>
            <p:nvPr/>
          </p:nvSpPr>
          <p:spPr>
            <a:xfrm>
              <a:off x="2733668" y="187467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1" name="Google Shape;4991;p72"/>
            <p:cNvSpPr/>
            <p:nvPr/>
          </p:nvSpPr>
          <p:spPr>
            <a:xfrm>
              <a:off x="2760334" y="1831037"/>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72"/>
            <p:cNvSpPr/>
            <p:nvPr/>
          </p:nvSpPr>
          <p:spPr>
            <a:xfrm>
              <a:off x="2760565" y="1830806"/>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3" name="Google Shape;4993;p72"/>
            <p:cNvSpPr/>
            <p:nvPr/>
          </p:nvSpPr>
          <p:spPr>
            <a:xfrm>
              <a:off x="2760945" y="1830236"/>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4" name="Google Shape;4994;p72"/>
            <p:cNvSpPr/>
            <p:nvPr/>
          </p:nvSpPr>
          <p:spPr>
            <a:xfrm>
              <a:off x="2760089" y="1831227"/>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5" name="Google Shape;4995;p72"/>
            <p:cNvSpPr/>
            <p:nvPr/>
          </p:nvSpPr>
          <p:spPr>
            <a:xfrm>
              <a:off x="2760755" y="1830521"/>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6" name="Google Shape;4996;p72"/>
            <p:cNvSpPr/>
            <p:nvPr/>
          </p:nvSpPr>
          <p:spPr>
            <a:xfrm>
              <a:off x="2761135" y="1829951"/>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7" name="Google Shape;4997;p72"/>
            <p:cNvSpPr/>
            <p:nvPr/>
          </p:nvSpPr>
          <p:spPr>
            <a:xfrm>
              <a:off x="2755297" y="18362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8" name="Google Shape;4998;p72"/>
            <p:cNvSpPr/>
            <p:nvPr/>
          </p:nvSpPr>
          <p:spPr>
            <a:xfrm>
              <a:off x="2734374" y="1864885"/>
              <a:ext cx="1059" cy="5010"/>
            </a:xfrm>
            <a:custGeom>
              <a:rect b="b" l="l" r="r" t="t"/>
              <a:pathLst>
                <a:path extrusionOk="0" h="369" w="78">
                  <a:moveTo>
                    <a:pt x="78" y="1"/>
                  </a:moveTo>
                  <a:cubicBezTo>
                    <a:pt x="67" y="134"/>
                    <a:pt x="57" y="284"/>
                    <a:pt x="1" y="368"/>
                  </a:cubicBezTo>
                  <a:cubicBezTo>
                    <a:pt x="57" y="284"/>
                    <a:pt x="67" y="134"/>
                    <a:pt x="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9" name="Google Shape;4999;p72"/>
            <p:cNvSpPr/>
            <p:nvPr/>
          </p:nvSpPr>
          <p:spPr>
            <a:xfrm>
              <a:off x="2731903" y="1878151"/>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0" name="Google Shape;5000;p72"/>
            <p:cNvSpPr/>
            <p:nvPr/>
          </p:nvSpPr>
          <p:spPr>
            <a:xfrm>
              <a:off x="2761135" y="1836658"/>
              <a:ext cx="204" cy="720"/>
            </a:xfrm>
            <a:custGeom>
              <a:rect b="b" l="l" r="r" t="t"/>
              <a:pathLst>
                <a:path extrusionOk="0" h="53" w="15">
                  <a:moveTo>
                    <a:pt x="15" y="0"/>
                  </a:moveTo>
                  <a:cubicBezTo>
                    <a:pt x="15" y="18"/>
                    <a:pt x="11" y="39"/>
                    <a:pt x="1" y="53"/>
                  </a:cubicBezTo>
                  <a:cubicBezTo>
                    <a:pt x="11" y="39"/>
                    <a:pt x="15" y="18"/>
                    <a:pt x="1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1" name="Google Shape;5001;p72"/>
            <p:cNvSpPr/>
            <p:nvPr/>
          </p:nvSpPr>
          <p:spPr>
            <a:xfrm>
              <a:off x="2755527" y="1836128"/>
              <a:ext cx="204" cy="68"/>
            </a:xfrm>
            <a:custGeom>
              <a:rect b="b" l="l" r="r" t="t"/>
              <a:pathLst>
                <a:path extrusionOk="0" h="5" w="15">
                  <a:moveTo>
                    <a:pt x="1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72"/>
            <p:cNvSpPr/>
            <p:nvPr/>
          </p:nvSpPr>
          <p:spPr>
            <a:xfrm>
              <a:off x="2761990" y="1827805"/>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72"/>
            <p:cNvSpPr/>
            <p:nvPr/>
          </p:nvSpPr>
          <p:spPr>
            <a:xfrm>
              <a:off x="2762045" y="18276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72"/>
            <p:cNvSpPr/>
            <p:nvPr/>
          </p:nvSpPr>
          <p:spPr>
            <a:xfrm>
              <a:off x="2732717" y="1877716"/>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5" name="Google Shape;5005;p72"/>
            <p:cNvSpPr/>
            <p:nvPr/>
          </p:nvSpPr>
          <p:spPr>
            <a:xfrm>
              <a:off x="2761895" y="1828050"/>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72"/>
            <p:cNvSpPr/>
            <p:nvPr/>
          </p:nvSpPr>
          <p:spPr>
            <a:xfrm>
              <a:off x="2761325" y="1829665"/>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7" name="Google Shape;5007;p72"/>
            <p:cNvSpPr/>
            <p:nvPr/>
          </p:nvSpPr>
          <p:spPr>
            <a:xfrm>
              <a:off x="2732188" y="1878056"/>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72"/>
            <p:cNvSpPr/>
            <p:nvPr/>
          </p:nvSpPr>
          <p:spPr>
            <a:xfrm>
              <a:off x="2761855" y="1828335"/>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9" name="Google Shape;5009;p72"/>
            <p:cNvSpPr/>
            <p:nvPr/>
          </p:nvSpPr>
          <p:spPr>
            <a:xfrm>
              <a:off x="2761474" y="1829231"/>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72"/>
            <p:cNvSpPr/>
            <p:nvPr/>
          </p:nvSpPr>
          <p:spPr>
            <a:xfrm>
              <a:off x="2761610" y="1828905"/>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72"/>
            <p:cNvSpPr/>
            <p:nvPr/>
          </p:nvSpPr>
          <p:spPr>
            <a:xfrm>
              <a:off x="2761705" y="1828620"/>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72"/>
            <p:cNvSpPr/>
            <p:nvPr/>
          </p:nvSpPr>
          <p:spPr>
            <a:xfrm>
              <a:off x="2732473" y="1877906"/>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72"/>
            <p:cNvSpPr/>
            <p:nvPr/>
          </p:nvSpPr>
          <p:spPr>
            <a:xfrm>
              <a:off x="2731197" y="1878151"/>
              <a:ext cx="434" cy="394"/>
            </a:xfrm>
            <a:custGeom>
              <a:rect b="b" l="l" r="r" t="t"/>
              <a:pathLst>
                <a:path extrusionOk="0" h="29" w="32">
                  <a:moveTo>
                    <a:pt x="32" y="0"/>
                  </a:moveTo>
                  <a:cubicBezTo>
                    <a:pt x="25" y="4"/>
                    <a:pt x="21" y="4"/>
                    <a:pt x="21" y="7"/>
                  </a:cubicBezTo>
                  <a:lnTo>
                    <a:pt x="0" y="28"/>
                  </a:lnTo>
                  <a:cubicBezTo>
                    <a:pt x="11" y="18"/>
                    <a:pt x="18" y="11"/>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4" name="Google Shape;5014;p72"/>
            <p:cNvSpPr/>
            <p:nvPr/>
          </p:nvSpPr>
          <p:spPr>
            <a:xfrm>
              <a:off x="2755867" y="1836088"/>
              <a:ext cx="204" cy="14"/>
            </a:xfrm>
            <a:custGeom>
              <a:rect b="b" l="l" r="r" t="t"/>
              <a:pathLst>
                <a:path extrusionOk="0" h="1" w="15">
                  <a:moveTo>
                    <a:pt x="0" y="0"/>
                  </a:moveTo>
                  <a:cubicBezTo>
                    <a:pt x="4" y="0"/>
                    <a:pt x="7" y="0"/>
                    <a:pt x="14" y="0"/>
                  </a:cubicBezTo>
                  <a:lnTo>
                    <a:pt x="14" y="0"/>
                  </a:lnTo>
                  <a:cubicBezTo>
                    <a:pt x="7" y="0"/>
                    <a:pt x="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5" name="Google Shape;5015;p72"/>
            <p:cNvSpPr/>
            <p:nvPr/>
          </p:nvSpPr>
          <p:spPr>
            <a:xfrm>
              <a:off x="2730911" y="1878246"/>
              <a:ext cx="584" cy="625"/>
            </a:xfrm>
            <a:custGeom>
              <a:rect b="b" l="l" r="r" t="t"/>
              <a:pathLst>
                <a:path extrusionOk="0" h="46" w="43">
                  <a:moveTo>
                    <a:pt x="42" y="0"/>
                  </a:moveTo>
                  <a:lnTo>
                    <a:pt x="42" y="0"/>
                  </a:lnTo>
                  <a:cubicBezTo>
                    <a:pt x="25" y="14"/>
                    <a:pt x="11" y="28"/>
                    <a:pt x="0" y="46"/>
                  </a:cubicBezTo>
                  <a:lnTo>
                    <a:pt x="21" y="25"/>
                  </a:lnTo>
                  <a:lnTo>
                    <a:pt x="21" y="21"/>
                  </a:ln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6" name="Google Shape;5016;p72"/>
            <p:cNvSpPr/>
            <p:nvPr/>
          </p:nvSpPr>
          <p:spPr>
            <a:xfrm>
              <a:off x="2705196" y="1828905"/>
              <a:ext cx="20163" cy="10197"/>
            </a:xfrm>
            <a:custGeom>
              <a:rect b="b" l="l" r="r" t="t"/>
              <a:pathLst>
                <a:path extrusionOk="0" h="751" w="1485">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7" name="Google Shape;5017;p72"/>
            <p:cNvSpPr/>
            <p:nvPr/>
          </p:nvSpPr>
          <p:spPr>
            <a:xfrm>
              <a:off x="2713179" y="1838314"/>
              <a:ext cx="489" cy="163"/>
            </a:xfrm>
            <a:custGeom>
              <a:rect b="b" l="l" r="r" t="t"/>
              <a:pathLst>
                <a:path extrusionOk="0" h="12" w="36">
                  <a:moveTo>
                    <a:pt x="36"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8" name="Google Shape;5018;p72"/>
            <p:cNvSpPr/>
            <p:nvPr/>
          </p:nvSpPr>
          <p:spPr>
            <a:xfrm>
              <a:off x="2712039" y="1838178"/>
              <a:ext cx="489" cy="54"/>
            </a:xfrm>
            <a:custGeom>
              <a:rect b="b" l="l" r="r" t="t"/>
              <a:pathLst>
                <a:path extrusionOk="0" h="4" w="36">
                  <a:moveTo>
                    <a:pt x="1" y="0"/>
                  </a:moveTo>
                  <a:cubicBezTo>
                    <a:pt x="11" y="0"/>
                    <a:pt x="25" y="4"/>
                    <a:pt x="36" y="4"/>
                  </a:cubicBezTo>
                  <a:cubicBezTo>
                    <a:pt x="25" y="0"/>
                    <a:pt x="1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9" name="Google Shape;5019;p72"/>
            <p:cNvSpPr/>
            <p:nvPr/>
          </p:nvSpPr>
          <p:spPr>
            <a:xfrm>
              <a:off x="2713804" y="1838504"/>
              <a:ext cx="489" cy="163"/>
            </a:xfrm>
            <a:custGeom>
              <a:rect b="b" l="l" r="r" t="t"/>
              <a:pathLst>
                <a:path extrusionOk="0" h="12" w="36">
                  <a:moveTo>
                    <a:pt x="35"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0" name="Google Shape;5020;p72"/>
            <p:cNvSpPr/>
            <p:nvPr/>
          </p:nvSpPr>
          <p:spPr>
            <a:xfrm>
              <a:off x="2711523" y="1838178"/>
              <a:ext cx="394" cy="14"/>
            </a:xfrm>
            <a:custGeom>
              <a:rect b="b" l="l" r="r" t="t"/>
              <a:pathLst>
                <a:path extrusionOk="0" h="1" w="29">
                  <a:moveTo>
                    <a:pt x="0" y="0"/>
                  </a:moveTo>
                  <a:lnTo>
                    <a:pt x="28" y="0"/>
                  </a:lnTo>
                  <a:cubicBezTo>
                    <a:pt x="18" y="0"/>
                    <a:pt x="11"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72"/>
            <p:cNvSpPr/>
            <p:nvPr/>
          </p:nvSpPr>
          <p:spPr>
            <a:xfrm>
              <a:off x="2723403" y="1831851"/>
              <a:ext cx="394" cy="679"/>
            </a:xfrm>
            <a:custGeom>
              <a:rect b="b" l="l" r="r" t="t"/>
              <a:pathLst>
                <a:path extrusionOk="0" h="50" w="29">
                  <a:moveTo>
                    <a:pt x="18" y="49"/>
                  </a:moveTo>
                  <a:lnTo>
                    <a:pt x="0" y="11"/>
                  </a:lnTo>
                  <a:lnTo>
                    <a:pt x="28" y="0"/>
                  </a:ln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72"/>
            <p:cNvSpPr/>
            <p:nvPr/>
          </p:nvSpPr>
          <p:spPr>
            <a:xfrm>
              <a:off x="2706051" y="1837079"/>
              <a:ext cx="2105" cy="638"/>
            </a:xfrm>
            <a:custGeom>
              <a:rect b="b" l="l" r="r" t="t"/>
              <a:pathLst>
                <a:path extrusionOk="0" h="47" w="155">
                  <a:moveTo>
                    <a:pt x="0" y="1"/>
                  </a:moveTo>
                  <a:cubicBezTo>
                    <a:pt x="56" y="1"/>
                    <a:pt x="109" y="15"/>
                    <a:pt x="154" y="46"/>
                  </a:cubicBezTo>
                  <a:cubicBezTo>
                    <a:pt x="109" y="15"/>
                    <a:pt x="56"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3" name="Google Shape;5023;p72"/>
            <p:cNvSpPr/>
            <p:nvPr/>
          </p:nvSpPr>
          <p:spPr>
            <a:xfrm>
              <a:off x="2710857" y="1838219"/>
              <a:ext cx="530" cy="109"/>
            </a:xfrm>
            <a:custGeom>
              <a:rect b="b" l="l" r="r" t="t"/>
              <a:pathLst>
                <a:path extrusionOk="0" h="8" w="39">
                  <a:moveTo>
                    <a:pt x="39" y="1"/>
                  </a:moveTo>
                  <a:cubicBezTo>
                    <a:pt x="28" y="1"/>
                    <a:pt x="14" y="4"/>
                    <a:pt x="0" y="8"/>
                  </a:cubicBezTo>
                  <a:cubicBezTo>
                    <a:pt x="14" y="4"/>
                    <a:pt x="28" y="1"/>
                    <a:pt x="3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72"/>
            <p:cNvSpPr/>
            <p:nvPr/>
          </p:nvSpPr>
          <p:spPr>
            <a:xfrm>
              <a:off x="2712568" y="1838219"/>
              <a:ext cx="584" cy="109"/>
            </a:xfrm>
            <a:custGeom>
              <a:rect b="b" l="l" r="r" t="t"/>
              <a:pathLst>
                <a:path extrusionOk="0" h="8" w="43">
                  <a:moveTo>
                    <a:pt x="42" y="8"/>
                  </a:moveTo>
                  <a:cubicBezTo>
                    <a:pt x="28" y="4"/>
                    <a:pt x="14" y="1"/>
                    <a:pt x="0" y="1"/>
                  </a:cubicBezTo>
                  <a:cubicBezTo>
                    <a:pt x="14" y="1"/>
                    <a:pt x="28" y="4"/>
                    <a:pt x="42"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5" name="Google Shape;5025;p72"/>
            <p:cNvSpPr/>
            <p:nvPr/>
          </p:nvSpPr>
          <p:spPr>
            <a:xfrm>
              <a:off x="2798745" y="1868022"/>
              <a:ext cx="52056" cy="110847"/>
            </a:xfrm>
            <a:custGeom>
              <a:rect b="b" l="l" r="r" t="t"/>
              <a:pathLst>
                <a:path extrusionOk="0" h="8164" w="3834">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6" name="Google Shape;5026;p72"/>
            <p:cNvSpPr/>
            <p:nvPr/>
          </p:nvSpPr>
          <p:spPr>
            <a:xfrm>
              <a:off x="2799356" y="1936670"/>
              <a:ext cx="40800" cy="29477"/>
            </a:xfrm>
            <a:custGeom>
              <a:rect b="b" l="l" r="r" t="t"/>
              <a:pathLst>
                <a:path extrusionOk="0" h="2171" w="3005">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72"/>
            <p:cNvSpPr/>
            <p:nvPr/>
          </p:nvSpPr>
          <p:spPr>
            <a:xfrm>
              <a:off x="2816708" y="1965033"/>
              <a:ext cx="204" cy="163"/>
            </a:xfrm>
            <a:custGeom>
              <a:rect b="b" l="l" r="r" t="t"/>
              <a:pathLst>
                <a:path extrusionOk="0" h="12" w="15">
                  <a:moveTo>
                    <a:pt x="1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8" name="Google Shape;5028;p72"/>
            <p:cNvSpPr/>
            <p:nvPr/>
          </p:nvSpPr>
          <p:spPr>
            <a:xfrm>
              <a:off x="2815798" y="1965563"/>
              <a:ext cx="299" cy="149"/>
            </a:xfrm>
            <a:custGeom>
              <a:rect b="b" l="l" r="r" t="t"/>
              <a:pathLst>
                <a:path extrusionOk="0" h="11" w="22">
                  <a:moveTo>
                    <a:pt x="22"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72"/>
            <p:cNvSpPr/>
            <p:nvPr/>
          </p:nvSpPr>
          <p:spPr>
            <a:xfrm>
              <a:off x="2817033" y="1964802"/>
              <a:ext cx="204" cy="149"/>
            </a:xfrm>
            <a:custGeom>
              <a:rect b="b" l="l" r="r" t="t"/>
              <a:pathLst>
                <a:path extrusionOk="0" h="11" w="15">
                  <a:moveTo>
                    <a:pt x="15"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0" name="Google Shape;5030;p72"/>
            <p:cNvSpPr/>
            <p:nvPr/>
          </p:nvSpPr>
          <p:spPr>
            <a:xfrm>
              <a:off x="2815133" y="1965848"/>
              <a:ext cx="448" cy="204"/>
            </a:xfrm>
            <a:custGeom>
              <a:rect b="b" l="l" r="r" t="t"/>
              <a:pathLst>
                <a:path extrusionOk="0" h="15" w="33">
                  <a:moveTo>
                    <a:pt x="32"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72"/>
            <p:cNvSpPr/>
            <p:nvPr/>
          </p:nvSpPr>
          <p:spPr>
            <a:xfrm>
              <a:off x="2816273" y="1965277"/>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2" name="Google Shape;5032;p72"/>
            <p:cNvSpPr/>
            <p:nvPr/>
          </p:nvSpPr>
          <p:spPr>
            <a:xfrm>
              <a:off x="2818364" y="1963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3" name="Google Shape;5033;p72"/>
            <p:cNvSpPr/>
            <p:nvPr/>
          </p:nvSpPr>
          <p:spPr>
            <a:xfrm>
              <a:off x="2838147" y="1943839"/>
              <a:ext cx="625" cy="1059"/>
            </a:xfrm>
            <a:custGeom>
              <a:rect b="b" l="l" r="r" t="t"/>
              <a:pathLst>
                <a:path extrusionOk="0" h="78" w="46">
                  <a:moveTo>
                    <a:pt x="0" y="0"/>
                  </a:moveTo>
                  <a:cubicBezTo>
                    <a:pt x="14" y="28"/>
                    <a:pt x="28" y="53"/>
                    <a:pt x="46" y="77"/>
                  </a:cubicBezTo>
                  <a:cubicBezTo>
                    <a:pt x="28" y="53"/>
                    <a:pt x="14" y="2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72"/>
            <p:cNvSpPr/>
            <p:nvPr/>
          </p:nvSpPr>
          <p:spPr>
            <a:xfrm>
              <a:off x="2818364" y="1963702"/>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5" name="Google Shape;5035;p72"/>
            <p:cNvSpPr/>
            <p:nvPr/>
          </p:nvSpPr>
          <p:spPr>
            <a:xfrm>
              <a:off x="2818364" y="196370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6" name="Google Shape;5036;p72"/>
            <p:cNvSpPr/>
            <p:nvPr/>
          </p:nvSpPr>
          <p:spPr>
            <a:xfrm>
              <a:off x="2836096" y="1936710"/>
              <a:ext cx="2064" cy="7142"/>
            </a:xfrm>
            <a:custGeom>
              <a:rect b="b" l="l" r="r" t="t"/>
              <a:pathLst>
                <a:path extrusionOk="0" h="526" w="152">
                  <a:moveTo>
                    <a:pt x="1" y="0"/>
                  </a:moveTo>
                  <a:lnTo>
                    <a:pt x="1" y="0"/>
                  </a:lnTo>
                  <a:cubicBezTo>
                    <a:pt x="11" y="186"/>
                    <a:pt x="64" y="364"/>
                    <a:pt x="151" y="525"/>
                  </a:cubicBezTo>
                  <a:cubicBezTo>
                    <a:pt x="64" y="364"/>
                    <a:pt x="11" y="186"/>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72"/>
            <p:cNvSpPr/>
            <p:nvPr/>
          </p:nvSpPr>
          <p:spPr>
            <a:xfrm>
              <a:off x="2817373" y="1964612"/>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8" name="Google Shape;5038;p72"/>
            <p:cNvSpPr/>
            <p:nvPr/>
          </p:nvSpPr>
          <p:spPr>
            <a:xfrm>
              <a:off x="2818364" y="1962616"/>
              <a:ext cx="543" cy="1005"/>
            </a:xfrm>
            <a:custGeom>
              <a:rect b="b" l="l" r="r" t="t"/>
              <a:pathLst>
                <a:path extrusionOk="0" h="74" w="40">
                  <a:moveTo>
                    <a:pt x="1" y="74"/>
                  </a:moveTo>
                  <a:cubicBezTo>
                    <a:pt x="4" y="46"/>
                    <a:pt x="15" y="18"/>
                    <a:pt x="39" y="0"/>
                  </a:cubicBezTo>
                  <a:cubicBezTo>
                    <a:pt x="15" y="18"/>
                    <a:pt x="4" y="46"/>
                    <a:pt x="1"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9" name="Google Shape;5039;p72"/>
            <p:cNvSpPr/>
            <p:nvPr/>
          </p:nvSpPr>
          <p:spPr>
            <a:xfrm>
              <a:off x="2818133" y="1963947"/>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0" name="Google Shape;5040;p72"/>
            <p:cNvSpPr/>
            <p:nvPr/>
          </p:nvSpPr>
          <p:spPr>
            <a:xfrm>
              <a:off x="2817848" y="1964273"/>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1" name="Google Shape;5041;p72"/>
            <p:cNvSpPr/>
            <p:nvPr/>
          </p:nvSpPr>
          <p:spPr>
            <a:xfrm>
              <a:off x="2817604" y="1964422"/>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2" name="Google Shape;5042;p72"/>
            <p:cNvSpPr/>
            <p:nvPr/>
          </p:nvSpPr>
          <p:spPr>
            <a:xfrm>
              <a:off x="2817984" y="1964083"/>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3" name="Google Shape;5043;p72"/>
            <p:cNvSpPr/>
            <p:nvPr/>
          </p:nvSpPr>
          <p:spPr>
            <a:xfrm>
              <a:off x="2818228" y="1963852"/>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4" name="Google Shape;5044;p72"/>
            <p:cNvSpPr/>
            <p:nvPr/>
          </p:nvSpPr>
          <p:spPr>
            <a:xfrm>
              <a:off x="2818323" y="1963757"/>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5" name="Google Shape;5045;p72"/>
            <p:cNvSpPr/>
            <p:nvPr/>
          </p:nvSpPr>
          <p:spPr>
            <a:xfrm>
              <a:off x="2784244" y="1875299"/>
              <a:ext cx="52436" cy="63936"/>
            </a:xfrm>
            <a:custGeom>
              <a:rect b="b" l="l" r="r" t="t"/>
              <a:pathLst>
                <a:path extrusionOk="0" h="4709" w="3862">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6" name="Google Shape;5046;p72"/>
            <p:cNvSpPr/>
            <p:nvPr/>
          </p:nvSpPr>
          <p:spPr>
            <a:xfrm>
              <a:off x="2786525" y="1885469"/>
              <a:ext cx="54" cy="204"/>
            </a:xfrm>
            <a:custGeom>
              <a:rect b="b" l="l" r="r" t="t"/>
              <a:pathLst>
                <a:path extrusionOk="0" h="15" w="4">
                  <a:moveTo>
                    <a:pt x="4"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7" name="Google Shape;5047;p72"/>
            <p:cNvSpPr/>
            <p:nvPr/>
          </p:nvSpPr>
          <p:spPr>
            <a:xfrm>
              <a:off x="2788086" y="1882998"/>
              <a:ext cx="163" cy="204"/>
            </a:xfrm>
            <a:custGeom>
              <a:rect b="b" l="l" r="r" t="t"/>
              <a:pathLst>
                <a:path extrusionOk="0" h="15" w="12">
                  <a:moveTo>
                    <a:pt x="1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72"/>
            <p:cNvSpPr/>
            <p:nvPr/>
          </p:nvSpPr>
          <p:spPr>
            <a:xfrm>
              <a:off x="2785615" y="1887981"/>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9" name="Google Shape;5049;p72"/>
            <p:cNvSpPr/>
            <p:nvPr/>
          </p:nvSpPr>
          <p:spPr>
            <a:xfrm>
              <a:off x="2788996" y="1881857"/>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0" name="Google Shape;5050;p72"/>
            <p:cNvSpPr/>
            <p:nvPr/>
          </p:nvSpPr>
          <p:spPr>
            <a:xfrm>
              <a:off x="2788371" y="1882618"/>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72"/>
            <p:cNvSpPr/>
            <p:nvPr/>
          </p:nvSpPr>
          <p:spPr>
            <a:xfrm>
              <a:off x="2786185" y="1886514"/>
              <a:ext cx="14" cy="149"/>
            </a:xfrm>
            <a:custGeom>
              <a:rect b="b" l="l" r="r" t="t"/>
              <a:pathLst>
                <a:path extrusionOk="0" h="11" w="1">
                  <a:moveTo>
                    <a:pt x="1" y="0"/>
                  </a:moveTo>
                  <a:cubicBezTo>
                    <a:pt x="1" y="4"/>
                    <a:pt x="1" y="7"/>
                    <a:pt x="1" y="11"/>
                  </a:cubicBezTo>
                  <a:cubicBezTo>
                    <a:pt x="1" y="7"/>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2" name="Google Shape;5052;p72"/>
            <p:cNvSpPr/>
            <p:nvPr/>
          </p:nvSpPr>
          <p:spPr>
            <a:xfrm>
              <a:off x="2786376" y="1885795"/>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72"/>
            <p:cNvSpPr/>
            <p:nvPr/>
          </p:nvSpPr>
          <p:spPr>
            <a:xfrm>
              <a:off x="2786280" y="1886039"/>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4" name="Google Shape;5054;p72"/>
            <p:cNvSpPr/>
            <p:nvPr/>
          </p:nvSpPr>
          <p:spPr>
            <a:xfrm>
              <a:off x="2787801" y="1883378"/>
              <a:ext cx="163" cy="204"/>
            </a:xfrm>
            <a:custGeom>
              <a:rect b="b" l="l" r="r" t="t"/>
              <a:pathLst>
                <a:path extrusionOk="0" h="15" w="12">
                  <a:moveTo>
                    <a:pt x="1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72"/>
            <p:cNvSpPr/>
            <p:nvPr/>
          </p:nvSpPr>
          <p:spPr>
            <a:xfrm>
              <a:off x="2788657" y="1882237"/>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6" name="Google Shape;5056;p72"/>
            <p:cNvSpPr/>
            <p:nvPr/>
          </p:nvSpPr>
          <p:spPr>
            <a:xfrm>
              <a:off x="2786185" y="1886270"/>
              <a:ext cx="68" cy="163"/>
            </a:xfrm>
            <a:custGeom>
              <a:rect b="b" l="l" r="r" t="t"/>
              <a:pathLst>
                <a:path extrusionOk="0" h="12" w="5">
                  <a:moveTo>
                    <a:pt x="4" y="1"/>
                  </a:moveTo>
                  <a:cubicBezTo>
                    <a:pt x="1" y="4"/>
                    <a:pt x="1" y="8"/>
                    <a:pt x="1" y="11"/>
                  </a:cubicBezTo>
                  <a:cubicBezTo>
                    <a:pt x="4" y="8"/>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72"/>
            <p:cNvSpPr/>
            <p:nvPr/>
          </p:nvSpPr>
          <p:spPr>
            <a:xfrm>
              <a:off x="2785289" y="188832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72"/>
            <p:cNvSpPr/>
            <p:nvPr/>
          </p:nvSpPr>
          <p:spPr>
            <a:xfrm>
              <a:off x="2786050" y="1887180"/>
              <a:ext cx="54" cy="149"/>
            </a:xfrm>
            <a:custGeom>
              <a:rect b="b" l="l" r="r" t="t"/>
              <a:pathLst>
                <a:path extrusionOk="0" h="11" w="4">
                  <a:moveTo>
                    <a:pt x="4" y="0"/>
                  </a:moveTo>
                  <a:cubicBezTo>
                    <a:pt x="4" y="4"/>
                    <a:pt x="0" y="7"/>
                    <a:pt x="0" y="11"/>
                  </a:cubicBezTo>
                  <a:cubicBezTo>
                    <a:pt x="0" y="7"/>
                    <a:pt x="4"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9" name="Google Shape;5059;p72"/>
            <p:cNvSpPr/>
            <p:nvPr/>
          </p:nvSpPr>
          <p:spPr>
            <a:xfrm>
              <a:off x="2785860" y="1887601"/>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0" name="Google Shape;5060;p72"/>
            <p:cNvSpPr/>
            <p:nvPr/>
          </p:nvSpPr>
          <p:spPr>
            <a:xfrm>
              <a:off x="2787570" y="1883758"/>
              <a:ext cx="109" cy="204"/>
            </a:xfrm>
            <a:custGeom>
              <a:rect b="b" l="l" r="r" t="t"/>
              <a:pathLst>
                <a:path extrusionOk="0" h="15" w="8">
                  <a:moveTo>
                    <a:pt x="7"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72"/>
            <p:cNvSpPr/>
            <p:nvPr/>
          </p:nvSpPr>
          <p:spPr>
            <a:xfrm>
              <a:off x="2789281" y="1881572"/>
              <a:ext cx="54" cy="109"/>
            </a:xfrm>
            <a:custGeom>
              <a:rect b="b" l="l" r="r" t="t"/>
              <a:pathLst>
                <a:path extrusionOk="0" h="8" w="4">
                  <a:moveTo>
                    <a:pt x="0" y="7"/>
                  </a:moveTo>
                  <a:lnTo>
                    <a:pt x="4" y="0"/>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72"/>
            <p:cNvSpPr/>
            <p:nvPr/>
          </p:nvSpPr>
          <p:spPr>
            <a:xfrm>
              <a:off x="2787285" y="1884138"/>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3" name="Google Shape;5063;p72"/>
            <p:cNvSpPr/>
            <p:nvPr/>
          </p:nvSpPr>
          <p:spPr>
            <a:xfrm>
              <a:off x="2787041" y="1884464"/>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4" name="Google Shape;5064;p72"/>
            <p:cNvSpPr/>
            <p:nvPr/>
          </p:nvSpPr>
          <p:spPr>
            <a:xfrm>
              <a:off x="2786851" y="1884844"/>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72"/>
            <p:cNvSpPr/>
            <p:nvPr/>
          </p:nvSpPr>
          <p:spPr>
            <a:xfrm>
              <a:off x="2786715" y="1885184"/>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72"/>
            <p:cNvSpPr/>
            <p:nvPr/>
          </p:nvSpPr>
          <p:spPr>
            <a:xfrm>
              <a:off x="2836191" y="1932053"/>
              <a:ext cx="109" cy="530"/>
            </a:xfrm>
            <a:custGeom>
              <a:rect b="b" l="l" r="r" t="t"/>
              <a:pathLst>
                <a:path extrusionOk="0" h="39" w="8">
                  <a:moveTo>
                    <a:pt x="8" y="0"/>
                  </a:moveTo>
                  <a:cubicBezTo>
                    <a:pt x="4" y="11"/>
                    <a:pt x="1" y="25"/>
                    <a:pt x="1" y="39"/>
                  </a:cubicBezTo>
                  <a:cubicBezTo>
                    <a:pt x="1" y="25"/>
                    <a:pt x="8" y="11"/>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7" name="Google Shape;5067;p72"/>
            <p:cNvSpPr/>
            <p:nvPr/>
          </p:nvSpPr>
          <p:spPr>
            <a:xfrm>
              <a:off x="2836056" y="1932664"/>
              <a:ext cx="149" cy="2064"/>
            </a:xfrm>
            <a:custGeom>
              <a:rect b="b" l="l" r="r" t="t"/>
              <a:pathLst>
                <a:path extrusionOk="0" h="152" w="11">
                  <a:moveTo>
                    <a:pt x="11" y="1"/>
                  </a:moveTo>
                  <a:cubicBezTo>
                    <a:pt x="4" y="46"/>
                    <a:pt x="0" y="99"/>
                    <a:pt x="0" y="151"/>
                  </a:cubicBezTo>
                  <a:cubicBezTo>
                    <a:pt x="0" y="102"/>
                    <a:pt x="4" y="50"/>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8" name="Google Shape;5068;p72"/>
            <p:cNvSpPr/>
            <p:nvPr/>
          </p:nvSpPr>
          <p:spPr>
            <a:xfrm>
              <a:off x="2797075" y="1875245"/>
              <a:ext cx="14" cy="14"/>
            </a:xfrm>
            <a:custGeom>
              <a:rect b="b" l="l" r="r" t="t"/>
              <a:pathLst>
                <a:path extrusionOk="0" h="1" w="1">
                  <a:moveTo>
                    <a:pt x="1"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72"/>
            <p:cNvSpPr/>
            <p:nvPr/>
          </p:nvSpPr>
          <p:spPr>
            <a:xfrm>
              <a:off x="2825316" y="1938231"/>
              <a:ext cx="339" cy="815"/>
            </a:xfrm>
            <a:custGeom>
              <a:rect b="b" l="l" r="r" t="t"/>
              <a:pathLst>
                <a:path extrusionOk="0" h="60" w="25">
                  <a:moveTo>
                    <a:pt x="25" y="0"/>
                  </a:moveTo>
                  <a:cubicBezTo>
                    <a:pt x="21" y="21"/>
                    <a:pt x="14" y="42"/>
                    <a:pt x="0" y="60"/>
                  </a:cubicBezTo>
                  <a:cubicBezTo>
                    <a:pt x="14" y="42"/>
                    <a:pt x="21" y="21"/>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72"/>
            <p:cNvSpPr/>
            <p:nvPr/>
          </p:nvSpPr>
          <p:spPr>
            <a:xfrm>
              <a:off x="2832009" y="1935380"/>
              <a:ext cx="353" cy="149"/>
            </a:xfrm>
            <a:custGeom>
              <a:rect b="b" l="l" r="r" t="t"/>
              <a:pathLst>
                <a:path extrusionOk="0" h="11" w="26">
                  <a:moveTo>
                    <a:pt x="25" y="11"/>
                  </a:moveTo>
                  <a:cubicBezTo>
                    <a:pt x="15" y="7"/>
                    <a:pt x="8" y="4"/>
                    <a:pt x="1" y="0"/>
                  </a:cubicBezTo>
                  <a:cubicBezTo>
                    <a:pt x="8" y="4"/>
                    <a:pt x="15" y="7"/>
                    <a:pt x="2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1" name="Google Shape;5071;p72"/>
            <p:cNvSpPr/>
            <p:nvPr/>
          </p:nvSpPr>
          <p:spPr>
            <a:xfrm>
              <a:off x="2832960" y="1935570"/>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2" name="Google Shape;5072;p72"/>
            <p:cNvSpPr/>
            <p:nvPr/>
          </p:nvSpPr>
          <p:spPr>
            <a:xfrm>
              <a:off x="2824881" y="1938516"/>
              <a:ext cx="394" cy="625"/>
            </a:xfrm>
            <a:custGeom>
              <a:rect b="b" l="l" r="r" t="t"/>
              <a:pathLst>
                <a:path extrusionOk="0" h="46" w="29">
                  <a:moveTo>
                    <a:pt x="1" y="0"/>
                  </a:moveTo>
                  <a:cubicBezTo>
                    <a:pt x="15" y="14"/>
                    <a:pt x="22" y="28"/>
                    <a:pt x="29" y="46"/>
                  </a:cubicBezTo>
                  <a:lnTo>
                    <a:pt x="29" y="46"/>
                  </a:lnTo>
                  <a:cubicBezTo>
                    <a:pt x="22" y="28"/>
                    <a:pt x="15"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72"/>
            <p:cNvSpPr/>
            <p:nvPr/>
          </p:nvSpPr>
          <p:spPr>
            <a:xfrm>
              <a:off x="2835865" y="1934714"/>
              <a:ext cx="149" cy="109"/>
            </a:xfrm>
            <a:custGeom>
              <a:rect b="b" l="l" r="r" t="t"/>
              <a:pathLst>
                <a:path extrusionOk="0" h="8" w="11">
                  <a:moveTo>
                    <a:pt x="0" y="7"/>
                  </a:moveTo>
                  <a:lnTo>
                    <a:pt x="11" y="0"/>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4" name="Google Shape;5074;p72"/>
            <p:cNvSpPr/>
            <p:nvPr/>
          </p:nvSpPr>
          <p:spPr>
            <a:xfrm>
              <a:off x="2833489" y="1935570"/>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5" name="Google Shape;5075;p72"/>
            <p:cNvSpPr/>
            <p:nvPr/>
          </p:nvSpPr>
          <p:spPr>
            <a:xfrm>
              <a:off x="2832444" y="1935516"/>
              <a:ext cx="339" cy="68"/>
            </a:xfrm>
            <a:custGeom>
              <a:rect b="b" l="l" r="r" t="t"/>
              <a:pathLst>
                <a:path extrusionOk="0" h="5" w="25">
                  <a:moveTo>
                    <a:pt x="0" y="1"/>
                  </a:moveTo>
                  <a:cubicBezTo>
                    <a:pt x="7" y="1"/>
                    <a:pt x="18" y="4"/>
                    <a:pt x="25" y="4"/>
                  </a:cubicBezTo>
                  <a:cubicBezTo>
                    <a:pt x="18" y="4"/>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6" name="Google Shape;5076;p72"/>
            <p:cNvSpPr/>
            <p:nvPr/>
          </p:nvSpPr>
          <p:spPr>
            <a:xfrm>
              <a:off x="2834671" y="1935230"/>
              <a:ext cx="353" cy="163"/>
            </a:xfrm>
            <a:custGeom>
              <a:rect b="b" l="l" r="r" t="t"/>
              <a:pathLst>
                <a:path extrusionOk="0" h="12" w="26">
                  <a:moveTo>
                    <a:pt x="25"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7" name="Google Shape;5077;p72"/>
            <p:cNvSpPr/>
            <p:nvPr/>
          </p:nvSpPr>
          <p:spPr>
            <a:xfrm>
              <a:off x="2834060" y="1935421"/>
              <a:ext cx="339" cy="109"/>
            </a:xfrm>
            <a:custGeom>
              <a:rect b="b" l="l" r="r" t="t"/>
              <a:pathLst>
                <a:path extrusionOk="0" h="8" w="25">
                  <a:moveTo>
                    <a:pt x="2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8" name="Google Shape;5078;p72"/>
            <p:cNvSpPr/>
            <p:nvPr/>
          </p:nvSpPr>
          <p:spPr>
            <a:xfrm>
              <a:off x="2835241" y="1934945"/>
              <a:ext cx="353" cy="204"/>
            </a:xfrm>
            <a:custGeom>
              <a:rect b="b" l="l" r="r" t="t"/>
              <a:pathLst>
                <a:path extrusionOk="0" h="15" w="26">
                  <a:moveTo>
                    <a:pt x="25"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9" name="Google Shape;5079;p72"/>
            <p:cNvSpPr/>
            <p:nvPr/>
          </p:nvSpPr>
          <p:spPr>
            <a:xfrm>
              <a:off x="2836056" y="1934714"/>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0" name="Google Shape;5080;p72"/>
            <p:cNvSpPr/>
            <p:nvPr/>
          </p:nvSpPr>
          <p:spPr>
            <a:xfrm>
              <a:off x="2764461" y="1889977"/>
              <a:ext cx="57148" cy="110439"/>
            </a:xfrm>
            <a:custGeom>
              <a:rect b="b" l="l" r="r" t="t"/>
              <a:pathLst>
                <a:path extrusionOk="0" h="8134" w="4209">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1" name="Google Shape;5081;p72"/>
            <p:cNvSpPr/>
            <p:nvPr/>
          </p:nvSpPr>
          <p:spPr>
            <a:xfrm>
              <a:off x="2774359" y="1962182"/>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72"/>
            <p:cNvSpPr/>
            <p:nvPr/>
          </p:nvSpPr>
          <p:spPr>
            <a:xfrm>
              <a:off x="2774115" y="1962657"/>
              <a:ext cx="109" cy="204"/>
            </a:xfrm>
            <a:custGeom>
              <a:rect b="b" l="l" r="r" t="t"/>
              <a:pathLst>
                <a:path extrusionOk="0" h="15" w="8">
                  <a:moveTo>
                    <a:pt x="1" y="15"/>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3" name="Google Shape;5083;p72"/>
            <p:cNvSpPr/>
            <p:nvPr/>
          </p:nvSpPr>
          <p:spPr>
            <a:xfrm>
              <a:off x="2774590" y="1961761"/>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4" name="Google Shape;5084;p72"/>
            <p:cNvSpPr/>
            <p:nvPr/>
          </p:nvSpPr>
          <p:spPr>
            <a:xfrm>
              <a:off x="2775595" y="1959521"/>
              <a:ext cx="109" cy="258"/>
            </a:xfrm>
            <a:custGeom>
              <a:rect b="b" l="l" r="r" t="t"/>
              <a:pathLst>
                <a:path extrusionOk="0" h="19" w="8">
                  <a:moveTo>
                    <a:pt x="0" y="18"/>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72"/>
            <p:cNvSpPr/>
            <p:nvPr/>
          </p:nvSpPr>
          <p:spPr>
            <a:xfrm>
              <a:off x="2775310" y="1960145"/>
              <a:ext cx="149" cy="394"/>
            </a:xfrm>
            <a:custGeom>
              <a:rect b="b" l="l" r="r" t="t"/>
              <a:pathLst>
                <a:path extrusionOk="0" h="29" w="11">
                  <a:moveTo>
                    <a:pt x="0" y="2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6" name="Google Shape;5086;p72"/>
            <p:cNvSpPr/>
            <p:nvPr/>
          </p:nvSpPr>
          <p:spPr>
            <a:xfrm>
              <a:off x="2775065" y="1960756"/>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72"/>
            <p:cNvSpPr/>
            <p:nvPr/>
          </p:nvSpPr>
          <p:spPr>
            <a:xfrm>
              <a:off x="2774835" y="1961286"/>
              <a:ext cx="149" cy="244"/>
            </a:xfrm>
            <a:custGeom>
              <a:rect b="b" l="l" r="r" t="t"/>
              <a:pathLst>
                <a:path extrusionOk="0" h="18" w="11">
                  <a:moveTo>
                    <a:pt x="0"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8" name="Google Shape;5088;p72"/>
            <p:cNvSpPr/>
            <p:nvPr/>
          </p:nvSpPr>
          <p:spPr>
            <a:xfrm>
              <a:off x="2773884" y="1963091"/>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72"/>
            <p:cNvSpPr/>
            <p:nvPr/>
          </p:nvSpPr>
          <p:spPr>
            <a:xfrm>
              <a:off x="2772268" y="1965087"/>
              <a:ext cx="149" cy="109"/>
            </a:xfrm>
            <a:custGeom>
              <a:rect b="b" l="l" r="r" t="t"/>
              <a:pathLst>
                <a:path extrusionOk="0" h="8" w="11">
                  <a:moveTo>
                    <a:pt x="0"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72"/>
            <p:cNvSpPr/>
            <p:nvPr/>
          </p:nvSpPr>
          <p:spPr>
            <a:xfrm>
              <a:off x="2772839" y="1964517"/>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1" name="Google Shape;5091;p72"/>
            <p:cNvSpPr/>
            <p:nvPr/>
          </p:nvSpPr>
          <p:spPr>
            <a:xfrm>
              <a:off x="2771983" y="1965318"/>
              <a:ext cx="149" cy="68"/>
            </a:xfrm>
            <a:custGeom>
              <a:rect b="b" l="l" r="r" t="t"/>
              <a:pathLst>
                <a:path extrusionOk="0" h="5" w="11">
                  <a:moveTo>
                    <a:pt x="0"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2" name="Google Shape;5092;p72"/>
            <p:cNvSpPr/>
            <p:nvPr/>
          </p:nvSpPr>
          <p:spPr>
            <a:xfrm>
              <a:off x="2773599" y="1963512"/>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72"/>
            <p:cNvSpPr/>
            <p:nvPr/>
          </p:nvSpPr>
          <p:spPr>
            <a:xfrm>
              <a:off x="2773070" y="1964178"/>
              <a:ext cx="163" cy="204"/>
            </a:xfrm>
            <a:custGeom>
              <a:rect b="b" l="l" r="r" t="t"/>
              <a:pathLst>
                <a:path extrusionOk="0" h="15" w="12">
                  <a:moveTo>
                    <a:pt x="1"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72"/>
            <p:cNvSpPr/>
            <p:nvPr/>
          </p:nvSpPr>
          <p:spPr>
            <a:xfrm>
              <a:off x="2773355" y="1963852"/>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5" name="Google Shape;5095;p72"/>
            <p:cNvSpPr/>
            <p:nvPr/>
          </p:nvSpPr>
          <p:spPr>
            <a:xfrm>
              <a:off x="2776776" y="1956384"/>
              <a:ext cx="68" cy="299"/>
            </a:xfrm>
            <a:custGeom>
              <a:rect b="b" l="l" r="r" t="t"/>
              <a:pathLst>
                <a:path extrusionOk="0" h="22" w="5">
                  <a:moveTo>
                    <a:pt x="1" y="22"/>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6" name="Google Shape;5096;p72"/>
            <p:cNvSpPr/>
            <p:nvPr/>
          </p:nvSpPr>
          <p:spPr>
            <a:xfrm>
              <a:off x="2777496" y="1954062"/>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72"/>
            <p:cNvSpPr/>
            <p:nvPr/>
          </p:nvSpPr>
          <p:spPr>
            <a:xfrm>
              <a:off x="2777632" y="1953628"/>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72"/>
            <p:cNvSpPr/>
            <p:nvPr/>
          </p:nvSpPr>
          <p:spPr>
            <a:xfrm>
              <a:off x="2776926" y="1955909"/>
              <a:ext cx="109" cy="258"/>
            </a:xfrm>
            <a:custGeom>
              <a:rect b="b" l="l" r="r" t="t"/>
              <a:pathLst>
                <a:path extrusionOk="0" h="19" w="8">
                  <a:moveTo>
                    <a:pt x="0" y="18"/>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9" name="Google Shape;5099;p72"/>
            <p:cNvSpPr/>
            <p:nvPr/>
          </p:nvSpPr>
          <p:spPr>
            <a:xfrm>
              <a:off x="2777251" y="1954959"/>
              <a:ext cx="68" cy="204"/>
            </a:xfrm>
            <a:custGeom>
              <a:rect b="b" l="l" r="r" t="t"/>
              <a:pathLst>
                <a:path extrusionOk="0" h="15" w="5">
                  <a:moveTo>
                    <a:pt x="1"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0" name="Google Shape;5100;p72"/>
            <p:cNvSpPr/>
            <p:nvPr/>
          </p:nvSpPr>
          <p:spPr>
            <a:xfrm>
              <a:off x="2777781" y="1953248"/>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72"/>
            <p:cNvSpPr/>
            <p:nvPr/>
          </p:nvSpPr>
          <p:spPr>
            <a:xfrm>
              <a:off x="2777061" y="1955434"/>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72"/>
            <p:cNvSpPr/>
            <p:nvPr/>
          </p:nvSpPr>
          <p:spPr>
            <a:xfrm>
              <a:off x="2776586" y="1956914"/>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3" name="Google Shape;5103;p72"/>
            <p:cNvSpPr/>
            <p:nvPr/>
          </p:nvSpPr>
          <p:spPr>
            <a:xfrm>
              <a:off x="2776206" y="1957959"/>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72"/>
            <p:cNvSpPr/>
            <p:nvPr/>
          </p:nvSpPr>
          <p:spPr>
            <a:xfrm>
              <a:off x="2776016" y="1958475"/>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5" name="Google Shape;5105;p72"/>
            <p:cNvSpPr/>
            <p:nvPr/>
          </p:nvSpPr>
          <p:spPr>
            <a:xfrm>
              <a:off x="2776396" y="1957430"/>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72"/>
            <p:cNvSpPr/>
            <p:nvPr/>
          </p:nvSpPr>
          <p:spPr>
            <a:xfrm>
              <a:off x="2777401" y="1954483"/>
              <a:ext cx="54" cy="258"/>
            </a:xfrm>
            <a:custGeom>
              <a:rect b="b" l="l" r="r" t="t"/>
              <a:pathLst>
                <a:path extrusionOk="0" h="19" w="4">
                  <a:moveTo>
                    <a:pt x="0" y="1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7" name="Google Shape;5107;p72"/>
            <p:cNvSpPr/>
            <p:nvPr/>
          </p:nvSpPr>
          <p:spPr>
            <a:xfrm>
              <a:off x="2772554" y="1964802"/>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8" name="Google Shape;5108;p72"/>
            <p:cNvSpPr/>
            <p:nvPr/>
          </p:nvSpPr>
          <p:spPr>
            <a:xfrm>
              <a:off x="2775826" y="1959005"/>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9" name="Google Shape;5109;p72"/>
            <p:cNvSpPr/>
            <p:nvPr/>
          </p:nvSpPr>
          <p:spPr>
            <a:xfrm>
              <a:off x="2771698" y="1965508"/>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0" name="Google Shape;5110;p72"/>
            <p:cNvSpPr/>
            <p:nvPr/>
          </p:nvSpPr>
          <p:spPr>
            <a:xfrm>
              <a:off x="2800401" y="1951917"/>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72"/>
            <p:cNvSpPr/>
            <p:nvPr/>
          </p:nvSpPr>
          <p:spPr>
            <a:xfrm>
              <a:off x="2800591" y="1952582"/>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72"/>
            <p:cNvSpPr/>
            <p:nvPr/>
          </p:nvSpPr>
          <p:spPr>
            <a:xfrm>
              <a:off x="2800591" y="195301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3" name="Google Shape;5113;p72"/>
            <p:cNvSpPr/>
            <p:nvPr/>
          </p:nvSpPr>
          <p:spPr>
            <a:xfrm>
              <a:off x="2820930" y="1936276"/>
              <a:ext cx="109" cy="109"/>
            </a:xfrm>
            <a:custGeom>
              <a:rect b="b" l="l" r="r" t="t"/>
              <a:pathLst>
                <a:path extrusionOk="0" h="8" w="8">
                  <a:moveTo>
                    <a:pt x="1" y="1"/>
                  </a:moveTo>
                  <a:lnTo>
                    <a:pt x="8" y="8"/>
                  </a:ln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4" name="Google Shape;5114;p72"/>
            <p:cNvSpPr/>
            <p:nvPr/>
          </p:nvSpPr>
          <p:spPr>
            <a:xfrm>
              <a:off x="2800550" y="195229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72"/>
            <p:cNvSpPr/>
            <p:nvPr/>
          </p:nvSpPr>
          <p:spPr>
            <a:xfrm>
              <a:off x="2783293" y="1890642"/>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6" name="Google Shape;5116;p72"/>
            <p:cNvSpPr/>
            <p:nvPr/>
          </p:nvSpPr>
          <p:spPr>
            <a:xfrm>
              <a:off x="2821609" y="1933425"/>
              <a:ext cx="0" cy="109"/>
            </a:xfrm>
            <a:custGeom>
              <a:rect b="b" l="l" r="r" t="t"/>
              <a:pathLst>
                <a:path extrusionOk="0" h="8" w="0">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7" name="Google Shape;5117;p72"/>
            <p:cNvSpPr/>
            <p:nvPr/>
          </p:nvSpPr>
          <p:spPr>
            <a:xfrm>
              <a:off x="2821555" y="1932854"/>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72"/>
            <p:cNvSpPr/>
            <p:nvPr/>
          </p:nvSpPr>
          <p:spPr>
            <a:xfrm>
              <a:off x="2787380" y="1905767"/>
              <a:ext cx="964" cy="2390"/>
            </a:xfrm>
            <a:custGeom>
              <a:rect b="b" l="l" r="r" t="t"/>
              <a:pathLst>
                <a:path extrusionOk="0" h="176" w="71">
                  <a:moveTo>
                    <a:pt x="0" y="175"/>
                  </a:moveTo>
                  <a:cubicBezTo>
                    <a:pt x="46" y="130"/>
                    <a:pt x="70" y="67"/>
                    <a:pt x="70" y="0"/>
                  </a:cubicBezTo>
                  <a:cubicBezTo>
                    <a:pt x="70" y="67"/>
                    <a:pt x="46" y="130"/>
                    <a:pt x="0" y="17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9" name="Google Shape;5119;p72"/>
            <p:cNvSpPr/>
            <p:nvPr/>
          </p:nvSpPr>
          <p:spPr>
            <a:xfrm>
              <a:off x="2782913" y="1890262"/>
              <a:ext cx="204" cy="163"/>
            </a:xfrm>
            <a:custGeom>
              <a:rect b="b" l="l" r="r" t="t"/>
              <a:pathLst>
                <a:path extrusionOk="0" h="12" w="15">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0" name="Google Shape;5120;p72"/>
            <p:cNvSpPr/>
            <p:nvPr/>
          </p:nvSpPr>
          <p:spPr>
            <a:xfrm>
              <a:off x="2783198" y="1890547"/>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72"/>
            <p:cNvSpPr/>
            <p:nvPr/>
          </p:nvSpPr>
          <p:spPr>
            <a:xfrm>
              <a:off x="2815988" y="1913221"/>
              <a:ext cx="299" cy="1018"/>
            </a:xfrm>
            <a:custGeom>
              <a:rect b="b" l="l" r="r" t="t"/>
              <a:pathLst>
                <a:path extrusionOk="0" h="75" w="22">
                  <a:moveTo>
                    <a:pt x="1" y="1"/>
                  </a:moveTo>
                  <a:cubicBezTo>
                    <a:pt x="18" y="8"/>
                    <a:pt x="22" y="36"/>
                    <a:pt x="22" y="74"/>
                  </a:cubicBezTo>
                  <a:cubicBezTo>
                    <a:pt x="22" y="36"/>
                    <a:pt x="18"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72"/>
            <p:cNvSpPr/>
            <p:nvPr/>
          </p:nvSpPr>
          <p:spPr>
            <a:xfrm>
              <a:off x="2821650" y="1933995"/>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3" name="Google Shape;5123;p72"/>
            <p:cNvSpPr/>
            <p:nvPr/>
          </p:nvSpPr>
          <p:spPr>
            <a:xfrm>
              <a:off x="2782574" y="188993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72"/>
            <p:cNvSpPr/>
            <p:nvPr/>
          </p:nvSpPr>
          <p:spPr>
            <a:xfrm>
              <a:off x="2782723" y="1890072"/>
              <a:ext cx="149" cy="109"/>
            </a:xfrm>
            <a:custGeom>
              <a:rect b="b" l="l" r="r" t="t"/>
              <a:pathLst>
                <a:path extrusionOk="0" h="8" w="11">
                  <a:moveTo>
                    <a:pt x="1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5" name="Google Shape;5125;p72"/>
            <p:cNvSpPr/>
            <p:nvPr/>
          </p:nvSpPr>
          <p:spPr>
            <a:xfrm>
              <a:off x="2783103" y="1890411"/>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72"/>
            <p:cNvSpPr/>
            <p:nvPr/>
          </p:nvSpPr>
          <p:spPr>
            <a:xfrm>
              <a:off x="2783334" y="1890696"/>
              <a:ext cx="68" cy="54"/>
            </a:xfrm>
            <a:custGeom>
              <a:rect b="b" l="l" r="r" t="t"/>
              <a:pathLst>
                <a:path extrusionOk="0" h="4" w="5">
                  <a:moveTo>
                    <a:pt x="4"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7" name="Google Shape;5127;p72"/>
            <p:cNvSpPr/>
            <p:nvPr/>
          </p:nvSpPr>
          <p:spPr>
            <a:xfrm>
              <a:off x="2821324" y="1935950"/>
              <a:ext cx="0" cy="14"/>
            </a:xfrm>
            <a:custGeom>
              <a:rect b="b" l="l" r="r" t="t"/>
              <a:pathLst>
                <a:path extrusionOk="0" h="1" w="0">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8" name="Google Shape;5128;p72"/>
            <p:cNvSpPr/>
            <p:nvPr/>
          </p:nvSpPr>
          <p:spPr>
            <a:xfrm>
              <a:off x="2821609" y="1934945"/>
              <a:ext cx="0" cy="68"/>
            </a:xfrm>
            <a:custGeom>
              <a:rect b="b" l="l" r="r" t="t"/>
              <a:pathLst>
                <a:path extrusionOk="0" h="5" w="0">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9" name="Google Shape;5129;p72"/>
            <p:cNvSpPr/>
            <p:nvPr/>
          </p:nvSpPr>
          <p:spPr>
            <a:xfrm>
              <a:off x="2821650" y="1934429"/>
              <a:ext cx="14" cy="109"/>
            </a:xfrm>
            <a:custGeom>
              <a:rect b="b" l="l" r="r" t="t"/>
              <a:pathLst>
                <a:path extrusionOk="0" h="8" w="1">
                  <a:moveTo>
                    <a:pt x="1" y="7"/>
                  </a:moveTo>
                  <a:lnTo>
                    <a:pt x="1" y="4"/>
                  </a:lnTo>
                  <a:cubicBezTo>
                    <a:pt x="1" y="0"/>
                    <a:pt x="1" y="7"/>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0" name="Google Shape;5130;p72"/>
            <p:cNvSpPr/>
            <p:nvPr/>
          </p:nvSpPr>
          <p:spPr>
            <a:xfrm>
              <a:off x="2821039" y="1936330"/>
              <a:ext cx="0" cy="54"/>
            </a:xfrm>
            <a:custGeom>
              <a:rect b="b" l="l" r="r" t="t"/>
              <a:pathLst>
                <a:path extrusionOk="0" h="4" w="0">
                  <a:moveTo>
                    <a:pt x="0" y="4"/>
                  </a:moveTo>
                  <a:lnTo>
                    <a:pt x="0" y="4"/>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72"/>
            <p:cNvSpPr/>
            <p:nvPr/>
          </p:nvSpPr>
          <p:spPr>
            <a:xfrm>
              <a:off x="2821460" y="1935421"/>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72"/>
            <p:cNvSpPr/>
            <p:nvPr/>
          </p:nvSpPr>
          <p:spPr>
            <a:xfrm>
              <a:off x="2154289" y="1586085"/>
              <a:ext cx="69123" cy="54935"/>
            </a:xfrm>
            <a:custGeom>
              <a:rect b="b" l="l" r="r" t="t"/>
              <a:pathLst>
                <a:path extrusionOk="0" h="4046" w="5091">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3" name="Google Shape;5133;p72"/>
            <p:cNvSpPr/>
            <p:nvPr/>
          </p:nvSpPr>
          <p:spPr>
            <a:xfrm>
              <a:off x="2164512" y="1680435"/>
              <a:ext cx="24820" cy="22661"/>
            </a:xfrm>
            <a:custGeom>
              <a:rect b="b" l="l" r="r" t="t"/>
              <a:pathLst>
                <a:path extrusionOk="0" h="1669" w="1828">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4" name="Google Shape;5134;p72"/>
            <p:cNvSpPr/>
            <p:nvPr/>
          </p:nvSpPr>
          <p:spPr>
            <a:xfrm>
              <a:off x="2151397" y="1668202"/>
              <a:ext cx="37270" cy="31337"/>
            </a:xfrm>
            <a:custGeom>
              <a:rect b="b" l="l" r="r" t="t"/>
              <a:pathLst>
                <a:path extrusionOk="0" h="2308" w="2745">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5" name="Google Shape;5135;p72"/>
            <p:cNvSpPr/>
            <p:nvPr/>
          </p:nvSpPr>
          <p:spPr>
            <a:xfrm>
              <a:off x="2186141" y="168088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6" name="Google Shape;5136;p72"/>
            <p:cNvSpPr/>
            <p:nvPr/>
          </p:nvSpPr>
          <p:spPr>
            <a:xfrm>
              <a:off x="2187187" y="1681358"/>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7" name="Google Shape;5137;p72"/>
            <p:cNvSpPr/>
            <p:nvPr/>
          </p:nvSpPr>
          <p:spPr>
            <a:xfrm>
              <a:off x="2188327" y="1682024"/>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8" name="Google Shape;5138;p72"/>
            <p:cNvSpPr/>
            <p:nvPr/>
          </p:nvSpPr>
          <p:spPr>
            <a:xfrm>
              <a:off x="2185571" y="1680652"/>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72"/>
            <p:cNvSpPr/>
            <p:nvPr/>
          </p:nvSpPr>
          <p:spPr>
            <a:xfrm>
              <a:off x="2186657" y="1681128"/>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72"/>
            <p:cNvSpPr/>
            <p:nvPr/>
          </p:nvSpPr>
          <p:spPr>
            <a:xfrm>
              <a:off x="2184756" y="1680313"/>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1" name="Google Shape;5141;p72"/>
            <p:cNvSpPr/>
            <p:nvPr/>
          </p:nvSpPr>
          <p:spPr>
            <a:xfrm>
              <a:off x="2185137" y="1680462"/>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2" name="Google Shape;5142;p72"/>
            <p:cNvSpPr/>
            <p:nvPr/>
          </p:nvSpPr>
          <p:spPr>
            <a:xfrm>
              <a:off x="2183616" y="167989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3" name="Google Shape;5143;p72"/>
            <p:cNvSpPr/>
            <p:nvPr/>
          </p:nvSpPr>
          <p:spPr>
            <a:xfrm>
              <a:off x="2175347" y="1698615"/>
              <a:ext cx="163" cy="163"/>
            </a:xfrm>
            <a:custGeom>
              <a:rect b="b" l="l" r="r" t="t"/>
              <a:pathLst>
                <a:path extrusionOk="0" h="12" w="12">
                  <a:moveTo>
                    <a:pt x="1"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4" name="Google Shape;5144;p72"/>
            <p:cNvSpPr/>
            <p:nvPr/>
          </p:nvSpPr>
          <p:spPr>
            <a:xfrm>
              <a:off x="2176257" y="1699525"/>
              <a:ext cx="54" cy="54"/>
            </a:xfrm>
            <a:custGeom>
              <a:rect b="b" l="l" r="r" t="t"/>
              <a:pathLst>
                <a:path extrusionOk="0" h="4" w="4">
                  <a:moveTo>
                    <a:pt x="4" y="4"/>
                  </a:moveTo>
                  <a:lnTo>
                    <a:pt x="0" y="0"/>
                  </a:ln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72"/>
            <p:cNvSpPr/>
            <p:nvPr/>
          </p:nvSpPr>
          <p:spPr>
            <a:xfrm>
              <a:off x="2187703" y="1681698"/>
              <a:ext cx="258" cy="109"/>
            </a:xfrm>
            <a:custGeom>
              <a:rect b="b" l="l" r="r" t="t"/>
              <a:pathLst>
                <a:path extrusionOk="0" h="8" w="19">
                  <a:moveTo>
                    <a:pt x="1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6" name="Google Shape;5146;p72"/>
            <p:cNvSpPr/>
            <p:nvPr/>
          </p:nvSpPr>
          <p:spPr>
            <a:xfrm>
              <a:off x="2167595" y="1679838"/>
              <a:ext cx="489" cy="163"/>
            </a:xfrm>
            <a:custGeom>
              <a:rect b="b" l="l" r="r" t="t"/>
              <a:pathLst>
                <a:path extrusionOk="0" h="12" w="36">
                  <a:moveTo>
                    <a:pt x="1" y="1"/>
                  </a:moveTo>
                  <a:cubicBezTo>
                    <a:pt x="11" y="8"/>
                    <a:pt x="25" y="11"/>
                    <a:pt x="36" y="4"/>
                  </a:cubicBezTo>
                  <a:cubicBezTo>
                    <a:pt x="25" y="11"/>
                    <a:pt x="1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7" name="Google Shape;5147;p72"/>
            <p:cNvSpPr/>
            <p:nvPr/>
          </p:nvSpPr>
          <p:spPr>
            <a:xfrm>
              <a:off x="2183711" y="16799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72"/>
            <p:cNvSpPr/>
            <p:nvPr/>
          </p:nvSpPr>
          <p:spPr>
            <a:xfrm>
              <a:off x="2184145" y="168008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9" name="Google Shape;5149;p72"/>
            <p:cNvSpPr/>
            <p:nvPr/>
          </p:nvSpPr>
          <p:spPr>
            <a:xfrm>
              <a:off x="2183860" y="1679987"/>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0" name="Google Shape;5150;p72"/>
            <p:cNvSpPr/>
            <p:nvPr/>
          </p:nvSpPr>
          <p:spPr>
            <a:xfrm>
              <a:off x="2189794" y="1704318"/>
              <a:ext cx="11324" cy="24833"/>
            </a:xfrm>
            <a:custGeom>
              <a:rect b="b" l="l" r="r" t="t"/>
              <a:pathLst>
                <a:path extrusionOk="0" h="1829" w="834">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72"/>
            <p:cNvSpPr/>
            <p:nvPr/>
          </p:nvSpPr>
          <p:spPr>
            <a:xfrm>
              <a:off x="2121119" y="1644237"/>
              <a:ext cx="52626" cy="23163"/>
            </a:xfrm>
            <a:custGeom>
              <a:rect b="b" l="l" r="r" t="t"/>
              <a:pathLst>
                <a:path extrusionOk="0" h="1706" w="3876">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2" name="Google Shape;5152;p72"/>
            <p:cNvSpPr/>
            <p:nvPr/>
          </p:nvSpPr>
          <p:spPr>
            <a:xfrm>
              <a:off x="2168545" y="1647618"/>
              <a:ext cx="45838" cy="25064"/>
            </a:xfrm>
            <a:custGeom>
              <a:rect b="b" l="l" r="r" t="t"/>
              <a:pathLst>
                <a:path extrusionOk="0" h="1846" w="3376">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3" name="Google Shape;5153;p72"/>
            <p:cNvSpPr/>
            <p:nvPr/>
          </p:nvSpPr>
          <p:spPr>
            <a:xfrm>
              <a:off x="2170215" y="1666817"/>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72"/>
            <p:cNvSpPr/>
            <p:nvPr/>
          </p:nvSpPr>
          <p:spPr>
            <a:xfrm>
              <a:off x="2170636" y="1667061"/>
              <a:ext cx="68" cy="54"/>
            </a:xfrm>
            <a:custGeom>
              <a:rect b="b" l="l" r="r" t="t"/>
              <a:pathLst>
                <a:path extrusionOk="0" h="4" w="5">
                  <a:moveTo>
                    <a:pt x="4"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5" name="Google Shape;5155;p72"/>
            <p:cNvSpPr/>
            <p:nvPr/>
          </p:nvSpPr>
          <p:spPr>
            <a:xfrm>
              <a:off x="2175252" y="1670524"/>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6" name="Google Shape;5156;p72"/>
            <p:cNvSpPr/>
            <p:nvPr/>
          </p:nvSpPr>
          <p:spPr>
            <a:xfrm>
              <a:off x="2182571" y="1671854"/>
              <a:ext cx="2539" cy="733"/>
            </a:xfrm>
            <a:custGeom>
              <a:rect b="b" l="l" r="r" t="t"/>
              <a:pathLst>
                <a:path extrusionOk="0" h="54" w="187">
                  <a:moveTo>
                    <a:pt x="186" y="1"/>
                  </a:moveTo>
                  <a:cubicBezTo>
                    <a:pt x="95" y="29"/>
                    <a:pt x="32" y="43"/>
                    <a:pt x="1" y="53"/>
                  </a:cubicBezTo>
                  <a:cubicBezTo>
                    <a:pt x="29" y="46"/>
                    <a:pt x="78" y="36"/>
                    <a:pt x="134" y="18"/>
                  </a:cubicBezTo>
                  <a:lnTo>
                    <a:pt x="18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72"/>
            <p:cNvSpPr/>
            <p:nvPr/>
          </p:nvSpPr>
          <p:spPr>
            <a:xfrm>
              <a:off x="2175592" y="1670809"/>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8" name="Google Shape;5158;p72"/>
            <p:cNvSpPr/>
            <p:nvPr/>
          </p:nvSpPr>
          <p:spPr>
            <a:xfrm>
              <a:off x="2174587" y="1669858"/>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9" name="Google Shape;5159;p72"/>
            <p:cNvSpPr/>
            <p:nvPr/>
          </p:nvSpPr>
          <p:spPr>
            <a:xfrm>
              <a:off x="2174207" y="1669573"/>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0" name="Google Shape;5160;p72"/>
            <p:cNvSpPr/>
            <p:nvPr/>
          </p:nvSpPr>
          <p:spPr>
            <a:xfrm>
              <a:off x="2171070" y="1667346"/>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1" name="Google Shape;5161;p72"/>
            <p:cNvSpPr/>
            <p:nvPr/>
          </p:nvSpPr>
          <p:spPr>
            <a:xfrm>
              <a:off x="2173786" y="1669247"/>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2" name="Google Shape;5162;p72"/>
            <p:cNvSpPr/>
            <p:nvPr/>
          </p:nvSpPr>
          <p:spPr>
            <a:xfrm>
              <a:off x="2174926" y="167019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3" name="Google Shape;5163;p72"/>
            <p:cNvSpPr/>
            <p:nvPr/>
          </p:nvSpPr>
          <p:spPr>
            <a:xfrm>
              <a:off x="2171546" y="166767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4" name="Google Shape;5164;p72"/>
            <p:cNvSpPr/>
            <p:nvPr/>
          </p:nvSpPr>
          <p:spPr>
            <a:xfrm>
              <a:off x="2172971" y="1668623"/>
              <a:ext cx="54" cy="68"/>
            </a:xfrm>
            <a:custGeom>
              <a:rect b="b" l="l" r="r" t="t"/>
              <a:pathLst>
                <a:path extrusionOk="0" h="5" w="4">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5" name="Google Shape;5165;p72"/>
            <p:cNvSpPr/>
            <p:nvPr/>
          </p:nvSpPr>
          <p:spPr>
            <a:xfrm>
              <a:off x="2173351" y="1668908"/>
              <a:ext cx="163" cy="109"/>
            </a:xfrm>
            <a:custGeom>
              <a:rect b="b" l="l" r="r" t="t"/>
              <a:pathLst>
                <a:path extrusionOk="0" h="8" w="12">
                  <a:moveTo>
                    <a:pt x="1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6" name="Google Shape;5166;p72"/>
            <p:cNvSpPr/>
            <p:nvPr/>
          </p:nvSpPr>
          <p:spPr>
            <a:xfrm>
              <a:off x="2174831" y="1654081"/>
              <a:ext cx="54" cy="299"/>
            </a:xfrm>
            <a:custGeom>
              <a:rect b="b" l="l" r="r" t="t"/>
              <a:pathLst>
                <a:path extrusionOk="0" h="22" w="4">
                  <a:moveTo>
                    <a:pt x="4" y="0"/>
                  </a:moveTo>
                  <a:cubicBezTo>
                    <a:pt x="0" y="7"/>
                    <a:pt x="0" y="14"/>
                    <a:pt x="0" y="21"/>
                  </a:cubicBezTo>
                  <a:cubicBezTo>
                    <a:pt x="0" y="14"/>
                    <a:pt x="0"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72"/>
            <p:cNvSpPr/>
            <p:nvPr/>
          </p:nvSpPr>
          <p:spPr>
            <a:xfrm>
              <a:off x="2168599" y="1663436"/>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8" name="Google Shape;5168;p72"/>
            <p:cNvSpPr/>
            <p:nvPr/>
          </p:nvSpPr>
          <p:spPr>
            <a:xfrm>
              <a:off x="2168409" y="1663871"/>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9" name="Google Shape;5169;p72"/>
            <p:cNvSpPr/>
            <p:nvPr/>
          </p:nvSpPr>
          <p:spPr>
            <a:xfrm>
              <a:off x="2168450" y="1663680"/>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0" name="Google Shape;5170;p72"/>
            <p:cNvSpPr/>
            <p:nvPr/>
          </p:nvSpPr>
          <p:spPr>
            <a:xfrm>
              <a:off x="2168735" y="166334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72"/>
            <p:cNvSpPr/>
            <p:nvPr/>
          </p:nvSpPr>
          <p:spPr>
            <a:xfrm>
              <a:off x="2168694" y="166334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72"/>
            <p:cNvSpPr/>
            <p:nvPr/>
          </p:nvSpPr>
          <p:spPr>
            <a:xfrm>
              <a:off x="2168640" y="1663395"/>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3" name="Google Shape;5173;p72"/>
            <p:cNvSpPr/>
            <p:nvPr/>
          </p:nvSpPr>
          <p:spPr>
            <a:xfrm>
              <a:off x="2168504" y="1663531"/>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4" name="Google Shape;5174;p72"/>
            <p:cNvSpPr/>
            <p:nvPr/>
          </p:nvSpPr>
          <p:spPr>
            <a:xfrm>
              <a:off x="2174872" y="1653891"/>
              <a:ext cx="68" cy="109"/>
            </a:xfrm>
            <a:custGeom>
              <a:rect b="b" l="l" r="r" t="t"/>
              <a:pathLst>
                <a:path extrusionOk="0" h="8" w="5">
                  <a:moveTo>
                    <a:pt x="4" y="0"/>
                  </a:moveTo>
                  <a:lnTo>
                    <a:pt x="4" y="0"/>
                  </a:lnTo>
                  <a:cubicBezTo>
                    <a:pt x="4" y="0"/>
                    <a:pt x="1" y="4"/>
                    <a:pt x="1" y="7"/>
                  </a:cubicBezTo>
                  <a:cubicBezTo>
                    <a:pt x="4" y="4"/>
                    <a:pt x="4" y="0"/>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72"/>
            <p:cNvSpPr/>
            <p:nvPr/>
          </p:nvSpPr>
          <p:spPr>
            <a:xfrm>
              <a:off x="2141078" y="1625270"/>
              <a:ext cx="43597" cy="21317"/>
            </a:xfrm>
            <a:custGeom>
              <a:rect b="b" l="l" r="r" t="t"/>
              <a:pathLst>
                <a:path extrusionOk="0" h="1570" w="3211">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72"/>
            <p:cNvSpPr/>
            <p:nvPr/>
          </p:nvSpPr>
          <p:spPr>
            <a:xfrm>
              <a:off x="2183195" y="1635589"/>
              <a:ext cx="1534" cy="2390"/>
            </a:xfrm>
            <a:custGeom>
              <a:rect b="b" l="l" r="r" t="t"/>
              <a:pathLst>
                <a:path extrusionOk="0" h="176" w="113">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7" name="Google Shape;5177;p72"/>
            <p:cNvSpPr/>
            <p:nvPr/>
          </p:nvSpPr>
          <p:spPr>
            <a:xfrm>
              <a:off x="2161756" y="1626465"/>
              <a:ext cx="774" cy="394"/>
            </a:xfrm>
            <a:custGeom>
              <a:rect b="b" l="l" r="r" t="t"/>
              <a:pathLst>
                <a:path extrusionOk="0" h="29" w="57">
                  <a:moveTo>
                    <a:pt x="0" y="0"/>
                  </a:moveTo>
                  <a:cubicBezTo>
                    <a:pt x="18" y="11"/>
                    <a:pt x="35" y="18"/>
                    <a:pt x="56" y="28"/>
                  </a:cubicBezTo>
                  <a:cubicBezTo>
                    <a:pt x="35" y="18"/>
                    <a:pt x="18"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8" name="Google Shape;5178;p72"/>
            <p:cNvSpPr/>
            <p:nvPr/>
          </p:nvSpPr>
          <p:spPr>
            <a:xfrm>
              <a:off x="2162612" y="1626885"/>
              <a:ext cx="720" cy="299"/>
            </a:xfrm>
            <a:custGeom>
              <a:rect b="b" l="l" r="r" t="t"/>
              <a:pathLst>
                <a:path extrusionOk="0" h="22" w="53">
                  <a:moveTo>
                    <a:pt x="0" y="1"/>
                  </a:moveTo>
                  <a:lnTo>
                    <a:pt x="0" y="1"/>
                  </a:lnTo>
                  <a:cubicBezTo>
                    <a:pt x="18" y="11"/>
                    <a:pt x="39" y="18"/>
                    <a:pt x="53" y="22"/>
                  </a:cubicBezTo>
                  <a:cubicBezTo>
                    <a:pt x="39" y="18"/>
                    <a:pt x="18"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9" name="Google Shape;5179;p72"/>
            <p:cNvSpPr/>
            <p:nvPr/>
          </p:nvSpPr>
          <p:spPr>
            <a:xfrm>
              <a:off x="2183046" y="1635439"/>
              <a:ext cx="68" cy="68"/>
            </a:xfrm>
            <a:custGeom>
              <a:rect b="b" l="l" r="r" t="t"/>
              <a:pathLst>
                <a:path extrusionOk="0" h="5" w="5">
                  <a:moveTo>
                    <a:pt x="1" y="1"/>
                  </a:moveTo>
                  <a:lnTo>
                    <a:pt x="1" y="1"/>
                  </a:ln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0" name="Google Shape;5180;p72"/>
            <p:cNvSpPr/>
            <p:nvPr/>
          </p:nvSpPr>
          <p:spPr>
            <a:xfrm>
              <a:off x="2160711" y="1625894"/>
              <a:ext cx="815" cy="489"/>
            </a:xfrm>
            <a:custGeom>
              <a:rect b="b" l="l" r="r" t="t"/>
              <a:pathLst>
                <a:path extrusionOk="0" h="36" w="60">
                  <a:moveTo>
                    <a:pt x="0" y="0"/>
                  </a:moveTo>
                  <a:cubicBezTo>
                    <a:pt x="21" y="11"/>
                    <a:pt x="42" y="25"/>
                    <a:pt x="60" y="35"/>
                  </a:cubicBezTo>
                  <a:cubicBezTo>
                    <a:pt x="42" y="25"/>
                    <a:pt x="2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1" name="Google Shape;5181;p72"/>
            <p:cNvSpPr/>
            <p:nvPr/>
          </p:nvSpPr>
          <p:spPr>
            <a:xfrm>
              <a:off x="2159801" y="1625270"/>
              <a:ext cx="869" cy="584"/>
            </a:xfrm>
            <a:custGeom>
              <a:rect b="b" l="l" r="r" t="t"/>
              <a:pathLst>
                <a:path extrusionOk="0" h="43" w="64">
                  <a:moveTo>
                    <a:pt x="1" y="1"/>
                  </a:moveTo>
                  <a:cubicBezTo>
                    <a:pt x="22" y="15"/>
                    <a:pt x="43" y="29"/>
                    <a:pt x="64" y="43"/>
                  </a:cubicBezTo>
                  <a:cubicBezTo>
                    <a:pt x="43" y="29"/>
                    <a:pt x="22"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2" name="Google Shape;5182;p72"/>
            <p:cNvSpPr/>
            <p:nvPr/>
          </p:nvSpPr>
          <p:spPr>
            <a:xfrm>
              <a:off x="2166359" y="1644333"/>
              <a:ext cx="204" cy="163"/>
            </a:xfrm>
            <a:custGeom>
              <a:rect b="b" l="l" r="r" t="t"/>
              <a:pathLst>
                <a:path extrusionOk="0" h="12" w="15">
                  <a:moveTo>
                    <a:pt x="1" y="1"/>
                  </a:moveTo>
                  <a:cubicBezTo>
                    <a:pt x="8" y="4"/>
                    <a:pt x="11" y="8"/>
                    <a:pt x="15" y="11"/>
                  </a:cubicBezTo>
                  <a:cubicBezTo>
                    <a:pt x="11" y="8"/>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3" name="Google Shape;5183;p72"/>
            <p:cNvSpPr/>
            <p:nvPr/>
          </p:nvSpPr>
          <p:spPr>
            <a:xfrm>
              <a:off x="2156855" y="1646478"/>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4" name="Google Shape;5184;p72"/>
            <p:cNvSpPr/>
            <p:nvPr/>
          </p:nvSpPr>
          <p:spPr>
            <a:xfrm>
              <a:off x="2157045" y="1646423"/>
              <a:ext cx="163" cy="68"/>
            </a:xfrm>
            <a:custGeom>
              <a:rect b="b" l="l" r="r" t="t"/>
              <a:pathLst>
                <a:path extrusionOk="0" h="5" w="12">
                  <a:moveTo>
                    <a:pt x="1"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5" name="Google Shape;5185;p72"/>
            <p:cNvSpPr/>
            <p:nvPr/>
          </p:nvSpPr>
          <p:spPr>
            <a:xfrm>
              <a:off x="2156570" y="1646518"/>
              <a:ext cx="204" cy="68"/>
            </a:xfrm>
            <a:custGeom>
              <a:rect b="b" l="l" r="r" t="t"/>
              <a:pathLst>
                <a:path extrusionOk="0" h="5" w="15">
                  <a:moveTo>
                    <a:pt x="1" y="4"/>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72"/>
            <p:cNvSpPr/>
            <p:nvPr/>
          </p:nvSpPr>
          <p:spPr>
            <a:xfrm>
              <a:off x="2157384" y="1646233"/>
              <a:ext cx="149" cy="109"/>
            </a:xfrm>
            <a:custGeom>
              <a:rect b="b" l="l" r="r" t="t"/>
              <a:pathLst>
                <a:path extrusionOk="0" h="8" w="11">
                  <a:moveTo>
                    <a:pt x="0" y="8"/>
                  </a:moveTo>
                  <a:cubicBezTo>
                    <a:pt x="4" y="4"/>
                    <a:pt x="7" y="4"/>
                    <a:pt x="11" y="1"/>
                  </a:cubicBezTo>
                  <a:cubicBezTo>
                    <a:pt x="7" y="4"/>
                    <a:pt x="4" y="4"/>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7" name="Google Shape;5187;p72"/>
            <p:cNvSpPr/>
            <p:nvPr/>
          </p:nvSpPr>
          <p:spPr>
            <a:xfrm>
              <a:off x="2165028" y="1643531"/>
              <a:ext cx="1059" cy="584"/>
            </a:xfrm>
            <a:custGeom>
              <a:rect b="b" l="l" r="r" t="t"/>
              <a:pathLst>
                <a:path extrusionOk="0" h="43" w="78">
                  <a:moveTo>
                    <a:pt x="1" y="0"/>
                  </a:moveTo>
                  <a:cubicBezTo>
                    <a:pt x="29" y="11"/>
                    <a:pt x="53" y="25"/>
                    <a:pt x="78" y="42"/>
                  </a:cubicBezTo>
                  <a:cubicBezTo>
                    <a:pt x="53" y="25"/>
                    <a:pt x="29"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8" name="Google Shape;5188;p72"/>
            <p:cNvSpPr/>
            <p:nvPr/>
          </p:nvSpPr>
          <p:spPr>
            <a:xfrm>
              <a:off x="2157235" y="164638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72"/>
            <p:cNvSpPr/>
            <p:nvPr/>
          </p:nvSpPr>
          <p:spPr>
            <a:xfrm>
              <a:off x="2160561" y="1642432"/>
              <a:ext cx="1303" cy="204"/>
            </a:xfrm>
            <a:custGeom>
              <a:rect b="b" l="l" r="r" t="t"/>
              <a:pathLst>
                <a:path extrusionOk="0" h="15" w="96">
                  <a:moveTo>
                    <a:pt x="1" y="1"/>
                  </a:moveTo>
                  <a:cubicBezTo>
                    <a:pt x="25" y="4"/>
                    <a:pt x="60" y="8"/>
                    <a:pt x="95" y="15"/>
                  </a:cubicBezTo>
                  <a:cubicBezTo>
                    <a:pt x="60" y="8"/>
                    <a:pt x="29"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0" name="Google Shape;5190;p72"/>
            <p:cNvSpPr/>
            <p:nvPr/>
          </p:nvSpPr>
          <p:spPr>
            <a:xfrm>
              <a:off x="2164458" y="1643287"/>
              <a:ext cx="489" cy="204"/>
            </a:xfrm>
            <a:custGeom>
              <a:rect b="b" l="l" r="r" t="t"/>
              <a:pathLst>
                <a:path extrusionOk="0" h="15" w="36">
                  <a:moveTo>
                    <a:pt x="1" y="1"/>
                  </a:moveTo>
                  <a:cubicBezTo>
                    <a:pt x="15" y="4"/>
                    <a:pt x="25" y="8"/>
                    <a:pt x="36" y="15"/>
                  </a:cubicBezTo>
                  <a:cubicBezTo>
                    <a:pt x="25" y="8"/>
                    <a:pt x="1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72"/>
            <p:cNvSpPr/>
            <p:nvPr/>
          </p:nvSpPr>
          <p:spPr>
            <a:xfrm>
              <a:off x="2162136" y="1642676"/>
              <a:ext cx="2200" cy="584"/>
            </a:xfrm>
            <a:custGeom>
              <a:rect b="b" l="l" r="r" t="t"/>
              <a:pathLst>
                <a:path extrusionOk="0" h="43" w="162">
                  <a:moveTo>
                    <a:pt x="0" y="0"/>
                  </a:moveTo>
                  <a:cubicBezTo>
                    <a:pt x="56" y="7"/>
                    <a:pt x="109" y="21"/>
                    <a:pt x="161" y="42"/>
                  </a:cubicBezTo>
                  <a:cubicBezTo>
                    <a:pt x="109" y="21"/>
                    <a:pt x="56"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2" name="Google Shape;5192;p72"/>
            <p:cNvSpPr/>
            <p:nvPr/>
          </p:nvSpPr>
          <p:spPr>
            <a:xfrm>
              <a:off x="2156244" y="1646614"/>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3" name="Google Shape;5193;p72"/>
            <p:cNvSpPr/>
            <p:nvPr/>
          </p:nvSpPr>
          <p:spPr>
            <a:xfrm>
              <a:off x="2154628" y="1646614"/>
              <a:ext cx="1195" cy="54"/>
            </a:xfrm>
            <a:custGeom>
              <a:rect b="b" l="l" r="r" t="t"/>
              <a:pathLst>
                <a:path extrusionOk="0" h="4" w="88">
                  <a:moveTo>
                    <a:pt x="0" y="1"/>
                  </a:moveTo>
                  <a:cubicBezTo>
                    <a:pt x="16" y="2"/>
                    <a:pt x="32" y="3"/>
                    <a:pt x="47" y="3"/>
                  </a:cubicBezTo>
                  <a:cubicBezTo>
                    <a:pt x="61" y="3"/>
                    <a:pt x="75" y="2"/>
                    <a:pt x="8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72"/>
            <p:cNvSpPr/>
            <p:nvPr/>
          </p:nvSpPr>
          <p:spPr>
            <a:xfrm>
              <a:off x="2166984" y="1644903"/>
              <a:ext cx="2906" cy="1113"/>
            </a:xfrm>
            <a:custGeom>
              <a:rect b="b" l="l" r="r" t="t"/>
              <a:pathLst>
                <a:path extrusionOk="0" h="82" w="214">
                  <a:moveTo>
                    <a:pt x="214" y="67"/>
                  </a:moveTo>
                  <a:cubicBezTo>
                    <a:pt x="137" y="81"/>
                    <a:pt x="60" y="57"/>
                    <a:pt x="4" y="1"/>
                  </a:cubicBezTo>
                  <a:lnTo>
                    <a:pt x="0" y="1"/>
                  </a:lnTo>
                  <a:lnTo>
                    <a:pt x="4" y="1"/>
                  </a:lnTo>
                  <a:cubicBezTo>
                    <a:pt x="60" y="57"/>
                    <a:pt x="137" y="81"/>
                    <a:pt x="214"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5" name="Google Shape;5195;p72"/>
            <p:cNvSpPr/>
            <p:nvPr/>
          </p:nvSpPr>
          <p:spPr>
            <a:xfrm>
              <a:off x="2154248" y="1646614"/>
              <a:ext cx="394" cy="14"/>
            </a:xfrm>
            <a:custGeom>
              <a:rect b="b" l="l" r="r" t="t"/>
              <a:pathLst>
                <a:path extrusionOk="0" h="1" w="29">
                  <a:moveTo>
                    <a:pt x="0" y="1"/>
                  </a:move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72"/>
            <p:cNvSpPr/>
            <p:nvPr/>
          </p:nvSpPr>
          <p:spPr>
            <a:xfrm>
              <a:off x="2153813" y="1646573"/>
              <a:ext cx="353" cy="54"/>
            </a:xfrm>
            <a:custGeom>
              <a:rect b="b" l="l" r="r" t="t"/>
              <a:pathLst>
                <a:path extrusionOk="0" h="4" w="26">
                  <a:moveTo>
                    <a:pt x="1" y="0"/>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7" name="Google Shape;5197;p72"/>
            <p:cNvSpPr/>
            <p:nvPr/>
          </p:nvSpPr>
          <p:spPr>
            <a:xfrm>
              <a:off x="2153433" y="1646518"/>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8" name="Google Shape;5198;p72"/>
            <p:cNvSpPr/>
            <p:nvPr/>
          </p:nvSpPr>
          <p:spPr>
            <a:xfrm>
              <a:off x="2171641" y="1645052"/>
              <a:ext cx="1100" cy="530"/>
            </a:xfrm>
            <a:custGeom>
              <a:rect b="b" l="l" r="r" t="t"/>
              <a:pathLst>
                <a:path extrusionOk="0" h="39" w="81">
                  <a:moveTo>
                    <a:pt x="81" y="39"/>
                  </a:moveTo>
                  <a:lnTo>
                    <a:pt x="81" y="39"/>
                  </a:lnTo>
                  <a:lnTo>
                    <a:pt x="67" y="0"/>
                  </a:lnTo>
                  <a:lnTo>
                    <a:pt x="0" y="25"/>
                  </a:lnTo>
                  <a:lnTo>
                    <a:pt x="6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72"/>
            <p:cNvSpPr/>
            <p:nvPr/>
          </p:nvSpPr>
          <p:spPr>
            <a:xfrm>
              <a:off x="2152958" y="1646478"/>
              <a:ext cx="353" cy="54"/>
            </a:xfrm>
            <a:custGeom>
              <a:rect b="b" l="l" r="r" t="t"/>
              <a:pathLst>
                <a:path extrusionOk="0" h="4" w="26">
                  <a:moveTo>
                    <a:pt x="1" y="0"/>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0" name="Google Shape;5200;p72"/>
            <p:cNvSpPr/>
            <p:nvPr/>
          </p:nvSpPr>
          <p:spPr>
            <a:xfrm>
              <a:off x="2155864" y="1646614"/>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1" name="Google Shape;5201;p72"/>
            <p:cNvSpPr/>
            <p:nvPr/>
          </p:nvSpPr>
          <p:spPr>
            <a:xfrm>
              <a:off x="2152768" y="1646423"/>
              <a:ext cx="109" cy="14"/>
            </a:xfrm>
            <a:custGeom>
              <a:rect b="b" l="l" r="r" t="t"/>
              <a:pathLst>
                <a:path extrusionOk="0" h="1" w="8">
                  <a:moveTo>
                    <a:pt x="1" y="1"/>
                  </a:moveTo>
                  <a:lnTo>
                    <a:pt x="1" y="1"/>
                  </a:ln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2" name="Google Shape;5202;p72"/>
            <p:cNvSpPr/>
            <p:nvPr/>
          </p:nvSpPr>
          <p:spPr>
            <a:xfrm>
              <a:off x="2173637" y="1639417"/>
              <a:ext cx="38709" cy="14569"/>
            </a:xfrm>
            <a:custGeom>
              <a:rect b="b" l="l" r="r" t="t"/>
              <a:pathLst>
                <a:path extrusionOk="0" h="1073" w="2851">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3" name="Google Shape;5203;p72"/>
            <p:cNvSpPr/>
            <p:nvPr/>
          </p:nvSpPr>
          <p:spPr>
            <a:xfrm>
              <a:off x="2211667" y="1642866"/>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4" name="Google Shape;5204;p72"/>
            <p:cNvSpPr/>
            <p:nvPr/>
          </p:nvSpPr>
          <p:spPr>
            <a:xfrm>
              <a:off x="2209332" y="1642147"/>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5" name="Google Shape;5205;p72"/>
            <p:cNvSpPr/>
            <p:nvPr/>
          </p:nvSpPr>
          <p:spPr>
            <a:xfrm>
              <a:off x="2200343" y="1640341"/>
              <a:ext cx="3014" cy="489"/>
            </a:xfrm>
            <a:custGeom>
              <a:rect b="b" l="l" r="r" t="t"/>
              <a:pathLst>
                <a:path extrusionOk="0" h="36" w="222">
                  <a:moveTo>
                    <a:pt x="222" y="32"/>
                  </a:moveTo>
                  <a:cubicBezTo>
                    <a:pt x="145" y="36"/>
                    <a:pt x="71" y="25"/>
                    <a:pt x="1" y="1"/>
                  </a:cubicBezTo>
                  <a:cubicBezTo>
                    <a:pt x="71" y="25"/>
                    <a:pt x="145" y="36"/>
                    <a:pt x="22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6" name="Google Shape;5206;p72"/>
            <p:cNvSpPr/>
            <p:nvPr/>
          </p:nvSpPr>
          <p:spPr>
            <a:xfrm>
              <a:off x="2212088" y="1642961"/>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7" name="Google Shape;5207;p72"/>
            <p:cNvSpPr/>
            <p:nvPr/>
          </p:nvSpPr>
          <p:spPr>
            <a:xfrm>
              <a:off x="2209807" y="1642337"/>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72"/>
            <p:cNvSpPr/>
            <p:nvPr/>
          </p:nvSpPr>
          <p:spPr>
            <a:xfrm>
              <a:off x="2209481" y="1642201"/>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9" name="Google Shape;5209;p72"/>
            <p:cNvSpPr/>
            <p:nvPr/>
          </p:nvSpPr>
          <p:spPr>
            <a:xfrm>
              <a:off x="2209576" y="1642242"/>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0" name="Google Shape;5210;p72"/>
            <p:cNvSpPr/>
            <p:nvPr/>
          </p:nvSpPr>
          <p:spPr>
            <a:xfrm>
              <a:off x="2209291" y="1642051"/>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72"/>
            <p:cNvSpPr/>
            <p:nvPr/>
          </p:nvSpPr>
          <p:spPr>
            <a:xfrm>
              <a:off x="2209956" y="1642432"/>
              <a:ext cx="109" cy="68"/>
            </a:xfrm>
            <a:custGeom>
              <a:rect b="b" l="l" r="r" t="t"/>
              <a:pathLst>
                <a:path extrusionOk="0" h="5" w="8">
                  <a:moveTo>
                    <a:pt x="0" y="1"/>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2" name="Google Shape;5212;p72"/>
            <p:cNvSpPr/>
            <p:nvPr/>
          </p:nvSpPr>
          <p:spPr>
            <a:xfrm>
              <a:off x="2185802" y="1639390"/>
              <a:ext cx="353" cy="258"/>
            </a:xfrm>
            <a:custGeom>
              <a:rect b="b" l="l" r="r" t="t"/>
              <a:pathLst>
                <a:path extrusionOk="0" h="19" w="26">
                  <a:moveTo>
                    <a:pt x="25" y="18"/>
                  </a:moveTo>
                  <a:cubicBezTo>
                    <a:pt x="18" y="11"/>
                    <a:pt x="8" y="8"/>
                    <a:pt x="1" y="1"/>
                  </a:cubicBezTo>
                  <a:lnTo>
                    <a:pt x="1" y="1"/>
                  </a:lnTo>
                  <a:cubicBezTo>
                    <a:pt x="8" y="8"/>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72"/>
            <p:cNvSpPr/>
            <p:nvPr/>
          </p:nvSpPr>
          <p:spPr>
            <a:xfrm>
              <a:off x="2209196" y="164201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4" name="Google Shape;5214;p72"/>
            <p:cNvSpPr/>
            <p:nvPr/>
          </p:nvSpPr>
          <p:spPr>
            <a:xfrm>
              <a:off x="2210187" y="1642486"/>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72"/>
            <p:cNvSpPr/>
            <p:nvPr/>
          </p:nvSpPr>
          <p:spPr>
            <a:xfrm>
              <a:off x="2210472" y="1642581"/>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6" name="Google Shape;5216;p72"/>
            <p:cNvSpPr/>
            <p:nvPr/>
          </p:nvSpPr>
          <p:spPr>
            <a:xfrm>
              <a:off x="2198062" y="1640056"/>
              <a:ext cx="2295" cy="299"/>
            </a:xfrm>
            <a:custGeom>
              <a:rect b="b" l="l" r="r" t="t"/>
              <a:pathLst>
                <a:path extrusionOk="0" h="22" w="169">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7" name="Google Shape;5217;p72"/>
            <p:cNvSpPr/>
            <p:nvPr/>
          </p:nvSpPr>
          <p:spPr>
            <a:xfrm>
              <a:off x="2210757" y="164267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8" name="Google Shape;5218;p72"/>
            <p:cNvSpPr/>
            <p:nvPr/>
          </p:nvSpPr>
          <p:spPr>
            <a:xfrm>
              <a:off x="2173501" y="1647713"/>
              <a:ext cx="2145" cy="4195"/>
            </a:xfrm>
            <a:custGeom>
              <a:rect b="b" l="l" r="r" t="t"/>
              <a:pathLst>
                <a:path extrusionOk="0" h="309" w="158">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9" name="Google Shape;5219;p72"/>
            <p:cNvSpPr/>
            <p:nvPr/>
          </p:nvSpPr>
          <p:spPr>
            <a:xfrm>
              <a:off x="2208286" y="164837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0" name="Google Shape;5220;p72"/>
            <p:cNvSpPr/>
            <p:nvPr/>
          </p:nvSpPr>
          <p:spPr>
            <a:xfrm>
              <a:off x="2208191" y="164832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1" name="Google Shape;5221;p72"/>
            <p:cNvSpPr/>
            <p:nvPr/>
          </p:nvSpPr>
          <p:spPr>
            <a:xfrm>
              <a:off x="2209956" y="1649085"/>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2" name="Google Shape;5222;p72"/>
            <p:cNvSpPr/>
            <p:nvPr/>
          </p:nvSpPr>
          <p:spPr>
            <a:xfrm>
              <a:off x="2209427" y="1648895"/>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3" name="Google Shape;5223;p72"/>
            <p:cNvSpPr/>
            <p:nvPr/>
          </p:nvSpPr>
          <p:spPr>
            <a:xfrm>
              <a:off x="2208381" y="164847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4" name="Google Shape;5224;p72"/>
            <p:cNvSpPr/>
            <p:nvPr/>
          </p:nvSpPr>
          <p:spPr>
            <a:xfrm>
              <a:off x="2175632" y="1651895"/>
              <a:ext cx="638" cy="774"/>
            </a:xfrm>
            <a:custGeom>
              <a:rect b="b" l="l" r="r" t="t"/>
              <a:pathLst>
                <a:path extrusionOk="0" h="57" w="47">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72"/>
            <p:cNvSpPr/>
            <p:nvPr/>
          </p:nvSpPr>
          <p:spPr>
            <a:xfrm>
              <a:off x="2208531" y="1648514"/>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6" name="Google Shape;5226;p72"/>
            <p:cNvSpPr/>
            <p:nvPr/>
          </p:nvSpPr>
          <p:spPr>
            <a:xfrm>
              <a:off x="2208816" y="164866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7" name="Google Shape;5227;p72"/>
            <p:cNvSpPr/>
            <p:nvPr/>
          </p:nvSpPr>
          <p:spPr>
            <a:xfrm>
              <a:off x="2209047" y="1648800"/>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72"/>
            <p:cNvSpPr/>
            <p:nvPr/>
          </p:nvSpPr>
          <p:spPr>
            <a:xfrm>
              <a:off x="2175402" y="1651515"/>
              <a:ext cx="530" cy="720"/>
            </a:xfrm>
            <a:custGeom>
              <a:rect b="b" l="l" r="r" t="t"/>
              <a:pathLst>
                <a:path extrusionOk="0" h="53" w="39">
                  <a:moveTo>
                    <a:pt x="0" y="0"/>
                  </a:moveTo>
                  <a:lnTo>
                    <a:pt x="0" y="0"/>
                  </a:lnTo>
                  <a:cubicBezTo>
                    <a:pt x="14" y="21"/>
                    <a:pt x="25" y="35"/>
                    <a:pt x="39" y="53"/>
                  </a:cubicBezTo>
                  <a:lnTo>
                    <a:pt x="21" y="2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72"/>
            <p:cNvSpPr/>
            <p:nvPr/>
          </p:nvSpPr>
          <p:spPr>
            <a:xfrm>
              <a:off x="2174492" y="164632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72"/>
            <p:cNvSpPr/>
            <p:nvPr/>
          </p:nvSpPr>
          <p:spPr>
            <a:xfrm>
              <a:off x="2174356" y="16464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72"/>
            <p:cNvSpPr/>
            <p:nvPr/>
          </p:nvSpPr>
          <p:spPr>
            <a:xfrm>
              <a:off x="2174166" y="164666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2" name="Google Shape;5232;p72"/>
            <p:cNvSpPr/>
            <p:nvPr/>
          </p:nvSpPr>
          <p:spPr>
            <a:xfrm>
              <a:off x="2174587" y="16462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72"/>
            <p:cNvSpPr/>
            <p:nvPr/>
          </p:nvSpPr>
          <p:spPr>
            <a:xfrm>
              <a:off x="2173732" y="164727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4" name="Google Shape;5234;p72"/>
            <p:cNvSpPr/>
            <p:nvPr/>
          </p:nvSpPr>
          <p:spPr>
            <a:xfrm>
              <a:off x="2173976" y="164689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72"/>
            <p:cNvSpPr/>
            <p:nvPr/>
          </p:nvSpPr>
          <p:spPr>
            <a:xfrm>
              <a:off x="2182910" y="1641345"/>
              <a:ext cx="339" cy="339"/>
            </a:xfrm>
            <a:custGeom>
              <a:rect b="b" l="l" r="r" t="t"/>
              <a:pathLst>
                <a:path extrusionOk="0" h="25" w="25">
                  <a:moveTo>
                    <a:pt x="25" y="0"/>
                  </a:moveTo>
                  <a:cubicBezTo>
                    <a:pt x="14" y="7"/>
                    <a:pt x="7" y="14"/>
                    <a:pt x="0" y="25"/>
                  </a:cubicBezTo>
                  <a:cubicBezTo>
                    <a:pt x="7" y="14"/>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6" name="Google Shape;5236;p72"/>
            <p:cNvSpPr/>
            <p:nvPr/>
          </p:nvSpPr>
          <p:spPr>
            <a:xfrm>
              <a:off x="2174682" y="164623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7" name="Google Shape;5237;p72"/>
            <p:cNvSpPr/>
            <p:nvPr/>
          </p:nvSpPr>
          <p:spPr>
            <a:xfrm>
              <a:off x="2185517" y="1639390"/>
              <a:ext cx="299" cy="163"/>
            </a:xfrm>
            <a:custGeom>
              <a:rect b="b" l="l" r="r" t="t"/>
              <a:pathLst>
                <a:path extrusionOk="0" h="12" w="22">
                  <a:moveTo>
                    <a:pt x="22" y="1"/>
                  </a:moveTo>
                  <a:lnTo>
                    <a:pt x="1" y="11"/>
                  </a:ln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8" name="Google Shape;5238;p72"/>
            <p:cNvSpPr/>
            <p:nvPr/>
          </p:nvSpPr>
          <p:spPr>
            <a:xfrm>
              <a:off x="2184906" y="1639635"/>
              <a:ext cx="489" cy="339"/>
            </a:xfrm>
            <a:custGeom>
              <a:rect b="b" l="l" r="r" t="t"/>
              <a:pathLst>
                <a:path extrusionOk="0" h="25" w="36">
                  <a:moveTo>
                    <a:pt x="0" y="25"/>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9" name="Google Shape;5239;p72"/>
            <p:cNvSpPr/>
            <p:nvPr/>
          </p:nvSpPr>
          <p:spPr>
            <a:xfrm>
              <a:off x="2173501" y="164771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0" name="Google Shape;5240;p72"/>
            <p:cNvSpPr/>
            <p:nvPr/>
          </p:nvSpPr>
          <p:spPr>
            <a:xfrm>
              <a:off x="2184376" y="1640056"/>
              <a:ext cx="353" cy="299"/>
            </a:xfrm>
            <a:custGeom>
              <a:rect b="b" l="l" r="r" t="t"/>
              <a:pathLst>
                <a:path extrusionOk="0" h="22" w="26">
                  <a:moveTo>
                    <a:pt x="1" y="22"/>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72"/>
            <p:cNvSpPr/>
            <p:nvPr/>
          </p:nvSpPr>
          <p:spPr>
            <a:xfrm>
              <a:off x="2182380" y="1641821"/>
              <a:ext cx="394" cy="489"/>
            </a:xfrm>
            <a:custGeom>
              <a:rect b="b" l="l" r="r" t="t"/>
              <a:pathLst>
                <a:path extrusionOk="0" h="36" w="29">
                  <a:moveTo>
                    <a:pt x="1" y="35"/>
                  </a:moveTo>
                  <a:cubicBezTo>
                    <a:pt x="11" y="25"/>
                    <a:pt x="22" y="11"/>
                    <a:pt x="29" y="0"/>
                  </a:cubicBezTo>
                  <a:cubicBezTo>
                    <a:pt x="22" y="11"/>
                    <a:pt x="11"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2" name="Google Shape;5242;p72"/>
            <p:cNvSpPr/>
            <p:nvPr/>
          </p:nvSpPr>
          <p:spPr>
            <a:xfrm>
              <a:off x="2183860" y="1640490"/>
              <a:ext cx="339" cy="244"/>
            </a:xfrm>
            <a:custGeom>
              <a:rect b="b" l="l" r="r" t="t"/>
              <a:pathLst>
                <a:path extrusionOk="0" h="18" w="25">
                  <a:moveTo>
                    <a:pt x="0" y="18"/>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3" name="Google Shape;5243;p72"/>
            <p:cNvSpPr/>
            <p:nvPr/>
          </p:nvSpPr>
          <p:spPr>
            <a:xfrm>
              <a:off x="2183385" y="1640911"/>
              <a:ext cx="339" cy="258"/>
            </a:xfrm>
            <a:custGeom>
              <a:rect b="b" l="l" r="r" t="t"/>
              <a:pathLst>
                <a:path extrusionOk="0" h="19" w="25">
                  <a:moveTo>
                    <a:pt x="0" y="1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4" name="Google Shape;5244;p72"/>
            <p:cNvSpPr/>
            <p:nvPr/>
          </p:nvSpPr>
          <p:spPr>
            <a:xfrm>
              <a:off x="2173501" y="1647754"/>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5" name="Google Shape;5245;p72"/>
            <p:cNvSpPr/>
            <p:nvPr/>
          </p:nvSpPr>
          <p:spPr>
            <a:xfrm>
              <a:off x="1977808" y="1708880"/>
              <a:ext cx="22865" cy="43584"/>
            </a:xfrm>
            <a:custGeom>
              <a:rect b="b" l="l" r="r" t="t"/>
              <a:pathLst>
                <a:path extrusionOk="0" h="3210" w="1684">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6" name="Google Shape;5246;p72"/>
            <p:cNvSpPr/>
            <p:nvPr/>
          </p:nvSpPr>
          <p:spPr>
            <a:xfrm>
              <a:off x="2073964" y="1600939"/>
              <a:ext cx="27440" cy="23163"/>
            </a:xfrm>
            <a:custGeom>
              <a:rect b="b" l="l" r="r" t="t"/>
              <a:pathLst>
                <a:path extrusionOk="0" h="1706" w="2021">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7" name="Google Shape;5247;p72"/>
            <p:cNvSpPr/>
            <p:nvPr/>
          </p:nvSpPr>
          <p:spPr>
            <a:xfrm>
              <a:off x="2092647" y="1634489"/>
              <a:ext cx="2865" cy="4114"/>
            </a:xfrm>
            <a:custGeom>
              <a:rect b="b" l="l" r="r" t="t"/>
              <a:pathLst>
                <a:path extrusionOk="0" h="303" w="211">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8" name="Google Shape;5248;p72"/>
            <p:cNvSpPr/>
            <p:nvPr/>
          </p:nvSpPr>
          <p:spPr>
            <a:xfrm>
              <a:off x="2068873" y="1620273"/>
              <a:ext cx="26014" cy="18194"/>
            </a:xfrm>
            <a:custGeom>
              <a:rect b="b" l="l" r="r" t="t"/>
              <a:pathLst>
                <a:path extrusionOk="0" h="1340" w="1916">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9" name="Google Shape;5249;p72"/>
            <p:cNvSpPr/>
            <p:nvPr/>
          </p:nvSpPr>
          <p:spPr>
            <a:xfrm>
              <a:off x="2073244" y="1623043"/>
              <a:ext cx="258" cy="54"/>
            </a:xfrm>
            <a:custGeom>
              <a:rect b="b" l="l" r="r" t="t"/>
              <a:pathLst>
                <a:path extrusionOk="0" h="4" w="19">
                  <a:moveTo>
                    <a:pt x="1" y="0"/>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72"/>
            <p:cNvSpPr/>
            <p:nvPr/>
          </p:nvSpPr>
          <p:spPr>
            <a:xfrm>
              <a:off x="2091547" y="1625134"/>
              <a:ext cx="543" cy="530"/>
            </a:xfrm>
            <a:custGeom>
              <a:rect b="b" l="l" r="r" t="t"/>
              <a:pathLst>
                <a:path extrusionOk="0" h="39" w="40">
                  <a:moveTo>
                    <a:pt x="1" y="0"/>
                  </a:moveTo>
                  <a:cubicBezTo>
                    <a:pt x="11" y="14"/>
                    <a:pt x="25" y="25"/>
                    <a:pt x="39" y="39"/>
                  </a:cubicBezTo>
                  <a:cubicBezTo>
                    <a:pt x="25" y="25"/>
                    <a:pt x="1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1" name="Google Shape;5251;p72"/>
            <p:cNvSpPr/>
            <p:nvPr/>
          </p:nvSpPr>
          <p:spPr>
            <a:xfrm>
              <a:off x="2074480" y="162336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2" name="Google Shape;5252;p72"/>
            <p:cNvSpPr/>
            <p:nvPr/>
          </p:nvSpPr>
          <p:spPr>
            <a:xfrm>
              <a:off x="2072769" y="1622853"/>
              <a:ext cx="258" cy="109"/>
            </a:xfrm>
            <a:custGeom>
              <a:rect b="b" l="l" r="r" t="t"/>
              <a:pathLst>
                <a:path extrusionOk="0" h="8" w="19">
                  <a:moveTo>
                    <a:pt x="1"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72"/>
            <p:cNvSpPr/>
            <p:nvPr/>
          </p:nvSpPr>
          <p:spPr>
            <a:xfrm>
              <a:off x="2072253" y="1622609"/>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72"/>
            <p:cNvSpPr/>
            <p:nvPr/>
          </p:nvSpPr>
          <p:spPr>
            <a:xfrm>
              <a:off x="2074005" y="1623274"/>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72"/>
            <p:cNvSpPr/>
            <p:nvPr/>
          </p:nvSpPr>
          <p:spPr>
            <a:xfrm>
              <a:off x="2073679" y="1623179"/>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72"/>
            <p:cNvSpPr/>
            <p:nvPr/>
          </p:nvSpPr>
          <p:spPr>
            <a:xfrm>
              <a:off x="2074249" y="1623328"/>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7" name="Google Shape;5257;p72"/>
            <p:cNvSpPr/>
            <p:nvPr/>
          </p:nvSpPr>
          <p:spPr>
            <a:xfrm>
              <a:off x="2092212" y="1625745"/>
              <a:ext cx="638" cy="543"/>
            </a:xfrm>
            <a:custGeom>
              <a:rect b="b" l="l" r="r" t="t"/>
              <a:pathLst>
                <a:path extrusionOk="0" h="40" w="47">
                  <a:moveTo>
                    <a:pt x="1" y="1"/>
                  </a:moveTo>
                  <a:cubicBezTo>
                    <a:pt x="15" y="15"/>
                    <a:pt x="29" y="25"/>
                    <a:pt x="46" y="39"/>
                  </a:cubicBezTo>
                  <a:cubicBezTo>
                    <a:pt x="29" y="25"/>
                    <a:pt x="15"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72"/>
            <p:cNvSpPr/>
            <p:nvPr/>
          </p:nvSpPr>
          <p:spPr>
            <a:xfrm>
              <a:off x="2091031" y="1635724"/>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9" name="Google Shape;5259;p72"/>
            <p:cNvSpPr/>
            <p:nvPr/>
          </p:nvSpPr>
          <p:spPr>
            <a:xfrm>
              <a:off x="2091167" y="1635208"/>
              <a:ext cx="109" cy="204"/>
            </a:xfrm>
            <a:custGeom>
              <a:rect b="b" l="l" r="r" t="t"/>
              <a:pathLst>
                <a:path extrusionOk="0" h="15" w="8">
                  <a:moveTo>
                    <a:pt x="8"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0" name="Google Shape;5260;p72"/>
            <p:cNvSpPr/>
            <p:nvPr/>
          </p:nvSpPr>
          <p:spPr>
            <a:xfrm>
              <a:off x="2091547" y="1634353"/>
              <a:ext cx="109" cy="149"/>
            </a:xfrm>
            <a:custGeom>
              <a:rect b="b" l="l" r="r" t="t"/>
              <a:pathLst>
                <a:path extrusionOk="0" h="11" w="8">
                  <a:moveTo>
                    <a:pt x="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1" name="Google Shape;5261;p72"/>
            <p:cNvSpPr/>
            <p:nvPr/>
          </p:nvSpPr>
          <p:spPr>
            <a:xfrm>
              <a:off x="2092362" y="1633213"/>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2" name="Google Shape;5262;p72"/>
            <p:cNvSpPr/>
            <p:nvPr/>
          </p:nvSpPr>
          <p:spPr>
            <a:xfrm>
              <a:off x="2092117" y="163359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3" name="Google Shape;5263;p72"/>
            <p:cNvSpPr/>
            <p:nvPr/>
          </p:nvSpPr>
          <p:spPr>
            <a:xfrm>
              <a:off x="2092647" y="163292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4" name="Google Shape;5264;p72"/>
            <p:cNvSpPr/>
            <p:nvPr/>
          </p:nvSpPr>
          <p:spPr>
            <a:xfrm>
              <a:off x="2091832" y="1633973"/>
              <a:ext cx="68" cy="109"/>
            </a:xfrm>
            <a:custGeom>
              <a:rect b="b" l="l" r="r" t="t"/>
              <a:pathLst>
                <a:path extrusionOk="0" h="8" w="5">
                  <a:moveTo>
                    <a:pt x="4"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5" name="Google Shape;5265;p72"/>
            <p:cNvSpPr/>
            <p:nvPr/>
          </p:nvSpPr>
          <p:spPr>
            <a:xfrm>
              <a:off x="2090746" y="1637734"/>
              <a:ext cx="14" cy="95"/>
            </a:xfrm>
            <a:custGeom>
              <a:rect b="b" l="l" r="r" t="t"/>
              <a:pathLst>
                <a:path extrusionOk="0" h="7"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6" name="Google Shape;5266;p72"/>
            <p:cNvSpPr/>
            <p:nvPr/>
          </p:nvSpPr>
          <p:spPr>
            <a:xfrm>
              <a:off x="2093448" y="1632262"/>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72"/>
            <p:cNvSpPr/>
            <p:nvPr/>
          </p:nvSpPr>
          <p:spPr>
            <a:xfrm>
              <a:off x="2090936" y="1636254"/>
              <a:ext cx="54" cy="244"/>
            </a:xfrm>
            <a:custGeom>
              <a:rect b="b" l="l" r="r" t="t"/>
              <a:pathLst>
                <a:path extrusionOk="0" h="18" w="4">
                  <a:moveTo>
                    <a:pt x="4" y="0"/>
                  </a:moveTo>
                  <a:lnTo>
                    <a:pt x="4" y="0"/>
                  </a:lnTo>
                  <a:cubicBezTo>
                    <a:pt x="0" y="7"/>
                    <a:pt x="0" y="11"/>
                    <a:pt x="0" y="18"/>
                  </a:cubicBezTo>
                  <a:cubicBezTo>
                    <a:pt x="0" y="11"/>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8" name="Google Shape;5268;p72"/>
            <p:cNvSpPr/>
            <p:nvPr/>
          </p:nvSpPr>
          <p:spPr>
            <a:xfrm>
              <a:off x="2090841" y="1636919"/>
              <a:ext cx="14" cy="204"/>
            </a:xfrm>
            <a:custGeom>
              <a:rect b="b" l="l" r="r" t="t"/>
              <a:pathLst>
                <a:path extrusionOk="0" h="15" w="1">
                  <a:moveTo>
                    <a:pt x="0" y="0"/>
                  </a:moveTo>
                  <a:cubicBezTo>
                    <a:pt x="0" y="4"/>
                    <a:pt x="0" y="7"/>
                    <a:pt x="0" y="14"/>
                  </a:cubicBezTo>
                  <a:cubicBezTo>
                    <a:pt x="0"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9" name="Google Shape;5269;p72"/>
            <p:cNvSpPr/>
            <p:nvPr/>
          </p:nvSpPr>
          <p:spPr>
            <a:xfrm>
              <a:off x="2091357" y="1634774"/>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72"/>
            <p:cNvSpPr/>
            <p:nvPr/>
          </p:nvSpPr>
          <p:spPr>
            <a:xfrm>
              <a:off x="2093163" y="1632452"/>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72"/>
            <p:cNvSpPr/>
            <p:nvPr/>
          </p:nvSpPr>
          <p:spPr>
            <a:xfrm>
              <a:off x="2092878" y="1632683"/>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72"/>
            <p:cNvSpPr/>
            <p:nvPr/>
          </p:nvSpPr>
          <p:spPr>
            <a:xfrm>
              <a:off x="2199162" y="1650755"/>
              <a:ext cx="65131" cy="41439"/>
            </a:xfrm>
            <a:custGeom>
              <a:rect b="b" l="l" r="r" t="t"/>
              <a:pathLst>
                <a:path extrusionOk="0" h="3052" w="4797">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72"/>
            <p:cNvSpPr/>
            <p:nvPr/>
          </p:nvSpPr>
          <p:spPr>
            <a:xfrm>
              <a:off x="2215795" y="1653321"/>
              <a:ext cx="353" cy="720"/>
            </a:xfrm>
            <a:custGeom>
              <a:rect b="b" l="l" r="r" t="t"/>
              <a:pathLst>
                <a:path extrusionOk="0" h="53" w="26">
                  <a:moveTo>
                    <a:pt x="1" y="53"/>
                  </a:moveTo>
                  <a:cubicBezTo>
                    <a:pt x="11" y="35"/>
                    <a:pt x="18" y="18"/>
                    <a:pt x="25" y="0"/>
                  </a:cubicBezTo>
                  <a:lnTo>
                    <a:pt x="25" y="0"/>
                  </a:lnTo>
                  <a:cubicBezTo>
                    <a:pt x="18" y="18"/>
                    <a:pt x="11" y="35"/>
                    <a:pt x="1"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4" name="Google Shape;5274;p72"/>
            <p:cNvSpPr/>
            <p:nvPr/>
          </p:nvSpPr>
          <p:spPr>
            <a:xfrm>
              <a:off x="2214654" y="1654841"/>
              <a:ext cx="353" cy="244"/>
            </a:xfrm>
            <a:custGeom>
              <a:rect b="b" l="l" r="r" t="t"/>
              <a:pathLst>
                <a:path extrusionOk="0" h="18" w="26">
                  <a:moveTo>
                    <a:pt x="1" y="18"/>
                  </a:moveTo>
                  <a:lnTo>
                    <a:pt x="25" y="0"/>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72"/>
            <p:cNvSpPr/>
            <p:nvPr/>
          </p:nvSpPr>
          <p:spPr>
            <a:xfrm>
              <a:off x="2199108" y="1671623"/>
              <a:ext cx="774" cy="489"/>
            </a:xfrm>
            <a:custGeom>
              <a:rect b="b" l="l" r="r" t="t"/>
              <a:pathLst>
                <a:path extrusionOk="0" h="36" w="57">
                  <a:moveTo>
                    <a:pt x="57" y="0"/>
                  </a:moveTo>
                  <a:cubicBezTo>
                    <a:pt x="36" y="14"/>
                    <a:pt x="15" y="25"/>
                    <a:pt x="1" y="35"/>
                  </a:cubicBezTo>
                  <a:cubicBezTo>
                    <a:pt x="15" y="25"/>
                    <a:pt x="39" y="14"/>
                    <a:pt x="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6" name="Google Shape;5276;p72"/>
            <p:cNvSpPr/>
            <p:nvPr/>
          </p:nvSpPr>
          <p:spPr>
            <a:xfrm>
              <a:off x="2215319" y="1654502"/>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7" name="Google Shape;5277;p72"/>
            <p:cNvSpPr/>
            <p:nvPr/>
          </p:nvSpPr>
          <p:spPr>
            <a:xfrm>
              <a:off x="2213948" y="1655127"/>
              <a:ext cx="679" cy="434"/>
            </a:xfrm>
            <a:custGeom>
              <a:rect b="b" l="l" r="r" t="t"/>
              <a:pathLst>
                <a:path extrusionOk="0" h="32" w="50">
                  <a:moveTo>
                    <a:pt x="49" y="0"/>
                  </a:moveTo>
                  <a:lnTo>
                    <a:pt x="0"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8" name="Google Shape;5278;p72"/>
            <p:cNvSpPr/>
            <p:nvPr/>
          </p:nvSpPr>
          <p:spPr>
            <a:xfrm>
              <a:off x="2215659" y="1654122"/>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9" name="Google Shape;5279;p72"/>
            <p:cNvSpPr/>
            <p:nvPr/>
          </p:nvSpPr>
          <p:spPr>
            <a:xfrm>
              <a:off x="2245977" y="1649234"/>
              <a:ext cx="20746" cy="26205"/>
            </a:xfrm>
            <a:custGeom>
              <a:rect b="b" l="l" r="r" t="t"/>
              <a:pathLst>
                <a:path extrusionOk="0" h="1930" w="1528">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0" name="Google Shape;5280;p72"/>
            <p:cNvSpPr/>
            <p:nvPr/>
          </p:nvSpPr>
          <p:spPr>
            <a:xfrm>
              <a:off x="2249548" y="1656498"/>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1" name="Google Shape;5281;p72"/>
            <p:cNvSpPr/>
            <p:nvPr/>
          </p:nvSpPr>
          <p:spPr>
            <a:xfrm>
              <a:off x="2249304" y="1656172"/>
              <a:ext cx="163" cy="204"/>
            </a:xfrm>
            <a:custGeom>
              <a:rect b="b" l="l" r="r" t="t"/>
              <a:pathLst>
                <a:path extrusionOk="0" h="15" w="12">
                  <a:moveTo>
                    <a:pt x="1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2" name="Google Shape;5282;p72"/>
            <p:cNvSpPr/>
            <p:nvPr/>
          </p:nvSpPr>
          <p:spPr>
            <a:xfrm>
              <a:off x="2254776" y="1673714"/>
              <a:ext cx="204" cy="584"/>
            </a:xfrm>
            <a:custGeom>
              <a:rect b="b" l="l" r="r" t="t"/>
              <a:pathLst>
                <a:path extrusionOk="0" h="43" w="15">
                  <a:moveTo>
                    <a:pt x="0" y="0"/>
                  </a:moveTo>
                  <a:cubicBezTo>
                    <a:pt x="4" y="18"/>
                    <a:pt x="11" y="32"/>
                    <a:pt x="14" y="42"/>
                  </a:cubicBezTo>
                  <a:cubicBezTo>
                    <a:pt x="11" y="28"/>
                    <a:pt x="7"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3" name="Google Shape;5283;p72"/>
            <p:cNvSpPr/>
            <p:nvPr/>
          </p:nvSpPr>
          <p:spPr>
            <a:xfrm>
              <a:off x="2254626" y="1673144"/>
              <a:ext cx="163" cy="625"/>
            </a:xfrm>
            <a:custGeom>
              <a:rect b="b" l="l" r="r" t="t"/>
              <a:pathLst>
                <a:path extrusionOk="0" h="46" w="12">
                  <a:moveTo>
                    <a:pt x="1" y="0"/>
                  </a:moveTo>
                  <a:lnTo>
                    <a:pt x="1" y="0"/>
                  </a:lnTo>
                  <a:cubicBezTo>
                    <a:pt x="4" y="14"/>
                    <a:pt x="8" y="32"/>
                    <a:pt x="11" y="46"/>
                  </a:cubicBezTo>
                  <a:cubicBezTo>
                    <a:pt x="8" y="28"/>
                    <a:pt x="4"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72"/>
            <p:cNvSpPr/>
            <p:nvPr/>
          </p:nvSpPr>
          <p:spPr>
            <a:xfrm>
              <a:off x="2255251" y="1674950"/>
              <a:ext cx="244" cy="434"/>
            </a:xfrm>
            <a:custGeom>
              <a:rect b="b" l="l" r="r" t="t"/>
              <a:pathLst>
                <a:path extrusionOk="0" h="32" w="18">
                  <a:moveTo>
                    <a:pt x="1" y="0"/>
                  </a:moveTo>
                  <a:lnTo>
                    <a:pt x="1" y="0"/>
                  </a:lnTo>
                  <a:cubicBezTo>
                    <a:pt x="7" y="14"/>
                    <a:pt x="11" y="25"/>
                    <a:pt x="18" y="32"/>
                  </a:cubicBezTo>
                  <a:cubicBezTo>
                    <a:pt x="11" y="21"/>
                    <a:pt x="7"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5" name="Google Shape;5285;p72"/>
            <p:cNvSpPr/>
            <p:nvPr/>
          </p:nvSpPr>
          <p:spPr>
            <a:xfrm>
              <a:off x="2254531" y="1672479"/>
              <a:ext cx="109" cy="489"/>
            </a:xfrm>
            <a:custGeom>
              <a:rect b="b" l="l" r="r" t="t"/>
              <a:pathLst>
                <a:path extrusionOk="0" h="36" w="8">
                  <a:moveTo>
                    <a:pt x="1" y="0"/>
                  </a:moveTo>
                  <a:cubicBezTo>
                    <a:pt x="1" y="11"/>
                    <a:pt x="4" y="25"/>
                    <a:pt x="8" y="35"/>
                  </a:cubicBezTo>
                  <a:cubicBezTo>
                    <a:pt x="4" y="25"/>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6" name="Google Shape;5286;p72"/>
            <p:cNvSpPr/>
            <p:nvPr/>
          </p:nvSpPr>
          <p:spPr>
            <a:xfrm>
              <a:off x="2250119" y="1657313"/>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72"/>
            <p:cNvSpPr/>
            <p:nvPr/>
          </p:nvSpPr>
          <p:spPr>
            <a:xfrm>
              <a:off x="2249928" y="1657068"/>
              <a:ext cx="109" cy="163"/>
            </a:xfrm>
            <a:custGeom>
              <a:rect b="b" l="l" r="r" t="t"/>
              <a:pathLst>
                <a:path extrusionOk="0" h="12" w="8">
                  <a:moveTo>
                    <a:pt x="7"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72"/>
            <p:cNvSpPr/>
            <p:nvPr/>
          </p:nvSpPr>
          <p:spPr>
            <a:xfrm>
              <a:off x="2254436" y="1671623"/>
              <a:ext cx="109" cy="679"/>
            </a:xfrm>
            <a:custGeom>
              <a:rect b="b" l="l" r="r" t="t"/>
              <a:pathLst>
                <a:path extrusionOk="0" h="50" w="8">
                  <a:moveTo>
                    <a:pt x="1" y="0"/>
                  </a:moveTo>
                  <a:cubicBezTo>
                    <a:pt x="4" y="18"/>
                    <a:pt x="4" y="35"/>
                    <a:pt x="8" y="49"/>
                  </a:cubicBezTo>
                  <a:cubicBezTo>
                    <a:pt x="8" y="35"/>
                    <a:pt x="4"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72"/>
            <p:cNvSpPr/>
            <p:nvPr/>
          </p:nvSpPr>
          <p:spPr>
            <a:xfrm>
              <a:off x="2249738" y="1656837"/>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72"/>
            <p:cNvSpPr/>
            <p:nvPr/>
          </p:nvSpPr>
          <p:spPr>
            <a:xfrm>
              <a:off x="2255006" y="167442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1" name="Google Shape;5291;p72"/>
            <p:cNvSpPr/>
            <p:nvPr/>
          </p:nvSpPr>
          <p:spPr>
            <a:xfrm>
              <a:off x="2247933" y="1653796"/>
              <a:ext cx="149" cy="299"/>
            </a:xfrm>
            <a:custGeom>
              <a:rect b="b" l="l" r="r" t="t"/>
              <a:pathLst>
                <a:path extrusionOk="0" h="22" w="11">
                  <a:moveTo>
                    <a:pt x="11"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72"/>
            <p:cNvSpPr/>
            <p:nvPr/>
          </p:nvSpPr>
          <p:spPr>
            <a:xfrm>
              <a:off x="2255482" y="167542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3" name="Google Shape;5293;p72"/>
            <p:cNvSpPr/>
            <p:nvPr/>
          </p:nvSpPr>
          <p:spPr>
            <a:xfrm>
              <a:off x="2248258" y="1654366"/>
              <a:ext cx="163" cy="244"/>
            </a:xfrm>
            <a:custGeom>
              <a:rect b="b" l="l" r="r" t="t"/>
              <a:pathLst>
                <a:path extrusionOk="0" h="18" w="12">
                  <a:moveTo>
                    <a:pt x="1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4" name="Google Shape;5294;p72"/>
            <p:cNvSpPr/>
            <p:nvPr/>
          </p:nvSpPr>
          <p:spPr>
            <a:xfrm>
              <a:off x="2245977" y="1650225"/>
              <a:ext cx="163" cy="353"/>
            </a:xfrm>
            <a:custGeom>
              <a:rect b="b" l="l" r="r" t="t"/>
              <a:pathLst>
                <a:path extrusionOk="0" h="26" w="12">
                  <a:moveTo>
                    <a:pt x="1" y="1"/>
                  </a:moveTo>
                  <a:lnTo>
                    <a:pt x="11" y="2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5" name="Google Shape;5295;p72"/>
            <p:cNvSpPr/>
            <p:nvPr/>
          </p:nvSpPr>
          <p:spPr>
            <a:xfrm>
              <a:off x="2247593" y="1653226"/>
              <a:ext cx="204" cy="339"/>
            </a:xfrm>
            <a:custGeom>
              <a:rect b="b" l="l" r="r" t="t"/>
              <a:pathLst>
                <a:path extrusionOk="0" h="25" w="15">
                  <a:moveTo>
                    <a:pt x="15"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6" name="Google Shape;5296;p72"/>
            <p:cNvSpPr/>
            <p:nvPr/>
          </p:nvSpPr>
          <p:spPr>
            <a:xfrm>
              <a:off x="2247267" y="1652601"/>
              <a:ext cx="149" cy="353"/>
            </a:xfrm>
            <a:custGeom>
              <a:rect b="b" l="l" r="r" t="t"/>
              <a:pathLst>
                <a:path extrusionOk="0" h="26" w="11">
                  <a:moveTo>
                    <a:pt x="11"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7" name="Google Shape;5297;p72"/>
            <p:cNvSpPr/>
            <p:nvPr/>
          </p:nvSpPr>
          <p:spPr>
            <a:xfrm>
              <a:off x="2246697" y="1651610"/>
              <a:ext cx="394" cy="679"/>
            </a:xfrm>
            <a:custGeom>
              <a:rect b="b" l="l" r="r" t="t"/>
              <a:pathLst>
                <a:path extrusionOk="0" h="50" w="29">
                  <a:moveTo>
                    <a:pt x="28" y="49"/>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8" name="Google Shape;5298;p72"/>
            <p:cNvSpPr/>
            <p:nvPr/>
          </p:nvSpPr>
          <p:spPr>
            <a:xfrm>
              <a:off x="2246317" y="1650890"/>
              <a:ext cx="244" cy="448"/>
            </a:xfrm>
            <a:custGeom>
              <a:rect b="b" l="l" r="r" t="t"/>
              <a:pathLst>
                <a:path extrusionOk="0" h="33" w="18">
                  <a:moveTo>
                    <a:pt x="18" y="3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9" name="Google Shape;5299;p72"/>
            <p:cNvSpPr/>
            <p:nvPr/>
          </p:nvSpPr>
          <p:spPr>
            <a:xfrm>
              <a:off x="2249073" y="1655792"/>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0" name="Google Shape;5300;p72"/>
            <p:cNvSpPr/>
            <p:nvPr/>
          </p:nvSpPr>
          <p:spPr>
            <a:xfrm>
              <a:off x="2248829" y="1655357"/>
              <a:ext cx="163" cy="204"/>
            </a:xfrm>
            <a:custGeom>
              <a:rect b="b" l="l" r="r" t="t"/>
              <a:pathLst>
                <a:path extrusionOk="0" h="15" w="12">
                  <a:moveTo>
                    <a:pt x="1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72"/>
            <p:cNvSpPr/>
            <p:nvPr/>
          </p:nvSpPr>
          <p:spPr>
            <a:xfrm>
              <a:off x="2248544" y="1654882"/>
              <a:ext cx="163" cy="258"/>
            </a:xfrm>
            <a:custGeom>
              <a:rect b="b" l="l" r="r" t="t"/>
              <a:pathLst>
                <a:path extrusionOk="0" h="19" w="12">
                  <a:moveTo>
                    <a:pt x="11"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2" name="Google Shape;5302;p72"/>
            <p:cNvSpPr/>
            <p:nvPr/>
          </p:nvSpPr>
          <p:spPr>
            <a:xfrm>
              <a:off x="2212047" y="1690224"/>
              <a:ext cx="44073" cy="23516"/>
            </a:xfrm>
            <a:custGeom>
              <a:rect b="b" l="l" r="r" t="t"/>
              <a:pathLst>
                <a:path extrusionOk="0" h="1732" w="3246">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3" name="Google Shape;5303;p72"/>
            <p:cNvSpPr/>
            <p:nvPr/>
          </p:nvSpPr>
          <p:spPr>
            <a:xfrm>
              <a:off x="2240994" y="1708500"/>
              <a:ext cx="339" cy="394"/>
            </a:xfrm>
            <a:custGeom>
              <a:rect b="b" l="l" r="r" t="t"/>
              <a:pathLst>
                <a:path extrusionOk="0" h="29" w="25">
                  <a:moveTo>
                    <a:pt x="0" y="29"/>
                  </a:moveTo>
                  <a:cubicBezTo>
                    <a:pt x="4" y="18"/>
                    <a:pt x="14" y="8"/>
                    <a:pt x="25" y="1"/>
                  </a:cubicBezTo>
                  <a:cubicBezTo>
                    <a:pt x="14" y="8"/>
                    <a:pt x="4" y="18"/>
                    <a:pt x="0"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72"/>
            <p:cNvSpPr/>
            <p:nvPr/>
          </p:nvSpPr>
          <p:spPr>
            <a:xfrm>
              <a:off x="2250784" y="1708364"/>
              <a:ext cx="204" cy="54"/>
            </a:xfrm>
            <a:custGeom>
              <a:rect b="b" l="l" r="r" t="t"/>
              <a:pathLst>
                <a:path extrusionOk="0" h="4" w="15">
                  <a:moveTo>
                    <a:pt x="1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72"/>
            <p:cNvSpPr/>
            <p:nvPr/>
          </p:nvSpPr>
          <p:spPr>
            <a:xfrm>
              <a:off x="2240845" y="1709600"/>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6" name="Google Shape;5306;p72"/>
            <p:cNvSpPr/>
            <p:nvPr/>
          </p:nvSpPr>
          <p:spPr>
            <a:xfrm>
              <a:off x="2251015" y="1708269"/>
              <a:ext cx="258" cy="109"/>
            </a:xfrm>
            <a:custGeom>
              <a:rect b="b" l="l" r="r" t="t"/>
              <a:pathLst>
                <a:path extrusionOk="0" h="8" w="19">
                  <a:moveTo>
                    <a:pt x="1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7" name="Google Shape;5307;p72"/>
            <p:cNvSpPr/>
            <p:nvPr/>
          </p:nvSpPr>
          <p:spPr>
            <a:xfrm>
              <a:off x="2251259" y="1708215"/>
              <a:ext cx="204" cy="109"/>
            </a:xfrm>
            <a:custGeom>
              <a:rect b="b" l="l" r="r" t="t"/>
              <a:pathLst>
                <a:path extrusionOk="0" h="8" w="15">
                  <a:moveTo>
                    <a:pt x="14" y="1"/>
                  </a:moveTo>
                  <a:lnTo>
                    <a:pt x="14" y="1"/>
                  </a:ln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8" name="Google Shape;5308;p72"/>
            <p:cNvSpPr/>
            <p:nvPr/>
          </p:nvSpPr>
          <p:spPr>
            <a:xfrm>
              <a:off x="2241605" y="1707644"/>
              <a:ext cx="5485" cy="679"/>
            </a:xfrm>
            <a:custGeom>
              <a:rect b="b" l="l" r="r" t="t"/>
              <a:pathLst>
                <a:path extrusionOk="0" h="50" w="404">
                  <a:moveTo>
                    <a:pt x="1" y="50"/>
                  </a:moveTo>
                  <a:lnTo>
                    <a:pt x="1" y="50"/>
                  </a:lnTo>
                  <a:cubicBezTo>
                    <a:pt x="134" y="15"/>
                    <a:pt x="267" y="1"/>
                    <a:pt x="403" y="4"/>
                  </a:cubicBezTo>
                  <a:cubicBezTo>
                    <a:pt x="267" y="1"/>
                    <a:pt x="134" y="15"/>
                    <a:pt x="1"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72"/>
            <p:cNvSpPr/>
            <p:nvPr/>
          </p:nvSpPr>
          <p:spPr>
            <a:xfrm>
              <a:off x="2241375" y="1708310"/>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0" name="Google Shape;5310;p72"/>
            <p:cNvSpPr/>
            <p:nvPr/>
          </p:nvSpPr>
          <p:spPr>
            <a:xfrm>
              <a:off x="2250444" y="1708405"/>
              <a:ext cx="299" cy="68"/>
            </a:xfrm>
            <a:custGeom>
              <a:rect b="b" l="l" r="r" t="t"/>
              <a:pathLst>
                <a:path extrusionOk="0" h="5" w="22">
                  <a:moveTo>
                    <a:pt x="22" y="1"/>
                  </a:moveTo>
                  <a:cubicBezTo>
                    <a:pt x="15" y="4"/>
                    <a:pt x="8" y="4"/>
                    <a:pt x="1" y="1"/>
                  </a:cubicBezTo>
                  <a:cubicBezTo>
                    <a:pt x="8" y="4"/>
                    <a:pt x="15"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72"/>
            <p:cNvSpPr/>
            <p:nvPr/>
          </p:nvSpPr>
          <p:spPr>
            <a:xfrm>
              <a:off x="2250214" y="1708459"/>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72"/>
            <p:cNvSpPr/>
            <p:nvPr/>
          </p:nvSpPr>
          <p:spPr>
            <a:xfrm>
              <a:off x="2240899" y="1708934"/>
              <a:ext cx="109" cy="244"/>
            </a:xfrm>
            <a:custGeom>
              <a:rect b="b" l="l" r="r" t="t"/>
              <a:pathLst>
                <a:path extrusionOk="0" h="18" w="8">
                  <a:moveTo>
                    <a:pt x="7" y="0"/>
                  </a:moveTo>
                  <a:cubicBezTo>
                    <a:pt x="4" y="4"/>
                    <a:pt x="0" y="11"/>
                    <a:pt x="0" y="18"/>
                  </a:cubicBezTo>
                  <a:cubicBezTo>
                    <a:pt x="0" y="11"/>
                    <a:pt x="4"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3" name="Google Shape;5313;p72"/>
            <p:cNvSpPr/>
            <p:nvPr/>
          </p:nvSpPr>
          <p:spPr>
            <a:xfrm>
              <a:off x="2249928" y="1708364"/>
              <a:ext cx="244" cy="54"/>
            </a:xfrm>
            <a:custGeom>
              <a:rect b="b" l="l" r="r" t="t"/>
              <a:pathLst>
                <a:path extrusionOk="0" h="4" w="18">
                  <a:moveTo>
                    <a:pt x="18" y="4"/>
                  </a:moveTo>
                  <a:cubicBezTo>
                    <a:pt x="11" y="4"/>
                    <a:pt x="7" y="0"/>
                    <a:pt x="0" y="0"/>
                  </a:cubicBezTo>
                  <a:cubicBezTo>
                    <a:pt x="7" y="0"/>
                    <a:pt x="11" y="4"/>
                    <a:pt x="18"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4" name="Google Shape;5314;p72"/>
            <p:cNvSpPr/>
            <p:nvPr/>
          </p:nvSpPr>
          <p:spPr>
            <a:xfrm>
              <a:off x="2240845" y="1709165"/>
              <a:ext cx="14" cy="299"/>
            </a:xfrm>
            <a:custGeom>
              <a:rect b="b" l="l" r="r" t="t"/>
              <a:pathLst>
                <a:path extrusionOk="0" h="22" w="1">
                  <a:moveTo>
                    <a:pt x="1" y="1"/>
                  </a:moveTo>
                  <a:cubicBezTo>
                    <a:pt x="1" y="8"/>
                    <a:pt x="1" y="15"/>
                    <a:pt x="1" y="22"/>
                  </a:cubicBezTo>
                  <a:cubicBezTo>
                    <a:pt x="1"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5" name="Google Shape;5315;p72"/>
            <p:cNvSpPr/>
            <p:nvPr/>
          </p:nvSpPr>
          <p:spPr>
            <a:xfrm>
              <a:off x="2255631" y="1693578"/>
              <a:ext cx="299" cy="109"/>
            </a:xfrm>
            <a:custGeom>
              <a:rect b="b" l="l" r="r" t="t"/>
              <a:pathLst>
                <a:path extrusionOk="0" h="8" w="22">
                  <a:moveTo>
                    <a:pt x="2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72"/>
            <p:cNvSpPr/>
            <p:nvPr/>
          </p:nvSpPr>
          <p:spPr>
            <a:xfrm>
              <a:off x="2238849" y="1689396"/>
              <a:ext cx="8187" cy="2200"/>
            </a:xfrm>
            <a:custGeom>
              <a:rect b="b" l="l" r="r" t="t"/>
              <a:pathLst>
                <a:path extrusionOk="0" h="162" w="603">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7" name="Google Shape;5317;p72"/>
            <p:cNvSpPr/>
            <p:nvPr/>
          </p:nvSpPr>
          <p:spPr>
            <a:xfrm>
              <a:off x="2247023" y="1689396"/>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8" name="Google Shape;5318;p72"/>
            <p:cNvSpPr/>
            <p:nvPr/>
          </p:nvSpPr>
          <p:spPr>
            <a:xfrm>
              <a:off x="2213283" y="1690197"/>
              <a:ext cx="54" cy="14"/>
            </a:xfrm>
            <a:custGeom>
              <a:rect b="b" l="l" r="r" t="t"/>
              <a:pathLst>
                <a:path extrusionOk="0" h="1" w="4">
                  <a:moveTo>
                    <a:pt x="0" y="1"/>
                  </a:moveTo>
                  <a:lnTo>
                    <a:pt x="4"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9" name="Google Shape;5319;p72"/>
            <p:cNvSpPr/>
            <p:nvPr/>
          </p:nvSpPr>
          <p:spPr>
            <a:xfrm>
              <a:off x="2253581" y="169266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0" name="Google Shape;5320;p72"/>
            <p:cNvSpPr/>
            <p:nvPr/>
          </p:nvSpPr>
          <p:spPr>
            <a:xfrm>
              <a:off x="2214233" y="1690822"/>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1" name="Google Shape;5321;p72"/>
            <p:cNvSpPr/>
            <p:nvPr/>
          </p:nvSpPr>
          <p:spPr>
            <a:xfrm>
              <a:off x="2253296" y="1692533"/>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2" name="Google Shape;5322;p72"/>
            <p:cNvSpPr/>
            <p:nvPr/>
          </p:nvSpPr>
          <p:spPr>
            <a:xfrm>
              <a:off x="2254056" y="1692913"/>
              <a:ext cx="163" cy="54"/>
            </a:xfrm>
            <a:custGeom>
              <a:rect b="b" l="l" r="r" t="t"/>
              <a:pathLst>
                <a:path extrusionOk="0" h="4" w="12">
                  <a:moveTo>
                    <a:pt x="1" y="0"/>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3" name="Google Shape;5323;p72"/>
            <p:cNvSpPr/>
            <p:nvPr/>
          </p:nvSpPr>
          <p:spPr>
            <a:xfrm>
              <a:off x="2253011" y="1692383"/>
              <a:ext cx="163" cy="68"/>
            </a:xfrm>
            <a:custGeom>
              <a:rect b="b" l="l" r="r" t="t"/>
              <a:pathLst>
                <a:path extrusionOk="0" h="5" w="12">
                  <a:moveTo>
                    <a:pt x="1"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4" name="Google Shape;5324;p72"/>
            <p:cNvSpPr/>
            <p:nvPr/>
          </p:nvSpPr>
          <p:spPr>
            <a:xfrm>
              <a:off x="2213758" y="1690482"/>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72"/>
            <p:cNvSpPr/>
            <p:nvPr/>
          </p:nvSpPr>
          <p:spPr>
            <a:xfrm>
              <a:off x="2214708" y="1691243"/>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6" name="Google Shape;5326;p72"/>
            <p:cNvSpPr/>
            <p:nvPr/>
          </p:nvSpPr>
          <p:spPr>
            <a:xfrm>
              <a:off x="2252820" y="1692247"/>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7" name="Google Shape;5327;p72"/>
            <p:cNvSpPr/>
            <p:nvPr/>
          </p:nvSpPr>
          <p:spPr>
            <a:xfrm>
              <a:off x="2254531" y="1693144"/>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72"/>
            <p:cNvSpPr/>
            <p:nvPr/>
          </p:nvSpPr>
          <p:spPr>
            <a:xfrm>
              <a:off x="2255061" y="1693334"/>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9" name="Google Shape;5329;p72"/>
            <p:cNvSpPr/>
            <p:nvPr/>
          </p:nvSpPr>
          <p:spPr>
            <a:xfrm>
              <a:off x="2252400" y="1691867"/>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0" name="Google Shape;5330;p72"/>
            <p:cNvSpPr/>
            <p:nvPr/>
          </p:nvSpPr>
          <p:spPr>
            <a:xfrm>
              <a:off x="2252495" y="1692003"/>
              <a:ext cx="109" cy="68"/>
            </a:xfrm>
            <a:custGeom>
              <a:rect b="b" l="l" r="r" t="t"/>
              <a:pathLst>
                <a:path extrusionOk="0" h="5" w="8">
                  <a:moveTo>
                    <a:pt x="0" y="1"/>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72"/>
            <p:cNvSpPr/>
            <p:nvPr/>
          </p:nvSpPr>
          <p:spPr>
            <a:xfrm>
              <a:off x="2252305" y="169181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72"/>
            <p:cNvSpPr/>
            <p:nvPr/>
          </p:nvSpPr>
          <p:spPr>
            <a:xfrm>
              <a:off x="2252250" y="1691718"/>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3" name="Google Shape;5333;p72"/>
            <p:cNvSpPr/>
            <p:nvPr/>
          </p:nvSpPr>
          <p:spPr>
            <a:xfrm>
              <a:off x="2252209" y="169167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72"/>
            <p:cNvSpPr/>
            <p:nvPr/>
          </p:nvSpPr>
          <p:spPr>
            <a:xfrm>
              <a:off x="2252630" y="1692098"/>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5" name="Google Shape;5335;p72"/>
            <p:cNvSpPr/>
            <p:nvPr/>
          </p:nvSpPr>
          <p:spPr>
            <a:xfrm>
              <a:off x="2198782" y="1705988"/>
              <a:ext cx="18031" cy="12274"/>
            </a:xfrm>
            <a:custGeom>
              <a:rect b="b" l="l" r="r" t="t"/>
              <a:pathLst>
                <a:path extrusionOk="0" h="904" w="1328">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72"/>
            <p:cNvSpPr/>
            <p:nvPr/>
          </p:nvSpPr>
          <p:spPr>
            <a:xfrm>
              <a:off x="2198823" y="171097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7" name="Google Shape;5337;p72"/>
            <p:cNvSpPr/>
            <p:nvPr/>
          </p:nvSpPr>
          <p:spPr>
            <a:xfrm>
              <a:off x="2198728" y="171178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8" name="Google Shape;5338;p72"/>
            <p:cNvSpPr/>
            <p:nvPr/>
          </p:nvSpPr>
          <p:spPr>
            <a:xfrm>
              <a:off x="2198728" y="1713917"/>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72"/>
            <p:cNvSpPr/>
            <p:nvPr/>
          </p:nvSpPr>
          <p:spPr>
            <a:xfrm>
              <a:off x="2202204" y="1718153"/>
              <a:ext cx="204" cy="149"/>
            </a:xfrm>
            <a:custGeom>
              <a:rect b="b" l="l" r="r" t="t"/>
              <a:pathLst>
                <a:path extrusionOk="0" h="11" w="15">
                  <a:moveTo>
                    <a:pt x="15" y="11"/>
                  </a:moveTo>
                  <a:lnTo>
                    <a:pt x="15" y="1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0" name="Google Shape;5340;p72"/>
            <p:cNvSpPr/>
            <p:nvPr/>
          </p:nvSpPr>
          <p:spPr>
            <a:xfrm>
              <a:off x="2199447" y="1715628"/>
              <a:ext cx="204" cy="299"/>
            </a:xfrm>
            <a:custGeom>
              <a:rect b="b" l="l" r="r" t="t"/>
              <a:pathLst>
                <a:path extrusionOk="0" h="22" w="15">
                  <a:moveTo>
                    <a:pt x="14" y="22"/>
                  </a:moveTo>
                  <a:cubicBezTo>
                    <a:pt x="11" y="15"/>
                    <a:pt x="4" y="8"/>
                    <a:pt x="0" y="1"/>
                  </a:cubicBezTo>
                  <a:cubicBezTo>
                    <a:pt x="4" y="8"/>
                    <a:pt x="11" y="15"/>
                    <a:pt x="14"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1" name="Google Shape;5341;p72"/>
            <p:cNvSpPr/>
            <p:nvPr/>
          </p:nvSpPr>
          <p:spPr>
            <a:xfrm>
              <a:off x="2198687" y="1712492"/>
              <a:ext cx="14" cy="109"/>
            </a:xfrm>
            <a:custGeom>
              <a:rect b="b" l="l" r="r" t="t"/>
              <a:pathLst>
                <a:path extrusionOk="0" h="8" w="1">
                  <a:moveTo>
                    <a:pt x="0" y="8"/>
                  </a:moveTo>
                  <a:lnTo>
                    <a:pt x="0" y="1"/>
                  </a:lnTo>
                  <a:cubicBezTo>
                    <a:pt x="0" y="1"/>
                    <a:pt x="0" y="8"/>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72"/>
            <p:cNvSpPr/>
            <p:nvPr/>
          </p:nvSpPr>
          <p:spPr>
            <a:xfrm>
              <a:off x="2199828" y="1716103"/>
              <a:ext cx="299" cy="258"/>
            </a:xfrm>
            <a:custGeom>
              <a:rect b="b" l="l" r="r" t="t"/>
              <a:pathLst>
                <a:path extrusionOk="0" h="19" w="22">
                  <a:moveTo>
                    <a:pt x="2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72"/>
            <p:cNvSpPr/>
            <p:nvPr/>
          </p:nvSpPr>
          <p:spPr>
            <a:xfrm>
              <a:off x="2198687" y="171334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4" name="Google Shape;5344;p72"/>
            <p:cNvSpPr/>
            <p:nvPr/>
          </p:nvSpPr>
          <p:spPr>
            <a:xfrm>
              <a:off x="2201538" y="1717583"/>
              <a:ext cx="394" cy="339"/>
            </a:xfrm>
            <a:custGeom>
              <a:rect b="b" l="l" r="r" t="t"/>
              <a:pathLst>
                <a:path extrusionOk="0" h="25" w="29">
                  <a:moveTo>
                    <a:pt x="29"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5" name="Google Shape;5345;p72"/>
            <p:cNvSpPr/>
            <p:nvPr/>
          </p:nvSpPr>
          <p:spPr>
            <a:xfrm>
              <a:off x="2198918" y="1709980"/>
              <a:ext cx="14" cy="109"/>
            </a:xfrm>
            <a:custGeom>
              <a:rect b="b" l="l" r="r" t="t"/>
              <a:pathLst>
                <a:path extrusionOk="0" h="8" w="1">
                  <a:moveTo>
                    <a:pt x="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6" name="Google Shape;5346;p72"/>
            <p:cNvSpPr/>
            <p:nvPr/>
          </p:nvSpPr>
          <p:spPr>
            <a:xfrm>
              <a:off x="2200873" y="1717108"/>
              <a:ext cx="339" cy="244"/>
            </a:xfrm>
            <a:custGeom>
              <a:rect b="b" l="l" r="r" t="t"/>
              <a:pathLst>
                <a:path extrusionOk="0" h="18" w="25">
                  <a:moveTo>
                    <a:pt x="25"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7" name="Google Shape;5347;p72"/>
            <p:cNvSpPr/>
            <p:nvPr/>
          </p:nvSpPr>
          <p:spPr>
            <a:xfrm>
              <a:off x="2198823" y="1714447"/>
              <a:ext cx="204" cy="530"/>
            </a:xfrm>
            <a:custGeom>
              <a:rect b="b" l="l" r="r" t="t"/>
              <a:pathLst>
                <a:path extrusionOk="0" h="39" w="15">
                  <a:moveTo>
                    <a:pt x="15" y="39"/>
                  </a:moveTo>
                  <a:cubicBezTo>
                    <a:pt x="8" y="25"/>
                    <a:pt x="4" y="14"/>
                    <a:pt x="1" y="0"/>
                  </a:cubicBezTo>
                  <a:cubicBezTo>
                    <a:pt x="4" y="14"/>
                    <a:pt x="8" y="25"/>
                    <a:pt x="15"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8" name="Google Shape;5348;p72"/>
            <p:cNvSpPr/>
            <p:nvPr/>
          </p:nvSpPr>
          <p:spPr>
            <a:xfrm>
              <a:off x="2200343" y="1716578"/>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9" name="Google Shape;5349;p72"/>
            <p:cNvSpPr/>
            <p:nvPr/>
          </p:nvSpPr>
          <p:spPr>
            <a:xfrm>
              <a:off x="2199108" y="1709029"/>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0" name="Google Shape;5350;p72"/>
            <p:cNvSpPr/>
            <p:nvPr/>
          </p:nvSpPr>
          <p:spPr>
            <a:xfrm>
              <a:off x="2199108" y="1715112"/>
              <a:ext cx="204" cy="339"/>
            </a:xfrm>
            <a:custGeom>
              <a:rect b="b" l="l" r="r" t="t"/>
              <a:pathLst>
                <a:path extrusionOk="0" h="25" w="15">
                  <a:moveTo>
                    <a:pt x="15" y="25"/>
                  </a:moveTo>
                  <a:cubicBezTo>
                    <a:pt x="8" y="18"/>
                    <a:pt x="4" y="7"/>
                    <a:pt x="1" y="0"/>
                  </a:cubicBezTo>
                  <a:cubicBezTo>
                    <a:pt x="4" y="7"/>
                    <a:pt x="8" y="18"/>
                    <a:pt x="1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1" name="Google Shape;5351;p72"/>
            <p:cNvSpPr/>
            <p:nvPr/>
          </p:nvSpPr>
          <p:spPr>
            <a:xfrm>
              <a:off x="2199352" y="1708215"/>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2" name="Google Shape;5352;p72"/>
            <p:cNvSpPr/>
            <p:nvPr/>
          </p:nvSpPr>
          <p:spPr>
            <a:xfrm>
              <a:off x="2216609" y="1712967"/>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3" name="Google Shape;5353;p72"/>
            <p:cNvSpPr/>
            <p:nvPr/>
          </p:nvSpPr>
          <p:spPr>
            <a:xfrm>
              <a:off x="2216745" y="171311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4" name="Google Shape;5354;p72"/>
            <p:cNvSpPr/>
            <p:nvPr/>
          </p:nvSpPr>
          <p:spPr>
            <a:xfrm>
              <a:off x="2211097" y="1705988"/>
              <a:ext cx="434" cy="1005"/>
            </a:xfrm>
            <a:custGeom>
              <a:rect b="b" l="l" r="r" t="t"/>
              <a:pathLst>
                <a:path extrusionOk="0" h="74" w="32">
                  <a:moveTo>
                    <a:pt x="32" y="74"/>
                  </a:moveTo>
                  <a:cubicBezTo>
                    <a:pt x="14" y="53"/>
                    <a:pt x="4" y="28"/>
                    <a:pt x="0" y="0"/>
                  </a:cubicBezTo>
                  <a:lnTo>
                    <a:pt x="0" y="0"/>
                  </a:lnTo>
                  <a:cubicBezTo>
                    <a:pt x="4" y="28"/>
                    <a:pt x="14" y="53"/>
                    <a:pt x="32"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5" name="Google Shape;5355;p72"/>
            <p:cNvSpPr/>
            <p:nvPr/>
          </p:nvSpPr>
          <p:spPr>
            <a:xfrm>
              <a:off x="2211572" y="1611095"/>
              <a:ext cx="130385" cy="74283"/>
            </a:xfrm>
            <a:custGeom>
              <a:rect b="b" l="l" r="r" t="t"/>
              <a:pathLst>
                <a:path extrusionOk="0" h="5471" w="9603">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6" name="Google Shape;5356;p72"/>
            <p:cNvSpPr/>
            <p:nvPr/>
          </p:nvSpPr>
          <p:spPr>
            <a:xfrm>
              <a:off x="2221782" y="162004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7" name="Google Shape;5357;p72"/>
            <p:cNvSpPr/>
            <p:nvPr/>
          </p:nvSpPr>
          <p:spPr>
            <a:xfrm>
              <a:off x="2214518" y="1642961"/>
              <a:ext cx="299" cy="394"/>
            </a:xfrm>
            <a:custGeom>
              <a:rect b="b" l="l" r="r" t="t"/>
              <a:pathLst>
                <a:path extrusionOk="0" h="29" w="22">
                  <a:moveTo>
                    <a:pt x="21" y="0"/>
                  </a:moveTo>
                  <a:lnTo>
                    <a:pt x="18" y="4"/>
                  </a:lnTo>
                  <a:cubicBezTo>
                    <a:pt x="14" y="11"/>
                    <a:pt x="7" y="18"/>
                    <a:pt x="0" y="25"/>
                  </a:cubicBezTo>
                  <a:lnTo>
                    <a:pt x="0" y="28"/>
                  </a:lnTo>
                  <a:lnTo>
                    <a:pt x="11" y="28"/>
                  </a:ln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8" name="Google Shape;5358;p72"/>
            <p:cNvSpPr/>
            <p:nvPr/>
          </p:nvSpPr>
          <p:spPr>
            <a:xfrm>
              <a:off x="2223113" y="1622133"/>
              <a:ext cx="2200" cy="5865"/>
            </a:xfrm>
            <a:custGeom>
              <a:rect b="b" l="l" r="r" t="t"/>
              <a:pathLst>
                <a:path extrusionOk="0" h="432" w="162">
                  <a:moveTo>
                    <a:pt x="134" y="431"/>
                  </a:moveTo>
                  <a:cubicBezTo>
                    <a:pt x="151" y="389"/>
                    <a:pt x="162" y="281"/>
                    <a:pt x="1" y="1"/>
                  </a:cubicBezTo>
                  <a:cubicBezTo>
                    <a:pt x="162" y="281"/>
                    <a:pt x="151" y="389"/>
                    <a:pt x="134" y="4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9" name="Google Shape;5359;p72"/>
            <p:cNvSpPr/>
            <p:nvPr/>
          </p:nvSpPr>
          <p:spPr>
            <a:xfrm>
              <a:off x="2213609" y="1650510"/>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0" name="Google Shape;5360;p72"/>
            <p:cNvSpPr/>
            <p:nvPr/>
          </p:nvSpPr>
          <p:spPr>
            <a:xfrm>
              <a:off x="2212808" y="1649940"/>
              <a:ext cx="679" cy="489"/>
            </a:xfrm>
            <a:custGeom>
              <a:rect b="b" l="l" r="r" t="t"/>
              <a:pathLst>
                <a:path extrusionOk="0" h="36" w="50">
                  <a:moveTo>
                    <a:pt x="0" y="1"/>
                  </a:moveTo>
                  <a:lnTo>
                    <a:pt x="7" y="8"/>
                  </a:lnTo>
                  <a:cubicBezTo>
                    <a:pt x="21" y="18"/>
                    <a:pt x="35" y="29"/>
                    <a:pt x="49" y="36"/>
                  </a:cubicBezTo>
                  <a:cubicBezTo>
                    <a:pt x="32" y="25"/>
                    <a:pt x="18"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72"/>
            <p:cNvSpPr/>
            <p:nvPr/>
          </p:nvSpPr>
          <p:spPr>
            <a:xfrm>
              <a:off x="2214654" y="1650985"/>
              <a:ext cx="299" cy="163"/>
            </a:xfrm>
            <a:custGeom>
              <a:rect b="b" l="l" r="r" t="t"/>
              <a:pathLst>
                <a:path extrusionOk="0" h="12" w="22">
                  <a:moveTo>
                    <a:pt x="1" y="1"/>
                  </a:moveTo>
                  <a:lnTo>
                    <a:pt x="22"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2" name="Google Shape;5362;p72"/>
            <p:cNvSpPr/>
            <p:nvPr/>
          </p:nvSpPr>
          <p:spPr>
            <a:xfrm>
              <a:off x="2214994" y="1651176"/>
              <a:ext cx="584" cy="394"/>
            </a:xfrm>
            <a:custGeom>
              <a:rect b="b" l="l" r="r" t="t"/>
              <a:pathLst>
                <a:path extrusionOk="0" h="29" w="43">
                  <a:moveTo>
                    <a:pt x="0" y="1"/>
                  </a:moveTo>
                  <a:lnTo>
                    <a:pt x="0" y="1"/>
                  </a:lnTo>
                  <a:cubicBezTo>
                    <a:pt x="18" y="8"/>
                    <a:pt x="28" y="18"/>
                    <a:pt x="42" y="29"/>
                  </a:cubicBezTo>
                  <a:cubicBezTo>
                    <a:pt x="32" y="18"/>
                    <a:pt x="18"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3" name="Google Shape;5363;p72"/>
            <p:cNvSpPr/>
            <p:nvPr/>
          </p:nvSpPr>
          <p:spPr>
            <a:xfrm>
              <a:off x="2212563" y="1649655"/>
              <a:ext cx="204" cy="204"/>
            </a:xfrm>
            <a:custGeom>
              <a:rect b="b" l="l" r="r" t="t"/>
              <a:pathLst>
                <a:path extrusionOk="0" h="15" w="15">
                  <a:moveTo>
                    <a:pt x="1" y="1"/>
                  </a:moveTo>
                  <a:lnTo>
                    <a:pt x="15" y="15"/>
                  </a:lnTo>
                  <a:lnTo>
                    <a:pt x="15"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72"/>
            <p:cNvSpPr/>
            <p:nvPr/>
          </p:nvSpPr>
          <p:spPr>
            <a:xfrm>
              <a:off x="2211762" y="1648664"/>
              <a:ext cx="109" cy="149"/>
            </a:xfrm>
            <a:custGeom>
              <a:rect b="b" l="l" r="r" t="t"/>
              <a:pathLst>
                <a:path extrusionOk="0" h="11" w="8">
                  <a:moveTo>
                    <a:pt x="0" y="0"/>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72"/>
            <p:cNvSpPr/>
            <p:nvPr/>
          </p:nvSpPr>
          <p:spPr>
            <a:xfrm>
              <a:off x="2212332" y="1649465"/>
              <a:ext cx="204" cy="204"/>
            </a:xfrm>
            <a:custGeom>
              <a:rect b="b" l="l" r="r" t="t"/>
              <a:pathLst>
                <a:path extrusionOk="0" h="15" w="15">
                  <a:moveTo>
                    <a:pt x="14"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6" name="Google Shape;5366;p72"/>
            <p:cNvSpPr/>
            <p:nvPr/>
          </p:nvSpPr>
          <p:spPr>
            <a:xfrm>
              <a:off x="2212047" y="1649085"/>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7" name="Google Shape;5367;p72"/>
            <p:cNvSpPr/>
            <p:nvPr/>
          </p:nvSpPr>
          <p:spPr>
            <a:xfrm>
              <a:off x="2211667" y="1648324"/>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8" name="Google Shape;5368;p72"/>
            <p:cNvSpPr/>
            <p:nvPr/>
          </p:nvSpPr>
          <p:spPr>
            <a:xfrm>
              <a:off x="2214939" y="1641631"/>
              <a:ext cx="584" cy="1059"/>
            </a:xfrm>
            <a:custGeom>
              <a:rect b="b" l="l" r="r" t="t"/>
              <a:pathLst>
                <a:path extrusionOk="0" h="78" w="43">
                  <a:moveTo>
                    <a:pt x="15" y="0"/>
                  </a:moveTo>
                  <a:cubicBezTo>
                    <a:pt x="15" y="28"/>
                    <a:pt x="11" y="53"/>
                    <a:pt x="1" y="77"/>
                  </a:cubicBezTo>
                  <a:lnTo>
                    <a:pt x="43" y="4"/>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72"/>
            <p:cNvSpPr/>
            <p:nvPr/>
          </p:nvSpPr>
          <p:spPr>
            <a:xfrm>
              <a:off x="2214518" y="1643056"/>
              <a:ext cx="244" cy="244"/>
            </a:xfrm>
            <a:custGeom>
              <a:rect b="b" l="l" r="r" t="t"/>
              <a:pathLst>
                <a:path extrusionOk="0" h="18" w="18">
                  <a:moveTo>
                    <a:pt x="18" y="0"/>
                  </a:moveTo>
                  <a:cubicBezTo>
                    <a:pt x="14" y="7"/>
                    <a:pt x="7" y="11"/>
                    <a:pt x="0" y="18"/>
                  </a:cubicBezTo>
                  <a:cubicBezTo>
                    <a:pt x="7" y="14"/>
                    <a:pt x="14" y="7"/>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0" name="Google Shape;5370;p72"/>
            <p:cNvSpPr/>
            <p:nvPr/>
          </p:nvSpPr>
          <p:spPr>
            <a:xfrm>
              <a:off x="2212713" y="1649845"/>
              <a:ext cx="136" cy="136"/>
            </a:xfrm>
            <a:custGeom>
              <a:rect b="b" l="l" r="r" t="t"/>
              <a:pathLst>
                <a:path extrusionOk="0" h="10" w="10">
                  <a:moveTo>
                    <a:pt x="0" y="1"/>
                  </a:moveTo>
                  <a:lnTo>
                    <a:pt x="10" y="10"/>
                  </a:lnTo>
                  <a:lnTo>
                    <a:pt x="10" y="10"/>
                  </a:lnTo>
                  <a:lnTo>
                    <a:pt x="7" y="8"/>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1" name="Google Shape;5371;p72"/>
            <p:cNvSpPr/>
            <p:nvPr/>
          </p:nvSpPr>
          <p:spPr>
            <a:xfrm>
              <a:off x="2216270" y="1651420"/>
              <a:ext cx="638" cy="54"/>
            </a:xfrm>
            <a:custGeom>
              <a:rect b="b" l="l" r="r" t="t"/>
              <a:pathLst>
                <a:path extrusionOk="0" h="4" w="47">
                  <a:moveTo>
                    <a:pt x="1" y="4"/>
                  </a:moveTo>
                  <a:lnTo>
                    <a:pt x="4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72"/>
            <p:cNvSpPr/>
            <p:nvPr/>
          </p:nvSpPr>
          <p:spPr>
            <a:xfrm>
              <a:off x="2217600" y="1651366"/>
              <a:ext cx="448" cy="14"/>
            </a:xfrm>
            <a:custGeom>
              <a:rect b="b" l="l" r="r" t="t"/>
              <a:pathLst>
                <a:path extrusionOk="0" h="1" w="33">
                  <a:moveTo>
                    <a:pt x="1" y="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72"/>
            <p:cNvSpPr/>
            <p:nvPr/>
          </p:nvSpPr>
          <p:spPr>
            <a:xfrm>
              <a:off x="2242895" y="1649370"/>
              <a:ext cx="14" cy="14"/>
            </a:xfrm>
            <a:custGeom>
              <a:rect b="b" l="l" r="r" t="t"/>
              <a:pathLst>
                <a:path extrusionOk="0" h="1" w="1">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4" name="Google Shape;5374;p72"/>
            <p:cNvSpPr/>
            <p:nvPr/>
          </p:nvSpPr>
          <p:spPr>
            <a:xfrm>
              <a:off x="2244891" y="1648609"/>
              <a:ext cx="244" cy="68"/>
            </a:xfrm>
            <a:custGeom>
              <a:rect b="b" l="l" r="r" t="t"/>
              <a:pathLst>
                <a:path extrusionOk="0" h="5" w="18">
                  <a:moveTo>
                    <a:pt x="18" y="1"/>
                  </a:moveTo>
                  <a:lnTo>
                    <a:pt x="0" y="4"/>
                  </a:ln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5" name="Google Shape;5375;p72"/>
            <p:cNvSpPr/>
            <p:nvPr/>
          </p:nvSpPr>
          <p:spPr>
            <a:xfrm>
              <a:off x="2216989" y="1651366"/>
              <a:ext cx="530" cy="68"/>
            </a:xfrm>
            <a:custGeom>
              <a:rect b="b" l="l" r="r" t="t"/>
              <a:pathLst>
                <a:path extrusionOk="0" h="5" w="39">
                  <a:moveTo>
                    <a:pt x="0" y="4"/>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6" name="Google Shape;5376;p72"/>
            <p:cNvSpPr/>
            <p:nvPr/>
          </p:nvSpPr>
          <p:spPr>
            <a:xfrm>
              <a:off x="2240329" y="1649424"/>
              <a:ext cx="2430" cy="1534"/>
            </a:xfrm>
            <a:custGeom>
              <a:rect b="b" l="l" r="r" t="t"/>
              <a:pathLst>
                <a:path extrusionOk="0" h="113" w="179">
                  <a:moveTo>
                    <a:pt x="179" y="0"/>
                  </a:moveTo>
                  <a:lnTo>
                    <a:pt x="179" y="0"/>
                  </a:lnTo>
                  <a:cubicBezTo>
                    <a:pt x="53" y="49"/>
                    <a:pt x="18" y="84"/>
                    <a:pt x="0" y="112"/>
                  </a:cubicBezTo>
                  <a:cubicBezTo>
                    <a:pt x="25" y="74"/>
                    <a:pt x="91" y="35"/>
                    <a:pt x="1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72"/>
            <p:cNvSpPr/>
            <p:nvPr/>
          </p:nvSpPr>
          <p:spPr>
            <a:xfrm>
              <a:off x="2215564" y="1651515"/>
              <a:ext cx="679" cy="54"/>
            </a:xfrm>
            <a:custGeom>
              <a:rect b="b" l="l" r="r" t="t"/>
              <a:pathLst>
                <a:path extrusionOk="0" h="4" w="50">
                  <a:moveTo>
                    <a:pt x="0" y="4"/>
                  </a:moveTo>
                  <a:lnTo>
                    <a:pt x="4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8" name="Google Shape;5378;p72"/>
            <p:cNvSpPr/>
            <p:nvPr/>
          </p:nvSpPr>
          <p:spPr>
            <a:xfrm>
              <a:off x="2234151" y="1652465"/>
              <a:ext cx="1819" cy="149"/>
            </a:xfrm>
            <a:custGeom>
              <a:rect b="b" l="l" r="r" t="t"/>
              <a:pathLst>
                <a:path extrusionOk="0" h="11" w="134">
                  <a:moveTo>
                    <a:pt x="133" y="11"/>
                  </a:moveTo>
                  <a:cubicBezTo>
                    <a:pt x="91" y="4"/>
                    <a:pt x="46" y="0"/>
                    <a:pt x="0" y="7"/>
                  </a:cubicBezTo>
                  <a:cubicBezTo>
                    <a:pt x="46" y="0"/>
                    <a:pt x="91" y="4"/>
                    <a:pt x="133"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9" name="Google Shape;5379;p72"/>
            <p:cNvSpPr/>
            <p:nvPr/>
          </p:nvSpPr>
          <p:spPr>
            <a:xfrm>
              <a:off x="2263764" y="1676796"/>
              <a:ext cx="299" cy="258"/>
            </a:xfrm>
            <a:custGeom>
              <a:rect b="b" l="l" r="r" t="t"/>
              <a:pathLst>
                <a:path extrusionOk="0" h="19" w="22">
                  <a:moveTo>
                    <a:pt x="2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72"/>
            <p:cNvSpPr/>
            <p:nvPr/>
          </p:nvSpPr>
          <p:spPr>
            <a:xfrm>
              <a:off x="2263479" y="1676606"/>
              <a:ext cx="244" cy="204"/>
            </a:xfrm>
            <a:custGeom>
              <a:rect b="b" l="l" r="r" t="t"/>
              <a:pathLst>
                <a:path extrusionOk="0" h="15" w="18">
                  <a:moveTo>
                    <a:pt x="18"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72"/>
            <p:cNvSpPr/>
            <p:nvPr/>
          </p:nvSpPr>
          <p:spPr>
            <a:xfrm>
              <a:off x="2262528" y="1676226"/>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2" name="Google Shape;5382;p72"/>
            <p:cNvSpPr/>
            <p:nvPr/>
          </p:nvSpPr>
          <p:spPr>
            <a:xfrm>
              <a:off x="2262623" y="1676226"/>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3" name="Google Shape;5383;p72"/>
            <p:cNvSpPr/>
            <p:nvPr/>
          </p:nvSpPr>
          <p:spPr>
            <a:xfrm>
              <a:off x="2257532" y="1677801"/>
              <a:ext cx="54" cy="14"/>
            </a:xfrm>
            <a:custGeom>
              <a:rect b="b" l="l" r="r" t="t"/>
              <a:pathLst>
                <a:path extrusionOk="0" h="1" w="4">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4" name="Google Shape;5384;p72"/>
            <p:cNvSpPr/>
            <p:nvPr/>
          </p:nvSpPr>
          <p:spPr>
            <a:xfrm>
              <a:off x="2262814" y="1676280"/>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72"/>
            <p:cNvSpPr/>
            <p:nvPr/>
          </p:nvSpPr>
          <p:spPr>
            <a:xfrm>
              <a:off x="2262949" y="1676321"/>
              <a:ext cx="204" cy="109"/>
            </a:xfrm>
            <a:custGeom>
              <a:rect b="b" l="l" r="r" t="t"/>
              <a:pathLst>
                <a:path extrusionOk="0" h="8" w="15">
                  <a:moveTo>
                    <a:pt x="15"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6" name="Google Shape;5386;p72"/>
            <p:cNvSpPr/>
            <p:nvPr/>
          </p:nvSpPr>
          <p:spPr>
            <a:xfrm>
              <a:off x="2262474" y="167618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7" name="Google Shape;5387;p72"/>
            <p:cNvSpPr/>
            <p:nvPr/>
          </p:nvSpPr>
          <p:spPr>
            <a:xfrm>
              <a:off x="2256486" y="1677462"/>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72"/>
            <p:cNvSpPr/>
            <p:nvPr/>
          </p:nvSpPr>
          <p:spPr>
            <a:xfrm>
              <a:off x="2263194" y="1676470"/>
              <a:ext cx="244" cy="109"/>
            </a:xfrm>
            <a:custGeom>
              <a:rect b="b" l="l" r="r" t="t"/>
              <a:pathLst>
                <a:path extrusionOk="0" h="8" w="18">
                  <a:moveTo>
                    <a:pt x="18"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72"/>
            <p:cNvSpPr/>
            <p:nvPr/>
          </p:nvSpPr>
          <p:spPr>
            <a:xfrm>
              <a:off x="2262148" y="1655317"/>
              <a:ext cx="720" cy="1724"/>
            </a:xfrm>
            <a:custGeom>
              <a:rect b="b" l="l" r="r" t="t"/>
              <a:pathLst>
                <a:path extrusionOk="0" h="127" w="53">
                  <a:moveTo>
                    <a:pt x="0" y="0"/>
                  </a:moveTo>
                  <a:lnTo>
                    <a:pt x="0" y="0"/>
                  </a:lnTo>
                  <a:cubicBezTo>
                    <a:pt x="14" y="42"/>
                    <a:pt x="32" y="84"/>
                    <a:pt x="53" y="126"/>
                  </a:cubicBezTo>
                  <a:cubicBezTo>
                    <a:pt x="32" y="84"/>
                    <a:pt x="14" y="4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0" name="Google Shape;5390;p72"/>
            <p:cNvSpPr/>
            <p:nvPr/>
          </p:nvSpPr>
          <p:spPr>
            <a:xfrm>
              <a:off x="2245842" y="1647469"/>
              <a:ext cx="3951" cy="964"/>
            </a:xfrm>
            <a:custGeom>
              <a:rect b="b" l="l" r="r" t="t"/>
              <a:pathLst>
                <a:path extrusionOk="0" h="71" w="291">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1" name="Google Shape;5391;p72"/>
            <p:cNvSpPr/>
            <p:nvPr/>
          </p:nvSpPr>
          <p:spPr>
            <a:xfrm>
              <a:off x="2264619" y="1659974"/>
              <a:ext cx="869" cy="1195"/>
            </a:xfrm>
            <a:custGeom>
              <a:rect b="b" l="l" r="r" t="t"/>
              <a:pathLst>
                <a:path extrusionOk="0" h="88" w="64">
                  <a:moveTo>
                    <a:pt x="0" y="0"/>
                  </a:moveTo>
                  <a:lnTo>
                    <a:pt x="0" y="0"/>
                  </a:lnTo>
                  <a:cubicBezTo>
                    <a:pt x="21" y="35"/>
                    <a:pt x="42" y="63"/>
                    <a:pt x="63" y="88"/>
                  </a:cubicBezTo>
                  <a:cubicBezTo>
                    <a:pt x="42" y="63"/>
                    <a:pt x="21"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2" name="Google Shape;5392;p72"/>
            <p:cNvSpPr/>
            <p:nvPr/>
          </p:nvSpPr>
          <p:spPr>
            <a:xfrm>
              <a:off x="2243371" y="1648990"/>
              <a:ext cx="489" cy="204"/>
            </a:xfrm>
            <a:custGeom>
              <a:rect b="b" l="l" r="r" t="t"/>
              <a:pathLst>
                <a:path extrusionOk="0" h="15" w="36">
                  <a:moveTo>
                    <a:pt x="0" y="15"/>
                  </a:moveTo>
                  <a:lnTo>
                    <a:pt x="0" y="15"/>
                  </a:ln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72"/>
            <p:cNvSpPr/>
            <p:nvPr/>
          </p:nvSpPr>
          <p:spPr>
            <a:xfrm>
              <a:off x="2256242" y="1670238"/>
              <a:ext cx="4399" cy="7142"/>
            </a:xfrm>
            <a:custGeom>
              <a:rect b="b" l="l" r="r" t="t"/>
              <a:pathLst>
                <a:path extrusionOk="0" h="526" w="324">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4" name="Google Shape;5394;p72"/>
            <p:cNvSpPr/>
            <p:nvPr/>
          </p:nvSpPr>
          <p:spPr>
            <a:xfrm>
              <a:off x="2256242" y="1677326"/>
              <a:ext cx="68" cy="54"/>
            </a:xfrm>
            <a:custGeom>
              <a:rect b="b" l="l" r="r" t="t"/>
              <a:pathLst>
                <a:path extrusionOk="0" h="4" w="5">
                  <a:moveTo>
                    <a:pt x="1" y="4"/>
                  </a:moveTo>
                  <a:lnTo>
                    <a:pt x="1" y="4"/>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5" name="Google Shape;5395;p72"/>
            <p:cNvSpPr/>
            <p:nvPr/>
          </p:nvSpPr>
          <p:spPr>
            <a:xfrm>
              <a:off x="2218985" y="1572222"/>
              <a:ext cx="67847" cy="47032"/>
            </a:xfrm>
            <a:custGeom>
              <a:rect b="b" l="l" r="r" t="t"/>
              <a:pathLst>
                <a:path extrusionOk="0" h="3464" w="4997">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72"/>
            <p:cNvSpPr/>
            <p:nvPr/>
          </p:nvSpPr>
          <p:spPr>
            <a:xfrm>
              <a:off x="2221972" y="1598508"/>
              <a:ext cx="353" cy="448"/>
            </a:xfrm>
            <a:custGeom>
              <a:rect b="b" l="l" r="r" t="t"/>
              <a:pathLst>
                <a:path extrusionOk="0" h="33" w="26">
                  <a:moveTo>
                    <a:pt x="25" y="32"/>
                  </a:moveTo>
                  <a:cubicBezTo>
                    <a:pt x="15" y="22"/>
                    <a:pt x="8" y="11"/>
                    <a:pt x="1" y="1"/>
                  </a:cubicBezTo>
                  <a:cubicBezTo>
                    <a:pt x="8" y="11"/>
                    <a:pt x="15" y="22"/>
                    <a:pt x="25"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72"/>
            <p:cNvSpPr/>
            <p:nvPr/>
          </p:nvSpPr>
          <p:spPr>
            <a:xfrm>
              <a:off x="2221212" y="1594666"/>
              <a:ext cx="828" cy="3856"/>
            </a:xfrm>
            <a:custGeom>
              <a:rect b="b" l="l" r="r" t="t"/>
              <a:pathLst>
                <a:path extrusionOk="0" h="284" w="61">
                  <a:moveTo>
                    <a:pt x="39" y="0"/>
                  </a:moveTo>
                  <a:lnTo>
                    <a:pt x="39" y="0"/>
                  </a:lnTo>
                  <a:cubicBezTo>
                    <a:pt x="1" y="91"/>
                    <a:pt x="8" y="200"/>
                    <a:pt x="60" y="284"/>
                  </a:cubicBezTo>
                  <a:cubicBezTo>
                    <a:pt x="8" y="200"/>
                    <a:pt x="1" y="91"/>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8" name="Google Shape;5398;p72"/>
            <p:cNvSpPr/>
            <p:nvPr/>
          </p:nvSpPr>
          <p:spPr>
            <a:xfrm>
              <a:off x="2277355" y="1611733"/>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9" name="Google Shape;5399;p72"/>
            <p:cNvSpPr/>
            <p:nvPr/>
          </p:nvSpPr>
          <p:spPr>
            <a:xfrm>
              <a:off x="2222923" y="1617001"/>
              <a:ext cx="163" cy="68"/>
            </a:xfrm>
            <a:custGeom>
              <a:rect b="b" l="l" r="r" t="t"/>
              <a:pathLst>
                <a:path extrusionOk="0" h="5" w="12">
                  <a:moveTo>
                    <a:pt x="1"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0" name="Google Shape;5400;p72"/>
            <p:cNvSpPr/>
            <p:nvPr/>
          </p:nvSpPr>
          <p:spPr>
            <a:xfrm>
              <a:off x="2223547" y="1616526"/>
              <a:ext cx="244" cy="258"/>
            </a:xfrm>
            <a:custGeom>
              <a:rect b="b" l="l" r="r" t="t"/>
              <a:pathLst>
                <a:path extrusionOk="0" h="19" w="18">
                  <a:moveTo>
                    <a:pt x="0" y="18"/>
                  </a:moveTo>
                  <a:cubicBezTo>
                    <a:pt x="4" y="11"/>
                    <a:pt x="11" y="4"/>
                    <a:pt x="18" y="1"/>
                  </a:cubicBezTo>
                  <a:cubicBezTo>
                    <a:pt x="11" y="4"/>
                    <a:pt x="4"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72"/>
            <p:cNvSpPr/>
            <p:nvPr/>
          </p:nvSpPr>
          <p:spPr>
            <a:xfrm>
              <a:off x="2223208" y="1616811"/>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2" name="Google Shape;5402;p72"/>
            <p:cNvSpPr/>
            <p:nvPr/>
          </p:nvSpPr>
          <p:spPr>
            <a:xfrm>
              <a:off x="2276785" y="1611774"/>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3" name="Google Shape;5403;p72"/>
            <p:cNvSpPr/>
            <p:nvPr/>
          </p:nvSpPr>
          <p:spPr>
            <a:xfrm>
              <a:off x="2277016" y="1611774"/>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72"/>
            <p:cNvSpPr/>
            <p:nvPr/>
          </p:nvSpPr>
          <p:spPr>
            <a:xfrm>
              <a:off x="2263425" y="1618576"/>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72"/>
            <p:cNvSpPr/>
            <p:nvPr/>
          </p:nvSpPr>
          <p:spPr>
            <a:xfrm>
              <a:off x="2257776" y="1617381"/>
              <a:ext cx="149" cy="14"/>
            </a:xfrm>
            <a:custGeom>
              <a:rect b="b" l="l" r="r" t="t"/>
              <a:pathLst>
                <a:path extrusionOk="0" h="1" w="11">
                  <a:moveTo>
                    <a:pt x="0" y="1"/>
                  </a:moveTo>
                  <a:cubicBezTo>
                    <a:pt x="4" y="1"/>
                    <a:pt x="7" y="1"/>
                    <a:pt x="11" y="1"/>
                  </a:cubicBezTo>
                  <a:cubicBezTo>
                    <a:pt x="7" y="1"/>
                    <a:pt x="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6" name="Google Shape;5406;p72"/>
            <p:cNvSpPr/>
            <p:nvPr/>
          </p:nvSpPr>
          <p:spPr>
            <a:xfrm>
              <a:off x="2256812" y="1617286"/>
              <a:ext cx="163" cy="68"/>
            </a:xfrm>
            <a:custGeom>
              <a:rect b="b" l="l" r="r" t="t"/>
              <a:pathLst>
                <a:path extrusionOk="0" h="5" w="12">
                  <a:moveTo>
                    <a:pt x="1"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7" name="Google Shape;5407;p72"/>
            <p:cNvSpPr/>
            <p:nvPr/>
          </p:nvSpPr>
          <p:spPr>
            <a:xfrm>
              <a:off x="2222638" y="1617096"/>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8" name="Google Shape;5408;p72"/>
            <p:cNvSpPr/>
            <p:nvPr/>
          </p:nvSpPr>
          <p:spPr>
            <a:xfrm>
              <a:off x="2278305" y="1611489"/>
              <a:ext cx="339" cy="109"/>
            </a:xfrm>
            <a:custGeom>
              <a:rect b="b" l="l" r="r" t="t"/>
              <a:pathLst>
                <a:path extrusionOk="0" h="8" w="25">
                  <a:moveTo>
                    <a:pt x="0" y="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72"/>
            <p:cNvSpPr/>
            <p:nvPr/>
          </p:nvSpPr>
          <p:spPr>
            <a:xfrm>
              <a:off x="2277966" y="1611584"/>
              <a:ext cx="353" cy="68"/>
            </a:xfrm>
            <a:custGeom>
              <a:rect b="b" l="l" r="r" t="t"/>
              <a:pathLst>
                <a:path extrusionOk="0" h="5" w="26">
                  <a:moveTo>
                    <a:pt x="1" y="4"/>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0" name="Google Shape;5410;p72"/>
            <p:cNvSpPr/>
            <p:nvPr/>
          </p:nvSpPr>
          <p:spPr>
            <a:xfrm>
              <a:off x="2270227" y="1618902"/>
              <a:ext cx="394" cy="204"/>
            </a:xfrm>
            <a:custGeom>
              <a:rect b="b" l="l" r="r" t="t"/>
              <a:pathLst>
                <a:path extrusionOk="0" h="15" w="29">
                  <a:moveTo>
                    <a:pt x="0" y="1"/>
                  </a:moveTo>
                  <a:cubicBezTo>
                    <a:pt x="11" y="4"/>
                    <a:pt x="18" y="8"/>
                    <a:pt x="28" y="15"/>
                  </a:cubicBezTo>
                  <a:cubicBezTo>
                    <a:pt x="18" y="8"/>
                    <a:pt x="11"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1" name="Google Shape;5411;p72"/>
            <p:cNvSpPr/>
            <p:nvPr/>
          </p:nvSpPr>
          <p:spPr>
            <a:xfrm>
              <a:off x="2277640" y="1611638"/>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2" name="Google Shape;5412;p72"/>
            <p:cNvSpPr/>
            <p:nvPr/>
          </p:nvSpPr>
          <p:spPr>
            <a:xfrm>
              <a:off x="2222353" y="16171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3" name="Google Shape;5413;p72"/>
            <p:cNvSpPr/>
            <p:nvPr/>
          </p:nvSpPr>
          <p:spPr>
            <a:xfrm>
              <a:off x="2221972"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4" name="Google Shape;5414;p72"/>
            <p:cNvSpPr/>
            <p:nvPr/>
          </p:nvSpPr>
          <p:spPr>
            <a:xfrm>
              <a:off x="2268272" y="1618332"/>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5" name="Google Shape;5415;p72"/>
            <p:cNvSpPr/>
            <p:nvPr/>
          </p:nvSpPr>
          <p:spPr>
            <a:xfrm>
              <a:off x="2267701" y="1618291"/>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6" name="Google Shape;5416;p72"/>
            <p:cNvSpPr/>
            <p:nvPr/>
          </p:nvSpPr>
          <p:spPr>
            <a:xfrm>
              <a:off x="2276024" y="161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7" name="Google Shape;5417;p72"/>
            <p:cNvSpPr/>
            <p:nvPr/>
          </p:nvSpPr>
          <p:spPr>
            <a:xfrm>
              <a:off x="2278726" y="1611448"/>
              <a:ext cx="258" cy="54"/>
            </a:xfrm>
            <a:custGeom>
              <a:rect b="b" l="l" r="r" t="t"/>
              <a:pathLst>
                <a:path extrusionOk="0" h="4" w="19">
                  <a:moveTo>
                    <a:pt x="1"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8" name="Google Shape;5418;p72"/>
            <p:cNvSpPr/>
            <p:nvPr/>
          </p:nvSpPr>
          <p:spPr>
            <a:xfrm>
              <a:off x="2266520" y="161819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9" name="Google Shape;5419;p72"/>
            <p:cNvSpPr/>
            <p:nvPr/>
          </p:nvSpPr>
          <p:spPr>
            <a:xfrm>
              <a:off x="2267131" y="1618237"/>
              <a:ext cx="299" cy="14"/>
            </a:xfrm>
            <a:custGeom>
              <a:rect b="b" l="l" r="r" t="t"/>
              <a:pathLst>
                <a:path extrusionOk="0" h="1" w="22">
                  <a:moveTo>
                    <a:pt x="1" y="1"/>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72"/>
            <p:cNvSpPr/>
            <p:nvPr/>
          </p:nvSpPr>
          <p:spPr>
            <a:xfrm>
              <a:off x="2269792" y="1618712"/>
              <a:ext cx="299" cy="163"/>
            </a:xfrm>
            <a:custGeom>
              <a:rect b="b" l="l" r="r" t="t"/>
              <a:pathLst>
                <a:path extrusionOk="0" h="12" w="22">
                  <a:moveTo>
                    <a:pt x="1" y="1"/>
                  </a:moveTo>
                  <a:lnTo>
                    <a:pt x="22"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1" name="Google Shape;5421;p72"/>
            <p:cNvSpPr/>
            <p:nvPr/>
          </p:nvSpPr>
          <p:spPr>
            <a:xfrm>
              <a:off x="2269317" y="1618576"/>
              <a:ext cx="299" cy="109"/>
            </a:xfrm>
            <a:custGeom>
              <a:rect b="b" l="l" r="r" t="t"/>
              <a:pathLst>
                <a:path extrusionOk="0" h="8" w="22">
                  <a:moveTo>
                    <a:pt x="1" y="0"/>
                  </a:moveTo>
                  <a:lnTo>
                    <a:pt x="22"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2" name="Google Shape;5422;p72"/>
            <p:cNvSpPr/>
            <p:nvPr/>
          </p:nvSpPr>
          <p:spPr>
            <a:xfrm>
              <a:off x="2263764" y="1618427"/>
              <a:ext cx="149" cy="68"/>
            </a:xfrm>
            <a:custGeom>
              <a:rect b="b" l="l" r="r" t="t"/>
              <a:pathLst>
                <a:path extrusionOk="0" h="5" w="11">
                  <a:moveTo>
                    <a:pt x="0" y="4"/>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72"/>
            <p:cNvSpPr/>
            <p:nvPr/>
          </p:nvSpPr>
          <p:spPr>
            <a:xfrm>
              <a:off x="2268801" y="1618427"/>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4" name="Google Shape;5424;p72"/>
            <p:cNvSpPr/>
            <p:nvPr/>
          </p:nvSpPr>
          <p:spPr>
            <a:xfrm>
              <a:off x="2264565" y="1618332"/>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72"/>
            <p:cNvSpPr/>
            <p:nvPr/>
          </p:nvSpPr>
          <p:spPr>
            <a:xfrm>
              <a:off x="2276445" y="16118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6" name="Google Shape;5426;p72"/>
            <p:cNvSpPr/>
            <p:nvPr/>
          </p:nvSpPr>
          <p:spPr>
            <a:xfrm>
              <a:off x="2264144" y="161838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72"/>
            <p:cNvSpPr/>
            <p:nvPr/>
          </p:nvSpPr>
          <p:spPr>
            <a:xfrm>
              <a:off x="2265570" y="1618237"/>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8" name="Google Shape;5428;p72"/>
            <p:cNvSpPr/>
            <p:nvPr/>
          </p:nvSpPr>
          <p:spPr>
            <a:xfrm>
              <a:off x="2266086" y="16181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9" name="Google Shape;5429;p72"/>
            <p:cNvSpPr/>
            <p:nvPr/>
          </p:nvSpPr>
          <p:spPr>
            <a:xfrm>
              <a:off x="2276255" y="16118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72"/>
            <p:cNvSpPr/>
            <p:nvPr/>
          </p:nvSpPr>
          <p:spPr>
            <a:xfrm>
              <a:off x="2276119" y="161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1" name="Google Shape;5431;p72"/>
            <p:cNvSpPr/>
            <p:nvPr/>
          </p:nvSpPr>
          <p:spPr>
            <a:xfrm>
              <a:off x="2265040" y="1618291"/>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2" name="Google Shape;5432;p72"/>
            <p:cNvSpPr/>
            <p:nvPr/>
          </p:nvSpPr>
          <p:spPr>
            <a:xfrm>
              <a:off x="2221307"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3" name="Google Shape;5433;p72"/>
            <p:cNvSpPr/>
            <p:nvPr/>
          </p:nvSpPr>
          <p:spPr>
            <a:xfrm>
              <a:off x="2257002" y="1617340"/>
              <a:ext cx="638" cy="54"/>
            </a:xfrm>
            <a:custGeom>
              <a:rect b="b" l="l" r="r" t="t"/>
              <a:pathLst>
                <a:path extrusionOk="0" h="4" w="47">
                  <a:moveTo>
                    <a:pt x="47" y="4"/>
                  </a:moveTo>
                  <a:cubicBezTo>
                    <a:pt x="33" y="4"/>
                    <a:pt x="15" y="4"/>
                    <a:pt x="1" y="0"/>
                  </a:cubicBezTo>
                  <a:cubicBezTo>
                    <a:pt x="15" y="4"/>
                    <a:pt x="33" y="4"/>
                    <a:pt x="4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4" name="Google Shape;5434;p72"/>
            <p:cNvSpPr/>
            <p:nvPr/>
          </p:nvSpPr>
          <p:spPr>
            <a:xfrm>
              <a:off x="2221687" y="161719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5" name="Google Shape;5435;p72"/>
            <p:cNvSpPr/>
            <p:nvPr/>
          </p:nvSpPr>
          <p:spPr>
            <a:xfrm>
              <a:off x="2279446" y="161129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6" name="Google Shape;5436;p72"/>
            <p:cNvSpPr/>
            <p:nvPr/>
          </p:nvSpPr>
          <p:spPr>
            <a:xfrm>
              <a:off x="2279107" y="1611353"/>
              <a:ext cx="258" cy="54"/>
            </a:xfrm>
            <a:custGeom>
              <a:rect b="b" l="l" r="r" t="t"/>
              <a:pathLst>
                <a:path extrusionOk="0" h="4" w="19">
                  <a:moveTo>
                    <a:pt x="1"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7" name="Google Shape;5437;p72"/>
            <p:cNvSpPr/>
            <p:nvPr/>
          </p:nvSpPr>
          <p:spPr>
            <a:xfrm>
              <a:off x="2201348" y="1551829"/>
              <a:ext cx="52776" cy="23503"/>
            </a:xfrm>
            <a:custGeom>
              <a:rect b="b" l="l" r="r" t="t"/>
              <a:pathLst>
                <a:path extrusionOk="0" h="1731" w="3887">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8" name="Google Shape;5438;p72"/>
            <p:cNvSpPr/>
            <p:nvPr/>
          </p:nvSpPr>
          <p:spPr>
            <a:xfrm>
              <a:off x="2244511" y="1573173"/>
              <a:ext cx="3476" cy="1113"/>
            </a:xfrm>
            <a:custGeom>
              <a:rect b="b" l="l" r="r" t="t"/>
              <a:pathLst>
                <a:path extrusionOk="0" h="82" w="256">
                  <a:moveTo>
                    <a:pt x="256" y="8"/>
                  </a:moveTo>
                  <a:cubicBezTo>
                    <a:pt x="165" y="1"/>
                    <a:pt x="74" y="25"/>
                    <a:pt x="0" y="81"/>
                  </a:cubicBezTo>
                  <a:cubicBezTo>
                    <a:pt x="74" y="25"/>
                    <a:pt x="165" y="1"/>
                    <a:pt x="256"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9" name="Google Shape;5439;p72"/>
            <p:cNvSpPr/>
            <p:nvPr/>
          </p:nvSpPr>
          <p:spPr>
            <a:xfrm>
              <a:off x="2243316" y="1574273"/>
              <a:ext cx="1208" cy="1154"/>
            </a:xfrm>
            <a:custGeom>
              <a:rect b="b" l="l" r="r" t="t"/>
              <a:pathLst>
                <a:path extrusionOk="0" h="85" w="89">
                  <a:moveTo>
                    <a:pt x="88" y="0"/>
                  </a:moveTo>
                  <a:cubicBezTo>
                    <a:pt x="57" y="25"/>
                    <a:pt x="25" y="53"/>
                    <a:pt x="1" y="84"/>
                  </a:cubicBezTo>
                  <a:lnTo>
                    <a:pt x="1" y="84"/>
                  </a:lnTo>
                  <a:cubicBezTo>
                    <a:pt x="25" y="53"/>
                    <a:pt x="57" y="25"/>
                    <a:pt x="8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0" name="Google Shape;5440;p72"/>
            <p:cNvSpPr/>
            <p:nvPr/>
          </p:nvSpPr>
          <p:spPr>
            <a:xfrm>
              <a:off x="2252820" y="1570607"/>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72"/>
            <p:cNvSpPr/>
            <p:nvPr/>
          </p:nvSpPr>
          <p:spPr>
            <a:xfrm>
              <a:off x="2253445" y="1570322"/>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2" name="Google Shape;5442;p72"/>
            <p:cNvSpPr/>
            <p:nvPr/>
          </p:nvSpPr>
          <p:spPr>
            <a:xfrm>
              <a:off x="2201973" y="1568516"/>
              <a:ext cx="40502" cy="24372"/>
            </a:xfrm>
            <a:custGeom>
              <a:rect b="b" l="l" r="r" t="t"/>
              <a:pathLst>
                <a:path extrusionOk="0" h="1795" w="2983">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3" name="Google Shape;5443;p72"/>
            <p:cNvSpPr/>
            <p:nvPr/>
          </p:nvSpPr>
          <p:spPr>
            <a:xfrm>
              <a:off x="2219786" y="159109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72"/>
            <p:cNvSpPr/>
            <p:nvPr/>
          </p:nvSpPr>
          <p:spPr>
            <a:xfrm>
              <a:off x="2220072" y="1591285"/>
              <a:ext cx="353" cy="258"/>
            </a:xfrm>
            <a:custGeom>
              <a:rect b="b" l="l" r="r" t="t"/>
              <a:pathLst>
                <a:path extrusionOk="0" h="19" w="26">
                  <a:moveTo>
                    <a:pt x="25" y="1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5" name="Google Shape;5445;p72"/>
            <p:cNvSpPr/>
            <p:nvPr/>
          </p:nvSpPr>
          <p:spPr>
            <a:xfrm>
              <a:off x="2220411" y="1591530"/>
              <a:ext cx="1154" cy="1290"/>
            </a:xfrm>
            <a:custGeom>
              <a:rect b="b" l="l" r="r" t="t"/>
              <a:pathLst>
                <a:path extrusionOk="0" h="95" w="85">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72"/>
            <p:cNvSpPr/>
            <p:nvPr/>
          </p:nvSpPr>
          <p:spPr>
            <a:xfrm>
              <a:off x="2223547" y="1592901"/>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7" name="Google Shape;5447;p72"/>
            <p:cNvSpPr/>
            <p:nvPr/>
          </p:nvSpPr>
          <p:spPr>
            <a:xfrm>
              <a:off x="2222312" y="1592860"/>
              <a:ext cx="489" cy="14"/>
            </a:xfrm>
            <a:custGeom>
              <a:rect b="b" l="l" r="r" t="t"/>
              <a:pathLst>
                <a:path extrusionOk="0" h="1" w="36">
                  <a:moveTo>
                    <a:pt x="0" y="0"/>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72"/>
            <p:cNvSpPr/>
            <p:nvPr/>
          </p:nvSpPr>
          <p:spPr>
            <a:xfrm>
              <a:off x="2224878" y="1592996"/>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9" name="Google Shape;5449;p72"/>
            <p:cNvSpPr/>
            <p:nvPr/>
          </p:nvSpPr>
          <p:spPr>
            <a:xfrm>
              <a:off x="2222923" y="1592860"/>
              <a:ext cx="394" cy="14"/>
            </a:xfrm>
            <a:custGeom>
              <a:rect b="b" l="l" r="r" t="t"/>
              <a:pathLst>
                <a:path extrusionOk="0" h="1" w="29">
                  <a:moveTo>
                    <a:pt x="1" y="0"/>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0" name="Google Shape;5450;p72"/>
            <p:cNvSpPr/>
            <p:nvPr/>
          </p:nvSpPr>
          <p:spPr>
            <a:xfrm>
              <a:off x="2224023" y="1592955"/>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72"/>
            <p:cNvSpPr/>
            <p:nvPr/>
          </p:nvSpPr>
          <p:spPr>
            <a:xfrm>
              <a:off x="2221592" y="1592806"/>
              <a:ext cx="584" cy="14"/>
            </a:xfrm>
            <a:custGeom>
              <a:rect b="b" l="l" r="r" t="t"/>
              <a:pathLst>
                <a:path extrusionOk="0" h="1" w="43">
                  <a:moveTo>
                    <a:pt x="1" y="1"/>
                  </a:moveTo>
                  <a:lnTo>
                    <a:pt x="4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2" name="Google Shape;5452;p72"/>
            <p:cNvSpPr/>
            <p:nvPr/>
          </p:nvSpPr>
          <p:spPr>
            <a:xfrm>
              <a:off x="2224444" y="1592955"/>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3" name="Google Shape;5453;p72"/>
            <p:cNvSpPr/>
            <p:nvPr/>
          </p:nvSpPr>
          <p:spPr>
            <a:xfrm>
              <a:off x="2225204" y="1592996"/>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72"/>
            <p:cNvSpPr/>
            <p:nvPr/>
          </p:nvSpPr>
          <p:spPr>
            <a:xfrm>
              <a:off x="2242081" y="1576934"/>
              <a:ext cx="353" cy="2200"/>
            </a:xfrm>
            <a:custGeom>
              <a:rect b="b" l="l" r="r" t="t"/>
              <a:pathLst>
                <a:path extrusionOk="0" h="162" w="26">
                  <a:moveTo>
                    <a:pt x="25" y="0"/>
                  </a:moveTo>
                  <a:lnTo>
                    <a:pt x="25" y="0"/>
                  </a:lnTo>
                  <a:cubicBezTo>
                    <a:pt x="4" y="53"/>
                    <a:pt x="1" y="109"/>
                    <a:pt x="11" y="161"/>
                  </a:cubicBezTo>
                  <a:cubicBezTo>
                    <a:pt x="1" y="109"/>
                    <a:pt x="4" y="53"/>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5" name="Google Shape;5455;p72"/>
            <p:cNvSpPr/>
            <p:nvPr/>
          </p:nvSpPr>
          <p:spPr>
            <a:xfrm>
              <a:off x="2225489" y="1593050"/>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6" name="Google Shape;5456;p72"/>
            <p:cNvSpPr/>
            <p:nvPr/>
          </p:nvSpPr>
          <p:spPr>
            <a:xfrm>
              <a:off x="2226494" y="159318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7" name="Google Shape;5457;p72"/>
            <p:cNvSpPr/>
            <p:nvPr/>
          </p:nvSpPr>
          <p:spPr>
            <a:xfrm>
              <a:off x="2226439" y="159318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8" name="Google Shape;5458;p72"/>
            <p:cNvSpPr/>
            <p:nvPr/>
          </p:nvSpPr>
          <p:spPr>
            <a:xfrm>
              <a:off x="2226154" y="159314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9" name="Google Shape;5459;p72"/>
            <p:cNvSpPr/>
            <p:nvPr/>
          </p:nvSpPr>
          <p:spPr>
            <a:xfrm>
              <a:off x="2226304" y="159314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0" name="Google Shape;5460;p72"/>
            <p:cNvSpPr/>
            <p:nvPr/>
          </p:nvSpPr>
          <p:spPr>
            <a:xfrm>
              <a:off x="2225964" y="15930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1" name="Google Shape;5461;p72"/>
            <p:cNvSpPr/>
            <p:nvPr/>
          </p:nvSpPr>
          <p:spPr>
            <a:xfrm>
              <a:off x="2225774" y="159309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2" name="Google Shape;5462;p72"/>
            <p:cNvSpPr/>
            <p:nvPr/>
          </p:nvSpPr>
          <p:spPr>
            <a:xfrm>
              <a:off x="2240044" y="1575454"/>
              <a:ext cx="299" cy="204"/>
            </a:xfrm>
            <a:custGeom>
              <a:rect b="b" l="l" r="r" t="t"/>
              <a:pathLst>
                <a:path extrusionOk="0" h="15" w="22">
                  <a:moveTo>
                    <a:pt x="0" y="1"/>
                  </a:moveTo>
                  <a:lnTo>
                    <a:pt x="2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3" name="Google Shape;5463;p72"/>
            <p:cNvSpPr/>
            <p:nvPr/>
          </p:nvSpPr>
          <p:spPr>
            <a:xfrm>
              <a:off x="2206195" y="1570566"/>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4" name="Google Shape;5464;p72"/>
            <p:cNvSpPr/>
            <p:nvPr/>
          </p:nvSpPr>
          <p:spPr>
            <a:xfrm>
              <a:off x="2208151" y="1569806"/>
              <a:ext cx="204" cy="109"/>
            </a:xfrm>
            <a:custGeom>
              <a:rect b="b" l="l" r="r" t="t"/>
              <a:pathLst>
                <a:path extrusionOk="0" h="8" w="15">
                  <a:moveTo>
                    <a:pt x="0" y="7"/>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72"/>
            <p:cNvSpPr/>
            <p:nvPr/>
          </p:nvSpPr>
          <p:spPr>
            <a:xfrm>
              <a:off x="2225109" y="1570036"/>
              <a:ext cx="1914" cy="109"/>
            </a:xfrm>
            <a:custGeom>
              <a:rect b="b" l="l" r="r" t="t"/>
              <a:pathLst>
                <a:path extrusionOk="0" h="8" w="141">
                  <a:moveTo>
                    <a:pt x="141" y="1"/>
                  </a:moveTo>
                  <a:cubicBezTo>
                    <a:pt x="92" y="4"/>
                    <a:pt x="46" y="8"/>
                    <a:pt x="1" y="8"/>
                  </a:cubicBezTo>
                  <a:cubicBezTo>
                    <a:pt x="46" y="8"/>
                    <a:pt x="92" y="4"/>
                    <a:pt x="14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6" name="Google Shape;5466;p72"/>
            <p:cNvSpPr/>
            <p:nvPr/>
          </p:nvSpPr>
          <p:spPr>
            <a:xfrm>
              <a:off x="2207526" y="1570091"/>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7" name="Google Shape;5467;p72"/>
            <p:cNvSpPr/>
            <p:nvPr/>
          </p:nvSpPr>
          <p:spPr>
            <a:xfrm>
              <a:off x="2240899" y="1576024"/>
              <a:ext cx="339" cy="204"/>
            </a:xfrm>
            <a:custGeom>
              <a:rect b="b" l="l" r="r" t="t"/>
              <a:pathLst>
                <a:path extrusionOk="0" h="15" w="25">
                  <a:moveTo>
                    <a:pt x="0" y="1"/>
                  </a:moveTo>
                  <a:lnTo>
                    <a:pt x="25"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72"/>
            <p:cNvSpPr/>
            <p:nvPr/>
          </p:nvSpPr>
          <p:spPr>
            <a:xfrm>
              <a:off x="2206915" y="1570322"/>
              <a:ext cx="244" cy="109"/>
            </a:xfrm>
            <a:custGeom>
              <a:rect b="b" l="l" r="r" t="t"/>
              <a:pathLst>
                <a:path extrusionOk="0" h="8" w="18">
                  <a:moveTo>
                    <a:pt x="0" y="8"/>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9" name="Google Shape;5469;p72"/>
            <p:cNvSpPr/>
            <p:nvPr/>
          </p:nvSpPr>
          <p:spPr>
            <a:xfrm>
              <a:off x="2241755" y="1576554"/>
              <a:ext cx="530" cy="299"/>
            </a:xfrm>
            <a:custGeom>
              <a:rect b="b" l="l" r="r" t="t"/>
              <a:pathLst>
                <a:path extrusionOk="0" h="22" w="39">
                  <a:moveTo>
                    <a:pt x="0" y="0"/>
                  </a:moveTo>
                  <a:lnTo>
                    <a:pt x="39"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72"/>
            <p:cNvSpPr/>
            <p:nvPr/>
          </p:nvSpPr>
          <p:spPr>
            <a:xfrm>
              <a:off x="2204539" y="157094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1" name="Google Shape;5471;p72"/>
            <p:cNvSpPr/>
            <p:nvPr/>
          </p:nvSpPr>
          <p:spPr>
            <a:xfrm>
              <a:off x="2229345" y="1569466"/>
              <a:ext cx="1018" cy="543"/>
            </a:xfrm>
            <a:custGeom>
              <a:rect b="b" l="l" r="r" t="t"/>
              <a:pathLst>
                <a:path extrusionOk="0" h="40" w="75">
                  <a:moveTo>
                    <a:pt x="74" y="39"/>
                  </a:moveTo>
                  <a:cubicBezTo>
                    <a:pt x="57" y="15"/>
                    <a:pt x="29" y="1"/>
                    <a:pt x="1" y="1"/>
                  </a:cubicBezTo>
                  <a:cubicBezTo>
                    <a:pt x="29" y="1"/>
                    <a:pt x="57" y="15"/>
                    <a:pt x="74"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72"/>
            <p:cNvSpPr/>
            <p:nvPr/>
          </p:nvSpPr>
          <p:spPr>
            <a:xfrm>
              <a:off x="2205394" y="1570756"/>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3" name="Google Shape;5473;p72"/>
            <p:cNvSpPr/>
            <p:nvPr/>
          </p:nvSpPr>
          <p:spPr>
            <a:xfrm>
              <a:off x="2095783" y="1657326"/>
              <a:ext cx="30481" cy="15641"/>
            </a:xfrm>
            <a:custGeom>
              <a:rect b="b" l="l" r="r" t="t"/>
              <a:pathLst>
                <a:path extrusionOk="0" h="1152" w="2245">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72"/>
            <p:cNvSpPr/>
            <p:nvPr/>
          </p:nvSpPr>
          <p:spPr>
            <a:xfrm>
              <a:off x="2124445" y="1664672"/>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72"/>
            <p:cNvSpPr/>
            <p:nvPr/>
          </p:nvSpPr>
          <p:spPr>
            <a:xfrm>
              <a:off x="2126292" y="166463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6" name="Google Shape;5476;p72"/>
            <p:cNvSpPr/>
            <p:nvPr/>
          </p:nvSpPr>
          <p:spPr>
            <a:xfrm>
              <a:off x="2119422" y="1659349"/>
              <a:ext cx="136" cy="2539"/>
            </a:xfrm>
            <a:custGeom>
              <a:rect b="b" l="l" r="r" t="t"/>
              <a:pathLst>
                <a:path extrusionOk="0" h="187" w="1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7" name="Google Shape;5477;p72"/>
            <p:cNvSpPr/>
            <p:nvPr/>
          </p:nvSpPr>
          <p:spPr>
            <a:xfrm>
              <a:off x="2125681" y="1664536"/>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72"/>
            <p:cNvSpPr/>
            <p:nvPr/>
          </p:nvSpPr>
          <p:spPr>
            <a:xfrm>
              <a:off x="2125206" y="1664536"/>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72"/>
            <p:cNvSpPr/>
            <p:nvPr/>
          </p:nvSpPr>
          <p:spPr>
            <a:xfrm>
              <a:off x="2124581" y="1664536"/>
              <a:ext cx="394" cy="149"/>
            </a:xfrm>
            <a:custGeom>
              <a:rect b="b" l="l" r="r" t="t"/>
              <a:pathLst>
                <a:path extrusionOk="0" h="11" w="29">
                  <a:moveTo>
                    <a:pt x="1" y="11"/>
                  </a:moveTo>
                  <a:cubicBezTo>
                    <a:pt x="11" y="4"/>
                    <a:pt x="18" y="4"/>
                    <a:pt x="29" y="0"/>
                  </a:cubicBezTo>
                  <a:cubicBezTo>
                    <a:pt x="18" y="4"/>
                    <a:pt x="11" y="4"/>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0" name="Google Shape;5480;p72"/>
            <p:cNvSpPr/>
            <p:nvPr/>
          </p:nvSpPr>
          <p:spPr>
            <a:xfrm>
              <a:off x="2094588" y="1586533"/>
              <a:ext cx="64181" cy="72259"/>
            </a:xfrm>
            <a:custGeom>
              <a:rect b="b" l="l" r="r" t="t"/>
              <a:pathLst>
                <a:path extrusionOk="0" h="5322" w="4727">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1" name="Google Shape;5481;p72"/>
            <p:cNvSpPr/>
            <p:nvPr/>
          </p:nvSpPr>
          <p:spPr>
            <a:xfrm>
              <a:off x="2158525" y="1622418"/>
              <a:ext cx="299" cy="1113"/>
            </a:xfrm>
            <a:custGeom>
              <a:rect b="b" l="l" r="r" t="t"/>
              <a:pathLst>
                <a:path extrusionOk="0" h="82" w="22">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72"/>
            <p:cNvSpPr/>
            <p:nvPr/>
          </p:nvSpPr>
          <p:spPr>
            <a:xfrm>
              <a:off x="2158620" y="1621427"/>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72"/>
            <p:cNvSpPr/>
            <p:nvPr/>
          </p:nvSpPr>
          <p:spPr>
            <a:xfrm>
              <a:off x="2158756" y="1622093"/>
              <a:ext cx="68" cy="149"/>
            </a:xfrm>
            <a:custGeom>
              <a:rect b="b" l="l" r="r" t="t"/>
              <a:pathLst>
                <a:path extrusionOk="0" h="11" w="5">
                  <a:moveTo>
                    <a:pt x="1" y="0"/>
                  </a:moveTo>
                  <a:lnTo>
                    <a:pt x="1" y="11"/>
                  </a:lnTo>
                  <a:cubicBezTo>
                    <a:pt x="4" y="7"/>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4" name="Google Shape;5484;p72"/>
            <p:cNvSpPr/>
            <p:nvPr/>
          </p:nvSpPr>
          <p:spPr>
            <a:xfrm>
              <a:off x="2153433" y="1595847"/>
              <a:ext cx="14" cy="299"/>
            </a:xfrm>
            <a:custGeom>
              <a:rect b="b" l="l" r="r" t="t"/>
              <a:pathLst>
                <a:path extrusionOk="0" h="22" w="1">
                  <a:moveTo>
                    <a:pt x="1"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5" name="Google Shape;5485;p72"/>
            <p:cNvSpPr/>
            <p:nvPr/>
          </p:nvSpPr>
          <p:spPr>
            <a:xfrm>
              <a:off x="2158756" y="1621753"/>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72"/>
            <p:cNvSpPr/>
            <p:nvPr/>
          </p:nvSpPr>
          <p:spPr>
            <a:xfrm>
              <a:off x="2153433" y="1596227"/>
              <a:ext cx="109" cy="448"/>
            </a:xfrm>
            <a:custGeom>
              <a:rect b="b" l="l" r="r" t="t"/>
              <a:pathLst>
                <a:path extrusionOk="0" h="33" w="8">
                  <a:moveTo>
                    <a:pt x="8" y="32"/>
                  </a:moveTo>
                  <a:cubicBezTo>
                    <a:pt x="4" y="22"/>
                    <a:pt x="1" y="11"/>
                    <a:pt x="1" y="1"/>
                  </a:cubicBezTo>
                  <a:cubicBezTo>
                    <a:pt x="1" y="11"/>
                    <a:pt x="4" y="22"/>
                    <a:pt x="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72"/>
            <p:cNvSpPr/>
            <p:nvPr/>
          </p:nvSpPr>
          <p:spPr>
            <a:xfrm>
              <a:off x="2147160" y="1646763"/>
              <a:ext cx="3775" cy="2390"/>
            </a:xfrm>
            <a:custGeom>
              <a:rect b="b" l="l" r="r" t="t"/>
              <a:pathLst>
                <a:path extrusionOk="0" h="176" w="278">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8" name="Google Shape;5488;p72"/>
            <p:cNvSpPr/>
            <p:nvPr/>
          </p:nvSpPr>
          <p:spPr>
            <a:xfrm>
              <a:off x="2121445" y="1657027"/>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9" name="Google Shape;5489;p72"/>
            <p:cNvSpPr/>
            <p:nvPr/>
          </p:nvSpPr>
          <p:spPr>
            <a:xfrm>
              <a:off x="2120073" y="1657123"/>
              <a:ext cx="815" cy="489"/>
            </a:xfrm>
            <a:custGeom>
              <a:rect b="b" l="l" r="r" t="t"/>
              <a:pathLst>
                <a:path extrusionOk="0" h="36" w="60">
                  <a:moveTo>
                    <a:pt x="60" y="0"/>
                  </a:moveTo>
                  <a:cubicBezTo>
                    <a:pt x="39" y="4"/>
                    <a:pt x="14" y="14"/>
                    <a:pt x="0" y="35"/>
                  </a:cubicBezTo>
                  <a:cubicBezTo>
                    <a:pt x="14" y="18"/>
                    <a:pt x="39" y="4"/>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72"/>
            <p:cNvSpPr/>
            <p:nvPr/>
          </p:nvSpPr>
          <p:spPr>
            <a:xfrm>
              <a:off x="2121159" y="16570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1" name="Google Shape;5491;p72"/>
            <p:cNvSpPr/>
            <p:nvPr/>
          </p:nvSpPr>
          <p:spPr>
            <a:xfrm>
              <a:off x="2122069" y="1657123"/>
              <a:ext cx="244" cy="109"/>
            </a:xfrm>
            <a:custGeom>
              <a:rect b="b" l="l" r="r" t="t"/>
              <a:pathLst>
                <a:path extrusionOk="0" h="8" w="18">
                  <a:moveTo>
                    <a:pt x="0"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2" name="Google Shape;5492;p72"/>
            <p:cNvSpPr/>
            <p:nvPr/>
          </p:nvSpPr>
          <p:spPr>
            <a:xfrm>
              <a:off x="2123020" y="1657598"/>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3" name="Google Shape;5493;p72"/>
            <p:cNvSpPr/>
            <p:nvPr/>
          </p:nvSpPr>
          <p:spPr>
            <a:xfrm>
              <a:off x="2122680" y="1657408"/>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4" name="Google Shape;5494;p72"/>
            <p:cNvSpPr/>
            <p:nvPr/>
          </p:nvSpPr>
          <p:spPr>
            <a:xfrm>
              <a:off x="2122395" y="1657258"/>
              <a:ext cx="204" cy="109"/>
            </a:xfrm>
            <a:custGeom>
              <a:rect b="b" l="l" r="r" t="t"/>
              <a:pathLst>
                <a:path extrusionOk="0" h="8" w="15">
                  <a:moveTo>
                    <a:pt x="1" y="1"/>
                  </a:moveTo>
                  <a:lnTo>
                    <a:pt x="1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5" name="Google Shape;5495;p72"/>
            <p:cNvSpPr/>
            <p:nvPr/>
          </p:nvSpPr>
          <p:spPr>
            <a:xfrm>
              <a:off x="2121730" y="1657068"/>
              <a:ext cx="258" cy="68"/>
            </a:xfrm>
            <a:custGeom>
              <a:rect b="b" l="l" r="r" t="t"/>
              <a:pathLst>
                <a:path extrusionOk="0" h="5" w="19">
                  <a:moveTo>
                    <a:pt x="1"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6" name="Google Shape;5496;p72"/>
            <p:cNvSpPr/>
            <p:nvPr/>
          </p:nvSpPr>
          <p:spPr>
            <a:xfrm>
              <a:off x="2123305" y="1657788"/>
              <a:ext cx="434" cy="299"/>
            </a:xfrm>
            <a:custGeom>
              <a:rect b="b" l="l" r="r" t="t"/>
              <a:pathLst>
                <a:path extrusionOk="0" h="22" w="32">
                  <a:moveTo>
                    <a:pt x="0" y="0"/>
                  </a:moveTo>
                  <a:lnTo>
                    <a:pt x="32"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7" name="Google Shape;5497;p72"/>
            <p:cNvSpPr/>
            <p:nvPr/>
          </p:nvSpPr>
          <p:spPr>
            <a:xfrm>
              <a:off x="2146454" y="1643436"/>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8" name="Google Shape;5498;p72"/>
            <p:cNvSpPr/>
            <p:nvPr/>
          </p:nvSpPr>
          <p:spPr>
            <a:xfrm>
              <a:off x="2146780" y="1643667"/>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72"/>
            <p:cNvSpPr/>
            <p:nvPr/>
          </p:nvSpPr>
          <p:spPr>
            <a:xfrm>
              <a:off x="2150867" y="16467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0" name="Google Shape;5500;p72"/>
            <p:cNvSpPr/>
            <p:nvPr/>
          </p:nvSpPr>
          <p:spPr>
            <a:xfrm>
              <a:off x="2158280" y="1623559"/>
              <a:ext cx="258" cy="543"/>
            </a:xfrm>
            <a:custGeom>
              <a:rect b="b" l="l" r="r" t="t"/>
              <a:pathLst>
                <a:path extrusionOk="0" h="40" w="19">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1" name="Google Shape;5501;p72"/>
            <p:cNvSpPr/>
            <p:nvPr/>
          </p:nvSpPr>
          <p:spPr>
            <a:xfrm>
              <a:off x="2150731" y="164657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72"/>
            <p:cNvSpPr/>
            <p:nvPr/>
          </p:nvSpPr>
          <p:spPr>
            <a:xfrm>
              <a:off x="2157859" y="1623993"/>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3" name="Google Shape;5503;p72"/>
            <p:cNvSpPr/>
            <p:nvPr/>
          </p:nvSpPr>
          <p:spPr>
            <a:xfrm>
              <a:off x="2158090" y="162403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72"/>
            <p:cNvSpPr/>
            <p:nvPr/>
          </p:nvSpPr>
          <p:spPr>
            <a:xfrm>
              <a:off x="2147310" y="164404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5" name="Google Shape;5505;p72"/>
            <p:cNvSpPr/>
            <p:nvPr/>
          </p:nvSpPr>
          <p:spPr>
            <a:xfrm>
              <a:off x="2147785" y="164433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72"/>
            <p:cNvSpPr/>
            <p:nvPr/>
          </p:nvSpPr>
          <p:spPr>
            <a:xfrm>
              <a:off x="2145409" y="1642717"/>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72"/>
            <p:cNvSpPr/>
            <p:nvPr/>
          </p:nvSpPr>
          <p:spPr>
            <a:xfrm>
              <a:off x="2145069" y="1642486"/>
              <a:ext cx="299" cy="204"/>
            </a:xfrm>
            <a:custGeom>
              <a:rect b="b" l="l" r="r" t="t"/>
              <a:pathLst>
                <a:path extrusionOk="0" h="15" w="22">
                  <a:moveTo>
                    <a:pt x="22"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8" name="Google Shape;5508;p72"/>
            <p:cNvSpPr/>
            <p:nvPr/>
          </p:nvSpPr>
          <p:spPr>
            <a:xfrm>
              <a:off x="2158430" y="1623274"/>
              <a:ext cx="204" cy="543"/>
            </a:xfrm>
            <a:custGeom>
              <a:rect b="b" l="l" r="r" t="t"/>
              <a:pathLst>
                <a:path extrusionOk="0" h="40" w="15">
                  <a:moveTo>
                    <a:pt x="14" y="1"/>
                  </a:moveTo>
                  <a:lnTo>
                    <a:pt x="7" y="18"/>
                  </a:lnTo>
                  <a:lnTo>
                    <a:pt x="7" y="22"/>
                  </a:lnTo>
                  <a:lnTo>
                    <a:pt x="0" y="39"/>
                  </a:lnTo>
                  <a:cubicBezTo>
                    <a:pt x="7" y="25"/>
                    <a:pt x="11" y="15"/>
                    <a:pt x="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9" name="Google Shape;5509;p72"/>
            <p:cNvSpPr/>
            <p:nvPr/>
          </p:nvSpPr>
          <p:spPr>
            <a:xfrm>
              <a:off x="2150921" y="1646763"/>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0" name="Google Shape;5510;p72"/>
            <p:cNvSpPr/>
            <p:nvPr/>
          </p:nvSpPr>
          <p:spPr>
            <a:xfrm>
              <a:off x="2102911" y="1600219"/>
              <a:ext cx="109" cy="489"/>
            </a:xfrm>
            <a:custGeom>
              <a:rect b="b" l="l" r="r" t="t"/>
              <a:pathLst>
                <a:path extrusionOk="0" h="36" w="8">
                  <a:moveTo>
                    <a:pt x="7" y="36"/>
                  </a:moveTo>
                  <a:cubicBezTo>
                    <a:pt x="7" y="25"/>
                    <a:pt x="4" y="15"/>
                    <a:pt x="0" y="1"/>
                  </a:cubicBezTo>
                  <a:cubicBezTo>
                    <a:pt x="4" y="15"/>
                    <a:pt x="7" y="25"/>
                    <a:pt x="7"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72"/>
            <p:cNvSpPr/>
            <p:nvPr/>
          </p:nvSpPr>
          <p:spPr>
            <a:xfrm>
              <a:off x="2103101" y="1604741"/>
              <a:ext cx="54" cy="149"/>
            </a:xfrm>
            <a:custGeom>
              <a:rect b="b" l="l" r="r" t="t"/>
              <a:pathLst>
                <a:path extrusionOk="0" h="11" w="4">
                  <a:moveTo>
                    <a:pt x="4" y="0"/>
                  </a:moveTo>
                  <a:lnTo>
                    <a:pt x="4" y="0"/>
                  </a:lnTo>
                  <a:cubicBezTo>
                    <a:pt x="0" y="4"/>
                    <a:pt x="0" y="7"/>
                    <a:pt x="0" y="11"/>
                  </a:cubicBezTo>
                  <a:cubicBezTo>
                    <a:pt x="0" y="7"/>
                    <a:pt x="0"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72"/>
            <p:cNvSpPr/>
            <p:nvPr/>
          </p:nvSpPr>
          <p:spPr>
            <a:xfrm>
              <a:off x="2103142" y="1601224"/>
              <a:ext cx="68" cy="394"/>
            </a:xfrm>
            <a:custGeom>
              <a:rect b="b" l="l" r="r" t="t"/>
              <a:pathLst>
                <a:path extrusionOk="0" h="29" w="5">
                  <a:moveTo>
                    <a:pt x="4" y="28"/>
                  </a:moveTo>
                  <a:cubicBezTo>
                    <a:pt x="4" y="18"/>
                    <a:pt x="1" y="7"/>
                    <a:pt x="1" y="0"/>
                  </a:cubicBezTo>
                  <a:cubicBezTo>
                    <a:pt x="1" y="7"/>
                    <a:pt x="4" y="18"/>
                    <a:pt x="4"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3" name="Google Shape;5513;p72"/>
            <p:cNvSpPr/>
            <p:nvPr/>
          </p:nvSpPr>
          <p:spPr>
            <a:xfrm>
              <a:off x="2103291" y="1602079"/>
              <a:ext cx="14" cy="394"/>
            </a:xfrm>
            <a:custGeom>
              <a:rect b="b" l="l" r="r" t="t"/>
              <a:pathLst>
                <a:path extrusionOk="0" h="29" w="1">
                  <a:moveTo>
                    <a:pt x="0" y="28"/>
                  </a:moveTo>
                  <a:cubicBezTo>
                    <a:pt x="0" y="18"/>
                    <a:pt x="0" y="11"/>
                    <a:pt x="0" y="0"/>
                  </a:cubicBezTo>
                  <a:cubicBezTo>
                    <a:pt x="0" y="7"/>
                    <a:pt x="0" y="18"/>
                    <a:pt x="0"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4" name="Google Shape;5514;p72"/>
            <p:cNvSpPr/>
            <p:nvPr/>
          </p:nvSpPr>
          <p:spPr>
            <a:xfrm>
              <a:off x="2103332" y="1602840"/>
              <a:ext cx="14" cy="339"/>
            </a:xfrm>
            <a:custGeom>
              <a:rect b="b" l="l" r="r" t="t"/>
              <a:pathLst>
                <a:path extrusionOk="0" h="25" w="1">
                  <a:moveTo>
                    <a:pt x="1" y="0"/>
                  </a:moveTo>
                  <a:lnTo>
                    <a:pt x="1" y="25"/>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72"/>
            <p:cNvSpPr/>
            <p:nvPr/>
          </p:nvSpPr>
          <p:spPr>
            <a:xfrm>
              <a:off x="2103237" y="1604170"/>
              <a:ext cx="68" cy="244"/>
            </a:xfrm>
            <a:custGeom>
              <a:rect b="b" l="l" r="r" t="t"/>
              <a:pathLst>
                <a:path extrusionOk="0" h="18" w="5">
                  <a:moveTo>
                    <a:pt x="4" y="0"/>
                  </a:moveTo>
                  <a:cubicBezTo>
                    <a:pt x="1" y="4"/>
                    <a:pt x="1" y="11"/>
                    <a:pt x="1" y="18"/>
                  </a:cubicBezTo>
                  <a:cubicBezTo>
                    <a:pt x="1" y="11"/>
                    <a:pt x="1"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72"/>
            <p:cNvSpPr/>
            <p:nvPr/>
          </p:nvSpPr>
          <p:spPr>
            <a:xfrm>
              <a:off x="2103332" y="1603546"/>
              <a:ext cx="14" cy="258"/>
            </a:xfrm>
            <a:custGeom>
              <a:rect b="b" l="l" r="r" t="t"/>
              <a:pathLst>
                <a:path extrusionOk="0" h="19" w="1">
                  <a:moveTo>
                    <a:pt x="1" y="18"/>
                  </a:moveTo>
                  <a:lnTo>
                    <a:pt x="1" y="1"/>
                  </a:lnTo>
                  <a:cubicBezTo>
                    <a:pt x="1" y="8"/>
                    <a:pt x="1"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7" name="Google Shape;5517;p72"/>
            <p:cNvSpPr/>
            <p:nvPr/>
          </p:nvSpPr>
          <p:spPr>
            <a:xfrm>
              <a:off x="2095308" y="1620572"/>
              <a:ext cx="149" cy="489"/>
            </a:xfrm>
            <a:custGeom>
              <a:rect b="b" l="l" r="r" t="t"/>
              <a:pathLst>
                <a:path extrusionOk="0" h="36" w="11">
                  <a:moveTo>
                    <a:pt x="0" y="35"/>
                  </a:moveTo>
                  <a:cubicBezTo>
                    <a:pt x="4" y="25"/>
                    <a:pt x="7" y="11"/>
                    <a:pt x="11" y="0"/>
                  </a:cubicBezTo>
                  <a:cubicBezTo>
                    <a:pt x="7" y="11"/>
                    <a:pt x="4" y="25"/>
                    <a:pt x="0"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8" name="Google Shape;5518;p72"/>
            <p:cNvSpPr/>
            <p:nvPr/>
          </p:nvSpPr>
          <p:spPr>
            <a:xfrm>
              <a:off x="2095593" y="1634068"/>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72"/>
            <p:cNvSpPr/>
            <p:nvPr/>
          </p:nvSpPr>
          <p:spPr>
            <a:xfrm>
              <a:off x="2095308" y="1633688"/>
              <a:ext cx="244" cy="299"/>
            </a:xfrm>
            <a:custGeom>
              <a:rect b="b" l="l" r="r" t="t"/>
              <a:pathLst>
                <a:path extrusionOk="0" h="22" w="18">
                  <a:moveTo>
                    <a:pt x="0"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72"/>
            <p:cNvSpPr/>
            <p:nvPr/>
          </p:nvSpPr>
          <p:spPr>
            <a:xfrm>
              <a:off x="2095159" y="1633443"/>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1" name="Google Shape;5521;p72"/>
            <p:cNvSpPr/>
            <p:nvPr/>
          </p:nvSpPr>
          <p:spPr>
            <a:xfrm>
              <a:off x="2097345" y="1638969"/>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2" name="Google Shape;5522;p72"/>
            <p:cNvSpPr/>
            <p:nvPr/>
          </p:nvSpPr>
          <p:spPr>
            <a:xfrm>
              <a:off x="2096163" y="1635059"/>
              <a:ext cx="109" cy="163"/>
            </a:xfrm>
            <a:custGeom>
              <a:rect b="b" l="l" r="r" t="t"/>
              <a:pathLst>
                <a:path extrusionOk="0" h="12" w="8">
                  <a:moveTo>
                    <a:pt x="0" y="1"/>
                  </a:moveTo>
                  <a:lnTo>
                    <a:pt x="7"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72"/>
            <p:cNvSpPr/>
            <p:nvPr/>
          </p:nvSpPr>
          <p:spPr>
            <a:xfrm>
              <a:off x="2096014" y="1634774"/>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4" name="Google Shape;5524;p72"/>
            <p:cNvSpPr/>
            <p:nvPr/>
          </p:nvSpPr>
          <p:spPr>
            <a:xfrm>
              <a:off x="2097249" y="1638345"/>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5" name="Google Shape;5525;p72"/>
            <p:cNvSpPr/>
            <p:nvPr/>
          </p:nvSpPr>
          <p:spPr>
            <a:xfrm>
              <a:off x="2097059" y="1637299"/>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6" name="Google Shape;5526;p72"/>
            <p:cNvSpPr/>
            <p:nvPr/>
          </p:nvSpPr>
          <p:spPr>
            <a:xfrm>
              <a:off x="2096774" y="1636444"/>
              <a:ext cx="68" cy="149"/>
            </a:xfrm>
            <a:custGeom>
              <a:rect b="b" l="l" r="r" t="t"/>
              <a:pathLst>
                <a:path extrusionOk="0" h="11" w="5">
                  <a:moveTo>
                    <a:pt x="1"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7" name="Google Shape;5527;p72"/>
            <p:cNvSpPr/>
            <p:nvPr/>
          </p:nvSpPr>
          <p:spPr>
            <a:xfrm>
              <a:off x="2096639" y="1636009"/>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8" name="Google Shape;5528;p72"/>
            <p:cNvSpPr/>
            <p:nvPr/>
          </p:nvSpPr>
          <p:spPr>
            <a:xfrm>
              <a:off x="2097154" y="1637775"/>
              <a:ext cx="68" cy="204"/>
            </a:xfrm>
            <a:custGeom>
              <a:rect b="b" l="l" r="r" t="t"/>
              <a:pathLst>
                <a:path extrusionOk="0" h="15" w="5">
                  <a:moveTo>
                    <a:pt x="1"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9" name="Google Shape;5529;p72"/>
            <p:cNvSpPr/>
            <p:nvPr/>
          </p:nvSpPr>
          <p:spPr>
            <a:xfrm>
              <a:off x="2096924" y="1636824"/>
              <a:ext cx="54" cy="204"/>
            </a:xfrm>
            <a:custGeom>
              <a:rect b="b" l="l" r="r" t="t"/>
              <a:pathLst>
                <a:path extrusionOk="0" h="15" w="4">
                  <a:moveTo>
                    <a:pt x="0" y="0"/>
                  </a:moveTo>
                  <a:lnTo>
                    <a:pt x="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0" name="Google Shape;5530;p72"/>
            <p:cNvSpPr/>
            <p:nvPr/>
          </p:nvSpPr>
          <p:spPr>
            <a:xfrm>
              <a:off x="2096353" y="1635344"/>
              <a:ext cx="54" cy="163"/>
            </a:xfrm>
            <a:custGeom>
              <a:rect b="b" l="l" r="r" t="t"/>
              <a:pathLst>
                <a:path extrusionOk="0" h="12" w="4">
                  <a:moveTo>
                    <a:pt x="0"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1" name="Google Shape;5531;p72"/>
            <p:cNvSpPr/>
            <p:nvPr/>
          </p:nvSpPr>
          <p:spPr>
            <a:xfrm>
              <a:off x="2096489" y="1635724"/>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72"/>
            <p:cNvSpPr/>
            <p:nvPr/>
          </p:nvSpPr>
          <p:spPr>
            <a:xfrm>
              <a:off x="2095878" y="1634543"/>
              <a:ext cx="54" cy="109"/>
            </a:xfrm>
            <a:custGeom>
              <a:rect b="b" l="l" r="r" t="t"/>
              <a:pathLst>
                <a:path extrusionOk="0" h="8" w="4">
                  <a:moveTo>
                    <a:pt x="0"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3" name="Google Shape;5533;p72"/>
            <p:cNvSpPr/>
            <p:nvPr/>
          </p:nvSpPr>
          <p:spPr>
            <a:xfrm>
              <a:off x="2095729" y="1634299"/>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4" name="Google Shape;5534;p72"/>
            <p:cNvSpPr/>
            <p:nvPr/>
          </p:nvSpPr>
          <p:spPr>
            <a:xfrm>
              <a:off x="2095254" y="1632968"/>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72"/>
            <p:cNvSpPr/>
            <p:nvPr/>
          </p:nvSpPr>
          <p:spPr>
            <a:xfrm>
              <a:off x="2095064" y="1633063"/>
              <a:ext cx="163" cy="258"/>
            </a:xfrm>
            <a:custGeom>
              <a:rect b="b" l="l" r="r" t="t"/>
              <a:pathLst>
                <a:path extrusionOk="0" h="19" w="12">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6" name="Google Shape;5536;p72"/>
            <p:cNvSpPr/>
            <p:nvPr/>
          </p:nvSpPr>
          <p:spPr>
            <a:xfrm>
              <a:off x="2094588" y="1626274"/>
              <a:ext cx="964" cy="1860"/>
            </a:xfrm>
            <a:custGeom>
              <a:rect b="b" l="l" r="r" t="t"/>
              <a:pathLst>
                <a:path extrusionOk="0" h="137" w="71">
                  <a:moveTo>
                    <a:pt x="71" y="137"/>
                  </a:moveTo>
                  <a:cubicBezTo>
                    <a:pt x="46" y="95"/>
                    <a:pt x="1" y="28"/>
                    <a:pt x="4" y="0"/>
                  </a:cubicBezTo>
                  <a:lnTo>
                    <a:pt x="4" y="0"/>
                  </a:lnTo>
                  <a:cubicBezTo>
                    <a:pt x="1" y="28"/>
                    <a:pt x="46" y="95"/>
                    <a:pt x="71" y="13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7" name="Google Shape;5537;p72"/>
            <p:cNvSpPr/>
            <p:nvPr/>
          </p:nvSpPr>
          <p:spPr>
            <a:xfrm>
              <a:off x="2095064" y="163330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72"/>
            <p:cNvSpPr/>
            <p:nvPr/>
          </p:nvSpPr>
          <p:spPr>
            <a:xfrm>
              <a:off x="2109944" y="1656498"/>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9" name="Google Shape;5539;p72"/>
            <p:cNvSpPr/>
            <p:nvPr/>
          </p:nvSpPr>
          <p:spPr>
            <a:xfrm>
              <a:off x="2110555" y="1656362"/>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0" name="Google Shape;5540;p72"/>
            <p:cNvSpPr/>
            <p:nvPr/>
          </p:nvSpPr>
          <p:spPr>
            <a:xfrm>
              <a:off x="2118118" y="1656647"/>
              <a:ext cx="869" cy="394"/>
            </a:xfrm>
            <a:custGeom>
              <a:rect b="b" l="l" r="r" t="t"/>
              <a:pathLst>
                <a:path extrusionOk="0" h="29" w="64">
                  <a:moveTo>
                    <a:pt x="1" y="0"/>
                  </a:moveTo>
                  <a:lnTo>
                    <a:pt x="64"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72"/>
            <p:cNvSpPr/>
            <p:nvPr/>
          </p:nvSpPr>
          <p:spPr>
            <a:xfrm>
              <a:off x="2109374" y="1656552"/>
              <a:ext cx="244" cy="14"/>
            </a:xfrm>
            <a:custGeom>
              <a:rect b="b" l="l" r="r" t="t"/>
              <a:pathLst>
                <a:path extrusionOk="0" h="1" w="18">
                  <a:moveTo>
                    <a:pt x="0"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2" name="Google Shape;5542;p72"/>
            <p:cNvSpPr/>
            <p:nvPr/>
          </p:nvSpPr>
          <p:spPr>
            <a:xfrm>
              <a:off x="2110325" y="1656403"/>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72"/>
            <p:cNvSpPr/>
            <p:nvPr/>
          </p:nvSpPr>
          <p:spPr>
            <a:xfrm>
              <a:off x="2117222" y="1656308"/>
              <a:ext cx="774" cy="299"/>
            </a:xfrm>
            <a:custGeom>
              <a:rect b="b" l="l" r="r" t="t"/>
              <a:pathLst>
                <a:path extrusionOk="0" h="22" w="57">
                  <a:moveTo>
                    <a:pt x="0" y="1"/>
                  </a:moveTo>
                  <a:lnTo>
                    <a:pt x="56"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4" name="Google Shape;5544;p72"/>
            <p:cNvSpPr/>
            <p:nvPr/>
          </p:nvSpPr>
          <p:spPr>
            <a:xfrm>
              <a:off x="2110650" y="1656308"/>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5" name="Google Shape;5545;p72"/>
            <p:cNvSpPr/>
            <p:nvPr/>
          </p:nvSpPr>
          <p:spPr>
            <a:xfrm>
              <a:off x="2110135" y="1656457"/>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6" name="Google Shape;5546;p72"/>
            <p:cNvSpPr/>
            <p:nvPr/>
          </p:nvSpPr>
          <p:spPr>
            <a:xfrm>
              <a:off x="2119069" y="1657123"/>
              <a:ext cx="964" cy="434"/>
            </a:xfrm>
            <a:custGeom>
              <a:rect b="b" l="l" r="r" t="t"/>
              <a:pathLst>
                <a:path extrusionOk="0" h="32" w="71">
                  <a:moveTo>
                    <a:pt x="1" y="0"/>
                  </a:moveTo>
                  <a:lnTo>
                    <a:pt x="7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7" name="Google Shape;5547;p72"/>
            <p:cNvSpPr/>
            <p:nvPr/>
          </p:nvSpPr>
          <p:spPr>
            <a:xfrm>
              <a:off x="2108994" y="1656593"/>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8" name="Google Shape;5548;p72"/>
            <p:cNvSpPr/>
            <p:nvPr/>
          </p:nvSpPr>
          <p:spPr>
            <a:xfrm>
              <a:off x="2109659" y="1656498"/>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9" name="Google Shape;5549;p72"/>
            <p:cNvSpPr/>
            <p:nvPr/>
          </p:nvSpPr>
          <p:spPr>
            <a:xfrm>
              <a:off x="2116407" y="1656023"/>
              <a:ext cx="679" cy="258"/>
            </a:xfrm>
            <a:custGeom>
              <a:rect b="b" l="l" r="r" t="t"/>
              <a:pathLst>
                <a:path extrusionOk="0" h="19" w="50">
                  <a:moveTo>
                    <a:pt x="1" y="1"/>
                  </a:moveTo>
                  <a:cubicBezTo>
                    <a:pt x="15" y="4"/>
                    <a:pt x="32" y="11"/>
                    <a:pt x="50" y="18"/>
                  </a:cubicBezTo>
                  <a:cubicBezTo>
                    <a:pt x="32" y="11"/>
                    <a:pt x="15"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0" name="Google Shape;5550;p72"/>
            <p:cNvSpPr/>
            <p:nvPr/>
          </p:nvSpPr>
          <p:spPr>
            <a:xfrm>
              <a:off x="2106428" y="1656552"/>
              <a:ext cx="584" cy="14"/>
            </a:xfrm>
            <a:custGeom>
              <a:rect b="b" l="l" r="r" t="t"/>
              <a:pathLst>
                <a:path extrusionOk="0" h="1" w="43">
                  <a:moveTo>
                    <a:pt x="0" y="0"/>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1" name="Google Shape;5551;p72"/>
            <p:cNvSpPr/>
            <p:nvPr/>
          </p:nvSpPr>
          <p:spPr>
            <a:xfrm>
              <a:off x="2105898" y="1656498"/>
              <a:ext cx="299" cy="14"/>
            </a:xfrm>
            <a:custGeom>
              <a:rect b="b" l="l" r="r" t="t"/>
              <a:pathLst>
                <a:path extrusionOk="0" h="1" w="22">
                  <a:moveTo>
                    <a:pt x="22"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2" name="Google Shape;5552;p72"/>
            <p:cNvSpPr/>
            <p:nvPr/>
          </p:nvSpPr>
          <p:spPr>
            <a:xfrm>
              <a:off x="2110460" y="1656403"/>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3" name="Google Shape;5553;p72"/>
            <p:cNvSpPr/>
            <p:nvPr/>
          </p:nvSpPr>
          <p:spPr>
            <a:xfrm>
              <a:off x="2107039" y="1656593"/>
              <a:ext cx="1969" cy="14"/>
            </a:xfrm>
            <a:custGeom>
              <a:rect b="b" l="l" r="r" t="t"/>
              <a:pathLst>
                <a:path extrusionOk="0" h="1" w="145">
                  <a:moveTo>
                    <a:pt x="144" y="1"/>
                  </a:moveTo>
                  <a:lnTo>
                    <a:pt x="1" y="1"/>
                  </a:lnTo>
                  <a:cubicBezTo>
                    <a:pt x="60" y="1"/>
                    <a:pt x="106"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4" name="Google Shape;5554;p72"/>
            <p:cNvSpPr/>
            <p:nvPr/>
          </p:nvSpPr>
          <p:spPr>
            <a:xfrm>
              <a:off x="2203154" y="1406808"/>
              <a:ext cx="75925" cy="121342"/>
            </a:xfrm>
            <a:custGeom>
              <a:rect b="b" l="l" r="r" t="t"/>
              <a:pathLst>
                <a:path extrusionOk="0" h="8937" w="5592">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5" name="Google Shape;5555;p72"/>
            <p:cNvSpPr/>
            <p:nvPr/>
          </p:nvSpPr>
          <p:spPr>
            <a:xfrm>
              <a:off x="2302786" y="1795464"/>
              <a:ext cx="154498" cy="123284"/>
            </a:xfrm>
            <a:custGeom>
              <a:rect b="b" l="l" r="r" t="t"/>
              <a:pathLst>
                <a:path extrusionOk="0" h="9080" w="11379">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72"/>
            <p:cNvSpPr/>
            <p:nvPr/>
          </p:nvSpPr>
          <p:spPr>
            <a:xfrm>
              <a:off x="2303017" y="1816074"/>
              <a:ext cx="394" cy="1059"/>
            </a:xfrm>
            <a:custGeom>
              <a:rect b="b" l="l" r="r" t="t"/>
              <a:pathLst>
                <a:path extrusionOk="0" h="78" w="29">
                  <a:moveTo>
                    <a:pt x="29" y="0"/>
                  </a:moveTo>
                  <a:lnTo>
                    <a:pt x="1" y="7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72"/>
            <p:cNvSpPr/>
            <p:nvPr/>
          </p:nvSpPr>
          <p:spPr>
            <a:xfrm>
              <a:off x="2334625" y="1795491"/>
              <a:ext cx="1534" cy="14"/>
            </a:xfrm>
            <a:custGeom>
              <a:rect b="b" l="l" r="r" t="t"/>
              <a:pathLst>
                <a:path extrusionOk="0" h="1" w="113">
                  <a:moveTo>
                    <a:pt x="113" y="0"/>
                  </a:moveTo>
                  <a:lnTo>
                    <a:pt x="113"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8" name="Google Shape;5558;p72"/>
            <p:cNvSpPr/>
            <p:nvPr/>
          </p:nvSpPr>
          <p:spPr>
            <a:xfrm>
              <a:off x="2312765" y="1818355"/>
              <a:ext cx="434" cy="204"/>
            </a:xfrm>
            <a:custGeom>
              <a:rect b="b" l="l" r="r" t="t"/>
              <a:pathLst>
                <a:path extrusionOk="0" h="15" w="32">
                  <a:moveTo>
                    <a:pt x="32"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9" name="Google Shape;5559;p72"/>
            <p:cNvSpPr/>
            <p:nvPr/>
          </p:nvSpPr>
          <p:spPr>
            <a:xfrm>
              <a:off x="2311530" y="1818776"/>
              <a:ext cx="434" cy="109"/>
            </a:xfrm>
            <a:custGeom>
              <a:rect b="b" l="l" r="r" t="t"/>
              <a:pathLst>
                <a:path extrusionOk="0" h="8" w="32">
                  <a:moveTo>
                    <a:pt x="32"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0" name="Google Shape;5560;p72"/>
            <p:cNvSpPr/>
            <p:nvPr/>
          </p:nvSpPr>
          <p:spPr>
            <a:xfrm>
              <a:off x="2314571" y="1817025"/>
              <a:ext cx="584" cy="489"/>
            </a:xfrm>
            <a:custGeom>
              <a:rect b="b" l="l" r="r" t="t"/>
              <a:pathLst>
                <a:path extrusionOk="0" h="36" w="43">
                  <a:moveTo>
                    <a:pt x="43" y="0"/>
                  </a:moveTo>
                  <a:cubicBezTo>
                    <a:pt x="29" y="14"/>
                    <a:pt x="15" y="25"/>
                    <a:pt x="1" y="35"/>
                  </a:cubicBezTo>
                  <a:cubicBezTo>
                    <a:pt x="15" y="25"/>
                    <a:pt x="29" y="14"/>
                    <a:pt x="4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1" name="Google Shape;5561;p72"/>
            <p:cNvSpPr/>
            <p:nvPr/>
          </p:nvSpPr>
          <p:spPr>
            <a:xfrm>
              <a:off x="2310959" y="1818926"/>
              <a:ext cx="394" cy="54"/>
            </a:xfrm>
            <a:custGeom>
              <a:rect b="b" l="l" r="r" t="t"/>
              <a:pathLst>
                <a:path extrusionOk="0" h="4" w="29">
                  <a:moveTo>
                    <a:pt x="28" y="0"/>
                  </a:moveTo>
                  <a:cubicBezTo>
                    <a:pt x="18" y="0"/>
                    <a:pt x="11" y="0"/>
                    <a:pt x="0" y="4"/>
                  </a:cubicBezTo>
                  <a:cubicBezTo>
                    <a:pt x="11" y="0"/>
                    <a:pt x="18" y="0"/>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72"/>
            <p:cNvSpPr/>
            <p:nvPr/>
          </p:nvSpPr>
          <p:spPr>
            <a:xfrm>
              <a:off x="2313376" y="1818016"/>
              <a:ext cx="448" cy="258"/>
            </a:xfrm>
            <a:custGeom>
              <a:rect b="b" l="l" r="r" t="t"/>
              <a:pathLst>
                <a:path extrusionOk="0" h="19" w="33">
                  <a:moveTo>
                    <a:pt x="33" y="1"/>
                  </a:moveTo>
                  <a:cubicBezTo>
                    <a:pt x="22" y="8"/>
                    <a:pt x="12" y="11"/>
                    <a:pt x="1" y="18"/>
                  </a:cubicBezTo>
                  <a:cubicBezTo>
                    <a:pt x="12" y="11"/>
                    <a:pt x="22" y="8"/>
                    <a:pt x="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3" name="Google Shape;5563;p72"/>
            <p:cNvSpPr/>
            <p:nvPr/>
          </p:nvSpPr>
          <p:spPr>
            <a:xfrm>
              <a:off x="2314001" y="1817595"/>
              <a:ext cx="448" cy="299"/>
            </a:xfrm>
            <a:custGeom>
              <a:rect b="b" l="l" r="r" t="t"/>
              <a:pathLst>
                <a:path extrusionOk="0" h="22" w="33">
                  <a:moveTo>
                    <a:pt x="32" y="0"/>
                  </a:moveTo>
                  <a:cubicBezTo>
                    <a:pt x="18" y="7"/>
                    <a:pt x="11" y="14"/>
                    <a:pt x="1" y="21"/>
                  </a:cubicBezTo>
                  <a:cubicBezTo>
                    <a:pt x="11" y="18"/>
                    <a:pt x="22" y="7"/>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4" name="Google Shape;5564;p72"/>
            <p:cNvSpPr/>
            <p:nvPr/>
          </p:nvSpPr>
          <p:spPr>
            <a:xfrm>
              <a:off x="2305963" y="1817405"/>
              <a:ext cx="4250" cy="1534"/>
            </a:xfrm>
            <a:custGeom>
              <a:rect b="b" l="l" r="r" t="t"/>
              <a:pathLst>
                <a:path extrusionOk="0" h="113" w="313">
                  <a:moveTo>
                    <a:pt x="312" y="112"/>
                  </a:moveTo>
                  <a:cubicBezTo>
                    <a:pt x="204" y="91"/>
                    <a:pt x="99" y="53"/>
                    <a:pt x="1" y="0"/>
                  </a:cubicBezTo>
                  <a:cubicBezTo>
                    <a:pt x="99" y="53"/>
                    <a:pt x="204" y="91"/>
                    <a:pt x="312" y="11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72"/>
            <p:cNvSpPr/>
            <p:nvPr/>
          </p:nvSpPr>
          <p:spPr>
            <a:xfrm>
              <a:off x="2312141" y="1818586"/>
              <a:ext cx="448" cy="163"/>
            </a:xfrm>
            <a:custGeom>
              <a:rect b="b" l="l" r="r" t="t"/>
              <a:pathLst>
                <a:path extrusionOk="0" h="12" w="33">
                  <a:moveTo>
                    <a:pt x="32"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6" name="Google Shape;5566;p72"/>
            <p:cNvSpPr/>
            <p:nvPr/>
          </p:nvSpPr>
          <p:spPr>
            <a:xfrm>
              <a:off x="2305447" y="1817120"/>
              <a:ext cx="204" cy="109"/>
            </a:xfrm>
            <a:custGeom>
              <a:rect b="b" l="l" r="r" t="t"/>
              <a:pathLst>
                <a:path extrusionOk="0" h="8" w="15">
                  <a:moveTo>
                    <a:pt x="1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7" name="Google Shape;5567;p72"/>
            <p:cNvSpPr/>
            <p:nvPr/>
          </p:nvSpPr>
          <p:spPr>
            <a:xfrm>
              <a:off x="2310199" y="1818966"/>
              <a:ext cx="584" cy="14"/>
            </a:xfrm>
            <a:custGeom>
              <a:rect b="b" l="l" r="r" t="t"/>
              <a:pathLst>
                <a:path extrusionOk="0" h="1" w="43">
                  <a:moveTo>
                    <a:pt x="35" y="1"/>
                  </a:moveTo>
                  <a:lnTo>
                    <a:pt x="42" y="1"/>
                  </a:lnTo>
                  <a:cubicBezTo>
                    <a:pt x="28" y="1"/>
                    <a:pt x="14" y="1"/>
                    <a:pt x="0" y="1"/>
                  </a:cubicBezTo>
                  <a:cubicBezTo>
                    <a:pt x="11" y="1"/>
                    <a:pt x="25" y="1"/>
                    <a:pt x="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72"/>
            <p:cNvSpPr/>
            <p:nvPr/>
          </p:nvSpPr>
          <p:spPr>
            <a:xfrm>
              <a:off x="2431555" y="1853331"/>
              <a:ext cx="57338" cy="63991"/>
            </a:xfrm>
            <a:custGeom>
              <a:rect b="b" l="l" r="r" t="t"/>
              <a:pathLst>
                <a:path extrusionOk="0" h="4713" w="4223">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9" name="Google Shape;5569;p72"/>
            <p:cNvSpPr/>
            <p:nvPr/>
          </p:nvSpPr>
          <p:spPr>
            <a:xfrm>
              <a:off x="2455845" y="1870778"/>
              <a:ext cx="625" cy="489"/>
            </a:xfrm>
            <a:custGeom>
              <a:rect b="b" l="l" r="r" t="t"/>
              <a:pathLst>
                <a:path extrusionOk="0" h="36" w="46">
                  <a:moveTo>
                    <a:pt x="0" y="1"/>
                  </a:moveTo>
                  <a:cubicBezTo>
                    <a:pt x="18" y="11"/>
                    <a:pt x="32" y="22"/>
                    <a:pt x="46" y="36"/>
                  </a:cubicBezTo>
                  <a:cubicBezTo>
                    <a:pt x="32" y="22"/>
                    <a:pt x="18"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0" name="Google Shape;5570;p72"/>
            <p:cNvSpPr/>
            <p:nvPr/>
          </p:nvSpPr>
          <p:spPr>
            <a:xfrm>
              <a:off x="2453550" y="1892787"/>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72"/>
            <p:cNvSpPr/>
            <p:nvPr/>
          </p:nvSpPr>
          <p:spPr>
            <a:xfrm>
              <a:off x="2455791" y="1870737"/>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2" name="Google Shape;5572;p72"/>
            <p:cNvSpPr/>
            <p:nvPr/>
          </p:nvSpPr>
          <p:spPr>
            <a:xfrm>
              <a:off x="2453414" y="1892882"/>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3" name="Google Shape;5573;p72"/>
            <p:cNvSpPr/>
            <p:nvPr/>
          </p:nvSpPr>
          <p:spPr>
            <a:xfrm>
              <a:off x="2454270" y="1870357"/>
              <a:ext cx="1059" cy="204"/>
            </a:xfrm>
            <a:custGeom>
              <a:rect b="b" l="l" r="r" t="t"/>
              <a:pathLst>
                <a:path extrusionOk="0" h="15" w="78">
                  <a:moveTo>
                    <a:pt x="78" y="14"/>
                  </a:moveTo>
                  <a:cubicBezTo>
                    <a:pt x="53" y="4"/>
                    <a:pt x="25" y="0"/>
                    <a:pt x="0" y="4"/>
                  </a:cubicBezTo>
                  <a:lnTo>
                    <a:pt x="0" y="4"/>
                  </a:lnTo>
                  <a:cubicBezTo>
                    <a:pt x="25" y="0"/>
                    <a:pt x="53" y="4"/>
                    <a:pt x="78"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72"/>
            <p:cNvSpPr/>
            <p:nvPr/>
          </p:nvSpPr>
          <p:spPr>
            <a:xfrm>
              <a:off x="2422037" y="1845619"/>
              <a:ext cx="5961" cy="9912"/>
            </a:xfrm>
            <a:custGeom>
              <a:rect b="b" l="l" r="r" t="t"/>
              <a:pathLst>
                <a:path extrusionOk="0" h="730" w="439">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5" name="Google Shape;5575;p72"/>
            <p:cNvSpPr/>
            <p:nvPr/>
          </p:nvSpPr>
          <p:spPr>
            <a:xfrm>
              <a:off x="2425553" y="1855571"/>
              <a:ext cx="353" cy="14"/>
            </a:xfrm>
            <a:custGeom>
              <a:rect b="b" l="l" r="r" t="t"/>
              <a:pathLst>
                <a:path extrusionOk="0" h="1" w="26">
                  <a:moveTo>
                    <a:pt x="2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6" name="Google Shape;5576;p72"/>
            <p:cNvSpPr/>
            <p:nvPr/>
          </p:nvSpPr>
          <p:spPr>
            <a:xfrm>
              <a:off x="2422852" y="1853956"/>
              <a:ext cx="244" cy="299"/>
            </a:xfrm>
            <a:custGeom>
              <a:rect b="b" l="l" r="r" t="t"/>
              <a:pathLst>
                <a:path extrusionOk="0" h="22" w="18">
                  <a:moveTo>
                    <a:pt x="18" y="21"/>
                  </a:moveTo>
                  <a:cubicBezTo>
                    <a:pt x="11" y="14"/>
                    <a:pt x="4" y="7"/>
                    <a:pt x="0" y="0"/>
                  </a:cubicBezTo>
                  <a:cubicBezTo>
                    <a:pt x="4" y="7"/>
                    <a:pt x="11" y="14"/>
                    <a:pt x="18"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7" name="Google Shape;5577;p72"/>
            <p:cNvSpPr/>
            <p:nvPr/>
          </p:nvSpPr>
          <p:spPr>
            <a:xfrm>
              <a:off x="2422037" y="1852761"/>
              <a:ext cx="109" cy="204"/>
            </a:xfrm>
            <a:custGeom>
              <a:rect b="b" l="l" r="r" t="t"/>
              <a:pathLst>
                <a:path extrusionOk="0" h="15" w="8">
                  <a:moveTo>
                    <a:pt x="1" y="1"/>
                  </a:moveTo>
                  <a:lnTo>
                    <a:pt x="8"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8" name="Google Shape;5578;p72"/>
            <p:cNvSpPr/>
            <p:nvPr/>
          </p:nvSpPr>
          <p:spPr>
            <a:xfrm>
              <a:off x="2422186" y="1853046"/>
              <a:ext cx="584" cy="869"/>
            </a:xfrm>
            <a:custGeom>
              <a:rect b="b" l="l" r="r" t="t"/>
              <a:pathLst>
                <a:path extrusionOk="0" h="64" w="43">
                  <a:moveTo>
                    <a:pt x="42" y="64"/>
                  </a:moveTo>
                  <a:cubicBezTo>
                    <a:pt x="28" y="43"/>
                    <a:pt x="14" y="22"/>
                    <a:pt x="0" y="1"/>
                  </a:cubicBezTo>
                  <a:cubicBezTo>
                    <a:pt x="14" y="22"/>
                    <a:pt x="28" y="43"/>
                    <a:pt x="42" y="6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9" name="Google Shape;5579;p72"/>
            <p:cNvSpPr/>
            <p:nvPr/>
          </p:nvSpPr>
          <p:spPr>
            <a:xfrm>
              <a:off x="2425988" y="185561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0" name="Google Shape;5580;p72"/>
            <p:cNvSpPr/>
            <p:nvPr/>
          </p:nvSpPr>
          <p:spPr>
            <a:xfrm>
              <a:off x="2424508" y="1855286"/>
              <a:ext cx="353" cy="109"/>
            </a:xfrm>
            <a:custGeom>
              <a:rect b="b" l="l" r="r" t="t"/>
              <a:pathLst>
                <a:path extrusionOk="0" h="8" w="26">
                  <a:moveTo>
                    <a:pt x="2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1" name="Google Shape;5581;p72"/>
            <p:cNvSpPr/>
            <p:nvPr/>
          </p:nvSpPr>
          <p:spPr>
            <a:xfrm>
              <a:off x="2424141" y="1855096"/>
              <a:ext cx="380" cy="149"/>
            </a:xfrm>
            <a:custGeom>
              <a:rect b="b" l="l" r="r" t="t"/>
              <a:pathLst>
                <a:path extrusionOk="0" h="11" w="28">
                  <a:moveTo>
                    <a:pt x="0" y="0"/>
                  </a:moveTo>
                  <a:cubicBezTo>
                    <a:pt x="10" y="4"/>
                    <a:pt x="17" y="7"/>
                    <a:pt x="28" y="11"/>
                  </a:cubicBezTo>
                  <a:cubicBezTo>
                    <a:pt x="21" y="7"/>
                    <a:pt x="1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2" name="Google Shape;5582;p72"/>
            <p:cNvSpPr/>
            <p:nvPr/>
          </p:nvSpPr>
          <p:spPr>
            <a:xfrm>
              <a:off x="2423137" y="1854281"/>
              <a:ext cx="339" cy="353"/>
            </a:xfrm>
            <a:custGeom>
              <a:rect b="b" l="l" r="r" t="t"/>
              <a:pathLst>
                <a:path extrusionOk="0" h="26" w="25">
                  <a:moveTo>
                    <a:pt x="25" y="25"/>
                  </a:moveTo>
                  <a:cubicBezTo>
                    <a:pt x="14" y="18"/>
                    <a:pt x="7" y="11"/>
                    <a:pt x="0" y="1"/>
                  </a:cubicBezTo>
                  <a:cubicBezTo>
                    <a:pt x="7" y="11"/>
                    <a:pt x="14" y="18"/>
                    <a:pt x="2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3" name="Google Shape;5583;p72"/>
            <p:cNvSpPr/>
            <p:nvPr/>
          </p:nvSpPr>
          <p:spPr>
            <a:xfrm>
              <a:off x="2423843" y="1854906"/>
              <a:ext cx="299" cy="204"/>
            </a:xfrm>
            <a:custGeom>
              <a:rect b="b" l="l" r="r" t="t"/>
              <a:pathLst>
                <a:path extrusionOk="0" h="15" w="22">
                  <a:moveTo>
                    <a:pt x="22" y="14"/>
                  </a:moveTo>
                  <a:cubicBezTo>
                    <a:pt x="15" y="7"/>
                    <a:pt x="8" y="4"/>
                    <a:pt x="1" y="0"/>
                  </a:cubicBezTo>
                  <a:cubicBezTo>
                    <a:pt x="8" y="4"/>
                    <a:pt x="15" y="7"/>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72"/>
            <p:cNvSpPr/>
            <p:nvPr/>
          </p:nvSpPr>
          <p:spPr>
            <a:xfrm>
              <a:off x="2423422" y="1854621"/>
              <a:ext cx="339" cy="244"/>
            </a:xfrm>
            <a:custGeom>
              <a:rect b="b" l="l" r="r" t="t"/>
              <a:pathLst>
                <a:path extrusionOk="0" h="18" w="25">
                  <a:moveTo>
                    <a:pt x="25" y="18"/>
                  </a:moveTo>
                  <a:cubicBezTo>
                    <a:pt x="18" y="11"/>
                    <a:pt x="11" y="4"/>
                    <a:pt x="0" y="0"/>
                  </a:cubicBezTo>
                  <a:cubicBezTo>
                    <a:pt x="11" y="4"/>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5" name="Google Shape;5585;p72"/>
            <p:cNvSpPr/>
            <p:nvPr/>
          </p:nvSpPr>
          <p:spPr>
            <a:xfrm>
              <a:off x="2424847" y="1855381"/>
              <a:ext cx="720" cy="204"/>
            </a:xfrm>
            <a:custGeom>
              <a:rect b="b" l="l" r="r" t="t"/>
              <a:pathLst>
                <a:path extrusionOk="0" h="15" w="53">
                  <a:moveTo>
                    <a:pt x="53" y="14"/>
                  </a:moveTo>
                  <a:cubicBezTo>
                    <a:pt x="35" y="11"/>
                    <a:pt x="18" y="7"/>
                    <a:pt x="0" y="0"/>
                  </a:cubicBezTo>
                  <a:cubicBezTo>
                    <a:pt x="18" y="7"/>
                    <a:pt x="35" y="11"/>
                    <a:pt x="53"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6" name="Google Shape;5586;p72"/>
            <p:cNvSpPr/>
            <p:nvPr/>
          </p:nvSpPr>
          <p:spPr>
            <a:xfrm>
              <a:off x="2431365" y="1843827"/>
              <a:ext cx="33048" cy="26544"/>
            </a:xfrm>
            <a:custGeom>
              <a:rect b="b" l="l" r="r" t="t"/>
              <a:pathLst>
                <a:path extrusionOk="0" h="1955" w="2434">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7" name="Google Shape;5587;p72"/>
            <p:cNvSpPr/>
            <p:nvPr/>
          </p:nvSpPr>
          <p:spPr>
            <a:xfrm>
              <a:off x="2435682" y="1868117"/>
              <a:ext cx="258" cy="163"/>
            </a:xfrm>
            <a:custGeom>
              <a:rect b="b" l="l" r="r" t="t"/>
              <a:pathLst>
                <a:path extrusionOk="0" h="12" w="19">
                  <a:moveTo>
                    <a:pt x="18"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72"/>
            <p:cNvSpPr/>
            <p:nvPr/>
          </p:nvSpPr>
          <p:spPr>
            <a:xfrm>
              <a:off x="2432695" y="1865035"/>
              <a:ext cx="204" cy="299"/>
            </a:xfrm>
            <a:custGeom>
              <a:rect b="b" l="l" r="r" t="t"/>
              <a:pathLst>
                <a:path extrusionOk="0" h="22" w="15">
                  <a:moveTo>
                    <a:pt x="14"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72"/>
            <p:cNvSpPr/>
            <p:nvPr/>
          </p:nvSpPr>
          <p:spPr>
            <a:xfrm>
              <a:off x="2435397" y="1867886"/>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0" name="Google Shape;5590;p72"/>
            <p:cNvSpPr/>
            <p:nvPr/>
          </p:nvSpPr>
          <p:spPr>
            <a:xfrm>
              <a:off x="2439538" y="1869027"/>
              <a:ext cx="11174" cy="1249"/>
            </a:xfrm>
            <a:custGeom>
              <a:rect b="b" l="l" r="r" t="t"/>
              <a:pathLst>
                <a:path extrusionOk="0" h="92" w="823">
                  <a:moveTo>
                    <a:pt x="0" y="0"/>
                  </a:moveTo>
                  <a:lnTo>
                    <a:pt x="0" y="0"/>
                  </a:lnTo>
                  <a:cubicBezTo>
                    <a:pt x="231" y="32"/>
                    <a:pt x="571" y="70"/>
                    <a:pt x="823" y="91"/>
                  </a:cubicBezTo>
                  <a:cubicBezTo>
                    <a:pt x="581" y="70"/>
                    <a:pt x="235"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1" name="Google Shape;5591;p72"/>
            <p:cNvSpPr/>
            <p:nvPr/>
          </p:nvSpPr>
          <p:spPr>
            <a:xfrm>
              <a:off x="2435967" y="1868266"/>
              <a:ext cx="163" cy="149"/>
            </a:xfrm>
            <a:custGeom>
              <a:rect b="b" l="l" r="r" t="t"/>
              <a:pathLst>
                <a:path extrusionOk="0" h="11" w="12">
                  <a:moveTo>
                    <a:pt x="11" y="11"/>
                  </a:moveTo>
                  <a:lnTo>
                    <a:pt x="11" y="1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72"/>
            <p:cNvSpPr/>
            <p:nvPr/>
          </p:nvSpPr>
          <p:spPr>
            <a:xfrm>
              <a:off x="2432315" y="1864505"/>
              <a:ext cx="244" cy="353"/>
            </a:xfrm>
            <a:custGeom>
              <a:rect b="b" l="l" r="r" t="t"/>
              <a:pathLst>
                <a:path extrusionOk="0" h="26" w="18">
                  <a:moveTo>
                    <a:pt x="1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72"/>
            <p:cNvSpPr/>
            <p:nvPr/>
          </p:nvSpPr>
          <p:spPr>
            <a:xfrm>
              <a:off x="2431365" y="1862645"/>
              <a:ext cx="149" cy="353"/>
            </a:xfrm>
            <a:custGeom>
              <a:rect b="b" l="l" r="r" t="t"/>
              <a:pathLst>
                <a:path extrusionOk="0" h="26" w="11">
                  <a:moveTo>
                    <a:pt x="0" y="1"/>
                  </a:moveTo>
                  <a:cubicBezTo>
                    <a:pt x="4" y="8"/>
                    <a:pt x="7" y="15"/>
                    <a:pt x="11" y="26"/>
                  </a:cubicBezTo>
                  <a:cubicBezTo>
                    <a:pt x="7"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4" name="Google Shape;5594;p72"/>
            <p:cNvSpPr/>
            <p:nvPr/>
          </p:nvSpPr>
          <p:spPr>
            <a:xfrm>
              <a:off x="2435071" y="1867601"/>
              <a:ext cx="204" cy="204"/>
            </a:xfrm>
            <a:custGeom>
              <a:rect b="b" l="l" r="r" t="t"/>
              <a:pathLst>
                <a:path extrusionOk="0" h="15" w="15">
                  <a:moveTo>
                    <a:pt x="1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5" name="Google Shape;5595;p72"/>
            <p:cNvSpPr/>
            <p:nvPr/>
          </p:nvSpPr>
          <p:spPr>
            <a:xfrm>
              <a:off x="2433021" y="1865551"/>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6" name="Google Shape;5596;p72"/>
            <p:cNvSpPr/>
            <p:nvPr/>
          </p:nvSpPr>
          <p:spPr>
            <a:xfrm>
              <a:off x="2434732" y="1867316"/>
              <a:ext cx="204" cy="204"/>
            </a:xfrm>
            <a:custGeom>
              <a:rect b="b" l="l" r="r" t="t"/>
              <a:pathLst>
                <a:path extrusionOk="0" h="15" w="15">
                  <a:moveTo>
                    <a:pt x="15"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7" name="Google Shape;5597;p72"/>
            <p:cNvSpPr/>
            <p:nvPr/>
          </p:nvSpPr>
          <p:spPr>
            <a:xfrm>
              <a:off x="2433456" y="1865985"/>
              <a:ext cx="299" cy="339"/>
            </a:xfrm>
            <a:custGeom>
              <a:rect b="b" l="l" r="r" t="t"/>
              <a:pathLst>
                <a:path extrusionOk="0" h="25" w="22">
                  <a:moveTo>
                    <a:pt x="21"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8" name="Google Shape;5598;p72"/>
            <p:cNvSpPr/>
            <p:nvPr/>
          </p:nvSpPr>
          <p:spPr>
            <a:xfrm>
              <a:off x="2434352" y="1866936"/>
              <a:ext cx="258" cy="244"/>
            </a:xfrm>
            <a:custGeom>
              <a:rect b="b" l="l" r="r" t="t"/>
              <a:pathLst>
                <a:path extrusionOk="0" h="18" w="19">
                  <a:moveTo>
                    <a:pt x="18"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9" name="Google Shape;5599;p72"/>
            <p:cNvSpPr/>
            <p:nvPr/>
          </p:nvSpPr>
          <p:spPr>
            <a:xfrm>
              <a:off x="2431935" y="1863840"/>
              <a:ext cx="244" cy="448"/>
            </a:xfrm>
            <a:custGeom>
              <a:rect b="b" l="l" r="r" t="t"/>
              <a:pathLst>
                <a:path extrusionOk="0" h="33" w="18">
                  <a:moveTo>
                    <a:pt x="18" y="32"/>
                  </a:moveTo>
                  <a:cubicBezTo>
                    <a:pt x="11" y="22"/>
                    <a:pt x="7" y="11"/>
                    <a:pt x="0" y="1"/>
                  </a:cubicBezTo>
                  <a:cubicBezTo>
                    <a:pt x="7" y="11"/>
                    <a:pt x="11" y="22"/>
                    <a:pt x="1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0" name="Google Shape;5600;p72"/>
            <p:cNvSpPr/>
            <p:nvPr/>
          </p:nvSpPr>
          <p:spPr>
            <a:xfrm>
              <a:off x="2433836" y="1866460"/>
              <a:ext cx="394" cy="394"/>
            </a:xfrm>
            <a:custGeom>
              <a:rect b="b" l="l" r="r" t="t"/>
              <a:pathLst>
                <a:path extrusionOk="0" h="29" w="29">
                  <a:moveTo>
                    <a:pt x="28" y="2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1" name="Google Shape;5601;p72"/>
            <p:cNvSpPr/>
            <p:nvPr/>
          </p:nvSpPr>
          <p:spPr>
            <a:xfrm>
              <a:off x="2431595" y="1863134"/>
              <a:ext cx="258" cy="625"/>
            </a:xfrm>
            <a:custGeom>
              <a:rect b="b" l="l" r="r" t="t"/>
              <a:pathLst>
                <a:path extrusionOk="0" h="46" w="19">
                  <a:moveTo>
                    <a:pt x="18" y="46"/>
                  </a:moveTo>
                  <a:cubicBezTo>
                    <a:pt x="11" y="32"/>
                    <a:pt x="4" y="14"/>
                    <a:pt x="1" y="0"/>
                  </a:cubicBezTo>
                  <a:cubicBezTo>
                    <a:pt x="4" y="14"/>
                    <a:pt x="11" y="32"/>
                    <a:pt x="18"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2" name="Google Shape;5602;p72"/>
            <p:cNvSpPr/>
            <p:nvPr/>
          </p:nvSpPr>
          <p:spPr>
            <a:xfrm>
              <a:off x="2452274" y="1864560"/>
              <a:ext cx="2295" cy="5811"/>
            </a:xfrm>
            <a:custGeom>
              <a:rect b="b" l="l" r="r" t="t"/>
              <a:pathLst>
                <a:path extrusionOk="0" h="428" w="169">
                  <a:moveTo>
                    <a:pt x="0" y="427"/>
                  </a:moveTo>
                  <a:lnTo>
                    <a:pt x="16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72"/>
            <p:cNvSpPr/>
            <p:nvPr/>
          </p:nvSpPr>
          <p:spPr>
            <a:xfrm>
              <a:off x="2782384" y="1996356"/>
              <a:ext cx="29246" cy="38139"/>
            </a:xfrm>
            <a:custGeom>
              <a:rect b="b" l="l" r="r" t="t"/>
              <a:pathLst>
                <a:path extrusionOk="0" h="2809" w="2154">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4" name="Google Shape;5604;p72"/>
            <p:cNvSpPr/>
            <p:nvPr/>
          </p:nvSpPr>
          <p:spPr>
            <a:xfrm>
              <a:off x="2853543" y="1995460"/>
              <a:ext cx="70169" cy="41954"/>
            </a:xfrm>
            <a:custGeom>
              <a:rect b="b" l="l" r="r" t="t"/>
              <a:pathLst>
                <a:path extrusionOk="0" h="3090" w="5168">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5" name="Google Shape;5605;p72"/>
            <p:cNvSpPr/>
            <p:nvPr/>
          </p:nvSpPr>
          <p:spPr>
            <a:xfrm>
              <a:off x="2791942" y="200215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72"/>
            <p:cNvSpPr/>
            <p:nvPr/>
          </p:nvSpPr>
          <p:spPr>
            <a:xfrm>
              <a:off x="2790367" y="2002059"/>
              <a:ext cx="299" cy="68"/>
            </a:xfrm>
            <a:custGeom>
              <a:rect b="b" l="l" r="r" t="t"/>
              <a:pathLst>
                <a:path extrusionOk="0" h="5" w="22">
                  <a:moveTo>
                    <a:pt x="1" y="1"/>
                  </a:moveTo>
                  <a:lnTo>
                    <a:pt x="2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7" name="Google Shape;5607;p72"/>
            <p:cNvSpPr/>
            <p:nvPr/>
          </p:nvSpPr>
          <p:spPr>
            <a:xfrm>
              <a:off x="2792458" y="2002154"/>
              <a:ext cx="394" cy="14"/>
            </a:xfrm>
            <a:custGeom>
              <a:rect b="b" l="l" r="r" t="t"/>
              <a:pathLst>
                <a:path extrusionOk="0" h="1" w="29">
                  <a:moveTo>
                    <a:pt x="1" y="1"/>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72"/>
            <p:cNvSpPr/>
            <p:nvPr/>
          </p:nvSpPr>
          <p:spPr>
            <a:xfrm>
              <a:off x="2790843" y="2002113"/>
              <a:ext cx="394" cy="14"/>
            </a:xfrm>
            <a:custGeom>
              <a:rect b="b" l="l" r="r" t="t"/>
              <a:pathLst>
                <a:path extrusionOk="0" h="1" w="29">
                  <a:moveTo>
                    <a:pt x="1" y="0"/>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9" name="Google Shape;5609;p72"/>
            <p:cNvSpPr/>
            <p:nvPr/>
          </p:nvSpPr>
          <p:spPr>
            <a:xfrm>
              <a:off x="2793463" y="2002059"/>
              <a:ext cx="353" cy="14"/>
            </a:xfrm>
            <a:custGeom>
              <a:rect b="b" l="l" r="r" t="t"/>
              <a:pathLst>
                <a:path extrusionOk="0" h="1" w="26">
                  <a:moveTo>
                    <a:pt x="1"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0" name="Google Shape;5610;p72"/>
            <p:cNvSpPr/>
            <p:nvPr/>
          </p:nvSpPr>
          <p:spPr>
            <a:xfrm>
              <a:off x="2792947" y="2002113"/>
              <a:ext cx="380" cy="14"/>
            </a:xfrm>
            <a:custGeom>
              <a:rect b="b" l="l" r="r" t="t"/>
              <a:pathLst>
                <a:path extrusionOk="0" h="1" w="28">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72"/>
            <p:cNvSpPr/>
            <p:nvPr/>
          </p:nvSpPr>
          <p:spPr>
            <a:xfrm>
              <a:off x="2793938" y="2002018"/>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2" name="Google Shape;5612;p72"/>
            <p:cNvSpPr/>
            <p:nvPr/>
          </p:nvSpPr>
          <p:spPr>
            <a:xfrm>
              <a:off x="2788657" y="2001448"/>
              <a:ext cx="353" cy="244"/>
            </a:xfrm>
            <a:custGeom>
              <a:rect b="b" l="l" r="r" t="t"/>
              <a:pathLst>
                <a:path extrusionOk="0" h="18" w="26">
                  <a:moveTo>
                    <a:pt x="1" y="0"/>
                  </a:moveTo>
                  <a:cubicBezTo>
                    <a:pt x="8" y="7"/>
                    <a:pt x="15" y="11"/>
                    <a:pt x="25" y="18"/>
                  </a:cubicBezTo>
                  <a:cubicBezTo>
                    <a:pt x="15" y="11"/>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72"/>
            <p:cNvSpPr/>
            <p:nvPr/>
          </p:nvSpPr>
          <p:spPr>
            <a:xfrm>
              <a:off x="2783524" y="1996546"/>
              <a:ext cx="394" cy="68"/>
            </a:xfrm>
            <a:custGeom>
              <a:rect b="b" l="l" r="r" t="t"/>
              <a:pathLst>
                <a:path extrusionOk="0" h="5" w="29">
                  <a:moveTo>
                    <a:pt x="1" y="1"/>
                  </a:moveTo>
                  <a:lnTo>
                    <a:pt x="29"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4" name="Google Shape;5614;p72"/>
            <p:cNvSpPr/>
            <p:nvPr/>
          </p:nvSpPr>
          <p:spPr>
            <a:xfrm>
              <a:off x="2782343" y="1996506"/>
              <a:ext cx="244" cy="14"/>
            </a:xfrm>
            <a:custGeom>
              <a:rect b="b" l="l" r="r" t="t"/>
              <a:pathLst>
                <a:path extrusionOk="0" h="1" w="18">
                  <a:moveTo>
                    <a:pt x="0" y="0"/>
                  </a:moveTo>
                  <a:lnTo>
                    <a:pt x="0" y="0"/>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5" name="Google Shape;5615;p72"/>
            <p:cNvSpPr/>
            <p:nvPr/>
          </p:nvSpPr>
          <p:spPr>
            <a:xfrm>
              <a:off x="2789471" y="2001869"/>
              <a:ext cx="299" cy="109"/>
            </a:xfrm>
            <a:custGeom>
              <a:rect b="b" l="l" r="r" t="t"/>
              <a:pathLst>
                <a:path extrusionOk="0" h="8" w="22">
                  <a:moveTo>
                    <a:pt x="0" y="1"/>
                  </a:moveTo>
                  <a:lnTo>
                    <a:pt x="2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72"/>
            <p:cNvSpPr/>
            <p:nvPr/>
          </p:nvSpPr>
          <p:spPr>
            <a:xfrm>
              <a:off x="2789091" y="2001733"/>
              <a:ext cx="244" cy="109"/>
            </a:xfrm>
            <a:custGeom>
              <a:rect b="b" l="l" r="r" t="t"/>
              <a:pathLst>
                <a:path extrusionOk="0" h="8" w="18">
                  <a:moveTo>
                    <a:pt x="0"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7" name="Google Shape;5617;p72"/>
            <p:cNvSpPr/>
            <p:nvPr/>
          </p:nvSpPr>
          <p:spPr>
            <a:xfrm>
              <a:off x="2789892" y="2001964"/>
              <a:ext cx="299" cy="109"/>
            </a:xfrm>
            <a:custGeom>
              <a:rect b="b" l="l" r="r" t="t"/>
              <a:pathLst>
                <a:path extrusionOk="0" h="8" w="22">
                  <a:moveTo>
                    <a:pt x="1" y="1"/>
                  </a:moveTo>
                  <a:lnTo>
                    <a:pt x="22"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8" name="Google Shape;5618;p72"/>
            <p:cNvSpPr/>
            <p:nvPr/>
          </p:nvSpPr>
          <p:spPr>
            <a:xfrm>
              <a:off x="2794943" y="200186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9" name="Google Shape;5619;p72"/>
            <p:cNvSpPr/>
            <p:nvPr/>
          </p:nvSpPr>
          <p:spPr>
            <a:xfrm>
              <a:off x="2796083" y="2000253"/>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0" name="Google Shape;5620;p72"/>
            <p:cNvSpPr/>
            <p:nvPr/>
          </p:nvSpPr>
          <p:spPr>
            <a:xfrm>
              <a:off x="2791847" y="200215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1" name="Google Shape;5621;p72"/>
            <p:cNvSpPr/>
            <p:nvPr/>
          </p:nvSpPr>
          <p:spPr>
            <a:xfrm>
              <a:off x="2794563" y="2001923"/>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2" name="Google Shape;5622;p72"/>
            <p:cNvSpPr/>
            <p:nvPr/>
          </p:nvSpPr>
          <p:spPr>
            <a:xfrm>
              <a:off x="2794794" y="2001923"/>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3" name="Google Shape;5623;p72"/>
            <p:cNvSpPr/>
            <p:nvPr/>
          </p:nvSpPr>
          <p:spPr>
            <a:xfrm>
              <a:off x="2796124" y="2000022"/>
              <a:ext cx="68" cy="149"/>
            </a:xfrm>
            <a:custGeom>
              <a:rect b="b" l="l" r="r" t="t"/>
              <a:pathLst>
                <a:path extrusionOk="0" h="11" w="5">
                  <a:moveTo>
                    <a:pt x="1" y="11"/>
                  </a:moveTo>
                  <a:cubicBezTo>
                    <a:pt x="1" y="7"/>
                    <a:pt x="1" y="4"/>
                    <a:pt x="4" y="0"/>
                  </a:cubicBez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4" name="Google Shape;5624;p72"/>
            <p:cNvSpPr/>
            <p:nvPr/>
          </p:nvSpPr>
          <p:spPr>
            <a:xfrm>
              <a:off x="2796749" y="199916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72"/>
            <p:cNvSpPr/>
            <p:nvPr/>
          </p:nvSpPr>
          <p:spPr>
            <a:xfrm>
              <a:off x="2796559" y="1999208"/>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6" name="Google Shape;5626;p72"/>
            <p:cNvSpPr/>
            <p:nvPr/>
          </p:nvSpPr>
          <p:spPr>
            <a:xfrm>
              <a:off x="2796178" y="1999737"/>
              <a:ext cx="54" cy="204"/>
            </a:xfrm>
            <a:custGeom>
              <a:rect b="b" l="l" r="r" t="t"/>
              <a:pathLst>
                <a:path extrusionOk="0" h="15" w="4">
                  <a:moveTo>
                    <a:pt x="0" y="14"/>
                  </a:moveTo>
                  <a:cubicBezTo>
                    <a:pt x="0" y="11"/>
                    <a:pt x="4" y="7"/>
                    <a:pt x="4" y="0"/>
                  </a:cubicBezTo>
                  <a:cubicBezTo>
                    <a:pt x="4" y="7"/>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7" name="Google Shape;5627;p72"/>
            <p:cNvSpPr/>
            <p:nvPr/>
          </p:nvSpPr>
          <p:spPr>
            <a:xfrm>
              <a:off x="2796369" y="1999398"/>
              <a:ext cx="149" cy="109"/>
            </a:xfrm>
            <a:custGeom>
              <a:rect b="b" l="l" r="r" t="t"/>
              <a:pathLst>
                <a:path extrusionOk="0" h="8" w="11">
                  <a:moveTo>
                    <a:pt x="0" y="8"/>
                  </a:moveTo>
                  <a:cubicBezTo>
                    <a:pt x="4" y="4"/>
                    <a:pt x="7" y="1"/>
                    <a:pt x="11" y="1"/>
                  </a:cubicBezTo>
                  <a:cubicBezTo>
                    <a:pt x="7" y="1"/>
                    <a:pt x="4" y="4"/>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72"/>
            <p:cNvSpPr/>
            <p:nvPr/>
          </p:nvSpPr>
          <p:spPr>
            <a:xfrm>
              <a:off x="2796274" y="1999547"/>
              <a:ext cx="109" cy="204"/>
            </a:xfrm>
            <a:custGeom>
              <a:rect b="b" l="l" r="r" t="t"/>
              <a:pathLst>
                <a:path extrusionOk="0" h="15" w="8">
                  <a:moveTo>
                    <a:pt x="0" y="14"/>
                  </a:moveTo>
                  <a:cubicBezTo>
                    <a:pt x="0" y="11"/>
                    <a:pt x="4" y="4"/>
                    <a:pt x="7" y="0"/>
                  </a:cubicBezTo>
                  <a:cubicBezTo>
                    <a:pt x="4" y="4"/>
                    <a:pt x="0" y="11"/>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9" name="Google Shape;5629;p72"/>
            <p:cNvSpPr/>
            <p:nvPr/>
          </p:nvSpPr>
          <p:spPr>
            <a:xfrm>
              <a:off x="2794223" y="2001964"/>
              <a:ext cx="299" cy="68"/>
            </a:xfrm>
            <a:custGeom>
              <a:rect b="b" l="l" r="r" t="t"/>
              <a:pathLst>
                <a:path extrusionOk="0" h="5" w="22">
                  <a:moveTo>
                    <a:pt x="1" y="4"/>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72"/>
            <p:cNvSpPr/>
            <p:nvPr/>
          </p:nvSpPr>
          <p:spPr>
            <a:xfrm>
              <a:off x="2887582" y="2010097"/>
              <a:ext cx="6572" cy="4100"/>
            </a:xfrm>
            <a:custGeom>
              <a:rect b="b" l="l" r="r" t="t"/>
              <a:pathLst>
                <a:path extrusionOk="0" h="302" w="484">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1" name="Google Shape;5631;p72"/>
            <p:cNvSpPr/>
            <p:nvPr/>
          </p:nvSpPr>
          <p:spPr>
            <a:xfrm>
              <a:off x="2888668" y="2013192"/>
              <a:ext cx="204" cy="244"/>
            </a:xfrm>
            <a:custGeom>
              <a:rect b="b" l="l" r="r" t="t"/>
              <a:pathLst>
                <a:path extrusionOk="0" h="18" w="15">
                  <a:moveTo>
                    <a:pt x="15"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72"/>
            <p:cNvSpPr/>
            <p:nvPr/>
          </p:nvSpPr>
          <p:spPr>
            <a:xfrm>
              <a:off x="2888913" y="2013478"/>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3" name="Google Shape;5633;p72"/>
            <p:cNvSpPr/>
            <p:nvPr/>
          </p:nvSpPr>
          <p:spPr>
            <a:xfrm>
              <a:off x="2888438" y="2012907"/>
              <a:ext cx="149" cy="204"/>
            </a:xfrm>
            <a:custGeom>
              <a:rect b="b" l="l" r="r" t="t"/>
              <a:pathLst>
                <a:path extrusionOk="0" h="15" w="11">
                  <a:moveTo>
                    <a:pt x="11"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4" name="Google Shape;5634;p72"/>
            <p:cNvSpPr/>
            <p:nvPr/>
          </p:nvSpPr>
          <p:spPr>
            <a:xfrm>
              <a:off x="2889049" y="2013708"/>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5" name="Google Shape;5635;p72"/>
            <p:cNvSpPr/>
            <p:nvPr/>
          </p:nvSpPr>
          <p:spPr>
            <a:xfrm>
              <a:off x="2887582" y="2011577"/>
              <a:ext cx="299" cy="434"/>
            </a:xfrm>
            <a:custGeom>
              <a:rect b="b" l="l" r="r" t="t"/>
              <a:pathLst>
                <a:path extrusionOk="0" h="32" w="22">
                  <a:moveTo>
                    <a:pt x="0" y="0"/>
                  </a:moveTo>
                  <a:lnTo>
                    <a:pt x="2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6" name="Google Shape;5636;p72"/>
            <p:cNvSpPr/>
            <p:nvPr/>
          </p:nvSpPr>
          <p:spPr>
            <a:xfrm>
              <a:off x="2888247" y="2012568"/>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7" name="Google Shape;5637;p72"/>
            <p:cNvSpPr/>
            <p:nvPr/>
          </p:nvSpPr>
          <p:spPr>
            <a:xfrm>
              <a:off x="2889239" y="2013898"/>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8" name="Google Shape;5638;p72"/>
            <p:cNvSpPr/>
            <p:nvPr/>
          </p:nvSpPr>
          <p:spPr>
            <a:xfrm>
              <a:off x="2887908" y="2012093"/>
              <a:ext cx="204" cy="353"/>
            </a:xfrm>
            <a:custGeom>
              <a:rect b="b" l="l" r="r" t="t"/>
              <a:pathLst>
                <a:path extrusionOk="0" h="26" w="15">
                  <a:moveTo>
                    <a:pt x="15"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9" name="Google Shape;5639;p72"/>
            <p:cNvSpPr/>
            <p:nvPr/>
          </p:nvSpPr>
          <p:spPr>
            <a:xfrm>
              <a:off x="2889334" y="2014048"/>
              <a:ext cx="163" cy="109"/>
            </a:xfrm>
            <a:custGeom>
              <a:rect b="b" l="l" r="r" t="t"/>
              <a:pathLst>
                <a:path extrusionOk="0" h="8" w="12">
                  <a:moveTo>
                    <a:pt x="1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0" name="Google Shape;5640;p72"/>
            <p:cNvSpPr/>
            <p:nvPr/>
          </p:nvSpPr>
          <p:spPr>
            <a:xfrm>
              <a:off x="2893801" y="2010246"/>
              <a:ext cx="14" cy="54"/>
            </a:xfrm>
            <a:custGeom>
              <a:rect b="b" l="l" r="r" t="t"/>
              <a:pathLst>
                <a:path extrusionOk="0" h="4" w="1">
                  <a:moveTo>
                    <a:pt x="1" y="0"/>
                  </a:moveTo>
                  <a:lnTo>
                    <a:pt x="1" y="0"/>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1" name="Google Shape;5641;p72"/>
            <p:cNvSpPr/>
            <p:nvPr/>
          </p:nvSpPr>
          <p:spPr>
            <a:xfrm>
              <a:off x="2889483" y="2014143"/>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72"/>
            <p:cNvSpPr/>
            <p:nvPr/>
          </p:nvSpPr>
          <p:spPr>
            <a:xfrm>
              <a:off x="2889578" y="2014238"/>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3" name="Google Shape;5643;p72"/>
            <p:cNvSpPr/>
            <p:nvPr/>
          </p:nvSpPr>
          <p:spPr>
            <a:xfrm>
              <a:off x="2889619" y="2014279"/>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4" name="Google Shape;5644;p72"/>
            <p:cNvSpPr/>
            <p:nvPr/>
          </p:nvSpPr>
          <p:spPr>
            <a:xfrm>
              <a:off x="2894181" y="2012188"/>
              <a:ext cx="68" cy="353"/>
            </a:xfrm>
            <a:custGeom>
              <a:rect b="b" l="l" r="r" t="t"/>
              <a:pathLst>
                <a:path extrusionOk="0" h="26" w="5">
                  <a:moveTo>
                    <a:pt x="1" y="1"/>
                  </a:moveTo>
                  <a:cubicBezTo>
                    <a:pt x="1" y="11"/>
                    <a:pt x="1" y="18"/>
                    <a:pt x="4" y="25"/>
                  </a:cubicBezTo>
                  <a:cubicBezTo>
                    <a:pt x="1" y="18"/>
                    <a:pt x="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72"/>
            <p:cNvSpPr/>
            <p:nvPr/>
          </p:nvSpPr>
          <p:spPr>
            <a:xfrm>
              <a:off x="2893950" y="2010952"/>
              <a:ext cx="54" cy="299"/>
            </a:xfrm>
            <a:custGeom>
              <a:rect b="b" l="l" r="r" t="t"/>
              <a:pathLst>
                <a:path extrusionOk="0" h="22" w="4">
                  <a:moveTo>
                    <a:pt x="0" y="1"/>
                  </a:moveTo>
                  <a:lnTo>
                    <a:pt x="4"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72"/>
            <p:cNvSpPr/>
            <p:nvPr/>
          </p:nvSpPr>
          <p:spPr>
            <a:xfrm>
              <a:off x="2894045" y="2011387"/>
              <a:ext cx="54" cy="394"/>
            </a:xfrm>
            <a:custGeom>
              <a:rect b="b" l="l" r="r" t="t"/>
              <a:pathLst>
                <a:path extrusionOk="0" h="29" w="4">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72"/>
            <p:cNvSpPr/>
            <p:nvPr/>
          </p:nvSpPr>
          <p:spPr>
            <a:xfrm>
              <a:off x="2894140" y="2011808"/>
              <a:ext cx="54" cy="353"/>
            </a:xfrm>
            <a:custGeom>
              <a:rect b="b" l="l" r="r" t="t"/>
              <a:pathLst>
                <a:path extrusionOk="0" h="26" w="4">
                  <a:moveTo>
                    <a:pt x="0" y="1"/>
                  </a:moveTo>
                  <a:cubicBezTo>
                    <a:pt x="0" y="8"/>
                    <a:pt x="0" y="15"/>
                    <a:pt x="4" y="25"/>
                  </a:cubicBez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72"/>
            <p:cNvSpPr/>
            <p:nvPr/>
          </p:nvSpPr>
          <p:spPr>
            <a:xfrm>
              <a:off x="2889714" y="201433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9" name="Google Shape;5649;p72"/>
            <p:cNvSpPr/>
            <p:nvPr/>
          </p:nvSpPr>
          <p:spPr>
            <a:xfrm>
              <a:off x="2893855" y="2010477"/>
              <a:ext cx="54" cy="353"/>
            </a:xfrm>
            <a:custGeom>
              <a:rect b="b" l="l" r="r" t="t"/>
              <a:pathLst>
                <a:path extrusionOk="0" h="26" w="4">
                  <a:moveTo>
                    <a:pt x="0" y="1"/>
                  </a:moveTo>
                  <a:lnTo>
                    <a:pt x="4"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72"/>
            <p:cNvSpPr/>
            <p:nvPr/>
          </p:nvSpPr>
          <p:spPr>
            <a:xfrm>
              <a:off x="2333674" y="1750386"/>
              <a:ext cx="69992" cy="68689"/>
            </a:xfrm>
            <a:custGeom>
              <a:rect b="b" l="l" r="r" t="t"/>
              <a:pathLst>
                <a:path extrusionOk="0" h="5059" w="5155">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1" name="Google Shape;5651;p72"/>
            <p:cNvSpPr/>
            <p:nvPr/>
          </p:nvSpPr>
          <p:spPr>
            <a:xfrm>
              <a:off x="2360965" y="1751568"/>
              <a:ext cx="584" cy="204"/>
            </a:xfrm>
            <a:custGeom>
              <a:rect b="b" l="l" r="r" t="t"/>
              <a:pathLst>
                <a:path extrusionOk="0" h="15" w="43">
                  <a:moveTo>
                    <a:pt x="0" y="1"/>
                  </a:moveTo>
                  <a:lnTo>
                    <a:pt x="42" y="15"/>
                  </a:lnTo>
                  <a:lnTo>
                    <a:pt x="42" y="15"/>
                  </a:lnTo>
                  <a:lnTo>
                    <a:pt x="0" y="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72"/>
            <p:cNvSpPr/>
            <p:nvPr/>
          </p:nvSpPr>
          <p:spPr>
            <a:xfrm>
              <a:off x="2333674" y="1776048"/>
              <a:ext cx="15465" cy="8147"/>
            </a:xfrm>
            <a:custGeom>
              <a:rect b="b" l="l" r="r" t="t"/>
              <a:pathLst>
                <a:path extrusionOk="0" h="600" w="1139">
                  <a:moveTo>
                    <a:pt x="1139" y="0"/>
                  </a:moveTo>
                  <a:cubicBezTo>
                    <a:pt x="1086" y="28"/>
                    <a:pt x="501" y="340"/>
                    <a:pt x="1" y="599"/>
                  </a:cubicBezTo>
                  <a:cubicBezTo>
                    <a:pt x="452" y="368"/>
                    <a:pt x="971" y="91"/>
                    <a:pt x="11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3" name="Google Shape;5653;p72"/>
            <p:cNvSpPr/>
            <p:nvPr/>
          </p:nvSpPr>
          <p:spPr>
            <a:xfrm>
              <a:off x="2333674" y="1784181"/>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4" name="Google Shape;5654;p72"/>
            <p:cNvSpPr/>
            <p:nvPr/>
          </p:nvSpPr>
          <p:spPr>
            <a:xfrm>
              <a:off x="2334720" y="1789218"/>
              <a:ext cx="1059" cy="4481"/>
            </a:xfrm>
            <a:custGeom>
              <a:rect b="b" l="l" r="r" t="t"/>
              <a:pathLst>
                <a:path extrusionOk="0" h="330" w="78">
                  <a:moveTo>
                    <a:pt x="78" y="329"/>
                  </a:moveTo>
                  <a:cubicBezTo>
                    <a:pt x="53" y="224"/>
                    <a:pt x="25" y="105"/>
                    <a:pt x="1" y="0"/>
                  </a:cubicBezTo>
                  <a:cubicBezTo>
                    <a:pt x="25" y="105"/>
                    <a:pt x="53" y="224"/>
                    <a:pt x="78" y="3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5" name="Google Shape;5655;p72"/>
            <p:cNvSpPr/>
            <p:nvPr/>
          </p:nvSpPr>
          <p:spPr>
            <a:xfrm>
              <a:off x="2334530" y="1788403"/>
              <a:ext cx="204" cy="828"/>
            </a:xfrm>
            <a:custGeom>
              <a:rect b="b" l="l" r="r" t="t"/>
              <a:pathLst>
                <a:path extrusionOk="0" h="61" w="15">
                  <a:moveTo>
                    <a:pt x="1" y="1"/>
                  </a:moveTo>
                  <a:lnTo>
                    <a:pt x="15"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6" name="Google Shape;5656;p72"/>
            <p:cNvSpPr/>
            <p:nvPr/>
          </p:nvSpPr>
          <p:spPr>
            <a:xfrm>
              <a:off x="2334340" y="1787697"/>
              <a:ext cx="204" cy="720"/>
            </a:xfrm>
            <a:custGeom>
              <a:rect b="b" l="l" r="r" t="t"/>
              <a:pathLst>
                <a:path extrusionOk="0" h="53" w="15">
                  <a:moveTo>
                    <a:pt x="1" y="0"/>
                  </a:moveTo>
                  <a:lnTo>
                    <a:pt x="15"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7" name="Google Shape;5657;p72"/>
            <p:cNvSpPr/>
            <p:nvPr/>
          </p:nvSpPr>
          <p:spPr>
            <a:xfrm>
              <a:off x="2333770" y="17850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8" name="Google Shape;5658;p72"/>
            <p:cNvSpPr/>
            <p:nvPr/>
          </p:nvSpPr>
          <p:spPr>
            <a:xfrm>
              <a:off x="2334150" y="1787073"/>
              <a:ext cx="204" cy="584"/>
            </a:xfrm>
            <a:custGeom>
              <a:rect b="b" l="l" r="r" t="t"/>
              <a:pathLst>
                <a:path extrusionOk="0" h="43" w="15">
                  <a:moveTo>
                    <a:pt x="1" y="1"/>
                  </a:moveTo>
                  <a:cubicBezTo>
                    <a:pt x="4" y="11"/>
                    <a:pt x="8" y="29"/>
                    <a:pt x="15" y="43"/>
                  </a:cubicBezTo>
                  <a:cubicBezTo>
                    <a:pt x="8" y="29"/>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9" name="Google Shape;5659;p72"/>
            <p:cNvSpPr/>
            <p:nvPr/>
          </p:nvSpPr>
          <p:spPr>
            <a:xfrm>
              <a:off x="2333865" y="1785742"/>
              <a:ext cx="14" cy="109"/>
            </a:xfrm>
            <a:custGeom>
              <a:rect b="b" l="l" r="r" t="t"/>
              <a:pathLst>
                <a:path extrusionOk="0" h="8" w="1">
                  <a:moveTo>
                    <a:pt x="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0" name="Google Shape;5660;p72"/>
            <p:cNvSpPr/>
            <p:nvPr/>
          </p:nvSpPr>
          <p:spPr>
            <a:xfrm>
              <a:off x="2334055" y="1786462"/>
              <a:ext cx="14" cy="109"/>
            </a:xfrm>
            <a:custGeom>
              <a:rect b="b" l="l" r="r" t="t"/>
              <a:pathLst>
                <a:path extrusionOk="0" h="8" w="1">
                  <a:moveTo>
                    <a:pt x="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1" name="Google Shape;5661;p72"/>
            <p:cNvSpPr/>
            <p:nvPr/>
          </p:nvSpPr>
          <p:spPr>
            <a:xfrm>
              <a:off x="2333674" y="178418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72"/>
            <p:cNvSpPr/>
            <p:nvPr/>
          </p:nvSpPr>
          <p:spPr>
            <a:xfrm>
              <a:off x="2369709" y="1751568"/>
              <a:ext cx="2580" cy="1249"/>
            </a:xfrm>
            <a:custGeom>
              <a:rect b="b" l="l" r="r" t="t"/>
              <a:pathLst>
                <a:path extrusionOk="0" h="92" w="190">
                  <a:moveTo>
                    <a:pt x="0" y="8"/>
                  </a:moveTo>
                  <a:cubicBezTo>
                    <a:pt x="29" y="1"/>
                    <a:pt x="130" y="57"/>
                    <a:pt x="190" y="92"/>
                  </a:cubicBezTo>
                  <a:cubicBezTo>
                    <a:pt x="130" y="57"/>
                    <a:pt x="29" y="1"/>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3" name="Google Shape;5663;p72"/>
            <p:cNvSpPr/>
            <p:nvPr/>
          </p:nvSpPr>
          <p:spPr>
            <a:xfrm>
              <a:off x="2348135" y="1797392"/>
              <a:ext cx="2620" cy="1724"/>
            </a:xfrm>
            <a:custGeom>
              <a:rect b="b" l="l" r="r" t="t"/>
              <a:pathLst>
                <a:path extrusionOk="0" h="127" w="193">
                  <a:moveTo>
                    <a:pt x="0" y="0"/>
                  </a:moveTo>
                  <a:lnTo>
                    <a:pt x="0" y="0"/>
                  </a:lnTo>
                  <a:cubicBezTo>
                    <a:pt x="63" y="39"/>
                    <a:pt x="126" y="84"/>
                    <a:pt x="193" y="126"/>
                  </a:cubicBezTo>
                  <a:cubicBezTo>
                    <a:pt x="126" y="81"/>
                    <a:pt x="63"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4" name="Google Shape;5664;p72"/>
            <p:cNvSpPr/>
            <p:nvPr/>
          </p:nvSpPr>
          <p:spPr>
            <a:xfrm>
              <a:off x="2337666" y="1793631"/>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72"/>
            <p:cNvSpPr/>
            <p:nvPr/>
          </p:nvSpPr>
          <p:spPr>
            <a:xfrm>
              <a:off x="2338046" y="1793590"/>
              <a:ext cx="679" cy="14"/>
            </a:xfrm>
            <a:custGeom>
              <a:rect b="b" l="l" r="r" t="t"/>
              <a:pathLst>
                <a:path extrusionOk="0" h="1" w="50">
                  <a:moveTo>
                    <a:pt x="1" y="0"/>
                  </a:moveTo>
                  <a:lnTo>
                    <a:pt x="5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72"/>
            <p:cNvSpPr/>
            <p:nvPr/>
          </p:nvSpPr>
          <p:spPr>
            <a:xfrm>
              <a:off x="2342663" y="1794255"/>
              <a:ext cx="353" cy="204"/>
            </a:xfrm>
            <a:custGeom>
              <a:rect b="b" l="l" r="r" t="t"/>
              <a:pathLst>
                <a:path extrusionOk="0" h="15" w="26">
                  <a:moveTo>
                    <a:pt x="1" y="0"/>
                  </a:moveTo>
                  <a:lnTo>
                    <a:pt x="25"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72"/>
            <p:cNvSpPr/>
            <p:nvPr/>
          </p:nvSpPr>
          <p:spPr>
            <a:xfrm>
              <a:off x="2344088" y="1795016"/>
              <a:ext cx="4060" cy="2390"/>
            </a:xfrm>
            <a:custGeom>
              <a:rect b="b" l="l" r="r" t="t"/>
              <a:pathLst>
                <a:path extrusionOk="0" h="176" w="299">
                  <a:moveTo>
                    <a:pt x="1" y="0"/>
                  </a:moveTo>
                  <a:cubicBezTo>
                    <a:pt x="88" y="46"/>
                    <a:pt x="186" y="105"/>
                    <a:pt x="298" y="175"/>
                  </a:cubicBezTo>
                  <a:cubicBezTo>
                    <a:pt x="186" y="105"/>
                    <a:pt x="88" y="46"/>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72"/>
            <p:cNvSpPr/>
            <p:nvPr/>
          </p:nvSpPr>
          <p:spPr>
            <a:xfrm>
              <a:off x="2343192" y="1794540"/>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9" name="Google Shape;5669;p72"/>
            <p:cNvSpPr/>
            <p:nvPr/>
          </p:nvSpPr>
          <p:spPr>
            <a:xfrm>
              <a:off x="2338712" y="1793590"/>
              <a:ext cx="2009" cy="109"/>
            </a:xfrm>
            <a:custGeom>
              <a:rect b="b" l="l" r="r" t="t"/>
              <a:pathLst>
                <a:path extrusionOk="0" h="8" w="148">
                  <a:moveTo>
                    <a:pt x="1" y="0"/>
                  </a:moveTo>
                  <a:cubicBezTo>
                    <a:pt x="50" y="0"/>
                    <a:pt x="99" y="4"/>
                    <a:pt x="148" y="7"/>
                  </a:cubicBezTo>
                  <a:cubicBezTo>
                    <a:pt x="99" y="4"/>
                    <a:pt x="50"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72"/>
            <p:cNvSpPr/>
            <p:nvPr/>
          </p:nvSpPr>
          <p:spPr>
            <a:xfrm>
              <a:off x="2382309" y="181835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1" name="Google Shape;5671;p72"/>
            <p:cNvSpPr/>
            <p:nvPr/>
          </p:nvSpPr>
          <p:spPr>
            <a:xfrm>
              <a:off x="2386776" y="1818776"/>
              <a:ext cx="3435" cy="394"/>
            </a:xfrm>
            <a:custGeom>
              <a:rect b="b" l="l" r="r" t="t"/>
              <a:pathLst>
                <a:path extrusionOk="0" h="29" w="253">
                  <a:moveTo>
                    <a:pt x="252" y="29"/>
                  </a:moveTo>
                  <a:lnTo>
                    <a:pt x="0" y="1"/>
                  </a:lnTo>
                  <a:lnTo>
                    <a:pt x="252"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72"/>
            <p:cNvSpPr/>
            <p:nvPr/>
          </p:nvSpPr>
          <p:spPr>
            <a:xfrm>
              <a:off x="2392098" y="1811662"/>
              <a:ext cx="11663" cy="11554"/>
            </a:xfrm>
            <a:custGeom>
              <a:rect b="b" l="l" r="r" t="t"/>
              <a:pathLst>
                <a:path extrusionOk="0" h="851" w="859">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3" name="Google Shape;5673;p72"/>
            <p:cNvSpPr/>
            <p:nvPr/>
          </p:nvSpPr>
          <p:spPr>
            <a:xfrm>
              <a:off x="2392003" y="1819401"/>
              <a:ext cx="3435" cy="434"/>
            </a:xfrm>
            <a:custGeom>
              <a:rect b="b" l="l" r="r" t="t"/>
              <a:pathLst>
                <a:path extrusionOk="0" h="32" w="253">
                  <a:moveTo>
                    <a:pt x="0" y="0"/>
                  </a:moveTo>
                  <a:lnTo>
                    <a:pt x="0" y="0"/>
                  </a:lnTo>
                  <a:lnTo>
                    <a:pt x="252" y="32"/>
                  </a:lnTo>
                  <a:lnTo>
                    <a:pt x="252"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4" name="Google Shape;5674;p72"/>
            <p:cNvSpPr/>
            <p:nvPr/>
          </p:nvSpPr>
          <p:spPr>
            <a:xfrm>
              <a:off x="2399471" y="1823053"/>
              <a:ext cx="4236" cy="204"/>
            </a:xfrm>
            <a:custGeom>
              <a:rect b="b" l="l" r="r" t="t"/>
              <a:pathLst>
                <a:path extrusionOk="0" h="15" w="312">
                  <a:moveTo>
                    <a:pt x="312" y="15"/>
                  </a:moveTo>
                  <a:lnTo>
                    <a:pt x="312" y="15"/>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5" name="Google Shape;5675;p72"/>
            <p:cNvSpPr/>
            <p:nvPr/>
          </p:nvSpPr>
          <p:spPr>
            <a:xfrm>
              <a:off x="2397991" y="1811743"/>
              <a:ext cx="204" cy="14"/>
            </a:xfrm>
            <a:custGeom>
              <a:rect b="b" l="l" r="r" t="t"/>
              <a:pathLst>
                <a:path extrusionOk="0" h="1" w="15">
                  <a:moveTo>
                    <a:pt x="0"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6" name="Google Shape;5676;p72"/>
            <p:cNvSpPr/>
            <p:nvPr/>
          </p:nvSpPr>
          <p:spPr>
            <a:xfrm>
              <a:off x="2393185" y="1816685"/>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7" name="Google Shape;5677;p72"/>
            <p:cNvSpPr/>
            <p:nvPr/>
          </p:nvSpPr>
          <p:spPr>
            <a:xfrm>
              <a:off x="2399702" y="1812598"/>
              <a:ext cx="204" cy="204"/>
            </a:xfrm>
            <a:custGeom>
              <a:rect b="b" l="l" r="r" t="t"/>
              <a:pathLst>
                <a:path extrusionOk="0" h="15" w="15">
                  <a:moveTo>
                    <a:pt x="1" y="1"/>
                  </a:moveTo>
                  <a:lnTo>
                    <a:pt x="15"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8" name="Google Shape;5678;p72"/>
            <p:cNvSpPr/>
            <p:nvPr/>
          </p:nvSpPr>
          <p:spPr>
            <a:xfrm>
              <a:off x="2399227" y="1812273"/>
              <a:ext cx="204" cy="149"/>
            </a:xfrm>
            <a:custGeom>
              <a:rect b="b" l="l" r="r" t="t"/>
              <a:pathLst>
                <a:path extrusionOk="0" h="11" w="15">
                  <a:moveTo>
                    <a:pt x="1" y="0"/>
                  </a:move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9" name="Google Shape;5679;p72"/>
            <p:cNvSpPr/>
            <p:nvPr/>
          </p:nvSpPr>
          <p:spPr>
            <a:xfrm>
              <a:off x="2398426" y="1811838"/>
              <a:ext cx="149" cy="68"/>
            </a:xfrm>
            <a:custGeom>
              <a:rect b="b" l="l" r="r" t="t"/>
              <a:pathLst>
                <a:path extrusionOk="0" h="5" w="11">
                  <a:moveTo>
                    <a:pt x="0" y="1"/>
                  </a:move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0" name="Google Shape;5680;p72"/>
            <p:cNvSpPr/>
            <p:nvPr/>
          </p:nvSpPr>
          <p:spPr>
            <a:xfrm>
              <a:off x="2397367" y="1811743"/>
              <a:ext cx="394" cy="14"/>
            </a:xfrm>
            <a:custGeom>
              <a:rect b="b" l="l" r="r" t="t"/>
              <a:pathLst>
                <a:path extrusionOk="0" h="1" w="29">
                  <a:moveTo>
                    <a:pt x="1" y="1"/>
                  </a:moveTo>
                  <a:cubicBezTo>
                    <a:pt x="8" y="1"/>
                    <a:pt x="18" y="1"/>
                    <a:pt x="29" y="1"/>
                  </a:cubicBezTo>
                  <a:cubicBezTo>
                    <a:pt x="18" y="1"/>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1" name="Google Shape;5681;p72"/>
            <p:cNvSpPr/>
            <p:nvPr/>
          </p:nvSpPr>
          <p:spPr>
            <a:xfrm>
              <a:off x="2393755" y="181540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72"/>
            <p:cNvSpPr/>
            <p:nvPr/>
          </p:nvSpPr>
          <p:spPr>
            <a:xfrm>
              <a:off x="2400747" y="1813549"/>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3" name="Google Shape;5683;p72"/>
            <p:cNvSpPr/>
            <p:nvPr/>
          </p:nvSpPr>
          <p:spPr>
            <a:xfrm>
              <a:off x="2393375" y="181616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4" name="Google Shape;5684;p72"/>
            <p:cNvSpPr/>
            <p:nvPr/>
          </p:nvSpPr>
          <p:spPr>
            <a:xfrm>
              <a:off x="2400177" y="1813033"/>
              <a:ext cx="299" cy="244"/>
            </a:xfrm>
            <a:custGeom>
              <a:rect b="b" l="l" r="r" t="t"/>
              <a:pathLst>
                <a:path extrusionOk="0" h="18" w="22">
                  <a:moveTo>
                    <a:pt x="1" y="0"/>
                  </a:moveTo>
                  <a:lnTo>
                    <a:pt x="2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72"/>
            <p:cNvSpPr/>
            <p:nvPr/>
          </p:nvSpPr>
          <p:spPr>
            <a:xfrm>
              <a:off x="2393565" y="1815735"/>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72"/>
            <p:cNvSpPr/>
            <p:nvPr/>
          </p:nvSpPr>
          <p:spPr>
            <a:xfrm>
              <a:off x="2398806" y="1812028"/>
              <a:ext cx="204" cy="109"/>
            </a:xfrm>
            <a:custGeom>
              <a:rect b="b" l="l" r="r" t="t"/>
              <a:pathLst>
                <a:path extrusionOk="0" h="8" w="15">
                  <a:moveTo>
                    <a:pt x="0" y="1"/>
                  </a:moveTo>
                  <a:lnTo>
                    <a:pt x="1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72"/>
            <p:cNvSpPr/>
            <p:nvPr/>
          </p:nvSpPr>
          <p:spPr>
            <a:xfrm>
              <a:off x="2394420" y="181426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72"/>
            <p:cNvSpPr/>
            <p:nvPr/>
          </p:nvSpPr>
          <p:spPr>
            <a:xfrm>
              <a:off x="2394040" y="1814839"/>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9" name="Google Shape;5689;p72"/>
            <p:cNvSpPr/>
            <p:nvPr/>
          </p:nvSpPr>
          <p:spPr>
            <a:xfrm>
              <a:off x="2394135" y="1814649"/>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72"/>
            <p:cNvSpPr/>
            <p:nvPr/>
          </p:nvSpPr>
          <p:spPr>
            <a:xfrm>
              <a:off x="2394230" y="1814499"/>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1" name="Google Shape;5691;p72"/>
            <p:cNvSpPr/>
            <p:nvPr/>
          </p:nvSpPr>
          <p:spPr>
            <a:xfrm>
              <a:off x="2394380" y="181430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2" name="Google Shape;5692;p72"/>
            <p:cNvSpPr/>
            <p:nvPr/>
          </p:nvSpPr>
          <p:spPr>
            <a:xfrm>
              <a:off x="2394325" y="181440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3" name="Google Shape;5693;p72"/>
            <p:cNvSpPr/>
            <p:nvPr/>
          </p:nvSpPr>
          <p:spPr>
            <a:xfrm>
              <a:off x="2393904" y="1815070"/>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4" name="Google Shape;5694;p72"/>
            <p:cNvSpPr/>
            <p:nvPr/>
          </p:nvSpPr>
          <p:spPr>
            <a:xfrm>
              <a:off x="2013313" y="1624754"/>
              <a:ext cx="94975" cy="80080"/>
            </a:xfrm>
            <a:custGeom>
              <a:rect b="b" l="l" r="r" t="t"/>
              <a:pathLst>
                <a:path extrusionOk="0" h="5898" w="6995">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5" name="Google Shape;5695;p72"/>
            <p:cNvSpPr/>
            <p:nvPr/>
          </p:nvSpPr>
          <p:spPr>
            <a:xfrm>
              <a:off x="2113407" y="1701277"/>
              <a:ext cx="5580" cy="11812"/>
            </a:xfrm>
            <a:custGeom>
              <a:rect b="b" l="l" r="r" t="t"/>
              <a:pathLst>
                <a:path extrusionOk="0" h="870" w="411">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6" name="Google Shape;5696;p72"/>
            <p:cNvSpPr/>
            <p:nvPr/>
          </p:nvSpPr>
          <p:spPr>
            <a:xfrm>
              <a:off x="2091696" y="1640056"/>
              <a:ext cx="4616" cy="543"/>
            </a:xfrm>
            <a:custGeom>
              <a:rect b="b" l="l" r="r" t="t"/>
              <a:pathLst>
                <a:path extrusionOk="0" h="40" w="34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7" name="Google Shape;5697;p72"/>
            <p:cNvSpPr/>
            <p:nvPr/>
          </p:nvSpPr>
          <p:spPr>
            <a:xfrm>
              <a:off x="2083563" y="1634394"/>
              <a:ext cx="149" cy="109"/>
            </a:xfrm>
            <a:custGeom>
              <a:rect b="b" l="l" r="r" t="t"/>
              <a:pathLst>
                <a:path extrusionOk="0" h="8" w="11">
                  <a:moveTo>
                    <a:pt x="1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8" name="Google Shape;5698;p72"/>
            <p:cNvSpPr/>
            <p:nvPr/>
          </p:nvSpPr>
          <p:spPr>
            <a:xfrm>
              <a:off x="2066972" y="1624699"/>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9" name="Google Shape;5699;p72"/>
            <p:cNvSpPr/>
            <p:nvPr/>
          </p:nvSpPr>
          <p:spPr>
            <a:xfrm>
              <a:off x="2087840" y="1638630"/>
              <a:ext cx="244" cy="299"/>
            </a:xfrm>
            <a:custGeom>
              <a:rect b="b" l="l" r="r" t="t"/>
              <a:pathLst>
                <a:path extrusionOk="0" h="22" w="18">
                  <a:moveTo>
                    <a:pt x="1" y="1"/>
                  </a:moveTo>
                  <a:lnTo>
                    <a:pt x="18"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0" name="Google Shape;5700;p72"/>
            <p:cNvSpPr/>
            <p:nvPr/>
          </p:nvSpPr>
          <p:spPr>
            <a:xfrm>
              <a:off x="2089741" y="1640151"/>
              <a:ext cx="353" cy="109"/>
            </a:xfrm>
            <a:custGeom>
              <a:rect b="b" l="l" r="r" t="t"/>
              <a:pathLst>
                <a:path extrusionOk="0" h="8" w="26">
                  <a:moveTo>
                    <a:pt x="1" y="1"/>
                  </a:moveTo>
                  <a:cubicBezTo>
                    <a:pt x="8" y="4"/>
                    <a:pt x="18" y="4"/>
                    <a:pt x="25" y="8"/>
                  </a:cubicBezTo>
                  <a:cubicBezTo>
                    <a:pt x="18" y="4"/>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1" name="Google Shape;5701;p72"/>
            <p:cNvSpPr/>
            <p:nvPr/>
          </p:nvSpPr>
          <p:spPr>
            <a:xfrm>
              <a:off x="2089361" y="164001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72"/>
            <p:cNvSpPr/>
            <p:nvPr/>
          </p:nvSpPr>
          <p:spPr>
            <a:xfrm>
              <a:off x="2079992" y="1635819"/>
              <a:ext cx="1629" cy="299"/>
            </a:xfrm>
            <a:custGeom>
              <a:rect b="b" l="l" r="r" t="t"/>
              <a:pathLst>
                <a:path extrusionOk="0" h="22" w="120">
                  <a:moveTo>
                    <a:pt x="120" y="1"/>
                  </a:moveTo>
                  <a:cubicBezTo>
                    <a:pt x="81" y="22"/>
                    <a:pt x="39" y="22"/>
                    <a:pt x="1" y="8"/>
                  </a:cubicBezTo>
                  <a:cubicBezTo>
                    <a:pt x="39" y="22"/>
                    <a:pt x="81" y="22"/>
                    <a:pt x="1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3" name="Google Shape;5703;p72"/>
            <p:cNvSpPr/>
            <p:nvPr/>
          </p:nvSpPr>
          <p:spPr>
            <a:xfrm>
              <a:off x="2088411" y="1639295"/>
              <a:ext cx="204" cy="204"/>
            </a:xfrm>
            <a:custGeom>
              <a:rect b="b" l="l" r="r" t="t"/>
              <a:pathLst>
                <a:path extrusionOk="0" h="15" w="15">
                  <a:moveTo>
                    <a:pt x="15"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4" name="Google Shape;5704;p72"/>
            <p:cNvSpPr/>
            <p:nvPr/>
          </p:nvSpPr>
          <p:spPr>
            <a:xfrm>
              <a:off x="2088981" y="1639825"/>
              <a:ext cx="299" cy="149"/>
            </a:xfrm>
            <a:custGeom>
              <a:rect b="b" l="l" r="r" t="t"/>
              <a:pathLst>
                <a:path extrusionOk="0" h="11" w="22">
                  <a:moveTo>
                    <a:pt x="1" y="0"/>
                  </a:moveTo>
                  <a:cubicBezTo>
                    <a:pt x="8" y="4"/>
                    <a:pt x="15" y="7"/>
                    <a:pt x="22" y="11"/>
                  </a:cubicBezTo>
                  <a:cubicBezTo>
                    <a:pt x="15" y="7"/>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72"/>
            <p:cNvSpPr/>
            <p:nvPr/>
          </p:nvSpPr>
          <p:spPr>
            <a:xfrm>
              <a:off x="2090121" y="1640110"/>
              <a:ext cx="1589" cy="109"/>
            </a:xfrm>
            <a:custGeom>
              <a:rect b="b" l="l" r="r" t="t"/>
              <a:pathLst>
                <a:path extrusionOk="0" h="8" w="117">
                  <a:moveTo>
                    <a:pt x="81" y="0"/>
                  </a:moveTo>
                  <a:cubicBezTo>
                    <a:pt x="67" y="0"/>
                    <a:pt x="53" y="4"/>
                    <a:pt x="36" y="4"/>
                  </a:cubicBezTo>
                  <a:cubicBezTo>
                    <a:pt x="25" y="7"/>
                    <a:pt x="15" y="7"/>
                    <a:pt x="1" y="7"/>
                  </a:cubicBezTo>
                  <a:lnTo>
                    <a:pt x="39" y="7"/>
                  </a:lnTo>
                  <a:cubicBezTo>
                    <a:pt x="64" y="4"/>
                    <a:pt x="88" y="0"/>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72"/>
            <p:cNvSpPr/>
            <p:nvPr/>
          </p:nvSpPr>
          <p:spPr>
            <a:xfrm>
              <a:off x="2088125" y="1638969"/>
              <a:ext cx="204" cy="244"/>
            </a:xfrm>
            <a:custGeom>
              <a:rect b="b" l="l" r="r" t="t"/>
              <a:pathLst>
                <a:path extrusionOk="0" h="18" w="15">
                  <a:moveTo>
                    <a:pt x="1" y="0"/>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72"/>
            <p:cNvSpPr/>
            <p:nvPr/>
          </p:nvSpPr>
          <p:spPr>
            <a:xfrm>
              <a:off x="2088696" y="1639580"/>
              <a:ext cx="258" cy="204"/>
            </a:xfrm>
            <a:custGeom>
              <a:rect b="b" l="l" r="r" t="t"/>
              <a:pathLst>
                <a:path extrusionOk="0" h="15" w="19">
                  <a:moveTo>
                    <a:pt x="1" y="1"/>
                  </a:moveTo>
                  <a:lnTo>
                    <a:pt x="18"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72"/>
            <p:cNvSpPr/>
            <p:nvPr/>
          </p:nvSpPr>
          <p:spPr>
            <a:xfrm>
              <a:off x="2091221" y="1640056"/>
              <a:ext cx="1100" cy="68"/>
            </a:xfrm>
            <a:custGeom>
              <a:rect b="b" l="l" r="r" t="t"/>
              <a:pathLst>
                <a:path extrusionOk="0" h="5" w="81">
                  <a:moveTo>
                    <a:pt x="81" y="1"/>
                  </a:moveTo>
                  <a:cubicBezTo>
                    <a:pt x="56" y="1"/>
                    <a:pt x="28" y="1"/>
                    <a:pt x="0" y="4"/>
                  </a:cubicBezTo>
                  <a:lnTo>
                    <a:pt x="35" y="4"/>
                  </a:lnTo>
                  <a:lnTo>
                    <a:pt x="8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9" name="Google Shape;5709;p72"/>
            <p:cNvSpPr/>
            <p:nvPr/>
          </p:nvSpPr>
          <p:spPr>
            <a:xfrm>
              <a:off x="2093923" y="1670524"/>
              <a:ext cx="109" cy="258"/>
            </a:xfrm>
            <a:custGeom>
              <a:rect b="b" l="l" r="r" t="t"/>
              <a:pathLst>
                <a:path extrusionOk="0" h="19" w="8">
                  <a:moveTo>
                    <a:pt x="8" y="18"/>
                  </a:moveTo>
                  <a:cubicBezTo>
                    <a:pt x="4" y="11"/>
                    <a:pt x="1" y="8"/>
                    <a:pt x="1" y="1"/>
                  </a:cubicBezTo>
                  <a:cubicBezTo>
                    <a:pt x="1" y="8"/>
                    <a:pt x="4" y="11"/>
                    <a:pt x="8"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72"/>
            <p:cNvSpPr/>
            <p:nvPr/>
          </p:nvSpPr>
          <p:spPr>
            <a:xfrm>
              <a:off x="2103767" y="1657068"/>
              <a:ext cx="204" cy="448"/>
            </a:xfrm>
            <a:custGeom>
              <a:rect b="b" l="l" r="r" t="t"/>
              <a:pathLst>
                <a:path extrusionOk="0" h="33" w="15">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1" name="Google Shape;5711;p72"/>
            <p:cNvSpPr/>
            <p:nvPr/>
          </p:nvSpPr>
          <p:spPr>
            <a:xfrm>
              <a:off x="2101676" y="1658019"/>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2" name="Google Shape;5712;p72"/>
            <p:cNvSpPr/>
            <p:nvPr/>
          </p:nvSpPr>
          <p:spPr>
            <a:xfrm>
              <a:off x="2099585" y="1672289"/>
              <a:ext cx="502" cy="1385"/>
            </a:xfrm>
            <a:custGeom>
              <a:rect b="b" l="l" r="r" t="t"/>
              <a:pathLst>
                <a:path extrusionOk="0" h="102" w="37">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3" name="Google Shape;5713;p72"/>
            <p:cNvSpPr/>
            <p:nvPr/>
          </p:nvSpPr>
          <p:spPr>
            <a:xfrm>
              <a:off x="2101296" y="1658209"/>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4" name="Google Shape;5714;p72"/>
            <p:cNvSpPr/>
            <p:nvPr/>
          </p:nvSpPr>
          <p:spPr>
            <a:xfrm>
              <a:off x="2100630" y="1658684"/>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5" name="Google Shape;5715;p72"/>
            <p:cNvSpPr/>
            <p:nvPr/>
          </p:nvSpPr>
          <p:spPr>
            <a:xfrm>
              <a:off x="2100956" y="1658453"/>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6" name="Google Shape;5716;p72"/>
            <p:cNvSpPr/>
            <p:nvPr/>
          </p:nvSpPr>
          <p:spPr>
            <a:xfrm>
              <a:off x="2102056" y="1657829"/>
              <a:ext cx="204" cy="163"/>
            </a:xfrm>
            <a:custGeom>
              <a:rect b="b" l="l" r="r" t="t"/>
              <a:pathLst>
                <a:path extrusionOk="0" h="12"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7" name="Google Shape;5717;p72"/>
            <p:cNvSpPr/>
            <p:nvPr/>
          </p:nvSpPr>
          <p:spPr>
            <a:xfrm>
              <a:off x="2103142" y="1657543"/>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8" name="Google Shape;5718;p72"/>
            <p:cNvSpPr/>
            <p:nvPr/>
          </p:nvSpPr>
          <p:spPr>
            <a:xfrm>
              <a:off x="2102816" y="1657638"/>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72"/>
            <p:cNvSpPr/>
            <p:nvPr/>
          </p:nvSpPr>
          <p:spPr>
            <a:xfrm>
              <a:off x="2102436" y="1657733"/>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0" name="Google Shape;5720;p72"/>
            <p:cNvSpPr/>
            <p:nvPr/>
          </p:nvSpPr>
          <p:spPr>
            <a:xfrm>
              <a:off x="2100345" y="1659023"/>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1" name="Google Shape;5721;p72"/>
            <p:cNvSpPr/>
            <p:nvPr/>
          </p:nvSpPr>
          <p:spPr>
            <a:xfrm>
              <a:off x="2099395" y="1660300"/>
              <a:ext cx="149" cy="299"/>
            </a:xfrm>
            <a:custGeom>
              <a:rect b="b" l="l" r="r" t="t"/>
              <a:pathLst>
                <a:path extrusionOk="0" h="22" w="11">
                  <a:moveTo>
                    <a:pt x="0" y="22"/>
                  </a:moveTo>
                  <a:cubicBezTo>
                    <a:pt x="4" y="15"/>
                    <a:pt x="7" y="8"/>
                    <a:pt x="11" y="1"/>
                  </a:cubicBezTo>
                  <a:cubicBezTo>
                    <a:pt x="7" y="8"/>
                    <a:pt x="4"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72"/>
            <p:cNvSpPr/>
            <p:nvPr/>
          </p:nvSpPr>
          <p:spPr>
            <a:xfrm>
              <a:off x="2099585" y="1659919"/>
              <a:ext cx="149" cy="258"/>
            </a:xfrm>
            <a:custGeom>
              <a:rect b="b" l="l" r="r" t="t"/>
              <a:pathLst>
                <a:path extrusionOk="0" h="19" w="11">
                  <a:moveTo>
                    <a:pt x="0" y="18"/>
                  </a:moveTo>
                  <a:cubicBezTo>
                    <a:pt x="4" y="15"/>
                    <a:pt x="7" y="8"/>
                    <a:pt x="11" y="1"/>
                  </a:cubicBezTo>
                  <a:cubicBezTo>
                    <a:pt x="7" y="8"/>
                    <a:pt x="4" y="15"/>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72"/>
            <p:cNvSpPr/>
            <p:nvPr/>
          </p:nvSpPr>
          <p:spPr>
            <a:xfrm>
              <a:off x="2099245" y="1660639"/>
              <a:ext cx="163" cy="299"/>
            </a:xfrm>
            <a:custGeom>
              <a:rect b="b" l="l" r="r" t="t"/>
              <a:pathLst>
                <a:path extrusionOk="0" h="22" w="12">
                  <a:moveTo>
                    <a:pt x="1" y="21"/>
                  </a:moveTo>
                  <a:cubicBezTo>
                    <a:pt x="4" y="14"/>
                    <a:pt x="8" y="7"/>
                    <a:pt x="11" y="0"/>
                  </a:cubicBezTo>
                  <a:cubicBezTo>
                    <a:pt x="8" y="7"/>
                    <a:pt x="4"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4" name="Google Shape;5724;p72"/>
            <p:cNvSpPr/>
            <p:nvPr/>
          </p:nvSpPr>
          <p:spPr>
            <a:xfrm>
              <a:off x="2099150" y="1661019"/>
              <a:ext cx="109" cy="339"/>
            </a:xfrm>
            <a:custGeom>
              <a:rect b="b" l="l" r="r" t="t"/>
              <a:pathLst>
                <a:path extrusionOk="0" h="25" w="8">
                  <a:moveTo>
                    <a:pt x="1" y="25"/>
                  </a:moveTo>
                  <a:cubicBezTo>
                    <a:pt x="1" y="18"/>
                    <a:pt x="4" y="7"/>
                    <a:pt x="8" y="0"/>
                  </a:cubicBezTo>
                  <a:cubicBezTo>
                    <a:pt x="4" y="7"/>
                    <a:pt x="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5" name="Google Shape;5725;p72"/>
            <p:cNvSpPr/>
            <p:nvPr/>
          </p:nvSpPr>
          <p:spPr>
            <a:xfrm>
              <a:off x="2094018" y="1670958"/>
              <a:ext cx="543" cy="584"/>
            </a:xfrm>
            <a:custGeom>
              <a:rect b="b" l="l" r="r" t="t"/>
              <a:pathLst>
                <a:path extrusionOk="0" h="43" w="40">
                  <a:moveTo>
                    <a:pt x="1" y="0"/>
                  </a:moveTo>
                  <a:cubicBezTo>
                    <a:pt x="11" y="18"/>
                    <a:pt x="22" y="32"/>
                    <a:pt x="39" y="42"/>
                  </a:cubicBezTo>
                  <a:cubicBezTo>
                    <a:pt x="22" y="32"/>
                    <a:pt x="11"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6" name="Google Shape;5726;p72"/>
            <p:cNvSpPr/>
            <p:nvPr/>
          </p:nvSpPr>
          <p:spPr>
            <a:xfrm>
              <a:off x="2100060" y="1659308"/>
              <a:ext cx="204" cy="244"/>
            </a:xfrm>
            <a:custGeom>
              <a:rect b="b" l="l" r="r" t="t"/>
              <a:pathLst>
                <a:path extrusionOk="0" h="18" w="15">
                  <a:moveTo>
                    <a:pt x="0" y="18"/>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72"/>
            <p:cNvSpPr/>
            <p:nvPr/>
          </p:nvSpPr>
          <p:spPr>
            <a:xfrm>
              <a:off x="2099816" y="1659594"/>
              <a:ext cx="163" cy="299"/>
            </a:xfrm>
            <a:custGeom>
              <a:rect b="b" l="l" r="r" t="t"/>
              <a:pathLst>
                <a:path extrusionOk="0" h="22" w="12">
                  <a:moveTo>
                    <a:pt x="11" y="0"/>
                  </a:moveTo>
                  <a:lnTo>
                    <a:pt x="11" y="0"/>
                  </a:lnTo>
                  <a:cubicBezTo>
                    <a:pt x="8" y="7"/>
                    <a:pt x="4" y="14"/>
                    <a:pt x="1" y="21"/>
                  </a:cubicBezTo>
                  <a:cubicBezTo>
                    <a:pt x="4" y="14"/>
                    <a:pt x="11" y="7"/>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8" name="Google Shape;5728;p72"/>
            <p:cNvSpPr/>
            <p:nvPr/>
          </p:nvSpPr>
          <p:spPr>
            <a:xfrm>
              <a:off x="2096299" y="1640626"/>
              <a:ext cx="1113" cy="489"/>
            </a:xfrm>
            <a:custGeom>
              <a:rect b="b" l="l" r="r" t="t"/>
              <a:pathLst>
                <a:path extrusionOk="0" h="36" w="82">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9" name="Google Shape;5729;p72"/>
            <p:cNvSpPr/>
            <p:nvPr/>
          </p:nvSpPr>
          <p:spPr>
            <a:xfrm>
              <a:off x="2103957" y="1654937"/>
              <a:ext cx="299" cy="2145"/>
            </a:xfrm>
            <a:custGeom>
              <a:rect b="b" l="l" r="r" t="t"/>
              <a:pathLst>
                <a:path extrusionOk="0" h="158" w="22">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0" name="Google Shape;5730;p72"/>
            <p:cNvSpPr/>
            <p:nvPr/>
          </p:nvSpPr>
          <p:spPr>
            <a:xfrm>
              <a:off x="2105138" y="1644577"/>
              <a:ext cx="1969" cy="625"/>
            </a:xfrm>
            <a:custGeom>
              <a:rect b="b" l="l" r="r" t="t"/>
              <a:pathLst>
                <a:path extrusionOk="0" h="46" w="145">
                  <a:moveTo>
                    <a:pt x="1" y="0"/>
                  </a:moveTo>
                  <a:cubicBezTo>
                    <a:pt x="43" y="32"/>
                    <a:pt x="92" y="46"/>
                    <a:pt x="144" y="42"/>
                  </a:cubicBezTo>
                  <a:lnTo>
                    <a:pt x="144" y="42"/>
                  </a:lnTo>
                  <a:cubicBezTo>
                    <a:pt x="92" y="46"/>
                    <a:pt x="43" y="32"/>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1" name="Google Shape;5731;p72"/>
            <p:cNvSpPr/>
            <p:nvPr/>
          </p:nvSpPr>
          <p:spPr>
            <a:xfrm>
              <a:off x="2095824" y="1640490"/>
              <a:ext cx="1018" cy="299"/>
            </a:xfrm>
            <a:custGeom>
              <a:rect b="b" l="l" r="r" t="t"/>
              <a:pathLst>
                <a:path extrusionOk="0" h="22" w="75">
                  <a:moveTo>
                    <a:pt x="1" y="0"/>
                  </a:moveTo>
                  <a:lnTo>
                    <a:pt x="36" y="11"/>
                  </a:lnTo>
                  <a:lnTo>
                    <a:pt x="74" y="21"/>
                  </a:lnTo>
                  <a:cubicBezTo>
                    <a:pt x="53" y="11"/>
                    <a:pt x="29"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2" name="Google Shape;5732;p72"/>
            <p:cNvSpPr/>
            <p:nvPr/>
          </p:nvSpPr>
          <p:spPr>
            <a:xfrm>
              <a:off x="2103862" y="1656837"/>
              <a:ext cx="149" cy="530"/>
            </a:xfrm>
            <a:custGeom>
              <a:rect b="b" l="l" r="r" t="t"/>
              <a:pathLst>
                <a:path extrusionOk="0" h="39" w="11">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3" name="Google Shape;5733;p72"/>
            <p:cNvSpPr/>
            <p:nvPr/>
          </p:nvSpPr>
          <p:spPr>
            <a:xfrm>
              <a:off x="1375130" y="1936371"/>
              <a:ext cx="14704" cy="7522"/>
            </a:xfrm>
            <a:custGeom>
              <a:rect b="b" l="l" r="r" t="t"/>
              <a:pathLst>
                <a:path extrusionOk="0" h="554" w="1083">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4" name="Google Shape;5734;p72"/>
            <p:cNvSpPr/>
            <p:nvPr/>
          </p:nvSpPr>
          <p:spPr>
            <a:xfrm>
              <a:off x="1380643" y="1923581"/>
              <a:ext cx="42986" cy="21887"/>
            </a:xfrm>
            <a:custGeom>
              <a:rect b="b" l="l" r="r" t="t"/>
              <a:pathLst>
                <a:path extrusionOk="0" h="1612" w="3166">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5" name="Google Shape;5735;p72"/>
            <p:cNvSpPr/>
            <p:nvPr/>
          </p:nvSpPr>
          <p:spPr>
            <a:xfrm>
              <a:off x="1391722" y="1940553"/>
              <a:ext cx="68" cy="109"/>
            </a:xfrm>
            <a:custGeom>
              <a:rect b="b" l="l" r="r" t="t"/>
              <a:pathLst>
                <a:path extrusionOk="0" h="8" w="5">
                  <a:moveTo>
                    <a:pt x="1" y="1"/>
                  </a:moveTo>
                  <a:lnTo>
                    <a:pt x="1" y="8"/>
                  </a:lnTo>
                  <a:cubicBezTo>
                    <a:pt x="4" y="4"/>
                    <a:pt x="4"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72"/>
            <p:cNvSpPr/>
            <p:nvPr/>
          </p:nvSpPr>
          <p:spPr>
            <a:xfrm>
              <a:off x="1391722" y="1941503"/>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7" name="Google Shape;5737;p72"/>
            <p:cNvSpPr/>
            <p:nvPr/>
          </p:nvSpPr>
          <p:spPr>
            <a:xfrm>
              <a:off x="1391722" y="1940933"/>
              <a:ext cx="14" cy="163"/>
            </a:xfrm>
            <a:custGeom>
              <a:rect b="b" l="l" r="r" t="t"/>
              <a:pathLst>
                <a:path extrusionOk="0" h="12" w="1">
                  <a:moveTo>
                    <a:pt x="1" y="11"/>
                  </a:moveTo>
                  <a:lnTo>
                    <a:pt x="1" y="1"/>
                  </a:lnTo>
                  <a:cubicBezTo>
                    <a:pt x="1" y="1"/>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8" name="Google Shape;5738;p72"/>
            <p:cNvSpPr/>
            <p:nvPr/>
          </p:nvSpPr>
          <p:spPr>
            <a:xfrm>
              <a:off x="1391586" y="1938937"/>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72"/>
            <p:cNvSpPr/>
            <p:nvPr/>
          </p:nvSpPr>
          <p:spPr>
            <a:xfrm>
              <a:off x="1381403" y="1935230"/>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0" name="Google Shape;5740;p72"/>
            <p:cNvSpPr/>
            <p:nvPr/>
          </p:nvSpPr>
          <p:spPr>
            <a:xfrm>
              <a:off x="1391396" y="1938516"/>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1" name="Google Shape;5741;p72"/>
            <p:cNvSpPr/>
            <p:nvPr/>
          </p:nvSpPr>
          <p:spPr>
            <a:xfrm>
              <a:off x="1382163" y="1935665"/>
              <a:ext cx="204" cy="109"/>
            </a:xfrm>
            <a:custGeom>
              <a:rect b="b" l="l" r="r" t="t"/>
              <a:pathLst>
                <a:path extrusionOk="0" h="8" w="15">
                  <a:moveTo>
                    <a:pt x="1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72"/>
            <p:cNvSpPr/>
            <p:nvPr/>
          </p:nvSpPr>
          <p:spPr>
            <a:xfrm>
              <a:off x="1391722" y="1940173"/>
              <a:ext cx="68" cy="163"/>
            </a:xfrm>
            <a:custGeom>
              <a:rect b="b" l="l" r="r" t="t"/>
              <a:pathLst>
                <a:path extrusionOk="0" h="12" w="5">
                  <a:moveTo>
                    <a:pt x="1" y="1"/>
                  </a:moveTo>
                  <a:lnTo>
                    <a:pt x="1" y="11"/>
                  </a:lnTo>
                  <a:cubicBezTo>
                    <a:pt x="4" y="8"/>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72"/>
            <p:cNvSpPr/>
            <p:nvPr/>
          </p:nvSpPr>
          <p:spPr>
            <a:xfrm>
              <a:off x="1391627" y="1941978"/>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4" name="Google Shape;5744;p72"/>
            <p:cNvSpPr/>
            <p:nvPr/>
          </p:nvSpPr>
          <p:spPr>
            <a:xfrm>
              <a:off x="1391722" y="1939602"/>
              <a:ext cx="14" cy="109"/>
            </a:xfrm>
            <a:custGeom>
              <a:rect b="b" l="l" r="r" t="t"/>
              <a:pathLst>
                <a:path extrusionOk="0" h="8" w="1">
                  <a:moveTo>
                    <a:pt x="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72"/>
            <p:cNvSpPr/>
            <p:nvPr/>
          </p:nvSpPr>
          <p:spPr>
            <a:xfrm>
              <a:off x="1391722" y="193998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6" name="Google Shape;5746;p72"/>
            <p:cNvSpPr/>
            <p:nvPr/>
          </p:nvSpPr>
          <p:spPr>
            <a:xfrm>
              <a:off x="1391722" y="193941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72"/>
            <p:cNvSpPr/>
            <p:nvPr/>
          </p:nvSpPr>
          <p:spPr>
            <a:xfrm>
              <a:off x="1391627" y="1939127"/>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8" name="Google Shape;5748;p72"/>
            <p:cNvSpPr/>
            <p:nvPr/>
          </p:nvSpPr>
          <p:spPr>
            <a:xfrm>
              <a:off x="1391491" y="1938652"/>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9" name="Google Shape;5749;p72"/>
            <p:cNvSpPr/>
            <p:nvPr/>
          </p:nvSpPr>
          <p:spPr>
            <a:xfrm>
              <a:off x="1391532" y="193880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72"/>
            <p:cNvSpPr/>
            <p:nvPr/>
          </p:nvSpPr>
          <p:spPr>
            <a:xfrm>
              <a:off x="1174075" y="1791214"/>
              <a:ext cx="223703" cy="138382"/>
            </a:xfrm>
            <a:custGeom>
              <a:rect b="b" l="l" r="r" t="t"/>
              <a:pathLst>
                <a:path extrusionOk="0" h="10192" w="16476">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1" name="Google Shape;5751;p72"/>
            <p:cNvSpPr/>
            <p:nvPr/>
          </p:nvSpPr>
          <p:spPr>
            <a:xfrm>
              <a:off x="1356122" y="1909990"/>
              <a:ext cx="28160" cy="28771"/>
            </a:xfrm>
            <a:custGeom>
              <a:rect b="b" l="l" r="r" t="t"/>
              <a:pathLst>
                <a:path extrusionOk="0" h="2119" w="2074">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2" name="Google Shape;5752;p72"/>
            <p:cNvSpPr/>
            <p:nvPr/>
          </p:nvSpPr>
          <p:spPr>
            <a:xfrm>
              <a:off x="1378552" y="1934660"/>
              <a:ext cx="14" cy="14"/>
            </a:xfrm>
            <a:custGeom>
              <a:rect b="b" l="l" r="r" t="t"/>
              <a:pathLst>
                <a:path extrusionOk="0" h="1" w="1">
                  <a:moveTo>
                    <a:pt x="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72"/>
            <p:cNvSpPr/>
            <p:nvPr/>
          </p:nvSpPr>
          <p:spPr>
            <a:xfrm>
              <a:off x="1374370" y="1937892"/>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72"/>
            <p:cNvSpPr/>
            <p:nvPr/>
          </p:nvSpPr>
          <p:spPr>
            <a:xfrm>
              <a:off x="1373759" y="1938462"/>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5" name="Google Shape;5755;p72"/>
            <p:cNvSpPr/>
            <p:nvPr/>
          </p:nvSpPr>
          <p:spPr>
            <a:xfrm>
              <a:off x="1377601" y="1935190"/>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6" name="Google Shape;5756;p72"/>
            <p:cNvSpPr/>
            <p:nvPr/>
          </p:nvSpPr>
          <p:spPr>
            <a:xfrm>
              <a:off x="1378362" y="1934714"/>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7" name="Google Shape;5757;p72"/>
            <p:cNvSpPr/>
            <p:nvPr/>
          </p:nvSpPr>
          <p:spPr>
            <a:xfrm>
              <a:off x="1377370" y="1935380"/>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8" name="Google Shape;5758;p72"/>
            <p:cNvSpPr/>
            <p:nvPr/>
          </p:nvSpPr>
          <p:spPr>
            <a:xfrm>
              <a:off x="1377031" y="1935570"/>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9" name="Google Shape;5759;p72"/>
            <p:cNvSpPr/>
            <p:nvPr/>
          </p:nvSpPr>
          <p:spPr>
            <a:xfrm>
              <a:off x="1376705" y="1935855"/>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0" name="Google Shape;5760;p72"/>
            <p:cNvSpPr/>
            <p:nvPr/>
          </p:nvSpPr>
          <p:spPr>
            <a:xfrm>
              <a:off x="1375470" y="1936900"/>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1" name="Google Shape;5761;p72"/>
            <p:cNvSpPr/>
            <p:nvPr/>
          </p:nvSpPr>
          <p:spPr>
            <a:xfrm>
              <a:off x="1377846" y="1935040"/>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2" name="Google Shape;5762;p72"/>
            <p:cNvSpPr/>
            <p:nvPr/>
          </p:nvSpPr>
          <p:spPr>
            <a:xfrm>
              <a:off x="1378076" y="1934905"/>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3" name="Google Shape;5763;p72"/>
            <p:cNvSpPr/>
            <p:nvPr/>
          </p:nvSpPr>
          <p:spPr>
            <a:xfrm>
              <a:off x="1374899" y="1937376"/>
              <a:ext cx="204" cy="149"/>
            </a:xfrm>
            <a:custGeom>
              <a:rect b="b" l="l" r="r" t="t"/>
              <a:pathLst>
                <a:path extrusionOk="0" h="11" w="15">
                  <a:moveTo>
                    <a:pt x="1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4" name="Google Shape;5764;p72"/>
            <p:cNvSpPr/>
            <p:nvPr/>
          </p:nvSpPr>
          <p:spPr>
            <a:xfrm>
              <a:off x="1375890" y="1936520"/>
              <a:ext cx="204" cy="109"/>
            </a:xfrm>
            <a:custGeom>
              <a:rect b="b" l="l" r="r" t="t"/>
              <a:pathLst>
                <a:path extrusionOk="0" h="8" w="15">
                  <a:moveTo>
                    <a:pt x="15"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5" name="Google Shape;5765;p72"/>
            <p:cNvSpPr/>
            <p:nvPr/>
          </p:nvSpPr>
          <p:spPr>
            <a:xfrm>
              <a:off x="1376325" y="1936140"/>
              <a:ext cx="149" cy="149"/>
            </a:xfrm>
            <a:custGeom>
              <a:rect b="b" l="l" r="r" t="t"/>
              <a:pathLst>
                <a:path extrusionOk="0" h="11" w="11">
                  <a:moveTo>
                    <a:pt x="11"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6" name="Google Shape;5766;p72"/>
            <p:cNvSpPr/>
            <p:nvPr/>
          </p:nvSpPr>
          <p:spPr>
            <a:xfrm>
              <a:off x="1378226" y="1934810"/>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7" name="Google Shape;5767;p72"/>
            <p:cNvSpPr/>
            <p:nvPr/>
          </p:nvSpPr>
          <p:spPr>
            <a:xfrm>
              <a:off x="1378647" y="1928917"/>
              <a:ext cx="3435" cy="5716"/>
            </a:xfrm>
            <a:custGeom>
              <a:rect b="b" l="l" r="r" t="t"/>
              <a:pathLst>
                <a:path extrusionOk="0" h="421" w="253">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8" name="Google Shape;5768;p72"/>
            <p:cNvSpPr/>
            <p:nvPr/>
          </p:nvSpPr>
          <p:spPr>
            <a:xfrm>
              <a:off x="1384078" y="1926867"/>
              <a:ext cx="204" cy="204"/>
            </a:xfrm>
            <a:custGeom>
              <a:rect b="b" l="l" r="r" t="t"/>
              <a:pathLst>
                <a:path extrusionOk="0" h="15" w="15">
                  <a:moveTo>
                    <a:pt x="14" y="1"/>
                  </a:moveTo>
                  <a:lnTo>
                    <a:pt x="14" y="1"/>
                  </a:ln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9" name="Google Shape;5769;p72"/>
            <p:cNvSpPr/>
            <p:nvPr/>
          </p:nvSpPr>
          <p:spPr>
            <a:xfrm>
              <a:off x="1383127" y="1927152"/>
              <a:ext cx="869" cy="869"/>
            </a:xfrm>
            <a:custGeom>
              <a:rect b="b" l="l" r="r" t="t"/>
              <a:pathLst>
                <a:path extrusionOk="0" h="64" w="64">
                  <a:moveTo>
                    <a:pt x="63" y="1"/>
                  </a:moveTo>
                  <a:cubicBezTo>
                    <a:pt x="39" y="22"/>
                    <a:pt x="21" y="43"/>
                    <a:pt x="0" y="64"/>
                  </a:cubicBezTo>
                  <a:cubicBezTo>
                    <a:pt x="21" y="46"/>
                    <a:pt x="42" y="22"/>
                    <a:pt x="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0" name="Google Shape;5770;p72"/>
            <p:cNvSpPr/>
            <p:nvPr/>
          </p:nvSpPr>
          <p:spPr>
            <a:xfrm>
              <a:off x="1378647" y="1934524"/>
              <a:ext cx="204" cy="149"/>
            </a:xfrm>
            <a:custGeom>
              <a:rect b="b" l="l" r="r" t="t"/>
              <a:pathLst>
                <a:path extrusionOk="0" h="11" w="15">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1" name="Google Shape;5771;p72"/>
            <p:cNvSpPr/>
            <p:nvPr/>
          </p:nvSpPr>
          <p:spPr>
            <a:xfrm>
              <a:off x="1358213" y="1927342"/>
              <a:ext cx="394" cy="543"/>
            </a:xfrm>
            <a:custGeom>
              <a:rect b="b" l="l" r="r" t="t"/>
              <a:pathLst>
                <a:path extrusionOk="0" h="40" w="29">
                  <a:moveTo>
                    <a:pt x="1" y="39"/>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72"/>
            <p:cNvSpPr/>
            <p:nvPr/>
          </p:nvSpPr>
          <p:spPr>
            <a:xfrm>
              <a:off x="1360874" y="1924206"/>
              <a:ext cx="109" cy="163"/>
            </a:xfrm>
            <a:custGeom>
              <a:rect b="b" l="l" r="r" t="t"/>
              <a:pathLst>
                <a:path extrusionOk="0" h="12" w="8">
                  <a:moveTo>
                    <a:pt x="1" y="1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3" name="Google Shape;5773;p72"/>
            <p:cNvSpPr/>
            <p:nvPr/>
          </p:nvSpPr>
          <p:spPr>
            <a:xfrm>
              <a:off x="1361064" y="192397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4" name="Google Shape;5774;p72"/>
            <p:cNvSpPr/>
            <p:nvPr/>
          </p:nvSpPr>
          <p:spPr>
            <a:xfrm>
              <a:off x="1356122" y="1927912"/>
              <a:ext cx="2064" cy="2865"/>
            </a:xfrm>
            <a:custGeom>
              <a:rect b="b" l="l" r="r" t="t"/>
              <a:pathLst>
                <a:path extrusionOk="0" h="211" w="152">
                  <a:moveTo>
                    <a:pt x="1" y="211"/>
                  </a:moveTo>
                  <a:lnTo>
                    <a:pt x="1" y="211"/>
                  </a:lnTo>
                  <a:cubicBezTo>
                    <a:pt x="57" y="134"/>
                    <a:pt x="106" y="64"/>
                    <a:pt x="151" y="1"/>
                  </a:cubicBezTo>
                  <a:cubicBezTo>
                    <a:pt x="106" y="64"/>
                    <a:pt x="57" y="134"/>
                    <a:pt x="1"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72"/>
            <p:cNvSpPr/>
            <p:nvPr/>
          </p:nvSpPr>
          <p:spPr>
            <a:xfrm>
              <a:off x="1358647" y="1926826"/>
              <a:ext cx="339" cy="434"/>
            </a:xfrm>
            <a:custGeom>
              <a:rect b="b" l="l" r="r" t="t"/>
              <a:pathLst>
                <a:path extrusionOk="0" h="32" w="25">
                  <a:moveTo>
                    <a:pt x="0" y="32"/>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72"/>
            <p:cNvSpPr/>
            <p:nvPr/>
          </p:nvSpPr>
          <p:spPr>
            <a:xfrm>
              <a:off x="1377465" y="1910085"/>
              <a:ext cx="1955" cy="14"/>
            </a:xfrm>
            <a:custGeom>
              <a:rect b="b" l="l" r="r" t="t"/>
              <a:pathLst>
                <a:path extrusionOk="0" h="1" w="144">
                  <a:moveTo>
                    <a:pt x="144" y="1"/>
                  </a:moveTo>
                  <a:lnTo>
                    <a:pt x="144" y="1"/>
                  </a:lnTo>
                  <a:lnTo>
                    <a:pt x="0" y="1"/>
                  </a:lnTo>
                  <a:cubicBezTo>
                    <a:pt x="60" y="1"/>
                    <a:pt x="105"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7" name="Google Shape;5777;p72"/>
            <p:cNvSpPr/>
            <p:nvPr/>
          </p:nvSpPr>
          <p:spPr>
            <a:xfrm>
              <a:off x="1359788" y="1925441"/>
              <a:ext cx="204" cy="299"/>
            </a:xfrm>
            <a:custGeom>
              <a:rect b="b" l="l" r="r" t="t"/>
              <a:pathLst>
                <a:path extrusionOk="0" h="22" w="15">
                  <a:moveTo>
                    <a:pt x="0" y="22"/>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8" name="Google Shape;5778;p72"/>
            <p:cNvSpPr/>
            <p:nvPr/>
          </p:nvSpPr>
          <p:spPr>
            <a:xfrm>
              <a:off x="1359448" y="1925876"/>
              <a:ext cx="258" cy="339"/>
            </a:xfrm>
            <a:custGeom>
              <a:rect b="b" l="l" r="r" t="t"/>
              <a:pathLst>
                <a:path extrusionOk="0" h="25" w="19">
                  <a:moveTo>
                    <a:pt x="1"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9" name="Google Shape;5779;p72"/>
            <p:cNvSpPr/>
            <p:nvPr/>
          </p:nvSpPr>
          <p:spPr>
            <a:xfrm>
              <a:off x="1360113" y="1925115"/>
              <a:ext cx="163" cy="204"/>
            </a:xfrm>
            <a:custGeom>
              <a:rect b="b" l="l" r="r" t="t"/>
              <a:pathLst>
                <a:path extrusionOk="0" h="15" w="12">
                  <a:moveTo>
                    <a:pt x="1"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72"/>
            <p:cNvSpPr/>
            <p:nvPr/>
          </p:nvSpPr>
          <p:spPr>
            <a:xfrm>
              <a:off x="1361213" y="1923785"/>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1" name="Google Shape;5781;p72"/>
            <p:cNvSpPr/>
            <p:nvPr/>
          </p:nvSpPr>
          <p:spPr>
            <a:xfrm>
              <a:off x="1360643" y="1924450"/>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2" name="Google Shape;5782;p72"/>
            <p:cNvSpPr/>
            <p:nvPr/>
          </p:nvSpPr>
          <p:spPr>
            <a:xfrm>
              <a:off x="1360399" y="1924735"/>
              <a:ext cx="163" cy="244"/>
            </a:xfrm>
            <a:custGeom>
              <a:rect b="b" l="l" r="r" t="t"/>
              <a:pathLst>
                <a:path extrusionOk="0" h="18" w="12">
                  <a:moveTo>
                    <a:pt x="1"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72"/>
            <p:cNvSpPr/>
            <p:nvPr/>
          </p:nvSpPr>
          <p:spPr>
            <a:xfrm>
              <a:off x="1359068" y="1926351"/>
              <a:ext cx="258" cy="339"/>
            </a:xfrm>
            <a:custGeom>
              <a:rect b="b" l="l" r="r" t="t"/>
              <a:pathLst>
                <a:path extrusionOk="0" h="25" w="19">
                  <a:moveTo>
                    <a:pt x="1"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72"/>
            <p:cNvSpPr/>
            <p:nvPr/>
          </p:nvSpPr>
          <p:spPr>
            <a:xfrm>
              <a:off x="1380833" y="1905333"/>
              <a:ext cx="7386" cy="17841"/>
            </a:xfrm>
            <a:custGeom>
              <a:rect b="b" l="l" r="r" t="t"/>
              <a:pathLst>
                <a:path extrusionOk="0" h="1314" w="544">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5" name="Google Shape;5785;p72"/>
            <p:cNvSpPr/>
            <p:nvPr/>
          </p:nvSpPr>
          <p:spPr>
            <a:xfrm>
              <a:off x="1381973" y="1909664"/>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6" name="Google Shape;5786;p72"/>
            <p:cNvSpPr/>
            <p:nvPr/>
          </p:nvSpPr>
          <p:spPr>
            <a:xfrm>
              <a:off x="1381837" y="1909800"/>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7" name="Google Shape;5787;p72"/>
            <p:cNvSpPr/>
            <p:nvPr/>
          </p:nvSpPr>
          <p:spPr>
            <a:xfrm>
              <a:off x="1386970" y="1905618"/>
              <a:ext cx="68" cy="68"/>
            </a:xfrm>
            <a:custGeom>
              <a:rect b="b" l="l" r="r" t="t"/>
              <a:pathLst>
                <a:path extrusionOk="0" h="5" w="5">
                  <a:moveTo>
                    <a:pt x="1"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72"/>
            <p:cNvSpPr/>
            <p:nvPr/>
          </p:nvSpPr>
          <p:spPr>
            <a:xfrm>
              <a:off x="1382123" y="1909515"/>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9" name="Google Shape;5789;p72"/>
            <p:cNvSpPr/>
            <p:nvPr/>
          </p:nvSpPr>
          <p:spPr>
            <a:xfrm>
              <a:off x="1382543" y="1908374"/>
              <a:ext cx="584" cy="774"/>
            </a:xfrm>
            <a:custGeom>
              <a:rect b="b" l="l" r="r" t="t"/>
              <a:pathLst>
                <a:path extrusionOk="0" h="57" w="43">
                  <a:moveTo>
                    <a:pt x="1" y="57"/>
                  </a:moveTo>
                  <a:cubicBezTo>
                    <a:pt x="11" y="43"/>
                    <a:pt x="25" y="22"/>
                    <a:pt x="43" y="1"/>
                  </a:cubicBezTo>
                  <a:cubicBezTo>
                    <a:pt x="25" y="22"/>
                    <a:pt x="11" y="43"/>
                    <a:pt x="1" y="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0" name="Google Shape;5790;p72"/>
            <p:cNvSpPr/>
            <p:nvPr/>
          </p:nvSpPr>
          <p:spPr>
            <a:xfrm>
              <a:off x="1387214" y="1905767"/>
              <a:ext cx="244" cy="204"/>
            </a:xfrm>
            <a:custGeom>
              <a:rect b="b" l="l" r="r" t="t"/>
              <a:pathLst>
                <a:path extrusionOk="0" h="15" w="18">
                  <a:moveTo>
                    <a:pt x="0"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72"/>
            <p:cNvSpPr/>
            <p:nvPr/>
          </p:nvSpPr>
          <p:spPr>
            <a:xfrm>
              <a:off x="1382408" y="1909189"/>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72"/>
            <p:cNvSpPr/>
            <p:nvPr/>
          </p:nvSpPr>
          <p:spPr>
            <a:xfrm>
              <a:off x="1381593" y="190994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3" name="Google Shape;5793;p72"/>
            <p:cNvSpPr/>
            <p:nvPr/>
          </p:nvSpPr>
          <p:spPr>
            <a:xfrm>
              <a:off x="1387499" y="1905957"/>
              <a:ext cx="720" cy="584"/>
            </a:xfrm>
            <a:custGeom>
              <a:rect b="b" l="l" r="r" t="t"/>
              <a:pathLst>
                <a:path extrusionOk="0" h="43" w="53">
                  <a:moveTo>
                    <a:pt x="0" y="0"/>
                  </a:moveTo>
                  <a:cubicBezTo>
                    <a:pt x="14" y="14"/>
                    <a:pt x="32" y="25"/>
                    <a:pt x="53" y="42"/>
                  </a:cubicBezTo>
                  <a:cubicBezTo>
                    <a:pt x="32" y="25"/>
                    <a:pt x="1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4" name="Google Shape;5794;p72"/>
            <p:cNvSpPr/>
            <p:nvPr/>
          </p:nvSpPr>
          <p:spPr>
            <a:xfrm>
              <a:off x="1382258" y="1909379"/>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5" name="Google Shape;5795;p72"/>
            <p:cNvSpPr/>
            <p:nvPr/>
          </p:nvSpPr>
          <p:spPr>
            <a:xfrm>
              <a:off x="1381688" y="1909854"/>
              <a:ext cx="109" cy="54"/>
            </a:xfrm>
            <a:custGeom>
              <a:rect b="b" l="l" r="r" t="t"/>
              <a:pathLst>
                <a:path extrusionOk="0" h="4" w="8">
                  <a:moveTo>
                    <a:pt x="4" y="0"/>
                  </a:moveTo>
                  <a:lnTo>
                    <a:pt x="1" y="4"/>
                  </a:ln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72"/>
            <p:cNvSpPr/>
            <p:nvPr/>
          </p:nvSpPr>
          <p:spPr>
            <a:xfrm>
              <a:off x="1380833" y="1922875"/>
              <a:ext cx="2105" cy="299"/>
            </a:xfrm>
            <a:custGeom>
              <a:rect b="b" l="l" r="r" t="t"/>
              <a:pathLst>
                <a:path extrusionOk="0" h="22" w="155">
                  <a:moveTo>
                    <a:pt x="155" y="1"/>
                  </a:moveTo>
                  <a:lnTo>
                    <a:pt x="155" y="1"/>
                  </a:ln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7" name="Google Shape;5797;p72"/>
            <p:cNvSpPr/>
            <p:nvPr/>
          </p:nvSpPr>
          <p:spPr>
            <a:xfrm>
              <a:off x="1490539" y="1892285"/>
              <a:ext cx="19416" cy="14772"/>
            </a:xfrm>
            <a:custGeom>
              <a:rect b="b" l="l" r="r" t="t"/>
              <a:pathLst>
                <a:path extrusionOk="0" h="1088" w="143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8" name="Google Shape;5798;p72"/>
            <p:cNvSpPr/>
            <p:nvPr/>
          </p:nvSpPr>
          <p:spPr>
            <a:xfrm>
              <a:off x="1510647" y="1894932"/>
              <a:ext cx="23353" cy="13252"/>
            </a:xfrm>
            <a:custGeom>
              <a:rect b="b" l="l" r="r" t="t"/>
              <a:pathLst>
                <a:path extrusionOk="0" h="976" w="172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72"/>
            <p:cNvSpPr/>
            <p:nvPr/>
          </p:nvSpPr>
          <p:spPr>
            <a:xfrm>
              <a:off x="1510797" y="1904382"/>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72"/>
            <p:cNvSpPr/>
            <p:nvPr/>
          </p:nvSpPr>
          <p:spPr>
            <a:xfrm>
              <a:off x="1511598" y="1896453"/>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1" name="Google Shape;5801;p72"/>
            <p:cNvSpPr/>
            <p:nvPr/>
          </p:nvSpPr>
          <p:spPr>
            <a:xfrm>
              <a:off x="1510647" y="1905998"/>
              <a:ext cx="14" cy="448"/>
            </a:xfrm>
            <a:custGeom>
              <a:rect b="b" l="l" r="r" t="t"/>
              <a:pathLst>
                <a:path extrusionOk="0" h="33" w="1">
                  <a:moveTo>
                    <a:pt x="1" y="3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2" name="Google Shape;5802;p72"/>
            <p:cNvSpPr/>
            <p:nvPr/>
          </p:nvSpPr>
          <p:spPr>
            <a:xfrm>
              <a:off x="1510552" y="1907709"/>
              <a:ext cx="14" cy="204"/>
            </a:xfrm>
            <a:custGeom>
              <a:rect b="b" l="l" r="r" t="t"/>
              <a:pathLst>
                <a:path extrusionOk="0" h="15" w="1">
                  <a:moveTo>
                    <a:pt x="1" y="15"/>
                  </a:moveTo>
                  <a:lnTo>
                    <a:pt x="1" y="15"/>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3" name="Google Shape;5803;p72"/>
            <p:cNvSpPr/>
            <p:nvPr/>
          </p:nvSpPr>
          <p:spPr>
            <a:xfrm>
              <a:off x="1510932" y="1902821"/>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72"/>
            <p:cNvSpPr/>
            <p:nvPr/>
          </p:nvSpPr>
          <p:spPr>
            <a:xfrm>
              <a:off x="1511082" y="1901056"/>
              <a:ext cx="54" cy="353"/>
            </a:xfrm>
            <a:custGeom>
              <a:rect b="b" l="l" r="r" t="t"/>
              <a:pathLst>
                <a:path extrusionOk="0" h="26" w="4">
                  <a:moveTo>
                    <a:pt x="0" y="2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5" name="Google Shape;5805;p72"/>
            <p:cNvSpPr/>
            <p:nvPr/>
          </p:nvSpPr>
          <p:spPr>
            <a:xfrm>
              <a:off x="1511462" y="1897824"/>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6" name="Google Shape;5806;p72"/>
            <p:cNvSpPr/>
            <p:nvPr/>
          </p:nvSpPr>
          <p:spPr>
            <a:xfrm>
              <a:off x="1511272" y="1899399"/>
              <a:ext cx="54" cy="339"/>
            </a:xfrm>
            <a:custGeom>
              <a:rect b="b" l="l" r="r" t="t"/>
              <a:pathLst>
                <a:path extrusionOk="0" h="25" w="4">
                  <a:moveTo>
                    <a:pt x="0" y="25"/>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72"/>
            <p:cNvSpPr/>
            <p:nvPr/>
          </p:nvSpPr>
          <p:spPr>
            <a:xfrm>
              <a:off x="1511788" y="1895068"/>
              <a:ext cx="14" cy="163"/>
            </a:xfrm>
            <a:custGeom>
              <a:rect b="b" l="l" r="r" t="t"/>
              <a:pathLst>
                <a:path extrusionOk="0" h="12" w="1">
                  <a:moveTo>
                    <a:pt x="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72"/>
            <p:cNvSpPr/>
            <p:nvPr/>
          </p:nvSpPr>
          <p:spPr>
            <a:xfrm>
              <a:off x="1394193" y="1931619"/>
              <a:ext cx="29585" cy="30481"/>
            </a:xfrm>
            <a:custGeom>
              <a:rect b="b" l="l" r="r" t="t"/>
              <a:pathLst>
                <a:path extrusionOk="0" h="2245" w="2179">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9" name="Google Shape;5809;p72"/>
            <p:cNvSpPr/>
            <p:nvPr/>
          </p:nvSpPr>
          <p:spPr>
            <a:xfrm>
              <a:off x="1418863" y="1933615"/>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0" name="Google Shape;5810;p72"/>
            <p:cNvSpPr/>
            <p:nvPr/>
          </p:nvSpPr>
          <p:spPr>
            <a:xfrm>
              <a:off x="1419488" y="1933194"/>
              <a:ext cx="244" cy="149"/>
            </a:xfrm>
            <a:custGeom>
              <a:rect b="b" l="l" r="r" t="t"/>
              <a:pathLst>
                <a:path extrusionOk="0" h="11" w="18">
                  <a:moveTo>
                    <a:pt x="0" y="1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1" name="Google Shape;5811;p72"/>
            <p:cNvSpPr/>
            <p:nvPr/>
          </p:nvSpPr>
          <p:spPr>
            <a:xfrm>
              <a:off x="1421429" y="1932189"/>
              <a:ext cx="353" cy="163"/>
            </a:xfrm>
            <a:custGeom>
              <a:rect b="b" l="l" r="r" t="t"/>
              <a:pathLst>
                <a:path extrusionOk="0" h="12" w="26">
                  <a:moveTo>
                    <a:pt x="1" y="1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72"/>
            <p:cNvSpPr/>
            <p:nvPr/>
          </p:nvSpPr>
          <p:spPr>
            <a:xfrm>
              <a:off x="1420058" y="1932814"/>
              <a:ext cx="394" cy="204"/>
            </a:xfrm>
            <a:custGeom>
              <a:rect b="b" l="l" r="r" t="t"/>
              <a:pathLst>
                <a:path extrusionOk="0" h="15" w="29">
                  <a:moveTo>
                    <a:pt x="0" y="14"/>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3" name="Google Shape;5813;p72"/>
            <p:cNvSpPr/>
            <p:nvPr/>
          </p:nvSpPr>
          <p:spPr>
            <a:xfrm>
              <a:off x="1423575" y="1931619"/>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4" name="Google Shape;5814;p72"/>
            <p:cNvSpPr/>
            <p:nvPr/>
          </p:nvSpPr>
          <p:spPr>
            <a:xfrm>
              <a:off x="1422190" y="1931958"/>
              <a:ext cx="299" cy="109"/>
            </a:xfrm>
            <a:custGeom>
              <a:rect b="b" l="l" r="r" t="t"/>
              <a:pathLst>
                <a:path extrusionOk="0" h="8" w="22">
                  <a:moveTo>
                    <a:pt x="1" y="7"/>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72"/>
            <p:cNvSpPr/>
            <p:nvPr/>
          </p:nvSpPr>
          <p:spPr>
            <a:xfrm>
              <a:off x="1422814" y="1931768"/>
              <a:ext cx="394" cy="109"/>
            </a:xfrm>
            <a:custGeom>
              <a:rect b="b" l="l" r="r" t="t"/>
              <a:pathLst>
                <a:path extrusionOk="0" h="8" w="29">
                  <a:moveTo>
                    <a:pt x="0" y="7"/>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72"/>
            <p:cNvSpPr/>
            <p:nvPr/>
          </p:nvSpPr>
          <p:spPr>
            <a:xfrm>
              <a:off x="1399189" y="1944259"/>
              <a:ext cx="14" cy="14"/>
            </a:xfrm>
            <a:custGeom>
              <a:rect b="b" l="l" r="r" t="t"/>
              <a:pathLst>
                <a:path extrusionOk="0" h="1" w="1">
                  <a:moveTo>
                    <a:pt x="0" y="1"/>
                  </a:moveTo>
                  <a:lnTo>
                    <a:pt x="0" y="1"/>
                  </a:lnTo>
                  <a:lnTo>
                    <a:pt x="0" y="1"/>
                  </a:lnTo>
                  <a:cubicBezTo>
                    <a:pt x="0" y="1"/>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7" name="Google Shape;5817;p72"/>
            <p:cNvSpPr/>
            <p:nvPr/>
          </p:nvSpPr>
          <p:spPr>
            <a:xfrm>
              <a:off x="1420669" y="1932433"/>
              <a:ext cx="489" cy="244"/>
            </a:xfrm>
            <a:custGeom>
              <a:rect b="b" l="l" r="r" t="t"/>
              <a:pathLst>
                <a:path extrusionOk="0" h="18" w="36">
                  <a:moveTo>
                    <a:pt x="1" y="18"/>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8" name="Google Shape;5818;p72"/>
            <p:cNvSpPr/>
            <p:nvPr/>
          </p:nvSpPr>
          <p:spPr>
            <a:xfrm>
              <a:off x="1399135" y="1942793"/>
              <a:ext cx="204" cy="1195"/>
            </a:xfrm>
            <a:custGeom>
              <a:rect b="b" l="l" r="r" t="t"/>
              <a:pathLst>
                <a:path extrusionOk="0" h="88" w="15">
                  <a:moveTo>
                    <a:pt x="1" y="0"/>
                  </a:moveTo>
                  <a:cubicBezTo>
                    <a:pt x="11" y="28"/>
                    <a:pt x="15" y="56"/>
                    <a:pt x="11" y="88"/>
                  </a:cubicBezTo>
                  <a:cubicBezTo>
                    <a:pt x="15" y="56"/>
                    <a:pt x="11"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9" name="Google Shape;5819;p72"/>
            <p:cNvSpPr/>
            <p:nvPr/>
          </p:nvSpPr>
          <p:spPr>
            <a:xfrm>
              <a:off x="1494680" y="2006254"/>
              <a:ext cx="293288" cy="299506"/>
            </a:xfrm>
            <a:custGeom>
              <a:rect b="b" l="l" r="r" t="t"/>
              <a:pathLst>
                <a:path extrusionOk="0" h="22059" w="21601">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72"/>
            <p:cNvSpPr/>
            <p:nvPr/>
          </p:nvSpPr>
          <p:spPr>
            <a:xfrm>
              <a:off x="1610849" y="2278130"/>
              <a:ext cx="35193" cy="37406"/>
            </a:xfrm>
            <a:custGeom>
              <a:rect b="b" l="l" r="r" t="t"/>
              <a:pathLst>
                <a:path extrusionOk="0" h="2755" w="2592">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1" name="Google Shape;5821;p72"/>
            <p:cNvSpPr/>
            <p:nvPr/>
          </p:nvSpPr>
          <p:spPr>
            <a:xfrm>
              <a:off x="1645078" y="2303846"/>
              <a:ext cx="54" cy="299"/>
            </a:xfrm>
            <a:custGeom>
              <a:rect b="b" l="l" r="r" t="t"/>
              <a:pathLst>
                <a:path extrusionOk="0" h="22" w="4">
                  <a:moveTo>
                    <a:pt x="0" y="1"/>
                  </a:moveTo>
                  <a:cubicBezTo>
                    <a:pt x="0" y="8"/>
                    <a:pt x="0" y="15"/>
                    <a:pt x="4" y="22"/>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2" name="Google Shape;5822;p72"/>
            <p:cNvSpPr/>
            <p:nvPr/>
          </p:nvSpPr>
          <p:spPr>
            <a:xfrm>
              <a:off x="1644983" y="2300289"/>
              <a:ext cx="54" cy="244"/>
            </a:xfrm>
            <a:custGeom>
              <a:rect b="b" l="l" r="r" t="t"/>
              <a:pathLst>
                <a:path extrusionOk="0" h="18" w="4">
                  <a:moveTo>
                    <a:pt x="4" y="0"/>
                  </a:moveTo>
                  <a:cubicBezTo>
                    <a:pt x="4" y="7"/>
                    <a:pt x="0"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3" name="Google Shape;5823;p72"/>
            <p:cNvSpPr/>
            <p:nvPr/>
          </p:nvSpPr>
          <p:spPr>
            <a:xfrm>
              <a:off x="1645173" y="2304471"/>
              <a:ext cx="54" cy="299"/>
            </a:xfrm>
            <a:custGeom>
              <a:rect b="b" l="l" r="r" t="t"/>
              <a:pathLst>
                <a:path extrusionOk="0" h="22" w="4">
                  <a:moveTo>
                    <a:pt x="0" y="0"/>
                  </a:moveTo>
                  <a:cubicBezTo>
                    <a:pt x="0" y="7"/>
                    <a:pt x="4" y="14"/>
                    <a:pt x="4" y="21"/>
                  </a:cubicBezTo>
                  <a:cubicBezTo>
                    <a:pt x="4"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4" name="Google Shape;5824;p72"/>
            <p:cNvSpPr/>
            <p:nvPr/>
          </p:nvSpPr>
          <p:spPr>
            <a:xfrm>
              <a:off x="1645024" y="2303235"/>
              <a:ext cx="14" cy="299"/>
            </a:xfrm>
            <a:custGeom>
              <a:rect b="b" l="l" r="r" t="t"/>
              <a:pathLst>
                <a:path extrusionOk="0" h="22" w="1">
                  <a:moveTo>
                    <a:pt x="1" y="0"/>
                  </a:moveTo>
                  <a:lnTo>
                    <a:pt x="1" y="21"/>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5" name="Google Shape;5825;p72"/>
            <p:cNvSpPr/>
            <p:nvPr/>
          </p:nvSpPr>
          <p:spPr>
            <a:xfrm>
              <a:off x="1645268" y="2305082"/>
              <a:ext cx="109" cy="299"/>
            </a:xfrm>
            <a:custGeom>
              <a:rect b="b" l="l" r="r" t="t"/>
              <a:pathLst>
                <a:path extrusionOk="0" h="22" w="8">
                  <a:moveTo>
                    <a:pt x="0" y="1"/>
                  </a:moveTo>
                  <a:cubicBezTo>
                    <a:pt x="0" y="8"/>
                    <a:pt x="4" y="15"/>
                    <a:pt x="7" y="22"/>
                  </a:cubicBezTo>
                  <a:cubicBezTo>
                    <a:pt x="4"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6" name="Google Shape;5826;p72"/>
            <p:cNvSpPr/>
            <p:nvPr/>
          </p:nvSpPr>
          <p:spPr>
            <a:xfrm>
              <a:off x="1644983" y="2301999"/>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7" name="Google Shape;5827;p72"/>
            <p:cNvSpPr/>
            <p:nvPr/>
          </p:nvSpPr>
          <p:spPr>
            <a:xfrm>
              <a:off x="1644983" y="2302610"/>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8" name="Google Shape;5828;p72"/>
            <p:cNvSpPr/>
            <p:nvPr/>
          </p:nvSpPr>
          <p:spPr>
            <a:xfrm>
              <a:off x="1644983" y="2300859"/>
              <a:ext cx="14" cy="244"/>
            </a:xfrm>
            <a:custGeom>
              <a:rect b="b" l="l" r="r" t="t"/>
              <a:pathLst>
                <a:path extrusionOk="0" h="18" w="1">
                  <a:moveTo>
                    <a:pt x="0" y="0"/>
                  </a:moveTo>
                  <a:lnTo>
                    <a:pt x="0" y="18"/>
                  </a:lnTo>
                  <a:cubicBezTo>
                    <a:pt x="0" y="11"/>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9" name="Google Shape;5829;p72"/>
            <p:cNvSpPr/>
            <p:nvPr/>
          </p:nvSpPr>
          <p:spPr>
            <a:xfrm>
              <a:off x="1645838" y="2306942"/>
              <a:ext cx="109" cy="299"/>
            </a:xfrm>
            <a:custGeom>
              <a:rect b="b" l="l" r="r" t="t"/>
              <a:pathLst>
                <a:path extrusionOk="0" h="22" w="8">
                  <a:moveTo>
                    <a:pt x="0" y="0"/>
                  </a:moveTo>
                  <a:cubicBezTo>
                    <a:pt x="4" y="7"/>
                    <a:pt x="4" y="14"/>
                    <a:pt x="7" y="21"/>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0" name="Google Shape;5830;p72"/>
            <p:cNvSpPr/>
            <p:nvPr/>
          </p:nvSpPr>
          <p:spPr>
            <a:xfrm>
              <a:off x="1645594" y="2306317"/>
              <a:ext cx="109" cy="299"/>
            </a:xfrm>
            <a:custGeom>
              <a:rect b="b" l="l" r="r" t="t"/>
              <a:pathLst>
                <a:path extrusionOk="0" h="22" w="8">
                  <a:moveTo>
                    <a:pt x="1" y="1"/>
                  </a:moveTo>
                  <a:cubicBezTo>
                    <a:pt x="4" y="8"/>
                    <a:pt x="4" y="15"/>
                    <a:pt x="8" y="22"/>
                  </a:cubicBezTo>
                  <a:cubicBezTo>
                    <a:pt x="8" y="15"/>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72"/>
            <p:cNvSpPr/>
            <p:nvPr/>
          </p:nvSpPr>
          <p:spPr>
            <a:xfrm>
              <a:off x="1645404" y="2305706"/>
              <a:ext cx="109" cy="299"/>
            </a:xfrm>
            <a:custGeom>
              <a:rect b="b" l="l" r="r" t="t"/>
              <a:pathLst>
                <a:path extrusionOk="0" h="22" w="8">
                  <a:moveTo>
                    <a:pt x="1" y="0"/>
                  </a:moveTo>
                  <a:cubicBezTo>
                    <a:pt x="1" y="7"/>
                    <a:pt x="4" y="14"/>
                    <a:pt x="8" y="21"/>
                  </a:cubicBezTo>
                  <a:cubicBezTo>
                    <a:pt x="8" y="14"/>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2" name="Google Shape;5832;p72"/>
            <p:cNvSpPr/>
            <p:nvPr/>
          </p:nvSpPr>
          <p:spPr>
            <a:xfrm>
              <a:off x="1617312" y="2278700"/>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3" name="Google Shape;5833;p72"/>
            <p:cNvSpPr/>
            <p:nvPr/>
          </p:nvSpPr>
          <p:spPr>
            <a:xfrm>
              <a:off x="1618032" y="2278660"/>
              <a:ext cx="244" cy="14"/>
            </a:xfrm>
            <a:custGeom>
              <a:rect b="b" l="l" r="r" t="t"/>
              <a:pathLst>
                <a:path extrusionOk="0" h="1" w="18">
                  <a:moveTo>
                    <a:pt x="0"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72"/>
            <p:cNvSpPr/>
            <p:nvPr/>
          </p:nvSpPr>
          <p:spPr>
            <a:xfrm>
              <a:off x="1645024" y="2299718"/>
              <a:ext cx="14" cy="244"/>
            </a:xfrm>
            <a:custGeom>
              <a:rect b="b" l="l" r="r" t="t"/>
              <a:pathLst>
                <a:path extrusionOk="0" h="18" w="1">
                  <a:moveTo>
                    <a:pt x="1"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5" name="Google Shape;5835;p72"/>
            <p:cNvSpPr/>
            <p:nvPr/>
          </p:nvSpPr>
          <p:spPr>
            <a:xfrm>
              <a:off x="1645078" y="2299189"/>
              <a:ext cx="14" cy="258"/>
            </a:xfrm>
            <a:custGeom>
              <a:rect b="b" l="l" r="r" t="t"/>
              <a:pathLst>
                <a:path extrusionOk="0" h="19" w="1">
                  <a:moveTo>
                    <a:pt x="0" y="1"/>
                  </a:moveTo>
                  <a:lnTo>
                    <a:pt x="0" y="18"/>
                  </a:lnTo>
                  <a:cubicBezTo>
                    <a:pt x="0" y="11"/>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72"/>
            <p:cNvSpPr/>
            <p:nvPr/>
          </p:nvSpPr>
          <p:spPr>
            <a:xfrm>
              <a:off x="1644983" y="2301429"/>
              <a:ext cx="14" cy="299"/>
            </a:xfrm>
            <a:custGeom>
              <a:rect b="b" l="l" r="r" t="t"/>
              <a:pathLst>
                <a:path extrusionOk="0" h="22"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7" name="Google Shape;5837;p72"/>
            <p:cNvSpPr/>
            <p:nvPr/>
          </p:nvSpPr>
          <p:spPr>
            <a:xfrm>
              <a:off x="1645119" y="2298673"/>
              <a:ext cx="14" cy="244"/>
            </a:xfrm>
            <a:custGeom>
              <a:rect b="b" l="l" r="r" t="t"/>
              <a:pathLst>
                <a:path extrusionOk="0" h="18" w="1">
                  <a:moveTo>
                    <a:pt x="1"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72"/>
            <p:cNvSpPr/>
            <p:nvPr/>
          </p:nvSpPr>
          <p:spPr>
            <a:xfrm>
              <a:off x="1618697" y="2278565"/>
              <a:ext cx="204" cy="54"/>
            </a:xfrm>
            <a:custGeom>
              <a:rect b="b" l="l" r="r" t="t"/>
              <a:pathLst>
                <a:path extrusionOk="0" h="4" w="15">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9" name="Google Shape;5839;p72"/>
            <p:cNvSpPr/>
            <p:nvPr/>
          </p:nvSpPr>
          <p:spPr>
            <a:xfrm>
              <a:off x="1533091" y="2481100"/>
              <a:ext cx="1575" cy="3014"/>
            </a:xfrm>
            <a:custGeom>
              <a:rect b="b" l="l" r="r" t="t"/>
              <a:pathLst>
                <a:path extrusionOk="0" h="222" w="116">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0" name="Google Shape;5840;p72"/>
            <p:cNvSpPr/>
            <p:nvPr/>
          </p:nvSpPr>
          <p:spPr>
            <a:xfrm>
              <a:off x="1496866" y="2211818"/>
              <a:ext cx="147845" cy="264069"/>
            </a:xfrm>
            <a:custGeom>
              <a:rect b="b" l="l" r="r" t="t"/>
              <a:pathLst>
                <a:path extrusionOk="0" h="19449" w="10889">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72"/>
            <p:cNvSpPr/>
            <p:nvPr/>
          </p:nvSpPr>
          <p:spPr>
            <a:xfrm>
              <a:off x="1532711" y="2487712"/>
              <a:ext cx="24589" cy="16850"/>
            </a:xfrm>
            <a:custGeom>
              <a:rect b="b" l="l" r="r" t="t"/>
              <a:pathLst>
                <a:path extrusionOk="0" h="1241" w="1811">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2" name="Google Shape;5842;p72"/>
            <p:cNvSpPr/>
            <p:nvPr/>
          </p:nvSpPr>
          <p:spPr>
            <a:xfrm>
              <a:off x="1640177" y="2240588"/>
              <a:ext cx="3245" cy="244"/>
            </a:xfrm>
            <a:custGeom>
              <a:rect b="b" l="l" r="r" t="t"/>
              <a:pathLst>
                <a:path extrusionOk="0" h="18" w="239">
                  <a:moveTo>
                    <a:pt x="1" y="0"/>
                  </a:moveTo>
                  <a:lnTo>
                    <a:pt x="1" y="0"/>
                  </a:lnTo>
                  <a:cubicBezTo>
                    <a:pt x="165" y="0"/>
                    <a:pt x="221" y="11"/>
                    <a:pt x="239" y="18"/>
                  </a:cubicBezTo>
                  <a:cubicBezTo>
                    <a:pt x="221" y="11"/>
                    <a:pt x="169"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3" name="Google Shape;5843;p72"/>
            <p:cNvSpPr/>
            <p:nvPr/>
          </p:nvSpPr>
          <p:spPr>
            <a:xfrm>
              <a:off x="1639946" y="224058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4" name="Google Shape;5844;p72"/>
            <p:cNvSpPr/>
            <p:nvPr/>
          </p:nvSpPr>
          <p:spPr>
            <a:xfrm>
              <a:off x="1620924" y="2257221"/>
              <a:ext cx="12709" cy="14555"/>
            </a:xfrm>
            <a:custGeom>
              <a:rect b="b" l="l" r="r" t="t"/>
              <a:pathLst>
                <a:path extrusionOk="0" h="1072" w="936">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5" name="Google Shape;5845;p72"/>
            <p:cNvSpPr/>
            <p:nvPr/>
          </p:nvSpPr>
          <p:spPr>
            <a:xfrm>
              <a:off x="1615031" y="2277560"/>
              <a:ext cx="733" cy="828"/>
            </a:xfrm>
            <a:custGeom>
              <a:rect b="b" l="l" r="r" t="t"/>
              <a:pathLst>
                <a:path extrusionOk="0" h="61" w="54">
                  <a:moveTo>
                    <a:pt x="53" y="1"/>
                  </a:moveTo>
                  <a:lnTo>
                    <a:pt x="1" y="60"/>
                  </a:lnTo>
                  <a:lnTo>
                    <a:pt x="8" y="60"/>
                  </a:lnTo>
                  <a:cubicBezTo>
                    <a:pt x="22" y="43"/>
                    <a:pt x="36" y="22"/>
                    <a:pt x="5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6" name="Google Shape;5846;p72"/>
            <p:cNvSpPr/>
            <p:nvPr/>
          </p:nvSpPr>
          <p:spPr>
            <a:xfrm>
              <a:off x="1644453" y="2246291"/>
              <a:ext cx="109" cy="1100"/>
            </a:xfrm>
            <a:custGeom>
              <a:rect b="b" l="l" r="r" t="t"/>
              <a:pathLst>
                <a:path extrusionOk="0" h="81" w="8">
                  <a:moveTo>
                    <a:pt x="8" y="81"/>
                  </a:moveTo>
                  <a:cubicBezTo>
                    <a:pt x="8" y="56"/>
                    <a:pt x="4" y="28"/>
                    <a:pt x="1" y="0"/>
                  </a:cubicBezTo>
                  <a:cubicBezTo>
                    <a:pt x="4" y="28"/>
                    <a:pt x="8" y="56"/>
                    <a:pt x="8"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7" name="Google Shape;5847;p72"/>
            <p:cNvSpPr/>
            <p:nvPr/>
          </p:nvSpPr>
          <p:spPr>
            <a:xfrm>
              <a:off x="1644358" y="2245001"/>
              <a:ext cx="109" cy="1208"/>
            </a:xfrm>
            <a:custGeom>
              <a:rect b="b" l="l" r="r" t="t"/>
              <a:pathLst>
                <a:path extrusionOk="0" h="89" w="8">
                  <a:moveTo>
                    <a:pt x="8" y="88"/>
                  </a:moveTo>
                  <a:cubicBezTo>
                    <a:pt x="8" y="57"/>
                    <a:pt x="4" y="29"/>
                    <a:pt x="1" y="1"/>
                  </a:cubicBezTo>
                  <a:cubicBezTo>
                    <a:pt x="4" y="29"/>
                    <a:pt x="8" y="57"/>
                    <a:pt x="8"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8" name="Google Shape;5848;p72"/>
            <p:cNvSpPr/>
            <p:nvPr/>
          </p:nvSpPr>
          <p:spPr>
            <a:xfrm>
              <a:off x="1644168" y="2243671"/>
              <a:ext cx="68" cy="489"/>
            </a:xfrm>
            <a:custGeom>
              <a:rect b="b" l="l" r="r" t="t"/>
              <a:pathLst>
                <a:path extrusionOk="0" h="36" w="5">
                  <a:moveTo>
                    <a:pt x="1" y="1"/>
                  </a:moveTo>
                  <a:cubicBezTo>
                    <a:pt x="1" y="11"/>
                    <a:pt x="4" y="22"/>
                    <a:pt x="4" y="36"/>
                  </a:cubicBezTo>
                  <a:cubicBezTo>
                    <a:pt x="4" y="22"/>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9" name="Google Shape;5849;p72"/>
            <p:cNvSpPr/>
            <p:nvPr/>
          </p:nvSpPr>
          <p:spPr>
            <a:xfrm>
              <a:off x="1644358" y="224490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0" name="Google Shape;5850;p72"/>
            <p:cNvSpPr/>
            <p:nvPr/>
          </p:nvSpPr>
          <p:spPr>
            <a:xfrm>
              <a:off x="1635710" y="2253745"/>
              <a:ext cx="3720" cy="1914"/>
            </a:xfrm>
            <a:custGeom>
              <a:rect b="b" l="l" r="r" t="t"/>
              <a:pathLst>
                <a:path extrusionOk="0" h="141" w="274">
                  <a:moveTo>
                    <a:pt x="0" y="141"/>
                  </a:moveTo>
                  <a:cubicBezTo>
                    <a:pt x="88" y="88"/>
                    <a:pt x="179" y="43"/>
                    <a:pt x="274" y="1"/>
                  </a:cubicBezTo>
                  <a:cubicBezTo>
                    <a:pt x="179" y="43"/>
                    <a:pt x="88" y="88"/>
                    <a:pt x="0" y="1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1" name="Google Shape;5851;p72"/>
            <p:cNvSpPr/>
            <p:nvPr/>
          </p:nvSpPr>
          <p:spPr>
            <a:xfrm>
              <a:off x="1614081" y="2280031"/>
              <a:ext cx="14" cy="68"/>
            </a:xfrm>
            <a:custGeom>
              <a:rect b="b" l="l" r="r" t="t"/>
              <a:pathLst>
                <a:path extrusionOk="0" h="5" w="1">
                  <a:moveTo>
                    <a:pt x="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72"/>
            <p:cNvSpPr/>
            <p:nvPr/>
          </p:nvSpPr>
          <p:spPr>
            <a:xfrm>
              <a:off x="1611284" y="2310119"/>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3" name="Google Shape;5853;p72"/>
            <p:cNvSpPr/>
            <p:nvPr/>
          </p:nvSpPr>
          <p:spPr>
            <a:xfrm>
              <a:off x="1611379" y="230973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4" name="Google Shape;5854;p72"/>
            <p:cNvSpPr/>
            <p:nvPr/>
          </p:nvSpPr>
          <p:spPr>
            <a:xfrm>
              <a:off x="1611379" y="230950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72"/>
            <p:cNvSpPr/>
            <p:nvPr/>
          </p:nvSpPr>
          <p:spPr>
            <a:xfrm>
              <a:off x="1613700" y="2281226"/>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6" name="Google Shape;5856;p72"/>
            <p:cNvSpPr/>
            <p:nvPr/>
          </p:nvSpPr>
          <p:spPr>
            <a:xfrm>
              <a:off x="1611134" y="231055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72"/>
            <p:cNvSpPr/>
            <p:nvPr/>
          </p:nvSpPr>
          <p:spPr>
            <a:xfrm>
              <a:off x="1481659" y="2178417"/>
              <a:ext cx="61465" cy="331549"/>
            </a:xfrm>
            <a:custGeom>
              <a:rect b="b" l="l" r="r" t="t"/>
              <a:pathLst>
                <a:path extrusionOk="0" h="24419" w="4527">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8" name="Google Shape;5858;p72"/>
            <p:cNvSpPr/>
            <p:nvPr/>
          </p:nvSpPr>
          <p:spPr>
            <a:xfrm>
              <a:off x="1538223" y="2504929"/>
              <a:ext cx="4671" cy="855"/>
            </a:xfrm>
            <a:custGeom>
              <a:rect b="b" l="l" r="r" t="t"/>
              <a:pathLst>
                <a:path extrusionOk="0" h="63" w="344">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72"/>
            <p:cNvSpPr/>
            <p:nvPr/>
          </p:nvSpPr>
          <p:spPr>
            <a:xfrm>
              <a:off x="1490593" y="2404157"/>
              <a:ext cx="3476" cy="4236"/>
            </a:xfrm>
            <a:custGeom>
              <a:rect b="b" l="l" r="r" t="t"/>
              <a:pathLst>
                <a:path extrusionOk="0" h="312" w="256">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0" name="Google Shape;5860;p72"/>
            <p:cNvSpPr/>
            <p:nvPr/>
          </p:nvSpPr>
          <p:spPr>
            <a:xfrm>
              <a:off x="1481225" y="2421916"/>
              <a:ext cx="163" cy="869"/>
            </a:xfrm>
            <a:custGeom>
              <a:rect b="b" l="l" r="r" t="t"/>
              <a:pathLst>
                <a:path extrusionOk="0" h="64" w="12">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1" name="Google Shape;5861;p72"/>
            <p:cNvSpPr/>
            <p:nvPr/>
          </p:nvSpPr>
          <p:spPr>
            <a:xfrm>
              <a:off x="1543206" y="2219000"/>
              <a:ext cx="14" cy="204"/>
            </a:xfrm>
            <a:custGeom>
              <a:rect b="b" l="l" r="r" t="t"/>
              <a:pathLst>
                <a:path extrusionOk="0" h="15" w="1">
                  <a:moveTo>
                    <a:pt x="1" y="15"/>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72"/>
            <p:cNvSpPr/>
            <p:nvPr/>
          </p:nvSpPr>
          <p:spPr>
            <a:xfrm>
              <a:off x="1542351" y="2224132"/>
              <a:ext cx="68" cy="299"/>
            </a:xfrm>
            <a:custGeom>
              <a:rect b="b" l="l" r="r" t="t"/>
              <a:pathLst>
                <a:path extrusionOk="0" h="22" w="5">
                  <a:moveTo>
                    <a:pt x="4"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3" name="Google Shape;5863;p72"/>
            <p:cNvSpPr/>
            <p:nvPr/>
          </p:nvSpPr>
          <p:spPr>
            <a:xfrm>
              <a:off x="1542446" y="2223617"/>
              <a:ext cx="109" cy="434"/>
            </a:xfrm>
            <a:custGeom>
              <a:rect b="b" l="l" r="r" t="t"/>
              <a:pathLst>
                <a:path extrusionOk="0" h="32" w="8">
                  <a:moveTo>
                    <a:pt x="8" y="0"/>
                  </a:moveTo>
                  <a:cubicBezTo>
                    <a:pt x="4" y="11"/>
                    <a:pt x="1" y="21"/>
                    <a:pt x="1" y="32"/>
                  </a:cubicBezTo>
                  <a:cubicBezTo>
                    <a:pt x="1" y="21"/>
                    <a:pt x="4" y="11"/>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4" name="Google Shape;5864;p72"/>
            <p:cNvSpPr/>
            <p:nvPr/>
          </p:nvSpPr>
          <p:spPr>
            <a:xfrm>
              <a:off x="1542256" y="2224513"/>
              <a:ext cx="68" cy="204"/>
            </a:xfrm>
            <a:custGeom>
              <a:rect b="b" l="l" r="r" t="t"/>
              <a:pathLst>
                <a:path extrusionOk="0" h="15" w="5">
                  <a:moveTo>
                    <a:pt x="4"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72"/>
            <p:cNvSpPr/>
            <p:nvPr/>
          </p:nvSpPr>
          <p:spPr>
            <a:xfrm>
              <a:off x="1542066" y="2225137"/>
              <a:ext cx="68" cy="204"/>
            </a:xfrm>
            <a:custGeom>
              <a:rect b="b" l="l" r="r" t="t"/>
              <a:pathLst>
                <a:path extrusionOk="0" h="15" w="5">
                  <a:moveTo>
                    <a:pt x="4"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6" name="Google Shape;5866;p72"/>
            <p:cNvSpPr/>
            <p:nvPr/>
          </p:nvSpPr>
          <p:spPr>
            <a:xfrm>
              <a:off x="1532466" y="2238158"/>
              <a:ext cx="1874" cy="6381"/>
            </a:xfrm>
            <a:custGeom>
              <a:rect b="b" l="l" r="r" t="t"/>
              <a:pathLst>
                <a:path extrusionOk="0" h="470" w="138">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7" name="Google Shape;5867;p72"/>
            <p:cNvSpPr/>
            <p:nvPr/>
          </p:nvSpPr>
          <p:spPr>
            <a:xfrm>
              <a:off x="1542161" y="2224893"/>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8" name="Google Shape;5868;p72"/>
            <p:cNvSpPr/>
            <p:nvPr/>
          </p:nvSpPr>
          <p:spPr>
            <a:xfrm>
              <a:off x="1543016" y="2220141"/>
              <a:ext cx="68" cy="584"/>
            </a:xfrm>
            <a:custGeom>
              <a:rect b="b" l="l" r="r" t="t"/>
              <a:pathLst>
                <a:path extrusionOk="0" h="43" w="5">
                  <a:moveTo>
                    <a:pt x="4" y="1"/>
                  </a:moveTo>
                  <a:cubicBezTo>
                    <a:pt x="4" y="15"/>
                    <a:pt x="1" y="29"/>
                    <a:pt x="1" y="43"/>
                  </a:cubicBezTo>
                  <a:cubicBezTo>
                    <a:pt x="1" y="29"/>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9" name="Google Shape;5869;p72"/>
            <p:cNvSpPr/>
            <p:nvPr/>
          </p:nvSpPr>
          <p:spPr>
            <a:xfrm>
              <a:off x="1531611" y="2504576"/>
              <a:ext cx="204" cy="299"/>
            </a:xfrm>
            <a:custGeom>
              <a:rect b="b" l="l" r="r" t="t"/>
              <a:pathLst>
                <a:path extrusionOk="0" h="22" w="15">
                  <a:moveTo>
                    <a:pt x="15" y="22"/>
                  </a:moveTo>
                  <a:cubicBezTo>
                    <a:pt x="8" y="15"/>
                    <a:pt x="4" y="8"/>
                    <a:pt x="1" y="1"/>
                  </a:cubicBezTo>
                  <a:cubicBezTo>
                    <a:pt x="4" y="8"/>
                    <a:pt x="8" y="15"/>
                    <a:pt x="15"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0" name="Google Shape;5870;p72"/>
            <p:cNvSpPr/>
            <p:nvPr/>
          </p:nvSpPr>
          <p:spPr>
            <a:xfrm>
              <a:off x="1508556" y="2474447"/>
              <a:ext cx="1059" cy="149"/>
            </a:xfrm>
            <a:custGeom>
              <a:rect b="b" l="l" r="r" t="t"/>
              <a:pathLst>
                <a:path extrusionOk="0" h="11" w="78">
                  <a:moveTo>
                    <a:pt x="78" y="7"/>
                  </a:moveTo>
                  <a:lnTo>
                    <a:pt x="78" y="7"/>
                  </a:lnTo>
                  <a:cubicBezTo>
                    <a:pt x="53" y="11"/>
                    <a:pt x="25" y="7"/>
                    <a:pt x="1" y="0"/>
                  </a:cubicBezTo>
                  <a:cubicBezTo>
                    <a:pt x="25" y="7"/>
                    <a:pt x="53" y="11"/>
                    <a:pt x="78"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1" name="Google Shape;5871;p72"/>
            <p:cNvSpPr/>
            <p:nvPr/>
          </p:nvSpPr>
          <p:spPr>
            <a:xfrm>
              <a:off x="1542921" y="2220955"/>
              <a:ext cx="68" cy="339"/>
            </a:xfrm>
            <a:custGeom>
              <a:rect b="b" l="l" r="r" t="t"/>
              <a:pathLst>
                <a:path extrusionOk="0" h="25" w="5">
                  <a:moveTo>
                    <a:pt x="4" y="0"/>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2" name="Google Shape;5872;p72"/>
            <p:cNvSpPr/>
            <p:nvPr/>
          </p:nvSpPr>
          <p:spPr>
            <a:xfrm>
              <a:off x="1532996" y="250510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3" name="Google Shape;5873;p72"/>
            <p:cNvSpPr/>
            <p:nvPr/>
          </p:nvSpPr>
          <p:spPr>
            <a:xfrm>
              <a:off x="1542826" y="2221566"/>
              <a:ext cx="68" cy="299"/>
            </a:xfrm>
            <a:custGeom>
              <a:rect b="b" l="l" r="r" t="t"/>
              <a:pathLst>
                <a:path extrusionOk="0" h="22" w="5">
                  <a:moveTo>
                    <a:pt x="4" y="1"/>
                  </a:moveTo>
                  <a:lnTo>
                    <a:pt x="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4" name="Google Shape;5874;p72"/>
            <p:cNvSpPr/>
            <p:nvPr/>
          </p:nvSpPr>
          <p:spPr>
            <a:xfrm>
              <a:off x="1540830" y="2504861"/>
              <a:ext cx="638" cy="68"/>
            </a:xfrm>
            <a:custGeom>
              <a:rect b="b" l="l" r="r" t="t"/>
              <a:pathLst>
                <a:path extrusionOk="0" h="5" w="47">
                  <a:moveTo>
                    <a:pt x="1" y="1"/>
                  </a:moveTo>
                  <a:lnTo>
                    <a:pt x="46"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5" name="Google Shape;5875;p72"/>
            <p:cNvSpPr/>
            <p:nvPr/>
          </p:nvSpPr>
          <p:spPr>
            <a:xfrm>
              <a:off x="1543111" y="2219530"/>
              <a:ext cx="68" cy="299"/>
            </a:xfrm>
            <a:custGeom>
              <a:rect b="b" l="l" r="r" t="t"/>
              <a:pathLst>
                <a:path extrusionOk="0" h="22" w="5">
                  <a:moveTo>
                    <a:pt x="4"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72"/>
            <p:cNvSpPr/>
            <p:nvPr/>
          </p:nvSpPr>
          <p:spPr>
            <a:xfrm>
              <a:off x="1508516" y="2416173"/>
              <a:ext cx="149" cy="1059"/>
            </a:xfrm>
            <a:custGeom>
              <a:rect b="b" l="l" r="r" t="t"/>
              <a:pathLst>
                <a:path extrusionOk="0" h="78" w="11">
                  <a:moveTo>
                    <a:pt x="0" y="77"/>
                  </a:moveTo>
                  <a:cubicBezTo>
                    <a:pt x="0" y="49"/>
                    <a:pt x="4" y="25"/>
                    <a:pt x="11" y="0"/>
                  </a:cubicBezTo>
                  <a:cubicBezTo>
                    <a:pt x="4" y="25"/>
                    <a:pt x="0" y="49"/>
                    <a:pt x="0" y="7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7" name="Google Shape;5877;p72"/>
            <p:cNvSpPr/>
            <p:nvPr/>
          </p:nvSpPr>
          <p:spPr>
            <a:xfrm>
              <a:off x="1512738" y="2402867"/>
              <a:ext cx="68" cy="244"/>
            </a:xfrm>
            <a:custGeom>
              <a:rect b="b" l="l" r="r" t="t"/>
              <a:pathLst>
                <a:path extrusionOk="0" h="18" w="5">
                  <a:moveTo>
                    <a:pt x="1" y="18"/>
                  </a:moveTo>
                  <a:lnTo>
                    <a:pt x="1" y="18"/>
                  </a:lnTo>
                  <a:cubicBezTo>
                    <a:pt x="4" y="11"/>
                    <a:pt x="4" y="7"/>
                    <a:pt x="4" y="0"/>
                  </a:cubicBezTo>
                  <a:cubicBezTo>
                    <a:pt x="4" y="7"/>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8" name="Google Shape;5878;p72"/>
            <p:cNvSpPr/>
            <p:nvPr/>
          </p:nvSpPr>
          <p:spPr>
            <a:xfrm>
              <a:off x="1507660" y="2400396"/>
              <a:ext cx="3910" cy="1724"/>
            </a:xfrm>
            <a:custGeom>
              <a:rect b="b" l="l" r="r" t="t"/>
              <a:pathLst>
                <a:path extrusionOk="0" h="127" w="288">
                  <a:moveTo>
                    <a:pt x="287" y="91"/>
                  </a:moveTo>
                  <a:cubicBezTo>
                    <a:pt x="168" y="126"/>
                    <a:pt x="56" y="91"/>
                    <a:pt x="0" y="0"/>
                  </a:cubicBezTo>
                  <a:cubicBezTo>
                    <a:pt x="56" y="91"/>
                    <a:pt x="168" y="126"/>
                    <a:pt x="287"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72"/>
            <p:cNvSpPr/>
            <p:nvPr/>
          </p:nvSpPr>
          <p:spPr>
            <a:xfrm>
              <a:off x="1542541" y="2223141"/>
              <a:ext cx="109" cy="339"/>
            </a:xfrm>
            <a:custGeom>
              <a:rect b="b" l="l" r="r" t="t"/>
              <a:pathLst>
                <a:path extrusionOk="0" h="25" w="8">
                  <a:moveTo>
                    <a:pt x="8" y="0"/>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0" name="Google Shape;5880;p72"/>
            <p:cNvSpPr/>
            <p:nvPr/>
          </p:nvSpPr>
          <p:spPr>
            <a:xfrm>
              <a:off x="1542785" y="2222137"/>
              <a:ext cx="54" cy="299"/>
            </a:xfrm>
            <a:custGeom>
              <a:rect b="b" l="l" r="r" t="t"/>
              <a:pathLst>
                <a:path extrusionOk="0" h="22" w="4">
                  <a:moveTo>
                    <a:pt x="4"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72"/>
            <p:cNvSpPr/>
            <p:nvPr/>
          </p:nvSpPr>
          <p:spPr>
            <a:xfrm>
              <a:off x="1541590" y="2504915"/>
              <a:ext cx="448" cy="54"/>
            </a:xfrm>
            <a:custGeom>
              <a:rect b="b" l="l" r="r" t="t"/>
              <a:pathLst>
                <a:path extrusionOk="0" h="4" w="33">
                  <a:moveTo>
                    <a:pt x="1"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2" name="Google Shape;5882;p72"/>
            <p:cNvSpPr/>
            <p:nvPr/>
          </p:nvSpPr>
          <p:spPr>
            <a:xfrm>
              <a:off x="1542636" y="2222666"/>
              <a:ext cx="109" cy="299"/>
            </a:xfrm>
            <a:custGeom>
              <a:rect b="b" l="l" r="r" t="t"/>
              <a:pathLst>
                <a:path extrusionOk="0" h="22" w="8">
                  <a:moveTo>
                    <a:pt x="8"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72"/>
            <p:cNvSpPr/>
            <p:nvPr/>
          </p:nvSpPr>
          <p:spPr>
            <a:xfrm>
              <a:off x="1514978" y="2347728"/>
              <a:ext cx="204" cy="1195"/>
            </a:xfrm>
            <a:custGeom>
              <a:rect b="b" l="l" r="r" t="t"/>
              <a:pathLst>
                <a:path extrusionOk="0" h="88" w="15">
                  <a:moveTo>
                    <a:pt x="7" y="88"/>
                  </a:moveTo>
                  <a:cubicBezTo>
                    <a:pt x="14" y="60"/>
                    <a:pt x="14" y="28"/>
                    <a:pt x="0" y="0"/>
                  </a:cubicBezTo>
                  <a:cubicBezTo>
                    <a:pt x="14" y="28"/>
                    <a:pt x="14" y="60"/>
                    <a:pt x="7"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4" name="Google Shape;5884;p72"/>
            <p:cNvSpPr/>
            <p:nvPr/>
          </p:nvSpPr>
          <p:spPr>
            <a:xfrm>
              <a:off x="1530620" y="2480530"/>
              <a:ext cx="1005" cy="24059"/>
            </a:xfrm>
            <a:custGeom>
              <a:rect b="b" l="l" r="r" t="t"/>
              <a:pathLst>
                <a:path extrusionOk="0" h="1772" w="74">
                  <a:moveTo>
                    <a:pt x="74" y="1772"/>
                  </a:moveTo>
                  <a:cubicBezTo>
                    <a:pt x="25" y="1681"/>
                    <a:pt x="0" y="1338"/>
                    <a:pt x="63" y="0"/>
                  </a:cubicBezTo>
                  <a:lnTo>
                    <a:pt x="63" y="0"/>
                  </a:lnTo>
                  <a:cubicBezTo>
                    <a:pt x="0" y="1338"/>
                    <a:pt x="25" y="1681"/>
                    <a:pt x="74" y="17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72"/>
            <p:cNvSpPr/>
            <p:nvPr/>
          </p:nvSpPr>
          <p:spPr>
            <a:xfrm>
              <a:off x="1523858" y="2474868"/>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72"/>
            <p:cNvSpPr/>
            <p:nvPr/>
          </p:nvSpPr>
          <p:spPr>
            <a:xfrm>
              <a:off x="1525243" y="2475724"/>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7" name="Google Shape;5887;p72"/>
            <p:cNvSpPr/>
            <p:nvPr/>
          </p:nvSpPr>
          <p:spPr>
            <a:xfrm>
              <a:off x="1524483" y="247524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8" name="Google Shape;5888;p72"/>
            <p:cNvSpPr/>
            <p:nvPr/>
          </p:nvSpPr>
          <p:spPr>
            <a:xfrm>
              <a:off x="1523057" y="2474488"/>
              <a:ext cx="149" cy="109"/>
            </a:xfrm>
            <a:custGeom>
              <a:rect b="b" l="l" r="r" t="t"/>
              <a:pathLst>
                <a:path extrusionOk="0" h="8" w="11">
                  <a:moveTo>
                    <a:pt x="0"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72"/>
            <p:cNvSpPr/>
            <p:nvPr/>
          </p:nvSpPr>
          <p:spPr>
            <a:xfrm>
              <a:off x="1495386" y="2453008"/>
              <a:ext cx="1208" cy="2539"/>
            </a:xfrm>
            <a:custGeom>
              <a:rect b="b" l="l" r="r" t="t"/>
              <a:pathLst>
                <a:path extrusionOk="0" h="187" w="89">
                  <a:moveTo>
                    <a:pt x="1" y="0"/>
                  </a:moveTo>
                  <a:cubicBezTo>
                    <a:pt x="11" y="70"/>
                    <a:pt x="40" y="134"/>
                    <a:pt x="89" y="186"/>
                  </a:cubicBezTo>
                  <a:cubicBezTo>
                    <a:pt x="40" y="134"/>
                    <a:pt x="11" y="7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72"/>
            <p:cNvSpPr/>
            <p:nvPr/>
          </p:nvSpPr>
          <p:spPr>
            <a:xfrm>
              <a:off x="1542215" y="2504956"/>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1" name="Google Shape;5891;p72"/>
            <p:cNvSpPr/>
            <p:nvPr/>
          </p:nvSpPr>
          <p:spPr>
            <a:xfrm>
              <a:off x="1531801" y="2504861"/>
              <a:ext cx="543" cy="258"/>
            </a:xfrm>
            <a:custGeom>
              <a:rect b="b" l="l" r="r" t="t"/>
              <a:pathLst>
                <a:path extrusionOk="0" h="19" w="40">
                  <a:moveTo>
                    <a:pt x="1" y="1"/>
                  </a:moveTo>
                  <a:cubicBezTo>
                    <a:pt x="11" y="11"/>
                    <a:pt x="25" y="15"/>
                    <a:pt x="39" y="18"/>
                  </a:cubicBezTo>
                  <a:cubicBezTo>
                    <a:pt x="25" y="15"/>
                    <a:pt x="11"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2" name="Google Shape;5892;p72"/>
            <p:cNvSpPr/>
            <p:nvPr/>
          </p:nvSpPr>
          <p:spPr>
            <a:xfrm>
              <a:off x="1532466" y="250510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72"/>
            <p:cNvSpPr/>
            <p:nvPr/>
          </p:nvSpPr>
          <p:spPr>
            <a:xfrm>
              <a:off x="1532656" y="250510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72"/>
            <p:cNvSpPr/>
            <p:nvPr/>
          </p:nvSpPr>
          <p:spPr>
            <a:xfrm>
              <a:off x="1542785" y="2505105"/>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5" name="Google Shape;5895;p72"/>
            <p:cNvSpPr/>
            <p:nvPr/>
          </p:nvSpPr>
          <p:spPr>
            <a:xfrm>
              <a:off x="1522297" y="2306412"/>
              <a:ext cx="625" cy="3014"/>
            </a:xfrm>
            <a:custGeom>
              <a:rect b="b" l="l" r="r" t="t"/>
              <a:pathLst>
                <a:path extrusionOk="0" h="222" w="46">
                  <a:moveTo>
                    <a:pt x="46" y="1"/>
                  </a:moveTo>
                  <a:cubicBezTo>
                    <a:pt x="25" y="71"/>
                    <a:pt x="7" y="144"/>
                    <a:pt x="0" y="221"/>
                  </a:cubicBezTo>
                  <a:cubicBezTo>
                    <a:pt x="7" y="144"/>
                    <a:pt x="25" y="71"/>
                    <a:pt x="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6" name="Google Shape;5896;p72"/>
            <p:cNvSpPr/>
            <p:nvPr/>
          </p:nvSpPr>
          <p:spPr>
            <a:xfrm>
              <a:off x="1541930" y="2225368"/>
              <a:ext cx="109" cy="204"/>
            </a:xfrm>
            <a:custGeom>
              <a:rect b="b" l="l" r="r" t="t"/>
              <a:pathLst>
                <a:path extrusionOk="0" h="15" w="8">
                  <a:moveTo>
                    <a:pt x="7" y="1"/>
                  </a:moveTo>
                  <a:cubicBezTo>
                    <a:pt x="4" y="4"/>
                    <a:pt x="4" y="11"/>
                    <a:pt x="0" y="15"/>
                  </a:cubicBezTo>
                  <a:cubicBezTo>
                    <a:pt x="4" y="11"/>
                    <a:pt x="4" y="4"/>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72"/>
            <p:cNvSpPr/>
            <p:nvPr/>
          </p:nvSpPr>
          <p:spPr>
            <a:xfrm>
              <a:off x="1538223" y="2504834"/>
              <a:ext cx="2620" cy="41"/>
            </a:xfrm>
            <a:custGeom>
              <a:rect b="b" l="l" r="r" t="t"/>
              <a:pathLst>
                <a:path extrusionOk="0" h="3" w="193">
                  <a:moveTo>
                    <a:pt x="97" y="0"/>
                  </a:moveTo>
                  <a:cubicBezTo>
                    <a:pt x="64" y="0"/>
                    <a:pt x="32" y="1"/>
                    <a:pt x="0" y="3"/>
                  </a:cubicBezTo>
                  <a:lnTo>
                    <a:pt x="193" y="3"/>
                  </a:lnTo>
                  <a:cubicBezTo>
                    <a:pt x="161" y="1"/>
                    <a:pt x="129" y="0"/>
                    <a:pt x="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72"/>
            <p:cNvSpPr/>
            <p:nvPr/>
          </p:nvSpPr>
          <p:spPr>
            <a:xfrm>
              <a:off x="1518495" y="2283982"/>
              <a:ext cx="815" cy="434"/>
            </a:xfrm>
            <a:custGeom>
              <a:rect b="b" l="l" r="r" t="t"/>
              <a:pathLst>
                <a:path extrusionOk="0" h="32" w="60">
                  <a:moveTo>
                    <a:pt x="60" y="0"/>
                  </a:moveTo>
                  <a:cubicBezTo>
                    <a:pt x="39" y="4"/>
                    <a:pt x="14" y="14"/>
                    <a:pt x="0" y="32"/>
                  </a:cubicBezTo>
                  <a:cubicBezTo>
                    <a:pt x="14" y="14"/>
                    <a:pt x="39" y="4"/>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9" name="Google Shape;5899;p72"/>
            <p:cNvSpPr/>
            <p:nvPr/>
          </p:nvSpPr>
          <p:spPr>
            <a:xfrm>
              <a:off x="1578290" y="2191723"/>
              <a:ext cx="61669" cy="63298"/>
            </a:xfrm>
            <a:custGeom>
              <a:rect b="b" l="l" r="r" t="t"/>
              <a:pathLst>
                <a:path extrusionOk="0" h="4662" w="4542">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0" name="Google Shape;5900;p72"/>
            <p:cNvSpPr/>
            <p:nvPr/>
          </p:nvSpPr>
          <p:spPr>
            <a:xfrm>
              <a:off x="1613184" y="2195620"/>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72"/>
            <p:cNvSpPr/>
            <p:nvPr/>
          </p:nvSpPr>
          <p:spPr>
            <a:xfrm>
              <a:off x="1612804" y="2194954"/>
              <a:ext cx="204" cy="339"/>
            </a:xfrm>
            <a:custGeom>
              <a:rect b="b" l="l" r="r" t="t"/>
              <a:pathLst>
                <a:path extrusionOk="0" h="25" w="15">
                  <a:moveTo>
                    <a:pt x="0" y="0"/>
                  </a:moveTo>
                  <a:cubicBezTo>
                    <a:pt x="7" y="11"/>
                    <a:pt x="11" y="18"/>
                    <a:pt x="14" y="25"/>
                  </a:cubicBezTo>
                  <a:cubicBezTo>
                    <a:pt x="11" y="18"/>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2" name="Google Shape;5902;p72"/>
            <p:cNvSpPr/>
            <p:nvPr/>
          </p:nvSpPr>
          <p:spPr>
            <a:xfrm>
              <a:off x="1613035" y="2195335"/>
              <a:ext cx="109" cy="204"/>
            </a:xfrm>
            <a:custGeom>
              <a:rect b="b" l="l" r="r" t="t"/>
              <a:pathLst>
                <a:path extrusionOk="0" h="15" w="8">
                  <a:moveTo>
                    <a:pt x="1" y="0"/>
                  </a:moveTo>
                  <a:lnTo>
                    <a:pt x="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3" name="Google Shape;5903;p72"/>
            <p:cNvSpPr/>
            <p:nvPr/>
          </p:nvSpPr>
          <p:spPr>
            <a:xfrm>
              <a:off x="1638086" y="2239733"/>
              <a:ext cx="109" cy="910"/>
            </a:xfrm>
            <a:custGeom>
              <a:rect b="b" l="l" r="r" t="t"/>
              <a:pathLst>
                <a:path extrusionOk="0" h="67" w="8">
                  <a:moveTo>
                    <a:pt x="1" y="0"/>
                  </a:moveTo>
                  <a:lnTo>
                    <a:pt x="1" y="67"/>
                  </a:lnTo>
                  <a:lnTo>
                    <a:pt x="8" y="67"/>
                  </a:lnTo>
                  <a:cubicBezTo>
                    <a:pt x="4" y="53"/>
                    <a:pt x="4" y="42"/>
                    <a:pt x="4" y="32"/>
                  </a:cubicBezTo>
                  <a:lnTo>
                    <a:pt x="4" y="18"/>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4" name="Google Shape;5904;p72"/>
            <p:cNvSpPr/>
            <p:nvPr/>
          </p:nvSpPr>
          <p:spPr>
            <a:xfrm>
              <a:off x="1612560" y="2194615"/>
              <a:ext cx="204" cy="299"/>
            </a:xfrm>
            <a:custGeom>
              <a:rect b="b" l="l" r="r" t="t"/>
              <a:pathLst>
                <a:path extrusionOk="0" h="22" w="15">
                  <a:moveTo>
                    <a:pt x="15" y="22"/>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5" name="Google Shape;5905;p72"/>
            <p:cNvSpPr/>
            <p:nvPr/>
          </p:nvSpPr>
          <p:spPr>
            <a:xfrm>
              <a:off x="1625201" y="2214031"/>
              <a:ext cx="299" cy="54"/>
            </a:xfrm>
            <a:custGeom>
              <a:rect b="b" l="l" r="r" t="t"/>
              <a:pathLst>
                <a:path extrusionOk="0" h="4" w="22">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6" name="Google Shape;5906;p72"/>
            <p:cNvSpPr/>
            <p:nvPr/>
          </p:nvSpPr>
          <p:spPr>
            <a:xfrm>
              <a:off x="1613184" y="2196095"/>
              <a:ext cx="149" cy="244"/>
            </a:xfrm>
            <a:custGeom>
              <a:rect b="b" l="l" r="r" t="t"/>
              <a:pathLst>
                <a:path extrusionOk="0" h="18" w="11">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7" name="Google Shape;5907;p72"/>
            <p:cNvSpPr/>
            <p:nvPr/>
          </p:nvSpPr>
          <p:spPr>
            <a:xfrm>
              <a:off x="1639280" y="2227228"/>
              <a:ext cx="434" cy="679"/>
            </a:xfrm>
            <a:custGeom>
              <a:rect b="b" l="l" r="r" t="t"/>
              <a:pathLst>
                <a:path extrusionOk="0" h="50" w="32">
                  <a:moveTo>
                    <a:pt x="32" y="49"/>
                  </a:moveTo>
                  <a:cubicBezTo>
                    <a:pt x="28" y="32"/>
                    <a:pt x="18" y="11"/>
                    <a:pt x="0" y="0"/>
                  </a:cubicBezTo>
                  <a:lnTo>
                    <a:pt x="0" y="0"/>
                  </a:lnTo>
                  <a:cubicBezTo>
                    <a:pt x="18" y="11"/>
                    <a:pt x="28" y="32"/>
                    <a:pt x="32"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8" name="Google Shape;5908;p72"/>
            <p:cNvSpPr/>
            <p:nvPr/>
          </p:nvSpPr>
          <p:spPr>
            <a:xfrm>
              <a:off x="1613320" y="2196000"/>
              <a:ext cx="14" cy="109"/>
            </a:xfrm>
            <a:custGeom>
              <a:rect b="b" l="l" r="r" t="t"/>
              <a:pathLst>
                <a:path extrusionOk="0" h="8" w="1">
                  <a:moveTo>
                    <a:pt x="1" y="0"/>
                  </a:moveTo>
                  <a:cubicBezTo>
                    <a:pt x="1" y="4"/>
                    <a:pt x="1" y="4"/>
                    <a:pt x="1" y="7"/>
                  </a:cubicBezTo>
                  <a:cubicBezTo>
                    <a:pt x="1" y="4"/>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9" name="Google Shape;5909;p72"/>
            <p:cNvSpPr/>
            <p:nvPr/>
          </p:nvSpPr>
          <p:spPr>
            <a:xfrm>
              <a:off x="1613280" y="2195810"/>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72"/>
            <p:cNvSpPr/>
            <p:nvPr/>
          </p:nvSpPr>
          <p:spPr>
            <a:xfrm>
              <a:off x="1638181" y="2226943"/>
              <a:ext cx="1113" cy="299"/>
            </a:xfrm>
            <a:custGeom>
              <a:rect b="b" l="l" r="r" t="t"/>
              <a:pathLst>
                <a:path extrusionOk="0" h="22" w="82">
                  <a:moveTo>
                    <a:pt x="1" y="0"/>
                  </a:moveTo>
                  <a:cubicBezTo>
                    <a:pt x="29" y="4"/>
                    <a:pt x="57" y="11"/>
                    <a:pt x="81" y="21"/>
                  </a:cubicBezTo>
                  <a:cubicBezTo>
                    <a:pt x="57" y="11"/>
                    <a:pt x="29"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1" name="Google Shape;5911;p72"/>
            <p:cNvSpPr/>
            <p:nvPr/>
          </p:nvSpPr>
          <p:spPr>
            <a:xfrm>
              <a:off x="1634759" y="2250514"/>
              <a:ext cx="584" cy="14"/>
            </a:xfrm>
            <a:custGeom>
              <a:rect b="b" l="l" r="r" t="t"/>
              <a:pathLst>
                <a:path extrusionOk="0" h="1" w="43">
                  <a:moveTo>
                    <a:pt x="0" y="1"/>
                  </a:moveTo>
                  <a:cubicBezTo>
                    <a:pt x="14" y="1"/>
                    <a:pt x="28" y="1"/>
                    <a:pt x="42" y="1"/>
                  </a:cubicBezTo>
                  <a:cubicBezTo>
                    <a:pt x="28"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2" name="Google Shape;5912;p72"/>
            <p:cNvSpPr/>
            <p:nvPr/>
          </p:nvSpPr>
          <p:spPr>
            <a:xfrm>
              <a:off x="1581101" y="2216013"/>
              <a:ext cx="489" cy="489"/>
            </a:xfrm>
            <a:custGeom>
              <a:rect b="b" l="l" r="r" t="t"/>
              <a:pathLst>
                <a:path extrusionOk="0" h="36" w="36">
                  <a:moveTo>
                    <a:pt x="35" y="3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72"/>
            <p:cNvSpPr/>
            <p:nvPr/>
          </p:nvSpPr>
          <p:spPr>
            <a:xfrm>
              <a:off x="1580436" y="2215294"/>
              <a:ext cx="489" cy="489"/>
            </a:xfrm>
            <a:custGeom>
              <a:rect b="b" l="l" r="r" t="t"/>
              <a:pathLst>
                <a:path extrusionOk="0" h="36" w="36">
                  <a:moveTo>
                    <a:pt x="35" y="36"/>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4" name="Google Shape;5914;p72"/>
            <p:cNvSpPr/>
            <p:nvPr/>
          </p:nvSpPr>
          <p:spPr>
            <a:xfrm>
              <a:off x="1581807" y="2216719"/>
              <a:ext cx="448" cy="489"/>
            </a:xfrm>
            <a:custGeom>
              <a:rect b="b" l="l" r="r" t="t"/>
              <a:pathLst>
                <a:path extrusionOk="0" h="36" w="33">
                  <a:moveTo>
                    <a:pt x="32" y="36"/>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72"/>
            <p:cNvSpPr/>
            <p:nvPr/>
          </p:nvSpPr>
          <p:spPr>
            <a:xfrm>
              <a:off x="1582472" y="2217439"/>
              <a:ext cx="543" cy="530"/>
            </a:xfrm>
            <a:custGeom>
              <a:rect b="b" l="l" r="r" t="t"/>
              <a:pathLst>
                <a:path extrusionOk="0" h="39" w="40">
                  <a:moveTo>
                    <a:pt x="39" y="39"/>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6" name="Google Shape;5916;p72"/>
            <p:cNvSpPr/>
            <p:nvPr/>
          </p:nvSpPr>
          <p:spPr>
            <a:xfrm>
              <a:off x="1638140" y="2238878"/>
              <a:ext cx="14" cy="869"/>
            </a:xfrm>
            <a:custGeom>
              <a:rect b="b" l="l" r="r" t="t"/>
              <a:pathLst>
                <a:path extrusionOk="0" h="64" w="1">
                  <a:moveTo>
                    <a:pt x="0" y="0"/>
                  </a:moveTo>
                  <a:lnTo>
                    <a:pt x="0" y="63"/>
                  </a:lnTo>
                  <a:lnTo>
                    <a:pt x="0" y="56"/>
                  </a:lnTo>
                  <a:lnTo>
                    <a:pt x="0" y="28"/>
                  </a:lnTo>
                  <a:lnTo>
                    <a:pt x="0" y="21"/>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72"/>
            <p:cNvSpPr/>
            <p:nvPr/>
          </p:nvSpPr>
          <p:spPr>
            <a:xfrm>
              <a:off x="1579662" y="2214438"/>
              <a:ext cx="638" cy="679"/>
            </a:xfrm>
            <a:custGeom>
              <a:rect b="b" l="l" r="r" t="t"/>
              <a:pathLst>
                <a:path extrusionOk="0" h="50" w="47">
                  <a:moveTo>
                    <a:pt x="46" y="5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72"/>
            <p:cNvSpPr/>
            <p:nvPr/>
          </p:nvSpPr>
          <p:spPr>
            <a:xfrm>
              <a:off x="1579146" y="2213773"/>
              <a:ext cx="530" cy="679"/>
            </a:xfrm>
            <a:custGeom>
              <a:rect b="b" l="l" r="r" t="t"/>
              <a:pathLst>
                <a:path extrusionOk="0" h="50" w="39">
                  <a:moveTo>
                    <a:pt x="39" y="50"/>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9" name="Google Shape;5919;p72"/>
            <p:cNvSpPr/>
            <p:nvPr/>
          </p:nvSpPr>
          <p:spPr>
            <a:xfrm>
              <a:off x="1578290" y="2212687"/>
              <a:ext cx="204" cy="204"/>
            </a:xfrm>
            <a:custGeom>
              <a:rect b="b" l="l" r="r" t="t"/>
              <a:pathLst>
                <a:path extrusionOk="0" h="15" w="15">
                  <a:moveTo>
                    <a:pt x="0" y="0"/>
                  </a:moveTo>
                  <a:lnTo>
                    <a:pt x="1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0" name="Google Shape;5920;p72"/>
            <p:cNvSpPr/>
            <p:nvPr/>
          </p:nvSpPr>
          <p:spPr>
            <a:xfrm>
              <a:off x="1619932" y="2254220"/>
              <a:ext cx="774" cy="68"/>
            </a:xfrm>
            <a:custGeom>
              <a:rect b="b" l="l" r="r" t="t"/>
              <a:pathLst>
                <a:path extrusionOk="0" h="5" w="57">
                  <a:moveTo>
                    <a:pt x="56" y="1"/>
                  </a:moveTo>
                  <a:cubicBezTo>
                    <a:pt x="39" y="1"/>
                    <a:pt x="18" y="1"/>
                    <a:pt x="0" y="4"/>
                  </a:cubicBezTo>
                  <a:cubicBezTo>
                    <a:pt x="18" y="4"/>
                    <a:pt x="39" y="1"/>
                    <a:pt x="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72"/>
            <p:cNvSpPr/>
            <p:nvPr/>
          </p:nvSpPr>
          <p:spPr>
            <a:xfrm>
              <a:off x="1578616" y="2213108"/>
              <a:ext cx="394" cy="489"/>
            </a:xfrm>
            <a:custGeom>
              <a:rect b="b" l="l" r="r" t="t"/>
              <a:pathLst>
                <a:path extrusionOk="0" h="36" w="29">
                  <a:moveTo>
                    <a:pt x="29" y="36"/>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72"/>
            <p:cNvSpPr/>
            <p:nvPr/>
          </p:nvSpPr>
          <p:spPr>
            <a:xfrm>
              <a:off x="1622254" y="225441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3" name="Google Shape;5923;p72"/>
            <p:cNvSpPr/>
            <p:nvPr/>
          </p:nvSpPr>
          <p:spPr>
            <a:xfrm>
              <a:off x="1618982" y="2254275"/>
              <a:ext cx="774" cy="109"/>
            </a:xfrm>
            <a:custGeom>
              <a:rect b="b" l="l" r="r" t="t"/>
              <a:pathLst>
                <a:path extrusionOk="0" h="8" w="57">
                  <a:moveTo>
                    <a:pt x="56"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4" name="Google Shape;5924;p72"/>
            <p:cNvSpPr/>
            <p:nvPr/>
          </p:nvSpPr>
          <p:spPr>
            <a:xfrm>
              <a:off x="1621263" y="225422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5" name="Google Shape;5925;p72"/>
            <p:cNvSpPr/>
            <p:nvPr/>
          </p:nvSpPr>
          <p:spPr>
            <a:xfrm>
              <a:off x="1617461" y="2254370"/>
              <a:ext cx="1534" cy="109"/>
            </a:xfrm>
            <a:custGeom>
              <a:rect b="b" l="l" r="r" t="t"/>
              <a:pathLst>
                <a:path extrusionOk="0" h="8" w="113">
                  <a:moveTo>
                    <a:pt x="112" y="0"/>
                  </a:moveTo>
                  <a:cubicBezTo>
                    <a:pt x="74" y="4"/>
                    <a:pt x="39" y="7"/>
                    <a:pt x="0" y="7"/>
                  </a:cubicBezTo>
                  <a:cubicBezTo>
                    <a:pt x="39" y="7"/>
                    <a:pt x="74" y="4"/>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72"/>
            <p:cNvSpPr/>
            <p:nvPr/>
          </p:nvSpPr>
          <p:spPr>
            <a:xfrm>
              <a:off x="1622824" y="2254600"/>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72"/>
            <p:cNvSpPr/>
            <p:nvPr/>
          </p:nvSpPr>
          <p:spPr>
            <a:xfrm>
              <a:off x="1621779" y="2254315"/>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8" name="Google Shape;5928;p72"/>
            <p:cNvSpPr/>
            <p:nvPr/>
          </p:nvSpPr>
          <p:spPr>
            <a:xfrm>
              <a:off x="1584712" y="2219475"/>
              <a:ext cx="489" cy="448"/>
            </a:xfrm>
            <a:custGeom>
              <a:rect b="b" l="l" r="r" t="t"/>
              <a:pathLst>
                <a:path extrusionOk="0" h="33" w="36">
                  <a:moveTo>
                    <a:pt x="35" y="3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9" name="Google Shape;5929;p72"/>
            <p:cNvSpPr/>
            <p:nvPr/>
          </p:nvSpPr>
          <p:spPr>
            <a:xfrm>
              <a:off x="1583137" y="2218050"/>
              <a:ext cx="679" cy="679"/>
            </a:xfrm>
            <a:custGeom>
              <a:rect b="b" l="l" r="r" t="t"/>
              <a:pathLst>
                <a:path extrusionOk="0" h="50" w="50">
                  <a:moveTo>
                    <a:pt x="50" y="50"/>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72"/>
            <p:cNvSpPr/>
            <p:nvPr/>
          </p:nvSpPr>
          <p:spPr>
            <a:xfrm>
              <a:off x="1586084" y="2220616"/>
              <a:ext cx="448" cy="299"/>
            </a:xfrm>
            <a:custGeom>
              <a:rect b="b" l="l" r="r" t="t"/>
              <a:pathLst>
                <a:path extrusionOk="0" h="22" w="33">
                  <a:moveTo>
                    <a:pt x="32"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72"/>
            <p:cNvSpPr/>
            <p:nvPr/>
          </p:nvSpPr>
          <p:spPr>
            <a:xfrm>
              <a:off x="1583952" y="2218810"/>
              <a:ext cx="584" cy="543"/>
            </a:xfrm>
            <a:custGeom>
              <a:rect b="b" l="l" r="r" t="t"/>
              <a:pathLst>
                <a:path extrusionOk="0" h="40" w="43">
                  <a:moveTo>
                    <a:pt x="42" y="3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2" name="Google Shape;5932;p72"/>
            <p:cNvSpPr/>
            <p:nvPr/>
          </p:nvSpPr>
          <p:spPr>
            <a:xfrm>
              <a:off x="1585418" y="2220100"/>
              <a:ext cx="448" cy="339"/>
            </a:xfrm>
            <a:custGeom>
              <a:rect b="b" l="l" r="r" t="t"/>
              <a:pathLst>
                <a:path extrusionOk="0" h="25" w="33">
                  <a:moveTo>
                    <a:pt x="32"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3" name="Google Shape;5933;p72"/>
            <p:cNvSpPr/>
            <p:nvPr/>
          </p:nvSpPr>
          <p:spPr>
            <a:xfrm>
              <a:off x="1586749" y="2221050"/>
              <a:ext cx="584" cy="394"/>
            </a:xfrm>
            <a:custGeom>
              <a:rect b="b" l="l" r="r" t="t"/>
              <a:pathLst>
                <a:path extrusionOk="0" h="29" w="43">
                  <a:moveTo>
                    <a:pt x="43" y="28"/>
                  </a:moveTo>
                  <a:cubicBezTo>
                    <a:pt x="29" y="21"/>
                    <a:pt x="15" y="11"/>
                    <a:pt x="1" y="0"/>
                  </a:cubicBezTo>
                  <a:cubicBezTo>
                    <a:pt x="15" y="11"/>
                    <a:pt x="29" y="21"/>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72"/>
            <p:cNvSpPr/>
            <p:nvPr/>
          </p:nvSpPr>
          <p:spPr>
            <a:xfrm>
              <a:off x="1638086" y="2239638"/>
              <a:ext cx="14" cy="339"/>
            </a:xfrm>
            <a:custGeom>
              <a:rect b="b" l="l" r="r" t="t"/>
              <a:pathLst>
                <a:path extrusionOk="0" h="25" w="1">
                  <a:moveTo>
                    <a:pt x="1" y="7"/>
                  </a:moveTo>
                  <a:lnTo>
                    <a:pt x="1" y="25"/>
                  </a:lnTo>
                  <a:lnTo>
                    <a:pt x="1" y="0"/>
                  </a:ln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5" name="Google Shape;5935;p72"/>
            <p:cNvSpPr/>
            <p:nvPr/>
          </p:nvSpPr>
          <p:spPr>
            <a:xfrm>
              <a:off x="1638086" y="2240168"/>
              <a:ext cx="68" cy="475"/>
            </a:xfrm>
            <a:custGeom>
              <a:rect b="b" l="l" r="r" t="t"/>
              <a:pathLst>
                <a:path extrusionOk="0" h="35" w="5">
                  <a:moveTo>
                    <a:pt x="1" y="0"/>
                  </a:moveTo>
                  <a:cubicBezTo>
                    <a:pt x="1" y="11"/>
                    <a:pt x="4" y="24"/>
                    <a:pt x="4" y="35"/>
                  </a:cubicBezTo>
                  <a:cubicBezTo>
                    <a:pt x="4" y="21"/>
                    <a:pt x="1" y="1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6" name="Google Shape;5936;p72"/>
            <p:cNvSpPr/>
            <p:nvPr/>
          </p:nvSpPr>
          <p:spPr>
            <a:xfrm>
              <a:off x="1638140" y="223916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7" name="Google Shape;5937;p72"/>
            <p:cNvSpPr/>
            <p:nvPr/>
          </p:nvSpPr>
          <p:spPr>
            <a:xfrm>
              <a:off x="1405367" y="1962046"/>
              <a:ext cx="22118" cy="18031"/>
            </a:xfrm>
            <a:custGeom>
              <a:rect b="b" l="l" r="r" t="t"/>
              <a:pathLst>
                <a:path extrusionOk="0" h="1328" w="1629">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8" name="Google Shape;5938;p72"/>
            <p:cNvSpPr/>
            <p:nvPr/>
          </p:nvSpPr>
          <p:spPr>
            <a:xfrm>
              <a:off x="1408599" y="1961951"/>
              <a:ext cx="434" cy="54"/>
            </a:xfrm>
            <a:custGeom>
              <a:rect b="b" l="l" r="r" t="t"/>
              <a:pathLst>
                <a:path extrusionOk="0" h="4" w="32">
                  <a:moveTo>
                    <a:pt x="0"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9" name="Google Shape;5939;p72"/>
            <p:cNvSpPr/>
            <p:nvPr/>
          </p:nvSpPr>
          <p:spPr>
            <a:xfrm>
              <a:off x="1407553" y="196195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0" name="Google Shape;5940;p72"/>
            <p:cNvSpPr/>
            <p:nvPr/>
          </p:nvSpPr>
          <p:spPr>
            <a:xfrm>
              <a:off x="1418918" y="1963988"/>
              <a:ext cx="339" cy="14"/>
            </a:xfrm>
            <a:custGeom>
              <a:rect b="b" l="l" r="r" t="t"/>
              <a:pathLst>
                <a:path extrusionOk="0" h="1" w="25">
                  <a:moveTo>
                    <a:pt x="0" y="1"/>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1" name="Google Shape;5941;p72"/>
            <p:cNvSpPr/>
            <p:nvPr/>
          </p:nvSpPr>
          <p:spPr>
            <a:xfrm>
              <a:off x="1408123" y="196195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2" name="Google Shape;5942;p72"/>
            <p:cNvSpPr/>
            <p:nvPr/>
          </p:nvSpPr>
          <p:spPr>
            <a:xfrm>
              <a:off x="1407214" y="1961951"/>
              <a:ext cx="204" cy="14"/>
            </a:xfrm>
            <a:custGeom>
              <a:rect b="b" l="l" r="r" t="t"/>
              <a:pathLst>
                <a:path extrusionOk="0" h="1" w="15">
                  <a:moveTo>
                    <a:pt x="1" y="0"/>
                  </a:moveTo>
                  <a:lnTo>
                    <a:pt x="1" y="0"/>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72"/>
            <p:cNvSpPr/>
            <p:nvPr/>
          </p:nvSpPr>
          <p:spPr>
            <a:xfrm>
              <a:off x="1419773" y="196404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4" name="Google Shape;5944;p72"/>
            <p:cNvSpPr/>
            <p:nvPr/>
          </p:nvSpPr>
          <p:spPr>
            <a:xfrm>
              <a:off x="1420533" y="1963988"/>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5" name="Google Shape;5945;p72"/>
            <p:cNvSpPr/>
            <p:nvPr/>
          </p:nvSpPr>
          <p:spPr>
            <a:xfrm>
              <a:off x="1418442" y="1963893"/>
              <a:ext cx="339" cy="68"/>
            </a:xfrm>
            <a:custGeom>
              <a:rect b="b" l="l" r="r" t="t"/>
              <a:pathLst>
                <a:path extrusionOk="0" h="5" w="25">
                  <a:moveTo>
                    <a:pt x="0"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72"/>
            <p:cNvSpPr/>
            <p:nvPr/>
          </p:nvSpPr>
          <p:spPr>
            <a:xfrm>
              <a:off x="1417057" y="1963322"/>
              <a:ext cx="353" cy="258"/>
            </a:xfrm>
            <a:custGeom>
              <a:rect b="b" l="l" r="r" t="t"/>
              <a:pathLst>
                <a:path extrusionOk="0" h="19" w="26">
                  <a:moveTo>
                    <a:pt x="1" y="1"/>
                  </a:moveTo>
                  <a:cubicBezTo>
                    <a:pt x="8" y="8"/>
                    <a:pt x="18" y="11"/>
                    <a:pt x="25" y="18"/>
                  </a:cubicBezTo>
                  <a:cubicBezTo>
                    <a:pt x="18" y="11"/>
                    <a:pt x="8"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7" name="Google Shape;5947;p72"/>
            <p:cNvSpPr/>
            <p:nvPr/>
          </p:nvSpPr>
          <p:spPr>
            <a:xfrm>
              <a:off x="1417533" y="1963607"/>
              <a:ext cx="299" cy="109"/>
            </a:xfrm>
            <a:custGeom>
              <a:rect b="b" l="l" r="r" t="t"/>
              <a:pathLst>
                <a:path extrusionOk="0" h="8" w="22">
                  <a:moveTo>
                    <a:pt x="1" y="1"/>
                  </a:moveTo>
                  <a:cubicBezTo>
                    <a:pt x="8" y="4"/>
                    <a:pt x="15" y="8"/>
                    <a:pt x="22" y="8"/>
                  </a:cubicBezTo>
                  <a:cubicBezTo>
                    <a:pt x="15" y="8"/>
                    <a:pt x="8"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8" name="Google Shape;5948;p72"/>
            <p:cNvSpPr/>
            <p:nvPr/>
          </p:nvSpPr>
          <p:spPr>
            <a:xfrm>
              <a:off x="1409115" y="1961992"/>
              <a:ext cx="353" cy="68"/>
            </a:xfrm>
            <a:custGeom>
              <a:rect b="b" l="l" r="r" t="t"/>
              <a:pathLst>
                <a:path extrusionOk="0" h="5" w="26">
                  <a:moveTo>
                    <a:pt x="1" y="1"/>
                  </a:moveTo>
                  <a:lnTo>
                    <a:pt x="2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72"/>
            <p:cNvSpPr/>
            <p:nvPr/>
          </p:nvSpPr>
          <p:spPr>
            <a:xfrm>
              <a:off x="1409549" y="1962087"/>
              <a:ext cx="299" cy="109"/>
            </a:xfrm>
            <a:custGeom>
              <a:rect b="b" l="l" r="r" t="t"/>
              <a:pathLst>
                <a:path extrusionOk="0" h="8" w="22">
                  <a:moveTo>
                    <a:pt x="0" y="1"/>
                  </a:moveTo>
                  <a:cubicBezTo>
                    <a:pt x="7" y="1"/>
                    <a:pt x="14" y="4"/>
                    <a:pt x="21" y="8"/>
                  </a:cubicBezTo>
                  <a:cubicBezTo>
                    <a:pt x="14" y="4"/>
                    <a:pt x="7"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0" name="Google Shape;5950;p72"/>
            <p:cNvSpPr/>
            <p:nvPr/>
          </p:nvSpPr>
          <p:spPr>
            <a:xfrm>
              <a:off x="1417913" y="1963757"/>
              <a:ext cx="448" cy="149"/>
            </a:xfrm>
            <a:custGeom>
              <a:rect b="b" l="l" r="r" t="t"/>
              <a:pathLst>
                <a:path extrusionOk="0" h="11" w="33">
                  <a:moveTo>
                    <a:pt x="1" y="0"/>
                  </a:moveTo>
                  <a:cubicBezTo>
                    <a:pt x="11" y="4"/>
                    <a:pt x="22" y="7"/>
                    <a:pt x="32" y="11"/>
                  </a:cubicBezTo>
                  <a:cubicBezTo>
                    <a:pt x="22" y="7"/>
                    <a:pt x="1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1" name="Google Shape;5951;p72"/>
            <p:cNvSpPr/>
            <p:nvPr/>
          </p:nvSpPr>
          <p:spPr>
            <a:xfrm>
              <a:off x="1427662" y="1972433"/>
              <a:ext cx="41031" cy="16768"/>
            </a:xfrm>
            <a:custGeom>
              <a:rect b="b" l="l" r="r" t="t"/>
              <a:pathLst>
                <a:path extrusionOk="0" h="1235" w="3022">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72"/>
            <p:cNvSpPr/>
            <p:nvPr/>
          </p:nvSpPr>
          <p:spPr>
            <a:xfrm>
              <a:off x="1428272" y="1975013"/>
              <a:ext cx="109" cy="489"/>
            </a:xfrm>
            <a:custGeom>
              <a:rect b="b" l="l" r="r" t="t"/>
              <a:pathLst>
                <a:path extrusionOk="0" h="36" w="8">
                  <a:moveTo>
                    <a:pt x="8" y="1"/>
                  </a:moveTo>
                  <a:cubicBezTo>
                    <a:pt x="4" y="11"/>
                    <a:pt x="1" y="25"/>
                    <a:pt x="1" y="36"/>
                  </a:cubicBezTo>
                  <a:cubicBezTo>
                    <a:pt x="4" y="25"/>
                    <a:pt x="4" y="15"/>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3" name="Google Shape;5953;p72"/>
            <p:cNvSpPr/>
            <p:nvPr/>
          </p:nvSpPr>
          <p:spPr>
            <a:xfrm>
              <a:off x="1428272" y="1975637"/>
              <a:ext cx="14" cy="299"/>
            </a:xfrm>
            <a:custGeom>
              <a:rect b="b" l="l" r="r" t="t"/>
              <a:pathLst>
                <a:path extrusionOk="0" h="22" w="1">
                  <a:moveTo>
                    <a:pt x="1" y="22"/>
                  </a:moveTo>
                  <a:lnTo>
                    <a:pt x="1" y="1"/>
                  </a:lnTo>
                  <a:cubicBezTo>
                    <a:pt x="1" y="8"/>
                    <a:pt x="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72"/>
            <p:cNvSpPr/>
            <p:nvPr/>
          </p:nvSpPr>
          <p:spPr>
            <a:xfrm>
              <a:off x="1428707" y="1973641"/>
              <a:ext cx="109" cy="149"/>
            </a:xfrm>
            <a:custGeom>
              <a:rect b="b" l="l" r="r" t="t"/>
              <a:pathLst>
                <a:path extrusionOk="0" h="11" w="8">
                  <a:moveTo>
                    <a:pt x="7" y="0"/>
                  </a:moveTo>
                  <a:lnTo>
                    <a:pt x="0" y="11"/>
                  </a:lnTo>
                  <a:cubicBezTo>
                    <a:pt x="4" y="7"/>
                    <a:pt x="7"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5" name="Google Shape;5955;p72"/>
            <p:cNvSpPr/>
            <p:nvPr/>
          </p:nvSpPr>
          <p:spPr>
            <a:xfrm>
              <a:off x="1428272" y="1976072"/>
              <a:ext cx="14" cy="244"/>
            </a:xfrm>
            <a:custGeom>
              <a:rect b="b" l="l" r="r" t="t"/>
              <a:pathLst>
                <a:path extrusionOk="0" h="18" w="1">
                  <a:moveTo>
                    <a:pt x="1" y="18"/>
                  </a:moveTo>
                  <a:lnTo>
                    <a:pt x="1" y="0"/>
                  </a:lnTo>
                  <a:cubicBezTo>
                    <a:pt x="1" y="7"/>
                    <a:pt x="1" y="14"/>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6" name="Google Shape;5956;p72"/>
            <p:cNvSpPr/>
            <p:nvPr/>
          </p:nvSpPr>
          <p:spPr>
            <a:xfrm>
              <a:off x="1427797" y="1978923"/>
              <a:ext cx="299" cy="869"/>
            </a:xfrm>
            <a:custGeom>
              <a:rect b="b" l="l" r="r" t="t"/>
              <a:pathLst>
                <a:path extrusionOk="0" h="64" w="22">
                  <a:moveTo>
                    <a:pt x="22" y="0"/>
                  </a:moveTo>
                  <a:lnTo>
                    <a:pt x="22" y="0"/>
                  </a:lnTo>
                  <a:cubicBezTo>
                    <a:pt x="15" y="18"/>
                    <a:pt x="8" y="42"/>
                    <a:pt x="1" y="63"/>
                  </a:cubicBezTo>
                  <a:cubicBezTo>
                    <a:pt x="11" y="42"/>
                    <a:pt x="18" y="21"/>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7" name="Google Shape;5957;p72"/>
            <p:cNvSpPr/>
            <p:nvPr/>
          </p:nvSpPr>
          <p:spPr>
            <a:xfrm>
              <a:off x="1428082" y="1976642"/>
              <a:ext cx="394" cy="2295"/>
            </a:xfrm>
            <a:custGeom>
              <a:rect b="b" l="l" r="r" t="t"/>
              <a:pathLst>
                <a:path extrusionOk="0" h="169" w="29">
                  <a:moveTo>
                    <a:pt x="18" y="0"/>
                  </a:moveTo>
                  <a:lnTo>
                    <a:pt x="18" y="0"/>
                  </a:lnTo>
                  <a:cubicBezTo>
                    <a:pt x="29" y="56"/>
                    <a:pt x="25" y="116"/>
                    <a:pt x="1" y="168"/>
                  </a:cubicBezTo>
                  <a:cubicBezTo>
                    <a:pt x="25" y="116"/>
                    <a:pt x="29" y="56"/>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8" name="Google Shape;5958;p72"/>
            <p:cNvSpPr/>
            <p:nvPr/>
          </p:nvSpPr>
          <p:spPr>
            <a:xfrm>
              <a:off x="1428272" y="1976397"/>
              <a:ext cx="68" cy="258"/>
            </a:xfrm>
            <a:custGeom>
              <a:rect b="b" l="l" r="r" t="t"/>
              <a:pathLst>
                <a:path extrusionOk="0" h="19" w="5">
                  <a:moveTo>
                    <a:pt x="4" y="18"/>
                  </a:moveTo>
                  <a:cubicBezTo>
                    <a:pt x="4" y="11"/>
                    <a:pt x="1" y="8"/>
                    <a:pt x="1" y="1"/>
                  </a:cubicBezTo>
                  <a:cubicBezTo>
                    <a:pt x="1" y="8"/>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9" name="Google Shape;5959;p72"/>
            <p:cNvSpPr/>
            <p:nvPr/>
          </p:nvSpPr>
          <p:spPr>
            <a:xfrm>
              <a:off x="1428368" y="1974497"/>
              <a:ext cx="109" cy="489"/>
            </a:xfrm>
            <a:custGeom>
              <a:rect b="b" l="l" r="r" t="t"/>
              <a:pathLst>
                <a:path extrusionOk="0" h="36" w="8">
                  <a:moveTo>
                    <a:pt x="8" y="1"/>
                  </a:moveTo>
                  <a:lnTo>
                    <a:pt x="8" y="1"/>
                  </a:lnTo>
                  <a:cubicBezTo>
                    <a:pt x="4" y="15"/>
                    <a:pt x="1" y="25"/>
                    <a:pt x="1" y="35"/>
                  </a:cubicBezTo>
                  <a:cubicBezTo>
                    <a:pt x="4" y="25"/>
                    <a:pt x="4" y="15"/>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0" name="Google Shape;5960;p72"/>
            <p:cNvSpPr/>
            <p:nvPr/>
          </p:nvSpPr>
          <p:spPr>
            <a:xfrm>
              <a:off x="1427662" y="1979778"/>
              <a:ext cx="149" cy="489"/>
            </a:xfrm>
            <a:custGeom>
              <a:rect b="b" l="l" r="r" t="t"/>
              <a:pathLst>
                <a:path extrusionOk="0" h="36" w="11">
                  <a:moveTo>
                    <a:pt x="0" y="35"/>
                  </a:moveTo>
                  <a:lnTo>
                    <a:pt x="0" y="35"/>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1" name="Google Shape;5961;p72"/>
            <p:cNvSpPr/>
            <p:nvPr/>
          </p:nvSpPr>
          <p:spPr>
            <a:xfrm>
              <a:off x="1428558" y="1973967"/>
              <a:ext cx="109" cy="394"/>
            </a:xfrm>
            <a:custGeom>
              <a:rect b="b" l="l" r="r" t="t"/>
              <a:pathLst>
                <a:path extrusionOk="0" h="29" w="8">
                  <a:moveTo>
                    <a:pt x="8" y="1"/>
                  </a:moveTo>
                  <a:lnTo>
                    <a:pt x="8" y="1"/>
                  </a:lnTo>
                  <a:cubicBezTo>
                    <a:pt x="4" y="8"/>
                    <a:pt x="1" y="18"/>
                    <a:pt x="1" y="29"/>
                  </a:cubicBezTo>
                  <a:cubicBezTo>
                    <a:pt x="1" y="18"/>
                    <a:pt x="4" y="11"/>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2" name="Google Shape;5962;p72"/>
            <p:cNvSpPr/>
            <p:nvPr/>
          </p:nvSpPr>
          <p:spPr>
            <a:xfrm>
              <a:off x="1456704" y="1951401"/>
              <a:ext cx="86665" cy="123066"/>
            </a:xfrm>
            <a:custGeom>
              <a:rect b="b" l="l" r="r" t="t"/>
              <a:pathLst>
                <a:path extrusionOk="0" h="9064" w="6383">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3" name="Google Shape;5963;p72"/>
            <p:cNvSpPr/>
            <p:nvPr/>
          </p:nvSpPr>
          <p:spPr>
            <a:xfrm>
              <a:off x="1525392" y="2067095"/>
              <a:ext cx="54" cy="434"/>
            </a:xfrm>
            <a:custGeom>
              <a:rect b="b" l="l" r="r" t="t"/>
              <a:pathLst>
                <a:path extrusionOk="0" h="32" w="4">
                  <a:moveTo>
                    <a:pt x="4" y="0"/>
                  </a:moveTo>
                  <a:cubicBezTo>
                    <a:pt x="0" y="11"/>
                    <a:pt x="0" y="21"/>
                    <a:pt x="0" y="32"/>
                  </a:cubicBezTo>
                  <a:cubicBezTo>
                    <a:pt x="0"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4" name="Google Shape;5964;p72"/>
            <p:cNvSpPr/>
            <p:nvPr/>
          </p:nvSpPr>
          <p:spPr>
            <a:xfrm>
              <a:off x="1536743" y="2029771"/>
              <a:ext cx="2675" cy="679"/>
            </a:xfrm>
            <a:custGeom>
              <a:rect b="b" l="l" r="r" t="t"/>
              <a:pathLst>
                <a:path extrusionOk="0" h="50" w="197">
                  <a:moveTo>
                    <a:pt x="1" y="50"/>
                  </a:moveTo>
                  <a:cubicBezTo>
                    <a:pt x="67" y="39"/>
                    <a:pt x="134" y="22"/>
                    <a:pt x="197" y="1"/>
                  </a:cubicBezTo>
                  <a:cubicBezTo>
                    <a:pt x="134" y="22"/>
                    <a:pt x="67" y="39"/>
                    <a:pt x="1" y="5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5" name="Google Shape;5965;p72"/>
            <p:cNvSpPr/>
            <p:nvPr/>
          </p:nvSpPr>
          <p:spPr>
            <a:xfrm>
              <a:off x="1540124" y="2029540"/>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6" name="Google Shape;5966;p72"/>
            <p:cNvSpPr/>
            <p:nvPr/>
          </p:nvSpPr>
          <p:spPr>
            <a:xfrm>
              <a:off x="1536363" y="2030436"/>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72"/>
            <p:cNvSpPr/>
            <p:nvPr/>
          </p:nvSpPr>
          <p:spPr>
            <a:xfrm>
              <a:off x="1542215" y="2028440"/>
              <a:ext cx="720" cy="353"/>
            </a:xfrm>
            <a:custGeom>
              <a:rect b="b" l="l" r="r" t="t"/>
              <a:pathLst>
                <a:path extrusionOk="0" h="26" w="53">
                  <a:moveTo>
                    <a:pt x="53" y="1"/>
                  </a:moveTo>
                  <a:lnTo>
                    <a:pt x="28" y="11"/>
                  </a:lnTo>
                  <a:lnTo>
                    <a:pt x="0" y="25"/>
                  </a:lnTo>
                  <a:lnTo>
                    <a:pt x="0" y="25"/>
                  </a:lnTo>
                  <a:lnTo>
                    <a:pt x="5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72"/>
            <p:cNvSpPr/>
            <p:nvPr/>
          </p:nvSpPr>
          <p:spPr>
            <a:xfrm>
              <a:off x="1525433" y="2066335"/>
              <a:ext cx="68" cy="489"/>
            </a:xfrm>
            <a:custGeom>
              <a:rect b="b" l="l" r="r" t="t"/>
              <a:pathLst>
                <a:path extrusionOk="0" h="36" w="5">
                  <a:moveTo>
                    <a:pt x="1" y="0"/>
                  </a:moveTo>
                  <a:lnTo>
                    <a:pt x="1" y="35"/>
                  </a:lnTo>
                  <a:cubicBezTo>
                    <a:pt x="4" y="25"/>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9" name="Google Shape;5969;p72"/>
            <p:cNvSpPr/>
            <p:nvPr/>
          </p:nvSpPr>
          <p:spPr>
            <a:xfrm>
              <a:off x="1525487" y="2065520"/>
              <a:ext cx="54" cy="638"/>
            </a:xfrm>
            <a:custGeom>
              <a:rect b="b" l="l" r="r" t="t"/>
              <a:pathLst>
                <a:path extrusionOk="0" h="47" w="4">
                  <a:moveTo>
                    <a:pt x="0" y="1"/>
                  </a:moveTo>
                  <a:lnTo>
                    <a:pt x="0" y="46"/>
                  </a:lnTo>
                  <a:cubicBezTo>
                    <a:pt x="0" y="29"/>
                    <a:pt x="4"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0" name="Google Shape;5970;p72"/>
            <p:cNvSpPr/>
            <p:nvPr/>
          </p:nvSpPr>
          <p:spPr>
            <a:xfrm>
              <a:off x="1539459" y="2029676"/>
              <a:ext cx="339" cy="109"/>
            </a:xfrm>
            <a:custGeom>
              <a:rect b="b" l="l" r="r" t="t"/>
              <a:pathLst>
                <a:path extrusionOk="0" h="8" w="25">
                  <a:moveTo>
                    <a:pt x="0" y="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1" name="Google Shape;5971;p72"/>
            <p:cNvSpPr/>
            <p:nvPr/>
          </p:nvSpPr>
          <p:spPr>
            <a:xfrm>
              <a:off x="1525202" y="2068521"/>
              <a:ext cx="109" cy="434"/>
            </a:xfrm>
            <a:custGeom>
              <a:rect b="b" l="l" r="r" t="t"/>
              <a:pathLst>
                <a:path extrusionOk="0" h="32" w="8">
                  <a:moveTo>
                    <a:pt x="7" y="0"/>
                  </a:moveTo>
                  <a:cubicBezTo>
                    <a:pt x="4" y="11"/>
                    <a:pt x="0" y="21"/>
                    <a:pt x="0" y="32"/>
                  </a:cubicBezTo>
                  <a:cubicBezTo>
                    <a:pt x="4" y="21"/>
                    <a:pt x="4"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2" name="Google Shape;5972;p72"/>
            <p:cNvSpPr/>
            <p:nvPr/>
          </p:nvSpPr>
          <p:spPr>
            <a:xfrm>
              <a:off x="1524157" y="2073178"/>
              <a:ext cx="95" cy="394"/>
            </a:xfrm>
            <a:custGeom>
              <a:rect b="b" l="l" r="r" t="t"/>
              <a:pathLst>
                <a:path extrusionOk="0" h="29" w="7">
                  <a:moveTo>
                    <a:pt x="7" y="0"/>
                  </a:moveTo>
                  <a:cubicBezTo>
                    <a:pt x="4" y="11"/>
                    <a:pt x="4" y="18"/>
                    <a:pt x="0" y="28"/>
                  </a:cubicBezTo>
                  <a:cubicBezTo>
                    <a:pt x="4" y="18"/>
                    <a:pt x="7"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3" name="Google Shape;5973;p72"/>
            <p:cNvSpPr/>
            <p:nvPr/>
          </p:nvSpPr>
          <p:spPr>
            <a:xfrm>
              <a:off x="1525338" y="2067855"/>
              <a:ext cx="68" cy="434"/>
            </a:xfrm>
            <a:custGeom>
              <a:rect b="b" l="l" r="r" t="t"/>
              <a:pathLst>
                <a:path extrusionOk="0" h="32" w="5">
                  <a:moveTo>
                    <a:pt x="4" y="0"/>
                  </a:moveTo>
                  <a:cubicBezTo>
                    <a:pt x="1" y="7"/>
                    <a:pt x="1" y="18"/>
                    <a:pt x="1" y="32"/>
                  </a:cubicBezTo>
                  <a:cubicBezTo>
                    <a:pt x="1" y="21"/>
                    <a:pt x="1"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4" name="Google Shape;5974;p72"/>
            <p:cNvSpPr/>
            <p:nvPr/>
          </p:nvSpPr>
          <p:spPr>
            <a:xfrm>
              <a:off x="1524483" y="2071983"/>
              <a:ext cx="163" cy="448"/>
            </a:xfrm>
            <a:custGeom>
              <a:rect b="b" l="l" r="r" t="t"/>
              <a:pathLst>
                <a:path extrusionOk="0" h="33" w="12">
                  <a:moveTo>
                    <a:pt x="11" y="1"/>
                  </a:moveTo>
                  <a:lnTo>
                    <a:pt x="1" y="32"/>
                  </a:lnTo>
                  <a:cubicBezTo>
                    <a:pt x="4" y="25"/>
                    <a:pt x="8" y="15"/>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5" name="Google Shape;5975;p72"/>
            <p:cNvSpPr/>
            <p:nvPr/>
          </p:nvSpPr>
          <p:spPr>
            <a:xfrm>
              <a:off x="1523953" y="2073653"/>
              <a:ext cx="163" cy="339"/>
            </a:xfrm>
            <a:custGeom>
              <a:rect b="b" l="l" r="r" t="t"/>
              <a:pathLst>
                <a:path extrusionOk="0" h="25" w="12">
                  <a:moveTo>
                    <a:pt x="1" y="25"/>
                  </a:moveTo>
                  <a:cubicBezTo>
                    <a:pt x="4" y="18"/>
                    <a:pt x="8" y="11"/>
                    <a:pt x="12" y="0"/>
                  </a:cubicBezTo>
                  <a:cubicBezTo>
                    <a:pt x="8" y="11"/>
                    <a:pt x="4"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6" name="Google Shape;5976;p72"/>
            <p:cNvSpPr/>
            <p:nvPr/>
          </p:nvSpPr>
          <p:spPr>
            <a:xfrm>
              <a:off x="1523532" y="207460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7" name="Google Shape;5977;p72"/>
            <p:cNvSpPr/>
            <p:nvPr/>
          </p:nvSpPr>
          <p:spPr>
            <a:xfrm>
              <a:off x="1523573" y="2074413"/>
              <a:ext cx="163" cy="149"/>
            </a:xfrm>
            <a:custGeom>
              <a:rect b="b" l="l" r="r" t="t"/>
              <a:pathLst>
                <a:path extrusionOk="0" h="11" w="12">
                  <a:moveTo>
                    <a:pt x="1" y="11"/>
                  </a:moveTo>
                  <a:cubicBezTo>
                    <a:pt x="4" y="7"/>
                    <a:pt x="8" y="4"/>
                    <a:pt x="11" y="0"/>
                  </a:cubicBezTo>
                  <a:cubicBezTo>
                    <a:pt x="8" y="4"/>
                    <a:pt x="4"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8" name="Google Shape;5978;p72"/>
            <p:cNvSpPr/>
            <p:nvPr/>
          </p:nvSpPr>
          <p:spPr>
            <a:xfrm>
              <a:off x="1523763" y="2074074"/>
              <a:ext cx="163" cy="258"/>
            </a:xfrm>
            <a:custGeom>
              <a:rect b="b" l="l" r="r" t="t"/>
              <a:pathLst>
                <a:path extrusionOk="0" h="19" w="12">
                  <a:moveTo>
                    <a:pt x="1" y="18"/>
                  </a:moveTo>
                  <a:cubicBezTo>
                    <a:pt x="4" y="15"/>
                    <a:pt x="8" y="8"/>
                    <a:pt x="11" y="1"/>
                  </a:cubicBezTo>
                  <a:cubicBezTo>
                    <a:pt x="8" y="8"/>
                    <a:pt x="4" y="15"/>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9" name="Google Shape;5979;p72"/>
            <p:cNvSpPr/>
            <p:nvPr/>
          </p:nvSpPr>
          <p:spPr>
            <a:xfrm>
              <a:off x="1524347" y="2072608"/>
              <a:ext cx="95" cy="434"/>
            </a:xfrm>
            <a:custGeom>
              <a:rect b="b" l="l" r="r" t="t"/>
              <a:pathLst>
                <a:path extrusionOk="0" h="32" w="7">
                  <a:moveTo>
                    <a:pt x="0" y="32"/>
                  </a:moveTo>
                  <a:cubicBezTo>
                    <a:pt x="0" y="21"/>
                    <a:pt x="4" y="11"/>
                    <a:pt x="7" y="0"/>
                  </a:cubicBezTo>
                  <a:cubicBezTo>
                    <a:pt x="4" y="11"/>
                    <a:pt x="0"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0" name="Google Shape;5980;p72"/>
            <p:cNvSpPr/>
            <p:nvPr/>
          </p:nvSpPr>
          <p:spPr>
            <a:xfrm>
              <a:off x="1525107" y="2069281"/>
              <a:ext cx="54" cy="434"/>
            </a:xfrm>
            <a:custGeom>
              <a:rect b="b" l="l" r="r" t="t"/>
              <a:pathLst>
                <a:path extrusionOk="0" h="32" w="4">
                  <a:moveTo>
                    <a:pt x="0" y="32"/>
                  </a:moveTo>
                  <a:cubicBezTo>
                    <a:pt x="0" y="21"/>
                    <a:pt x="4" y="11"/>
                    <a:pt x="4" y="0"/>
                  </a:cubicBezTo>
                  <a:cubicBezTo>
                    <a:pt x="4" y="11"/>
                    <a:pt x="0" y="21"/>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1" name="Google Shape;5981;p72"/>
            <p:cNvSpPr/>
            <p:nvPr/>
          </p:nvSpPr>
          <p:spPr>
            <a:xfrm>
              <a:off x="1524822" y="2070707"/>
              <a:ext cx="95" cy="434"/>
            </a:xfrm>
            <a:custGeom>
              <a:rect b="b" l="l" r="r" t="t"/>
              <a:pathLst>
                <a:path extrusionOk="0" h="32" w="7">
                  <a:moveTo>
                    <a:pt x="7" y="0"/>
                  </a:moveTo>
                  <a:cubicBezTo>
                    <a:pt x="4" y="11"/>
                    <a:pt x="0" y="21"/>
                    <a:pt x="0" y="32"/>
                  </a:cubicBezTo>
                  <a:cubicBezTo>
                    <a:pt x="4" y="21"/>
                    <a:pt x="4" y="11"/>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2" name="Google Shape;5982;p72"/>
            <p:cNvSpPr/>
            <p:nvPr/>
          </p:nvSpPr>
          <p:spPr>
            <a:xfrm>
              <a:off x="1524958" y="2069987"/>
              <a:ext cx="109" cy="448"/>
            </a:xfrm>
            <a:custGeom>
              <a:rect b="b" l="l" r="r" t="t"/>
              <a:pathLst>
                <a:path extrusionOk="0" h="33" w="8">
                  <a:moveTo>
                    <a:pt x="8" y="1"/>
                  </a:moveTo>
                  <a:lnTo>
                    <a:pt x="8" y="1"/>
                  </a:lnTo>
                  <a:cubicBezTo>
                    <a:pt x="4" y="11"/>
                    <a:pt x="1" y="22"/>
                    <a:pt x="1" y="32"/>
                  </a:cubicBezTo>
                  <a:cubicBezTo>
                    <a:pt x="4" y="22"/>
                    <a:pt x="4" y="11"/>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3" name="Google Shape;5983;p72"/>
            <p:cNvSpPr/>
            <p:nvPr/>
          </p:nvSpPr>
          <p:spPr>
            <a:xfrm>
              <a:off x="1524673" y="2071372"/>
              <a:ext cx="109" cy="489"/>
            </a:xfrm>
            <a:custGeom>
              <a:rect b="b" l="l" r="r" t="t"/>
              <a:pathLst>
                <a:path extrusionOk="0" h="36" w="8">
                  <a:moveTo>
                    <a:pt x="8" y="0"/>
                  </a:moveTo>
                  <a:cubicBezTo>
                    <a:pt x="4" y="11"/>
                    <a:pt x="1" y="21"/>
                    <a:pt x="1" y="35"/>
                  </a:cubicBezTo>
                  <a:cubicBezTo>
                    <a:pt x="1" y="25"/>
                    <a:pt x="4" y="1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4" name="Google Shape;5984;p72"/>
            <p:cNvSpPr/>
            <p:nvPr/>
          </p:nvSpPr>
          <p:spPr>
            <a:xfrm>
              <a:off x="1467063" y="1987667"/>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5" name="Google Shape;5985;p72"/>
            <p:cNvSpPr/>
            <p:nvPr/>
          </p:nvSpPr>
          <p:spPr>
            <a:xfrm>
              <a:off x="1467783" y="1986906"/>
              <a:ext cx="244" cy="299"/>
            </a:xfrm>
            <a:custGeom>
              <a:rect b="b" l="l" r="r" t="t"/>
              <a:pathLst>
                <a:path extrusionOk="0" h="22" w="18">
                  <a:moveTo>
                    <a:pt x="0" y="2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6" name="Google Shape;5986;p72"/>
            <p:cNvSpPr/>
            <p:nvPr/>
          </p:nvSpPr>
          <p:spPr>
            <a:xfrm>
              <a:off x="1466724" y="1987993"/>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7" name="Google Shape;5987;p72"/>
            <p:cNvSpPr/>
            <p:nvPr/>
          </p:nvSpPr>
          <p:spPr>
            <a:xfrm>
              <a:off x="1467389" y="1987287"/>
              <a:ext cx="258" cy="244"/>
            </a:xfrm>
            <a:custGeom>
              <a:rect b="b" l="l" r="r" t="t"/>
              <a:pathLst>
                <a:path extrusionOk="0" h="18" w="19">
                  <a:moveTo>
                    <a:pt x="1" y="18"/>
                  </a:moveTo>
                  <a:lnTo>
                    <a:pt x="1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8" name="Google Shape;5988;p72"/>
            <p:cNvSpPr/>
            <p:nvPr/>
          </p:nvSpPr>
          <p:spPr>
            <a:xfrm>
              <a:off x="1468163" y="1986662"/>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9" name="Google Shape;5989;p72"/>
            <p:cNvSpPr/>
            <p:nvPr/>
          </p:nvSpPr>
          <p:spPr>
            <a:xfrm>
              <a:off x="1469344" y="1985481"/>
              <a:ext cx="353" cy="299"/>
            </a:xfrm>
            <a:custGeom>
              <a:rect b="b" l="l" r="r" t="t"/>
              <a:pathLst>
                <a:path extrusionOk="0" h="22" w="26">
                  <a:moveTo>
                    <a:pt x="25" y="0"/>
                  </a:moveTo>
                  <a:cubicBezTo>
                    <a:pt x="15" y="7"/>
                    <a:pt x="8" y="14"/>
                    <a:pt x="1" y="21"/>
                  </a:cubicBezTo>
                  <a:cubicBezTo>
                    <a:pt x="8" y="14"/>
                    <a:pt x="18" y="7"/>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0" name="Google Shape;5990;p72"/>
            <p:cNvSpPr/>
            <p:nvPr/>
          </p:nvSpPr>
          <p:spPr>
            <a:xfrm>
              <a:off x="1465828" y="198899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1" name="Google Shape;5991;p72"/>
            <p:cNvSpPr/>
            <p:nvPr/>
          </p:nvSpPr>
          <p:spPr>
            <a:xfrm>
              <a:off x="1466059" y="1988658"/>
              <a:ext cx="204" cy="204"/>
            </a:xfrm>
            <a:custGeom>
              <a:rect b="b" l="l" r="r" t="t"/>
              <a:pathLst>
                <a:path extrusionOk="0" h="15" w="15">
                  <a:moveTo>
                    <a:pt x="1" y="15"/>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2" name="Google Shape;5992;p72"/>
            <p:cNvSpPr/>
            <p:nvPr/>
          </p:nvSpPr>
          <p:spPr>
            <a:xfrm>
              <a:off x="1466398" y="1988332"/>
              <a:ext cx="204" cy="204"/>
            </a:xfrm>
            <a:custGeom>
              <a:rect b="b" l="l" r="r" t="t"/>
              <a:pathLst>
                <a:path extrusionOk="0" h="15" w="15">
                  <a:moveTo>
                    <a:pt x="0" y="1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3" name="Google Shape;5993;p72"/>
            <p:cNvSpPr/>
            <p:nvPr/>
          </p:nvSpPr>
          <p:spPr>
            <a:xfrm>
              <a:off x="1470010" y="1984476"/>
              <a:ext cx="258" cy="489"/>
            </a:xfrm>
            <a:custGeom>
              <a:rect b="b" l="l" r="r" t="t"/>
              <a:pathLst>
                <a:path extrusionOk="0" h="36" w="19">
                  <a:moveTo>
                    <a:pt x="1" y="36"/>
                  </a:moveTo>
                  <a:cubicBezTo>
                    <a:pt x="8" y="25"/>
                    <a:pt x="11" y="15"/>
                    <a:pt x="18" y="1"/>
                  </a:cubicBezTo>
                  <a:cubicBezTo>
                    <a:pt x="11" y="15"/>
                    <a:pt x="8" y="25"/>
                    <a:pt x="1"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4" name="Google Shape;5994;p72"/>
            <p:cNvSpPr/>
            <p:nvPr/>
          </p:nvSpPr>
          <p:spPr>
            <a:xfrm>
              <a:off x="1468448" y="1986377"/>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5" name="Google Shape;5995;p72"/>
            <p:cNvSpPr/>
            <p:nvPr/>
          </p:nvSpPr>
          <p:spPr>
            <a:xfrm>
              <a:off x="1469154" y="1985766"/>
              <a:ext cx="204" cy="149"/>
            </a:xfrm>
            <a:custGeom>
              <a:rect b="b" l="l" r="r" t="t"/>
              <a:pathLst>
                <a:path extrusionOk="0" h="11" w="15">
                  <a:moveTo>
                    <a:pt x="1" y="11"/>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6" name="Google Shape;5996;p72"/>
            <p:cNvSpPr/>
            <p:nvPr/>
          </p:nvSpPr>
          <p:spPr>
            <a:xfrm>
              <a:off x="1470295" y="1983811"/>
              <a:ext cx="204" cy="584"/>
            </a:xfrm>
            <a:custGeom>
              <a:rect b="b" l="l" r="r" t="t"/>
              <a:pathLst>
                <a:path extrusionOk="0" h="43" w="15">
                  <a:moveTo>
                    <a:pt x="1" y="43"/>
                  </a:moveTo>
                  <a:cubicBezTo>
                    <a:pt x="4" y="29"/>
                    <a:pt x="11" y="15"/>
                    <a:pt x="15" y="1"/>
                  </a:cubicBezTo>
                  <a:cubicBezTo>
                    <a:pt x="11" y="15"/>
                    <a:pt x="4" y="29"/>
                    <a:pt x="1"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7" name="Google Shape;5997;p72"/>
            <p:cNvSpPr/>
            <p:nvPr/>
          </p:nvSpPr>
          <p:spPr>
            <a:xfrm>
              <a:off x="1469725" y="1985006"/>
              <a:ext cx="299" cy="394"/>
            </a:xfrm>
            <a:custGeom>
              <a:rect b="b" l="l" r="r" t="t"/>
              <a:pathLst>
                <a:path extrusionOk="0" h="29" w="22">
                  <a:moveTo>
                    <a:pt x="1" y="28"/>
                  </a:moveTo>
                  <a:cubicBezTo>
                    <a:pt x="8" y="18"/>
                    <a:pt x="15" y="11"/>
                    <a:pt x="22" y="0"/>
                  </a:cubicBezTo>
                  <a:cubicBezTo>
                    <a:pt x="15" y="11"/>
                    <a:pt x="8"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8" name="Google Shape;5998;p72"/>
            <p:cNvSpPr/>
            <p:nvPr/>
          </p:nvSpPr>
          <p:spPr>
            <a:xfrm>
              <a:off x="1468679" y="1986146"/>
              <a:ext cx="163" cy="149"/>
            </a:xfrm>
            <a:custGeom>
              <a:rect b="b" l="l" r="r" t="t"/>
              <a:pathLst>
                <a:path extrusionOk="0" h="11" w="12">
                  <a:moveTo>
                    <a:pt x="1"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9" name="Google Shape;5999;p72"/>
            <p:cNvSpPr/>
            <p:nvPr/>
          </p:nvSpPr>
          <p:spPr>
            <a:xfrm>
              <a:off x="1468964" y="1985956"/>
              <a:ext cx="163" cy="149"/>
            </a:xfrm>
            <a:custGeom>
              <a:rect b="b" l="l" r="r" t="t"/>
              <a:pathLst>
                <a:path extrusionOk="0" h="11" w="12">
                  <a:moveTo>
                    <a:pt x="1"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0" name="Google Shape;6000;p72"/>
            <p:cNvSpPr/>
            <p:nvPr/>
          </p:nvSpPr>
          <p:spPr>
            <a:xfrm>
              <a:off x="1527008" y="2118853"/>
              <a:ext cx="88322" cy="99360"/>
            </a:xfrm>
            <a:custGeom>
              <a:rect b="b" l="l" r="r" t="t"/>
              <a:pathLst>
                <a:path extrusionOk="0" h="7318" w="6505">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1" name="Google Shape;6001;p72"/>
            <p:cNvSpPr/>
            <p:nvPr/>
          </p:nvSpPr>
          <p:spPr>
            <a:xfrm>
              <a:off x="1596443" y="2164147"/>
              <a:ext cx="8812" cy="4820"/>
            </a:xfrm>
            <a:custGeom>
              <a:rect b="b" l="l" r="r" t="t"/>
              <a:pathLst>
                <a:path extrusionOk="0" h="355" w="649">
                  <a:moveTo>
                    <a:pt x="648" y="337"/>
                  </a:moveTo>
                  <a:cubicBezTo>
                    <a:pt x="134" y="354"/>
                    <a:pt x="11" y="165"/>
                    <a:pt x="1" y="1"/>
                  </a:cubicBezTo>
                  <a:cubicBezTo>
                    <a:pt x="11" y="165"/>
                    <a:pt x="134" y="354"/>
                    <a:pt x="648" y="33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2" name="Google Shape;6002;p72"/>
            <p:cNvSpPr/>
            <p:nvPr/>
          </p:nvSpPr>
          <p:spPr>
            <a:xfrm>
              <a:off x="1614230" y="2188587"/>
              <a:ext cx="54" cy="625"/>
            </a:xfrm>
            <a:custGeom>
              <a:rect b="b" l="l" r="r" t="t"/>
              <a:pathLst>
                <a:path extrusionOk="0" h="46" w="4">
                  <a:moveTo>
                    <a:pt x="0" y="0"/>
                  </a:moveTo>
                  <a:cubicBezTo>
                    <a:pt x="4" y="14"/>
                    <a:pt x="4" y="32"/>
                    <a:pt x="4" y="46"/>
                  </a:cubicBezTo>
                  <a:cubicBezTo>
                    <a:pt x="4" y="32"/>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3" name="Google Shape;6003;p72"/>
            <p:cNvSpPr/>
            <p:nvPr/>
          </p:nvSpPr>
          <p:spPr>
            <a:xfrm>
              <a:off x="1584047" y="2146754"/>
              <a:ext cx="4616" cy="923"/>
            </a:xfrm>
            <a:custGeom>
              <a:rect b="b" l="l" r="r" t="t"/>
              <a:pathLst>
                <a:path extrusionOk="0" h="68" w="340">
                  <a:moveTo>
                    <a:pt x="340" y="60"/>
                  </a:moveTo>
                  <a:cubicBezTo>
                    <a:pt x="200" y="64"/>
                    <a:pt x="67" y="67"/>
                    <a:pt x="0" y="1"/>
                  </a:cubicBezTo>
                  <a:cubicBezTo>
                    <a:pt x="67" y="67"/>
                    <a:pt x="200" y="64"/>
                    <a:pt x="340"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4" name="Google Shape;6004;p72"/>
            <p:cNvSpPr/>
            <p:nvPr/>
          </p:nvSpPr>
          <p:spPr>
            <a:xfrm>
              <a:off x="1612370" y="2190433"/>
              <a:ext cx="1724" cy="2349"/>
            </a:xfrm>
            <a:custGeom>
              <a:rect b="b" l="l" r="r" t="t"/>
              <a:pathLst>
                <a:path extrusionOk="0" h="173" w="127">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5" name="Google Shape;6005;p72"/>
            <p:cNvSpPr/>
            <p:nvPr/>
          </p:nvSpPr>
          <p:spPr>
            <a:xfrm>
              <a:off x="1614040" y="2189917"/>
              <a:ext cx="149" cy="530"/>
            </a:xfrm>
            <a:custGeom>
              <a:rect b="b" l="l" r="r" t="t"/>
              <a:pathLst>
                <a:path extrusionOk="0" h="39" w="11">
                  <a:moveTo>
                    <a:pt x="11" y="0"/>
                  </a:moveTo>
                  <a:cubicBezTo>
                    <a:pt x="7" y="11"/>
                    <a:pt x="4" y="25"/>
                    <a:pt x="0" y="39"/>
                  </a:cubicBezTo>
                  <a:cubicBezTo>
                    <a:pt x="4" y="25"/>
                    <a:pt x="7" y="1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6" name="Google Shape;6006;p72"/>
            <p:cNvSpPr/>
            <p:nvPr/>
          </p:nvSpPr>
          <p:spPr>
            <a:xfrm>
              <a:off x="1529140" y="2128031"/>
              <a:ext cx="163" cy="54"/>
            </a:xfrm>
            <a:custGeom>
              <a:rect b="b" l="l" r="r" t="t"/>
              <a:pathLst>
                <a:path extrusionOk="0" h="4" w="12">
                  <a:moveTo>
                    <a:pt x="11" y="4"/>
                  </a:moveTo>
                  <a:lnTo>
                    <a:pt x="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7" name="Google Shape;6007;p72"/>
            <p:cNvSpPr/>
            <p:nvPr/>
          </p:nvSpPr>
          <p:spPr>
            <a:xfrm>
              <a:off x="1614230" y="2189293"/>
              <a:ext cx="54" cy="489"/>
            </a:xfrm>
            <a:custGeom>
              <a:rect b="b" l="l" r="r" t="t"/>
              <a:pathLst>
                <a:path extrusionOk="0" h="36" w="4">
                  <a:moveTo>
                    <a:pt x="4" y="1"/>
                  </a:moveTo>
                  <a:cubicBezTo>
                    <a:pt x="4" y="15"/>
                    <a:pt x="0" y="25"/>
                    <a:pt x="0" y="36"/>
                  </a:cubicBezTo>
                  <a:cubicBezTo>
                    <a:pt x="0" y="25"/>
                    <a:pt x="4" y="15"/>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8" name="Google Shape;6008;p72"/>
            <p:cNvSpPr/>
            <p:nvPr/>
          </p:nvSpPr>
          <p:spPr>
            <a:xfrm>
              <a:off x="1529425" y="2128126"/>
              <a:ext cx="394" cy="149"/>
            </a:xfrm>
            <a:custGeom>
              <a:rect b="b" l="l" r="r" t="t"/>
              <a:pathLst>
                <a:path extrusionOk="0" h="11" w="29">
                  <a:moveTo>
                    <a:pt x="1" y="0"/>
                  </a:moveTo>
                  <a:lnTo>
                    <a:pt x="29"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9" name="Google Shape;6009;p72"/>
            <p:cNvSpPr/>
            <p:nvPr/>
          </p:nvSpPr>
          <p:spPr>
            <a:xfrm>
              <a:off x="1575290" y="214080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0" name="Google Shape;6010;p72"/>
            <p:cNvSpPr/>
            <p:nvPr/>
          </p:nvSpPr>
          <p:spPr>
            <a:xfrm>
              <a:off x="1615085" y="2180983"/>
              <a:ext cx="299" cy="2009"/>
            </a:xfrm>
            <a:custGeom>
              <a:rect b="b" l="l" r="r" t="t"/>
              <a:pathLst>
                <a:path extrusionOk="0" h="148" w="22">
                  <a:moveTo>
                    <a:pt x="21" y="0"/>
                  </a:moveTo>
                  <a:cubicBezTo>
                    <a:pt x="18" y="49"/>
                    <a:pt x="11" y="98"/>
                    <a:pt x="0" y="147"/>
                  </a:cubicBezTo>
                  <a:cubicBezTo>
                    <a:pt x="11" y="98"/>
                    <a:pt x="18" y="49"/>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1" name="Google Shape;6011;p72"/>
            <p:cNvSpPr/>
            <p:nvPr/>
          </p:nvSpPr>
          <p:spPr>
            <a:xfrm>
              <a:off x="1595493" y="2161391"/>
              <a:ext cx="964" cy="2770"/>
            </a:xfrm>
            <a:custGeom>
              <a:rect b="b" l="l" r="r" t="t"/>
              <a:pathLst>
                <a:path extrusionOk="0" h="204" w="71">
                  <a:moveTo>
                    <a:pt x="1" y="1"/>
                  </a:moveTo>
                  <a:cubicBezTo>
                    <a:pt x="36" y="64"/>
                    <a:pt x="60" y="134"/>
                    <a:pt x="71" y="204"/>
                  </a:cubicBezTo>
                  <a:cubicBezTo>
                    <a:pt x="60" y="134"/>
                    <a:pt x="36" y="6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2" name="Google Shape;6012;p72"/>
            <p:cNvSpPr/>
            <p:nvPr/>
          </p:nvSpPr>
          <p:spPr>
            <a:xfrm>
              <a:off x="1543736" y="2212822"/>
              <a:ext cx="4711" cy="3775"/>
            </a:xfrm>
            <a:custGeom>
              <a:rect b="b" l="l" r="r" t="t"/>
              <a:pathLst>
                <a:path extrusionOk="0" h="278" w="347">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3" name="Google Shape;6013;p72"/>
            <p:cNvSpPr/>
            <p:nvPr/>
          </p:nvSpPr>
          <p:spPr>
            <a:xfrm>
              <a:off x="1568542" y="2210324"/>
              <a:ext cx="8092" cy="855"/>
            </a:xfrm>
            <a:custGeom>
              <a:rect b="b" l="l" r="r" t="t"/>
              <a:pathLst>
                <a:path extrusionOk="0" h="63" w="596">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4" name="Google Shape;6014;p72"/>
            <p:cNvSpPr/>
            <p:nvPr/>
          </p:nvSpPr>
          <p:spPr>
            <a:xfrm>
              <a:off x="1530375" y="2180128"/>
              <a:ext cx="163" cy="244"/>
            </a:xfrm>
            <a:custGeom>
              <a:rect b="b" l="l" r="r" t="t"/>
              <a:pathLst>
                <a:path extrusionOk="0" h="18" w="12">
                  <a:moveTo>
                    <a:pt x="11" y="18"/>
                  </a:moveTo>
                  <a:cubicBezTo>
                    <a:pt x="8" y="11"/>
                    <a:pt x="4" y="7"/>
                    <a:pt x="1" y="0"/>
                  </a:cubicBezTo>
                  <a:cubicBezTo>
                    <a:pt x="4" y="7"/>
                    <a:pt x="8" y="11"/>
                    <a:pt x="1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5" name="Google Shape;6015;p72"/>
            <p:cNvSpPr/>
            <p:nvPr/>
          </p:nvSpPr>
          <p:spPr>
            <a:xfrm>
              <a:off x="1527049" y="2176177"/>
              <a:ext cx="2675" cy="3340"/>
            </a:xfrm>
            <a:custGeom>
              <a:rect b="b" l="l" r="r" t="t"/>
              <a:pathLst>
                <a:path extrusionOk="0" h="246" w="197">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6" name="Google Shape;6016;p72"/>
            <p:cNvSpPr/>
            <p:nvPr/>
          </p:nvSpPr>
          <p:spPr>
            <a:xfrm>
              <a:off x="1540314" y="2216583"/>
              <a:ext cx="3435" cy="1629"/>
            </a:xfrm>
            <a:custGeom>
              <a:rect b="b" l="l" r="r" t="t"/>
              <a:pathLst>
                <a:path extrusionOk="0" h="120" w="253">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7" name="Google Shape;6017;p72"/>
            <p:cNvSpPr/>
            <p:nvPr/>
          </p:nvSpPr>
          <p:spPr>
            <a:xfrm>
              <a:off x="1530565" y="2180413"/>
              <a:ext cx="353" cy="489"/>
            </a:xfrm>
            <a:custGeom>
              <a:rect b="b" l="l" r="r" t="t"/>
              <a:pathLst>
                <a:path extrusionOk="0" h="36" w="26">
                  <a:moveTo>
                    <a:pt x="25" y="35"/>
                  </a:moveTo>
                  <a:cubicBezTo>
                    <a:pt x="18" y="25"/>
                    <a:pt x="11" y="11"/>
                    <a:pt x="1" y="0"/>
                  </a:cubicBezTo>
                  <a:cubicBezTo>
                    <a:pt x="11" y="11"/>
                    <a:pt x="18" y="25"/>
                    <a:pt x="25"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8" name="Google Shape;6018;p72"/>
            <p:cNvSpPr/>
            <p:nvPr/>
          </p:nvSpPr>
          <p:spPr>
            <a:xfrm>
              <a:off x="1540260" y="2217819"/>
              <a:ext cx="14" cy="149"/>
            </a:xfrm>
            <a:custGeom>
              <a:rect b="b" l="l" r="r" t="t"/>
              <a:pathLst>
                <a:path extrusionOk="0" h="11" w="1">
                  <a:moveTo>
                    <a:pt x="1" y="11"/>
                  </a:moveTo>
                  <a:lnTo>
                    <a:pt x="1" y="0"/>
                  </a:ln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9" name="Google Shape;6019;p72"/>
            <p:cNvSpPr/>
            <p:nvPr/>
          </p:nvSpPr>
          <p:spPr>
            <a:xfrm>
              <a:off x="1540124" y="2216149"/>
              <a:ext cx="109" cy="1018"/>
            </a:xfrm>
            <a:custGeom>
              <a:rect b="b" l="l" r="r" t="t"/>
              <a:pathLst>
                <a:path extrusionOk="0" h="75" w="8">
                  <a:moveTo>
                    <a:pt x="0" y="1"/>
                  </a:moveTo>
                  <a:cubicBezTo>
                    <a:pt x="4" y="25"/>
                    <a:pt x="4" y="50"/>
                    <a:pt x="7" y="74"/>
                  </a:cubicBezTo>
                  <a:cubicBezTo>
                    <a:pt x="7" y="50"/>
                    <a:pt x="4" y="2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0" name="Google Shape;6020;p72"/>
            <p:cNvSpPr/>
            <p:nvPr/>
          </p:nvSpPr>
          <p:spPr>
            <a:xfrm>
              <a:off x="1540219" y="2217289"/>
              <a:ext cx="54" cy="258"/>
            </a:xfrm>
            <a:custGeom>
              <a:rect b="b" l="l" r="r" t="t"/>
              <a:pathLst>
                <a:path extrusionOk="0" h="19" w="4">
                  <a:moveTo>
                    <a:pt x="4" y="1"/>
                  </a:moveTo>
                  <a:cubicBezTo>
                    <a:pt x="0" y="8"/>
                    <a:pt x="4"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1" name="Google Shape;6021;p72"/>
            <p:cNvSpPr/>
            <p:nvPr/>
          </p:nvSpPr>
          <p:spPr>
            <a:xfrm>
              <a:off x="1533512" y="2195335"/>
              <a:ext cx="869" cy="2675"/>
            </a:xfrm>
            <a:custGeom>
              <a:rect b="b" l="l" r="r" t="t"/>
              <a:pathLst>
                <a:path extrusionOk="0" h="197" w="64">
                  <a:moveTo>
                    <a:pt x="60" y="0"/>
                  </a:moveTo>
                  <a:cubicBezTo>
                    <a:pt x="64" y="70"/>
                    <a:pt x="43" y="140"/>
                    <a:pt x="1" y="196"/>
                  </a:cubicBezTo>
                  <a:cubicBezTo>
                    <a:pt x="43" y="140"/>
                    <a:pt x="64" y="70"/>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2" name="Google Shape;6022;p72"/>
            <p:cNvSpPr/>
            <p:nvPr/>
          </p:nvSpPr>
          <p:spPr>
            <a:xfrm>
              <a:off x="1530090" y="217988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3" name="Google Shape;6023;p72"/>
            <p:cNvSpPr/>
            <p:nvPr/>
          </p:nvSpPr>
          <p:spPr>
            <a:xfrm>
              <a:off x="1543355" y="2216108"/>
              <a:ext cx="1100" cy="720"/>
            </a:xfrm>
            <a:custGeom>
              <a:rect b="b" l="l" r="r" t="t"/>
              <a:pathLst>
                <a:path extrusionOk="0" h="53" w="81">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4" name="Google Shape;6024;p72"/>
            <p:cNvSpPr/>
            <p:nvPr/>
          </p:nvSpPr>
          <p:spPr>
            <a:xfrm>
              <a:off x="1579281" y="2208980"/>
              <a:ext cx="109" cy="299"/>
            </a:xfrm>
            <a:custGeom>
              <a:rect b="b" l="l" r="r" t="t"/>
              <a:pathLst>
                <a:path extrusionOk="0" h="22" w="8">
                  <a:moveTo>
                    <a:pt x="1" y="2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5" name="Google Shape;6025;p72"/>
            <p:cNvSpPr/>
            <p:nvPr/>
          </p:nvSpPr>
          <p:spPr>
            <a:xfrm>
              <a:off x="1579376" y="2208641"/>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6" name="Google Shape;6026;p72"/>
            <p:cNvSpPr/>
            <p:nvPr/>
          </p:nvSpPr>
          <p:spPr>
            <a:xfrm>
              <a:off x="1576620" y="2210786"/>
              <a:ext cx="2105" cy="122"/>
            </a:xfrm>
            <a:custGeom>
              <a:rect b="b" l="l" r="r" t="t"/>
              <a:pathLst>
                <a:path extrusionOk="0" h="9" w="155">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7" name="Google Shape;6027;p72"/>
            <p:cNvSpPr/>
            <p:nvPr/>
          </p:nvSpPr>
          <p:spPr>
            <a:xfrm>
              <a:off x="1595588" y="2189958"/>
              <a:ext cx="5621" cy="1018"/>
            </a:xfrm>
            <a:custGeom>
              <a:rect b="b" l="l" r="r" t="t"/>
              <a:pathLst>
                <a:path extrusionOk="0" h="75" w="414">
                  <a:moveTo>
                    <a:pt x="414" y="1"/>
                  </a:moveTo>
                  <a:cubicBezTo>
                    <a:pt x="263" y="1"/>
                    <a:pt x="116" y="15"/>
                    <a:pt x="1" y="74"/>
                  </a:cubicBezTo>
                  <a:cubicBezTo>
                    <a:pt x="116" y="15"/>
                    <a:pt x="263" y="4"/>
                    <a:pt x="4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8" name="Google Shape;6028;p72"/>
            <p:cNvSpPr/>
            <p:nvPr/>
          </p:nvSpPr>
          <p:spPr>
            <a:xfrm>
              <a:off x="1611609" y="2192768"/>
              <a:ext cx="774" cy="299"/>
            </a:xfrm>
            <a:custGeom>
              <a:rect b="b" l="l" r="r" t="t"/>
              <a:pathLst>
                <a:path extrusionOk="0" h="22" w="57">
                  <a:moveTo>
                    <a:pt x="57" y="0"/>
                  </a:moveTo>
                  <a:cubicBezTo>
                    <a:pt x="39" y="11"/>
                    <a:pt x="18" y="18"/>
                    <a:pt x="1" y="21"/>
                  </a:cubicBezTo>
                  <a:cubicBezTo>
                    <a:pt x="15" y="21"/>
                    <a:pt x="29" y="18"/>
                    <a:pt x="43" y="11"/>
                  </a:cubicBezTo>
                  <a:lnTo>
                    <a:pt x="5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9" name="Google Shape;6029;p72"/>
            <p:cNvSpPr/>
            <p:nvPr/>
          </p:nvSpPr>
          <p:spPr>
            <a:xfrm>
              <a:off x="1579526" y="2208260"/>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0" name="Google Shape;6030;p72"/>
            <p:cNvSpPr/>
            <p:nvPr/>
          </p:nvSpPr>
          <p:spPr>
            <a:xfrm>
              <a:off x="1612180" y="2192619"/>
              <a:ext cx="394" cy="258"/>
            </a:xfrm>
            <a:custGeom>
              <a:rect b="b" l="l" r="r" t="t"/>
              <a:pathLst>
                <a:path extrusionOk="0" h="19" w="29">
                  <a:moveTo>
                    <a:pt x="29" y="1"/>
                  </a:moveTo>
                  <a:lnTo>
                    <a:pt x="29" y="1"/>
                  </a:lnTo>
                  <a:cubicBezTo>
                    <a:pt x="18" y="8"/>
                    <a:pt x="8" y="15"/>
                    <a:pt x="1" y="18"/>
                  </a:cubicBezTo>
                  <a:lnTo>
                    <a:pt x="15" y="11"/>
                  </a:ln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1" name="Google Shape;6031;p72"/>
            <p:cNvSpPr/>
            <p:nvPr/>
          </p:nvSpPr>
          <p:spPr>
            <a:xfrm>
              <a:off x="1575385" y="2210636"/>
              <a:ext cx="1724" cy="204"/>
            </a:xfrm>
            <a:custGeom>
              <a:rect b="b" l="l" r="r" t="t"/>
              <a:pathLst>
                <a:path extrusionOk="0" h="15" w="127">
                  <a:moveTo>
                    <a:pt x="1" y="1"/>
                  </a:moveTo>
                  <a:lnTo>
                    <a:pt x="92" y="11"/>
                  </a:lnTo>
                  <a:lnTo>
                    <a:pt x="127" y="15"/>
                  </a:lnTo>
                  <a:lnTo>
                    <a:pt x="127" y="15"/>
                  </a:ln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2" name="Google Shape;6032;p72"/>
            <p:cNvSpPr/>
            <p:nvPr/>
          </p:nvSpPr>
          <p:spPr>
            <a:xfrm>
              <a:off x="1438877" y="2046607"/>
              <a:ext cx="93508" cy="136291"/>
            </a:xfrm>
            <a:custGeom>
              <a:rect b="b" l="l" r="r" t="t"/>
              <a:pathLst>
                <a:path extrusionOk="0" h="10038" w="6887">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3" name="Google Shape;6033;p72"/>
            <p:cNvSpPr/>
            <p:nvPr/>
          </p:nvSpPr>
          <p:spPr>
            <a:xfrm>
              <a:off x="1518685" y="2074223"/>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4" name="Google Shape;6034;p72"/>
            <p:cNvSpPr/>
            <p:nvPr/>
          </p:nvSpPr>
          <p:spPr>
            <a:xfrm>
              <a:off x="1517545" y="2074549"/>
              <a:ext cx="299" cy="163"/>
            </a:xfrm>
            <a:custGeom>
              <a:rect b="b" l="l" r="r" t="t"/>
              <a:pathLst>
                <a:path extrusionOk="0" h="12" w="22">
                  <a:moveTo>
                    <a:pt x="0" y="1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5" name="Google Shape;6035;p72"/>
            <p:cNvSpPr/>
            <p:nvPr/>
          </p:nvSpPr>
          <p:spPr>
            <a:xfrm>
              <a:off x="1518305" y="2074318"/>
              <a:ext cx="299" cy="54"/>
            </a:xfrm>
            <a:custGeom>
              <a:rect b="b" l="l" r="r" t="t"/>
              <a:pathLst>
                <a:path extrusionOk="0" h="4" w="22">
                  <a:moveTo>
                    <a:pt x="0" y="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6" name="Google Shape;6036;p72"/>
            <p:cNvSpPr/>
            <p:nvPr/>
          </p:nvSpPr>
          <p:spPr>
            <a:xfrm>
              <a:off x="1517110" y="2074794"/>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7" name="Google Shape;6037;p72"/>
            <p:cNvSpPr/>
            <p:nvPr/>
          </p:nvSpPr>
          <p:spPr>
            <a:xfrm>
              <a:off x="1516594" y="2075024"/>
              <a:ext cx="434" cy="353"/>
            </a:xfrm>
            <a:custGeom>
              <a:rect b="b" l="l" r="r" t="t"/>
              <a:pathLst>
                <a:path extrusionOk="0" h="26" w="32">
                  <a:moveTo>
                    <a:pt x="0" y="25"/>
                  </a:moveTo>
                  <a:cubicBezTo>
                    <a:pt x="11" y="15"/>
                    <a:pt x="21" y="8"/>
                    <a:pt x="32" y="1"/>
                  </a:cubicBezTo>
                  <a:cubicBezTo>
                    <a:pt x="21" y="8"/>
                    <a:pt x="11" y="1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8" name="Google Shape;6038;p72"/>
            <p:cNvSpPr/>
            <p:nvPr/>
          </p:nvSpPr>
          <p:spPr>
            <a:xfrm>
              <a:off x="1519065" y="207422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9" name="Google Shape;6039;p72"/>
            <p:cNvSpPr/>
            <p:nvPr/>
          </p:nvSpPr>
          <p:spPr>
            <a:xfrm>
              <a:off x="1504184" y="2079356"/>
              <a:ext cx="2349" cy="964"/>
            </a:xfrm>
            <a:custGeom>
              <a:rect b="b" l="l" r="r" t="t"/>
              <a:pathLst>
                <a:path extrusionOk="0" h="71" w="173">
                  <a:moveTo>
                    <a:pt x="1" y="70"/>
                  </a:moveTo>
                  <a:cubicBezTo>
                    <a:pt x="60" y="49"/>
                    <a:pt x="120" y="28"/>
                    <a:pt x="172" y="0"/>
                  </a:cubicBezTo>
                  <a:cubicBezTo>
                    <a:pt x="120" y="28"/>
                    <a:pt x="60" y="49"/>
                    <a:pt x="1"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0" name="Google Shape;6040;p72"/>
            <p:cNvSpPr/>
            <p:nvPr/>
          </p:nvSpPr>
          <p:spPr>
            <a:xfrm>
              <a:off x="1517925" y="2074413"/>
              <a:ext cx="299" cy="109"/>
            </a:xfrm>
            <a:custGeom>
              <a:rect b="b" l="l" r="r" t="t"/>
              <a:pathLst>
                <a:path extrusionOk="0" h="8" w="22">
                  <a:moveTo>
                    <a:pt x="0" y="7"/>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1" name="Google Shape;6041;p72"/>
            <p:cNvSpPr/>
            <p:nvPr/>
          </p:nvSpPr>
          <p:spPr>
            <a:xfrm>
              <a:off x="1522052" y="2182355"/>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2" name="Google Shape;6042;p72"/>
            <p:cNvSpPr/>
            <p:nvPr/>
          </p:nvSpPr>
          <p:spPr>
            <a:xfrm>
              <a:off x="1518305" y="2072988"/>
              <a:ext cx="394" cy="394"/>
            </a:xfrm>
            <a:custGeom>
              <a:rect b="b" l="l" r="r" t="t"/>
              <a:pathLst>
                <a:path extrusionOk="0" h="29" w="29">
                  <a:moveTo>
                    <a:pt x="28" y="28"/>
                  </a:moveTo>
                  <a:cubicBezTo>
                    <a:pt x="18" y="21"/>
                    <a:pt x="11" y="11"/>
                    <a:pt x="0" y="0"/>
                  </a:cubicBezTo>
                  <a:cubicBezTo>
                    <a:pt x="11" y="11"/>
                    <a:pt x="18" y="21"/>
                    <a:pt x="28"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3" name="Google Shape;6043;p72"/>
            <p:cNvSpPr/>
            <p:nvPr/>
          </p:nvSpPr>
          <p:spPr>
            <a:xfrm>
              <a:off x="1485176" y="204622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4" name="Google Shape;6044;p72"/>
            <p:cNvSpPr/>
            <p:nvPr/>
          </p:nvSpPr>
          <p:spPr>
            <a:xfrm>
              <a:off x="1485692" y="20462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5" name="Google Shape;6045;p72"/>
            <p:cNvSpPr/>
            <p:nvPr/>
          </p:nvSpPr>
          <p:spPr>
            <a:xfrm>
              <a:off x="1486411" y="204626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6" name="Google Shape;6046;p72"/>
            <p:cNvSpPr/>
            <p:nvPr/>
          </p:nvSpPr>
          <p:spPr>
            <a:xfrm>
              <a:off x="1486982" y="204645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7" name="Google Shape;6047;p72"/>
            <p:cNvSpPr/>
            <p:nvPr/>
          </p:nvSpPr>
          <p:spPr>
            <a:xfrm>
              <a:off x="1486506" y="2046322"/>
              <a:ext cx="109" cy="14"/>
            </a:xfrm>
            <a:custGeom>
              <a:rect b="b" l="l" r="r" t="t"/>
              <a:pathLst>
                <a:path extrusionOk="0" h="1" w="8">
                  <a:moveTo>
                    <a:pt x="7"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8" name="Google Shape;6048;p72"/>
            <p:cNvSpPr/>
            <p:nvPr/>
          </p:nvSpPr>
          <p:spPr>
            <a:xfrm>
              <a:off x="1486792" y="2046417"/>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9" name="Google Shape;6049;p72"/>
            <p:cNvSpPr/>
            <p:nvPr/>
          </p:nvSpPr>
          <p:spPr>
            <a:xfrm>
              <a:off x="1486887" y="2046457"/>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0" name="Google Shape;6050;p72"/>
            <p:cNvSpPr/>
            <p:nvPr/>
          </p:nvSpPr>
          <p:spPr>
            <a:xfrm>
              <a:off x="1517965" y="2072513"/>
              <a:ext cx="299" cy="434"/>
            </a:xfrm>
            <a:custGeom>
              <a:rect b="b" l="l" r="r" t="t"/>
              <a:pathLst>
                <a:path extrusionOk="0" h="32" w="22">
                  <a:moveTo>
                    <a:pt x="22" y="32"/>
                  </a:moveTo>
                  <a:cubicBezTo>
                    <a:pt x="15" y="21"/>
                    <a:pt x="8" y="11"/>
                    <a:pt x="1" y="0"/>
                  </a:cubicBezTo>
                  <a:cubicBezTo>
                    <a:pt x="8" y="11"/>
                    <a:pt x="15" y="21"/>
                    <a:pt x="2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1" name="Google Shape;6051;p72"/>
            <p:cNvSpPr/>
            <p:nvPr/>
          </p:nvSpPr>
          <p:spPr>
            <a:xfrm>
              <a:off x="1484171" y="2046267"/>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2" name="Google Shape;6052;p72"/>
            <p:cNvSpPr/>
            <p:nvPr/>
          </p:nvSpPr>
          <p:spPr>
            <a:xfrm>
              <a:off x="1485407" y="204622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3" name="Google Shape;6053;p72"/>
            <p:cNvSpPr/>
            <p:nvPr/>
          </p:nvSpPr>
          <p:spPr>
            <a:xfrm>
              <a:off x="1483655" y="204636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4" name="Google Shape;6054;p72"/>
            <p:cNvSpPr/>
            <p:nvPr/>
          </p:nvSpPr>
          <p:spPr>
            <a:xfrm>
              <a:off x="1482800" y="2046417"/>
              <a:ext cx="584" cy="109"/>
            </a:xfrm>
            <a:custGeom>
              <a:rect b="b" l="l" r="r" t="t"/>
              <a:pathLst>
                <a:path extrusionOk="0" h="8" w="43">
                  <a:moveTo>
                    <a:pt x="0" y="7"/>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5" name="Google Shape;6055;p72"/>
            <p:cNvSpPr/>
            <p:nvPr/>
          </p:nvSpPr>
          <p:spPr>
            <a:xfrm>
              <a:off x="1519201" y="2073789"/>
              <a:ext cx="543" cy="353"/>
            </a:xfrm>
            <a:custGeom>
              <a:rect b="b" l="l" r="r" t="t"/>
              <a:pathLst>
                <a:path extrusionOk="0" h="26" w="40">
                  <a:moveTo>
                    <a:pt x="39" y="25"/>
                  </a:moveTo>
                  <a:cubicBezTo>
                    <a:pt x="25" y="18"/>
                    <a:pt x="15" y="8"/>
                    <a:pt x="1" y="1"/>
                  </a:cubicBezTo>
                  <a:cubicBezTo>
                    <a:pt x="15" y="8"/>
                    <a:pt x="25" y="18"/>
                    <a:pt x="3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6" name="Google Shape;6056;p72"/>
            <p:cNvSpPr/>
            <p:nvPr/>
          </p:nvSpPr>
          <p:spPr>
            <a:xfrm>
              <a:off x="1510606" y="2062248"/>
              <a:ext cx="1249" cy="299"/>
            </a:xfrm>
            <a:custGeom>
              <a:rect b="b" l="l" r="r" t="t"/>
              <a:pathLst>
                <a:path extrusionOk="0" h="22" w="92">
                  <a:moveTo>
                    <a:pt x="0" y="0"/>
                  </a:moveTo>
                  <a:cubicBezTo>
                    <a:pt x="32" y="0"/>
                    <a:pt x="63" y="7"/>
                    <a:pt x="91" y="21"/>
                  </a:cubicBezTo>
                  <a:cubicBezTo>
                    <a:pt x="63" y="7"/>
                    <a:pt x="32"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7" name="Google Shape;6057;p72"/>
            <p:cNvSpPr/>
            <p:nvPr/>
          </p:nvSpPr>
          <p:spPr>
            <a:xfrm>
              <a:off x="1518726" y="2073463"/>
              <a:ext cx="448" cy="299"/>
            </a:xfrm>
            <a:custGeom>
              <a:rect b="b" l="l" r="r" t="t"/>
              <a:pathLst>
                <a:path extrusionOk="0" h="22" w="33">
                  <a:moveTo>
                    <a:pt x="32" y="21"/>
                  </a:moveTo>
                  <a:cubicBezTo>
                    <a:pt x="22" y="14"/>
                    <a:pt x="11" y="7"/>
                    <a:pt x="1" y="0"/>
                  </a:cubicBezTo>
                  <a:cubicBezTo>
                    <a:pt x="11" y="7"/>
                    <a:pt x="22" y="14"/>
                    <a:pt x="32"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8" name="Google Shape;6058;p72"/>
            <p:cNvSpPr/>
            <p:nvPr/>
          </p:nvSpPr>
          <p:spPr>
            <a:xfrm>
              <a:off x="1484646" y="2046267"/>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9" name="Google Shape;6059;p72"/>
            <p:cNvSpPr/>
            <p:nvPr/>
          </p:nvSpPr>
          <p:spPr>
            <a:xfrm>
              <a:off x="1486642" y="2046362"/>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0" name="Google Shape;6060;p72"/>
            <p:cNvSpPr/>
            <p:nvPr/>
          </p:nvSpPr>
          <p:spPr>
            <a:xfrm>
              <a:off x="1526003" y="2172945"/>
              <a:ext cx="394" cy="299"/>
            </a:xfrm>
            <a:custGeom>
              <a:rect b="b" l="l" r="r" t="t"/>
              <a:pathLst>
                <a:path extrusionOk="0" h="22" w="29">
                  <a:moveTo>
                    <a:pt x="29" y="1"/>
                  </a:moveTo>
                  <a:cubicBezTo>
                    <a:pt x="18" y="8"/>
                    <a:pt x="11" y="15"/>
                    <a:pt x="1" y="22"/>
                  </a:cubicBezTo>
                  <a:cubicBezTo>
                    <a:pt x="11" y="15"/>
                    <a:pt x="18" y="8"/>
                    <a:pt x="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1" name="Google Shape;6061;p72"/>
            <p:cNvSpPr/>
            <p:nvPr/>
          </p:nvSpPr>
          <p:spPr>
            <a:xfrm>
              <a:off x="1525677" y="2173325"/>
              <a:ext cx="299" cy="353"/>
            </a:xfrm>
            <a:custGeom>
              <a:rect b="b" l="l" r="r" t="t"/>
              <a:pathLst>
                <a:path extrusionOk="0" h="26" w="22">
                  <a:moveTo>
                    <a:pt x="0" y="25"/>
                  </a:moveTo>
                  <a:cubicBezTo>
                    <a:pt x="7" y="15"/>
                    <a:pt x="14" y="8"/>
                    <a:pt x="21" y="1"/>
                  </a:cubicBezTo>
                  <a:cubicBezTo>
                    <a:pt x="14" y="8"/>
                    <a:pt x="7" y="1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2" name="Google Shape;6062;p72"/>
            <p:cNvSpPr/>
            <p:nvPr/>
          </p:nvSpPr>
          <p:spPr>
            <a:xfrm>
              <a:off x="1529425" y="213253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3" name="Google Shape;6063;p72"/>
            <p:cNvSpPr/>
            <p:nvPr/>
          </p:nvSpPr>
          <p:spPr>
            <a:xfrm>
              <a:off x="1527714" y="2129212"/>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4" name="Google Shape;6064;p72"/>
            <p:cNvSpPr/>
            <p:nvPr/>
          </p:nvSpPr>
          <p:spPr>
            <a:xfrm>
              <a:off x="1527049" y="2127787"/>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5" name="Google Shape;6065;p72"/>
            <p:cNvSpPr/>
            <p:nvPr/>
          </p:nvSpPr>
          <p:spPr>
            <a:xfrm>
              <a:off x="1527388" y="2128452"/>
              <a:ext cx="149" cy="353"/>
            </a:xfrm>
            <a:custGeom>
              <a:rect b="b" l="l" r="r" t="t"/>
              <a:pathLst>
                <a:path extrusionOk="0" h="26" w="11">
                  <a:moveTo>
                    <a:pt x="0"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6" name="Google Shape;6066;p72"/>
            <p:cNvSpPr/>
            <p:nvPr/>
          </p:nvSpPr>
          <p:spPr>
            <a:xfrm>
              <a:off x="1525202" y="2175661"/>
              <a:ext cx="54" cy="339"/>
            </a:xfrm>
            <a:custGeom>
              <a:rect b="b" l="l" r="r" t="t"/>
              <a:pathLst>
                <a:path extrusionOk="0" h="25" w="4">
                  <a:moveTo>
                    <a:pt x="0" y="0"/>
                  </a:moveTo>
                  <a:lnTo>
                    <a:pt x="0" y="25"/>
                  </a:lnTo>
                  <a:cubicBezTo>
                    <a:pt x="4" y="18"/>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7" name="Google Shape;6067;p72"/>
            <p:cNvSpPr/>
            <p:nvPr/>
          </p:nvSpPr>
          <p:spPr>
            <a:xfrm>
              <a:off x="1525243" y="2176041"/>
              <a:ext cx="14" cy="394"/>
            </a:xfrm>
            <a:custGeom>
              <a:rect b="b" l="l" r="r" t="t"/>
              <a:pathLst>
                <a:path extrusionOk="0" h="29" w="1">
                  <a:moveTo>
                    <a:pt x="1" y="0"/>
                  </a:moveTo>
                  <a:cubicBezTo>
                    <a:pt x="1" y="11"/>
                    <a:pt x="1" y="21"/>
                    <a:pt x="1" y="28"/>
                  </a:cubicBez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8" name="Google Shape;6068;p72"/>
            <p:cNvSpPr/>
            <p:nvPr/>
          </p:nvSpPr>
          <p:spPr>
            <a:xfrm>
              <a:off x="1528094" y="2129973"/>
              <a:ext cx="163" cy="299"/>
            </a:xfrm>
            <a:custGeom>
              <a:rect b="b" l="l" r="r" t="t"/>
              <a:pathLst>
                <a:path extrusionOk="0" h="22" w="12">
                  <a:moveTo>
                    <a:pt x="1" y="1"/>
                  </a:moveTo>
                  <a:lnTo>
                    <a:pt x="1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9" name="Google Shape;6069;p72"/>
            <p:cNvSpPr/>
            <p:nvPr/>
          </p:nvSpPr>
          <p:spPr>
            <a:xfrm>
              <a:off x="1525243" y="2174615"/>
              <a:ext cx="68" cy="434"/>
            </a:xfrm>
            <a:custGeom>
              <a:rect b="b" l="l" r="r" t="t"/>
              <a:pathLst>
                <a:path extrusionOk="0" h="32" w="5">
                  <a:moveTo>
                    <a:pt x="4" y="0"/>
                  </a:moveTo>
                  <a:cubicBezTo>
                    <a:pt x="4" y="11"/>
                    <a:pt x="1" y="21"/>
                    <a:pt x="1" y="32"/>
                  </a:cubicBezTo>
                  <a:cubicBezTo>
                    <a:pt x="1"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0" name="Google Shape;6070;p72"/>
            <p:cNvSpPr/>
            <p:nvPr/>
          </p:nvSpPr>
          <p:spPr>
            <a:xfrm>
              <a:off x="1525297" y="2174181"/>
              <a:ext cx="149" cy="394"/>
            </a:xfrm>
            <a:custGeom>
              <a:rect b="b" l="l" r="r" t="t"/>
              <a:pathLst>
                <a:path extrusionOk="0" h="29" w="11">
                  <a:moveTo>
                    <a:pt x="11" y="1"/>
                  </a:moveTo>
                  <a:cubicBezTo>
                    <a:pt x="7" y="8"/>
                    <a:pt x="4" y="18"/>
                    <a:pt x="0" y="29"/>
                  </a:cubicBezTo>
                  <a:cubicBezTo>
                    <a:pt x="4" y="18"/>
                    <a:pt x="7"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1" name="Google Shape;6071;p72"/>
            <p:cNvSpPr/>
            <p:nvPr/>
          </p:nvSpPr>
          <p:spPr>
            <a:xfrm>
              <a:off x="1525433" y="2173706"/>
              <a:ext cx="204" cy="448"/>
            </a:xfrm>
            <a:custGeom>
              <a:rect b="b" l="l" r="r" t="t"/>
              <a:pathLst>
                <a:path extrusionOk="0" h="33" w="15">
                  <a:moveTo>
                    <a:pt x="15" y="1"/>
                  </a:moveTo>
                  <a:cubicBezTo>
                    <a:pt x="11" y="11"/>
                    <a:pt x="4" y="22"/>
                    <a:pt x="1" y="32"/>
                  </a:cubicBezTo>
                  <a:cubicBezTo>
                    <a:pt x="4" y="22"/>
                    <a:pt x="11" y="11"/>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2" name="Google Shape;6072;p72"/>
            <p:cNvSpPr/>
            <p:nvPr/>
          </p:nvSpPr>
          <p:spPr>
            <a:xfrm>
              <a:off x="1528950" y="2131683"/>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3" name="Google Shape;6073;p72"/>
            <p:cNvSpPr/>
            <p:nvPr/>
          </p:nvSpPr>
          <p:spPr>
            <a:xfrm>
              <a:off x="1525202" y="2175131"/>
              <a:ext cx="54" cy="448"/>
            </a:xfrm>
            <a:custGeom>
              <a:rect b="b" l="l" r="r" t="t"/>
              <a:pathLst>
                <a:path extrusionOk="0" h="33" w="4">
                  <a:moveTo>
                    <a:pt x="0" y="1"/>
                  </a:moveTo>
                  <a:lnTo>
                    <a:pt x="0" y="32"/>
                  </a:lnTo>
                  <a:cubicBezTo>
                    <a:pt x="0" y="22"/>
                    <a:pt x="4"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4" name="Google Shape;6074;p72"/>
            <p:cNvSpPr/>
            <p:nvPr/>
          </p:nvSpPr>
          <p:spPr>
            <a:xfrm>
              <a:off x="1528529" y="2130787"/>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5" name="Google Shape;6075;p72"/>
            <p:cNvSpPr/>
            <p:nvPr/>
          </p:nvSpPr>
          <p:spPr>
            <a:xfrm>
              <a:off x="1499201" y="1953967"/>
              <a:ext cx="99781" cy="84031"/>
            </a:xfrm>
            <a:custGeom>
              <a:rect b="b" l="l" r="r" t="t"/>
              <a:pathLst>
                <a:path extrusionOk="0" h="6189" w="7349">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6" name="Google Shape;6076;p72"/>
            <p:cNvSpPr/>
            <p:nvPr/>
          </p:nvSpPr>
          <p:spPr>
            <a:xfrm>
              <a:off x="1578575" y="2011862"/>
              <a:ext cx="4915" cy="1385"/>
            </a:xfrm>
            <a:custGeom>
              <a:rect b="b" l="l" r="r" t="t"/>
              <a:pathLst>
                <a:path extrusionOk="0" h="102" w="362">
                  <a:moveTo>
                    <a:pt x="0" y="102"/>
                  </a:moveTo>
                  <a:cubicBezTo>
                    <a:pt x="105" y="28"/>
                    <a:pt x="235" y="0"/>
                    <a:pt x="361" y="28"/>
                  </a:cubicBezTo>
                  <a:cubicBezTo>
                    <a:pt x="235" y="0"/>
                    <a:pt x="105" y="28"/>
                    <a:pt x="0"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7" name="Google Shape;6077;p72"/>
            <p:cNvSpPr/>
            <p:nvPr/>
          </p:nvSpPr>
          <p:spPr>
            <a:xfrm>
              <a:off x="1547062" y="2032676"/>
              <a:ext cx="489" cy="774"/>
            </a:xfrm>
            <a:custGeom>
              <a:rect b="b" l="l" r="r" t="t"/>
              <a:pathLst>
                <a:path extrusionOk="0" h="57" w="36">
                  <a:moveTo>
                    <a:pt x="35" y="57"/>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8" name="Google Shape;6078;p72"/>
            <p:cNvSpPr/>
            <p:nvPr/>
          </p:nvSpPr>
          <p:spPr>
            <a:xfrm>
              <a:off x="1557381" y="2036817"/>
              <a:ext cx="625" cy="339"/>
            </a:xfrm>
            <a:custGeom>
              <a:rect b="b" l="l" r="r" t="t"/>
              <a:pathLst>
                <a:path extrusionOk="0" h="25" w="46">
                  <a:moveTo>
                    <a:pt x="0" y="0"/>
                  </a:moveTo>
                  <a:cubicBezTo>
                    <a:pt x="14" y="7"/>
                    <a:pt x="28" y="14"/>
                    <a:pt x="39" y="21"/>
                  </a:cubicBezTo>
                  <a:lnTo>
                    <a:pt x="46" y="25"/>
                  </a:lnTo>
                  <a:lnTo>
                    <a:pt x="39" y="21"/>
                  </a:lnTo>
                  <a:cubicBezTo>
                    <a:pt x="28" y="14"/>
                    <a:pt x="1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9" name="Google Shape;6079;p72"/>
            <p:cNvSpPr/>
            <p:nvPr/>
          </p:nvSpPr>
          <p:spPr>
            <a:xfrm>
              <a:off x="1592316" y="2006960"/>
              <a:ext cx="1100" cy="1684"/>
            </a:xfrm>
            <a:custGeom>
              <a:rect b="b" l="l" r="r" t="t"/>
              <a:pathLst>
                <a:path extrusionOk="0" h="124" w="81">
                  <a:moveTo>
                    <a:pt x="74" y="15"/>
                  </a:moveTo>
                  <a:cubicBezTo>
                    <a:pt x="56" y="57"/>
                    <a:pt x="32" y="92"/>
                    <a:pt x="0" y="123"/>
                  </a:cubicBezTo>
                  <a:cubicBezTo>
                    <a:pt x="32" y="92"/>
                    <a:pt x="56" y="57"/>
                    <a:pt x="74" y="15"/>
                  </a:cubicBezTo>
                  <a:lnTo>
                    <a:pt x="81" y="1"/>
                  </a:lnTo>
                  <a:lnTo>
                    <a:pt x="8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0" name="Google Shape;6080;p72"/>
            <p:cNvSpPr/>
            <p:nvPr/>
          </p:nvSpPr>
          <p:spPr>
            <a:xfrm>
              <a:off x="1547537" y="2033436"/>
              <a:ext cx="2009" cy="2634"/>
            </a:xfrm>
            <a:custGeom>
              <a:rect b="b" l="l" r="r" t="t"/>
              <a:pathLst>
                <a:path extrusionOk="0" h="194" w="148">
                  <a:moveTo>
                    <a:pt x="0" y="1"/>
                  </a:moveTo>
                  <a:cubicBezTo>
                    <a:pt x="39" y="71"/>
                    <a:pt x="88" y="137"/>
                    <a:pt x="147" y="193"/>
                  </a:cubicBezTo>
                  <a:cubicBezTo>
                    <a:pt x="88" y="137"/>
                    <a:pt x="39" y="7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1" name="Google Shape;6081;p72"/>
            <p:cNvSpPr/>
            <p:nvPr/>
          </p:nvSpPr>
          <p:spPr>
            <a:xfrm>
              <a:off x="1546397" y="2031576"/>
              <a:ext cx="530" cy="869"/>
            </a:xfrm>
            <a:custGeom>
              <a:rect b="b" l="l" r="r" t="t"/>
              <a:pathLst>
                <a:path extrusionOk="0" h="64" w="39">
                  <a:moveTo>
                    <a:pt x="0" y="1"/>
                  </a:moveTo>
                  <a:lnTo>
                    <a:pt x="0" y="1"/>
                  </a:lnTo>
                  <a:cubicBezTo>
                    <a:pt x="14" y="26"/>
                    <a:pt x="28" y="43"/>
                    <a:pt x="39" y="64"/>
                  </a:cubicBezTo>
                  <a:cubicBezTo>
                    <a:pt x="28" y="43"/>
                    <a:pt x="14"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2" name="Google Shape;6082;p72"/>
            <p:cNvSpPr/>
            <p:nvPr/>
          </p:nvSpPr>
          <p:spPr>
            <a:xfrm>
              <a:off x="1545582" y="2030544"/>
              <a:ext cx="679" cy="910"/>
            </a:xfrm>
            <a:custGeom>
              <a:rect b="b" l="l" r="r" t="t"/>
              <a:pathLst>
                <a:path extrusionOk="0" h="67" w="50">
                  <a:moveTo>
                    <a:pt x="1" y="0"/>
                  </a:moveTo>
                  <a:cubicBezTo>
                    <a:pt x="18" y="21"/>
                    <a:pt x="36" y="46"/>
                    <a:pt x="50" y="66"/>
                  </a:cubicBezTo>
                  <a:cubicBezTo>
                    <a:pt x="36" y="42"/>
                    <a:pt x="18" y="2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3" name="Google Shape;6083;p72"/>
            <p:cNvSpPr/>
            <p:nvPr/>
          </p:nvSpPr>
          <p:spPr>
            <a:xfrm>
              <a:off x="1544822" y="2029580"/>
              <a:ext cx="774" cy="923"/>
            </a:xfrm>
            <a:custGeom>
              <a:rect b="b" l="l" r="r" t="t"/>
              <a:pathLst>
                <a:path extrusionOk="0" h="68" w="57">
                  <a:moveTo>
                    <a:pt x="1" y="1"/>
                  </a:moveTo>
                  <a:cubicBezTo>
                    <a:pt x="18" y="25"/>
                    <a:pt x="39" y="50"/>
                    <a:pt x="57" y="67"/>
                  </a:cubicBezTo>
                  <a:cubicBezTo>
                    <a:pt x="39" y="46"/>
                    <a:pt x="22"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4" name="Google Shape;6084;p72"/>
            <p:cNvSpPr/>
            <p:nvPr/>
          </p:nvSpPr>
          <p:spPr>
            <a:xfrm>
              <a:off x="1506941" y="1960376"/>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5" name="Google Shape;6085;p72"/>
            <p:cNvSpPr/>
            <p:nvPr/>
          </p:nvSpPr>
          <p:spPr>
            <a:xfrm>
              <a:off x="1508651" y="1958434"/>
              <a:ext cx="109" cy="109"/>
            </a:xfrm>
            <a:custGeom>
              <a:rect b="b" l="l" r="r" t="t"/>
              <a:pathLst>
                <a:path extrusionOk="0" h="8" w="8">
                  <a:moveTo>
                    <a:pt x="8" y="0"/>
                  </a:moveTo>
                  <a:lnTo>
                    <a:pt x="1" y="7"/>
                  </a:ln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6" name="Google Shape;6086;p72"/>
            <p:cNvSpPr/>
            <p:nvPr/>
          </p:nvSpPr>
          <p:spPr>
            <a:xfrm>
              <a:off x="1508271" y="1958624"/>
              <a:ext cx="299" cy="299"/>
            </a:xfrm>
            <a:custGeom>
              <a:rect b="b" l="l" r="r" t="t"/>
              <a:pathLst>
                <a:path extrusionOk="0" h="22" w="22">
                  <a:moveTo>
                    <a:pt x="1" y="21"/>
                  </a:moveTo>
                  <a:cubicBezTo>
                    <a:pt x="8" y="14"/>
                    <a:pt x="15" y="7"/>
                    <a:pt x="22" y="0"/>
                  </a:cubicBezTo>
                  <a:cubicBezTo>
                    <a:pt x="15" y="7"/>
                    <a:pt x="8"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7" name="Google Shape;6087;p72"/>
            <p:cNvSpPr/>
            <p:nvPr/>
          </p:nvSpPr>
          <p:spPr>
            <a:xfrm>
              <a:off x="1507280" y="1990084"/>
              <a:ext cx="3096" cy="1086"/>
            </a:xfrm>
            <a:custGeom>
              <a:rect b="b" l="l" r="r" t="t"/>
              <a:pathLst>
                <a:path extrusionOk="0" h="80" w="228">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8" name="Google Shape;6088;p72"/>
            <p:cNvSpPr/>
            <p:nvPr/>
          </p:nvSpPr>
          <p:spPr>
            <a:xfrm>
              <a:off x="1614271" y="1998868"/>
              <a:ext cx="28730" cy="30970"/>
            </a:xfrm>
            <a:custGeom>
              <a:rect b="b" l="l" r="r" t="t"/>
              <a:pathLst>
                <a:path extrusionOk="0" h="2281" w="2116">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9" name="Google Shape;6089;p72"/>
            <p:cNvSpPr/>
            <p:nvPr/>
          </p:nvSpPr>
          <p:spPr>
            <a:xfrm>
              <a:off x="1636321" y="202416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0" name="Google Shape;6090;p72"/>
            <p:cNvSpPr/>
            <p:nvPr/>
          </p:nvSpPr>
          <p:spPr>
            <a:xfrm>
              <a:off x="1639185" y="2024448"/>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1" name="Google Shape;6091;p72"/>
            <p:cNvSpPr/>
            <p:nvPr/>
          </p:nvSpPr>
          <p:spPr>
            <a:xfrm>
              <a:off x="1636796" y="202416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2" name="Google Shape;6092;p72"/>
            <p:cNvSpPr/>
            <p:nvPr/>
          </p:nvSpPr>
          <p:spPr>
            <a:xfrm>
              <a:off x="1638900" y="2024312"/>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3" name="Google Shape;6093;p72"/>
            <p:cNvSpPr/>
            <p:nvPr/>
          </p:nvSpPr>
          <p:spPr>
            <a:xfrm>
              <a:off x="1626871" y="202963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4" name="Google Shape;6094;p72"/>
            <p:cNvSpPr/>
            <p:nvPr/>
          </p:nvSpPr>
          <p:spPr>
            <a:xfrm>
              <a:off x="1639471" y="202459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5" name="Google Shape;6095;p72"/>
            <p:cNvSpPr/>
            <p:nvPr/>
          </p:nvSpPr>
          <p:spPr>
            <a:xfrm>
              <a:off x="1627441" y="2029255"/>
              <a:ext cx="530" cy="339"/>
            </a:xfrm>
            <a:custGeom>
              <a:rect b="b" l="l" r="r" t="t"/>
              <a:pathLst>
                <a:path extrusionOk="0" h="25" w="39">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6" name="Google Shape;6096;p72"/>
            <p:cNvSpPr/>
            <p:nvPr/>
          </p:nvSpPr>
          <p:spPr>
            <a:xfrm>
              <a:off x="1627156" y="2029580"/>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7" name="Google Shape;6097;p72"/>
            <p:cNvSpPr/>
            <p:nvPr/>
          </p:nvSpPr>
          <p:spPr>
            <a:xfrm>
              <a:off x="1638561" y="2024258"/>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8" name="Google Shape;6098;p72"/>
            <p:cNvSpPr/>
            <p:nvPr/>
          </p:nvSpPr>
          <p:spPr>
            <a:xfrm>
              <a:off x="1637475" y="20241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9" name="Google Shape;6099;p72"/>
            <p:cNvSpPr/>
            <p:nvPr/>
          </p:nvSpPr>
          <p:spPr>
            <a:xfrm>
              <a:off x="1637230" y="20241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0" name="Google Shape;6100;p72"/>
            <p:cNvSpPr/>
            <p:nvPr/>
          </p:nvSpPr>
          <p:spPr>
            <a:xfrm>
              <a:off x="1638235" y="2024217"/>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1" name="Google Shape;6101;p72"/>
            <p:cNvSpPr/>
            <p:nvPr/>
          </p:nvSpPr>
          <p:spPr>
            <a:xfrm>
              <a:off x="1639756" y="2024788"/>
              <a:ext cx="109" cy="109"/>
            </a:xfrm>
            <a:custGeom>
              <a:rect b="b" l="l" r="r" t="t"/>
              <a:pathLst>
                <a:path extrusionOk="0" h="8" w="8">
                  <a:moveTo>
                    <a:pt x="0" y="0"/>
                  </a:moveTo>
                  <a:lnTo>
                    <a:pt x="7"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2" name="Google Shape;6102;p72"/>
            <p:cNvSpPr/>
            <p:nvPr/>
          </p:nvSpPr>
          <p:spPr>
            <a:xfrm>
              <a:off x="1637855" y="202416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3" name="Google Shape;6103;p72"/>
            <p:cNvSpPr/>
            <p:nvPr/>
          </p:nvSpPr>
          <p:spPr>
            <a:xfrm>
              <a:off x="1639946" y="2025018"/>
              <a:ext cx="149" cy="163"/>
            </a:xfrm>
            <a:custGeom>
              <a:rect b="b" l="l" r="r" t="t"/>
              <a:pathLst>
                <a:path extrusionOk="0" h="12" w="11">
                  <a:moveTo>
                    <a:pt x="11"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4" name="Google Shape;6104;p72"/>
            <p:cNvSpPr/>
            <p:nvPr/>
          </p:nvSpPr>
          <p:spPr>
            <a:xfrm>
              <a:off x="1589940" y="1981910"/>
              <a:ext cx="32613" cy="51690"/>
            </a:xfrm>
            <a:custGeom>
              <a:rect b="b" l="l" r="r" t="t"/>
              <a:pathLst>
                <a:path extrusionOk="0" h="3807" w="2402">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5" name="Google Shape;6105;p72"/>
            <p:cNvSpPr/>
            <p:nvPr/>
          </p:nvSpPr>
          <p:spPr>
            <a:xfrm>
              <a:off x="1596688" y="2004394"/>
              <a:ext cx="584" cy="54"/>
            </a:xfrm>
            <a:custGeom>
              <a:rect b="b" l="l" r="r" t="t"/>
              <a:pathLst>
                <a:path extrusionOk="0" h="4" w="43">
                  <a:moveTo>
                    <a:pt x="0" y="1"/>
                  </a:moveTo>
                  <a:cubicBezTo>
                    <a:pt x="14" y="1"/>
                    <a:pt x="28" y="1"/>
                    <a:pt x="42" y="4"/>
                  </a:cubicBezTo>
                  <a:cubicBezTo>
                    <a:pt x="28" y="1"/>
                    <a:pt x="14"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6" name="Google Shape;6106;p72"/>
            <p:cNvSpPr/>
            <p:nvPr/>
          </p:nvSpPr>
          <p:spPr>
            <a:xfrm>
              <a:off x="1594502" y="2005155"/>
              <a:ext cx="109" cy="163"/>
            </a:xfrm>
            <a:custGeom>
              <a:rect b="b" l="l" r="r" t="t"/>
              <a:pathLst>
                <a:path extrusionOk="0" h="12" w="8">
                  <a:moveTo>
                    <a:pt x="0" y="1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7" name="Google Shape;6107;p72"/>
            <p:cNvSpPr/>
            <p:nvPr/>
          </p:nvSpPr>
          <p:spPr>
            <a:xfrm>
              <a:off x="1621019" y="202849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8" name="Google Shape;6108;p72"/>
            <p:cNvSpPr/>
            <p:nvPr/>
          </p:nvSpPr>
          <p:spPr>
            <a:xfrm>
              <a:off x="1594638" y="2004394"/>
              <a:ext cx="1969" cy="774"/>
            </a:xfrm>
            <a:custGeom>
              <a:rect b="b" l="l" r="r" t="t"/>
              <a:pathLst>
                <a:path extrusionOk="0" h="57" w="145">
                  <a:moveTo>
                    <a:pt x="144" y="1"/>
                  </a:moveTo>
                  <a:cubicBezTo>
                    <a:pt x="92" y="1"/>
                    <a:pt x="39" y="18"/>
                    <a:pt x="1" y="57"/>
                  </a:cubicBezTo>
                  <a:cubicBezTo>
                    <a:pt x="39" y="18"/>
                    <a:pt x="92" y="1"/>
                    <a:pt x="1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9" name="Google Shape;6109;p72"/>
            <p:cNvSpPr/>
            <p:nvPr/>
          </p:nvSpPr>
          <p:spPr>
            <a:xfrm>
              <a:off x="1621494" y="2028535"/>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0" name="Google Shape;6110;p72"/>
            <p:cNvSpPr/>
            <p:nvPr/>
          </p:nvSpPr>
          <p:spPr>
            <a:xfrm>
              <a:off x="1619878" y="2028589"/>
              <a:ext cx="353" cy="54"/>
            </a:xfrm>
            <a:custGeom>
              <a:rect b="b" l="l" r="r" t="t"/>
              <a:pathLst>
                <a:path extrusionOk="0" h="4" w="26">
                  <a:moveTo>
                    <a:pt x="25"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1" name="Google Shape;6111;p72"/>
            <p:cNvSpPr/>
            <p:nvPr/>
          </p:nvSpPr>
          <p:spPr>
            <a:xfrm>
              <a:off x="1619362" y="2028684"/>
              <a:ext cx="434" cy="149"/>
            </a:xfrm>
            <a:custGeom>
              <a:rect b="b" l="l" r="r" t="t"/>
              <a:pathLst>
                <a:path extrusionOk="0" h="11" w="32">
                  <a:moveTo>
                    <a:pt x="32" y="0"/>
                  </a:moveTo>
                  <a:cubicBezTo>
                    <a:pt x="21" y="4"/>
                    <a:pt x="11" y="7"/>
                    <a:pt x="0" y="11"/>
                  </a:cubicBezTo>
                  <a:cubicBezTo>
                    <a:pt x="11" y="7"/>
                    <a:pt x="21" y="4"/>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2" name="Google Shape;6112;p72"/>
            <p:cNvSpPr/>
            <p:nvPr/>
          </p:nvSpPr>
          <p:spPr>
            <a:xfrm>
              <a:off x="1620353" y="2028494"/>
              <a:ext cx="448" cy="54"/>
            </a:xfrm>
            <a:custGeom>
              <a:rect b="b" l="l" r="r" t="t"/>
              <a:pathLst>
                <a:path extrusionOk="0" h="4" w="33">
                  <a:moveTo>
                    <a:pt x="32" y="0"/>
                  </a:moveTo>
                  <a:cubicBezTo>
                    <a:pt x="22" y="0"/>
                    <a:pt x="11" y="0"/>
                    <a:pt x="1" y="4"/>
                  </a:cubicBezTo>
                  <a:cubicBezTo>
                    <a:pt x="11" y="4"/>
                    <a:pt x="22" y="4"/>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3" name="Google Shape;6113;p72"/>
            <p:cNvSpPr/>
            <p:nvPr/>
          </p:nvSpPr>
          <p:spPr>
            <a:xfrm>
              <a:off x="1618507" y="2029160"/>
              <a:ext cx="394" cy="299"/>
            </a:xfrm>
            <a:custGeom>
              <a:rect b="b" l="l" r="r" t="t"/>
              <a:pathLst>
                <a:path extrusionOk="0" h="22" w="29">
                  <a:moveTo>
                    <a:pt x="28" y="0"/>
                  </a:moveTo>
                  <a:cubicBezTo>
                    <a:pt x="18" y="7"/>
                    <a:pt x="7" y="14"/>
                    <a:pt x="0" y="21"/>
                  </a:cubicBezTo>
                  <a:cubicBezTo>
                    <a:pt x="7" y="14"/>
                    <a:pt x="18" y="7"/>
                    <a:pt x="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4" name="Google Shape;6114;p72"/>
            <p:cNvSpPr/>
            <p:nvPr/>
          </p:nvSpPr>
          <p:spPr>
            <a:xfrm>
              <a:off x="1618928" y="2028874"/>
              <a:ext cx="353" cy="204"/>
            </a:xfrm>
            <a:custGeom>
              <a:rect b="b" l="l" r="r" t="t"/>
              <a:pathLst>
                <a:path extrusionOk="0" h="15" w="26">
                  <a:moveTo>
                    <a:pt x="25" y="0"/>
                  </a:moveTo>
                  <a:cubicBezTo>
                    <a:pt x="18" y="4"/>
                    <a:pt x="8" y="7"/>
                    <a:pt x="1" y="14"/>
                  </a:cubicBezTo>
                  <a:cubicBezTo>
                    <a:pt x="8" y="7"/>
                    <a:pt x="18" y="4"/>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5" name="Google Shape;6115;p72"/>
            <p:cNvSpPr/>
            <p:nvPr/>
          </p:nvSpPr>
          <p:spPr>
            <a:xfrm>
              <a:off x="1622254" y="202863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6" name="Google Shape;6116;p72"/>
            <p:cNvSpPr/>
            <p:nvPr/>
          </p:nvSpPr>
          <p:spPr>
            <a:xfrm>
              <a:off x="1599444" y="1983621"/>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7" name="Google Shape;6117;p72"/>
            <p:cNvSpPr/>
            <p:nvPr/>
          </p:nvSpPr>
          <p:spPr>
            <a:xfrm>
              <a:off x="1591365" y="2001489"/>
              <a:ext cx="244" cy="299"/>
            </a:xfrm>
            <a:custGeom>
              <a:rect b="b" l="l" r="r" t="t"/>
              <a:pathLst>
                <a:path extrusionOk="0" h="22" w="18">
                  <a:moveTo>
                    <a:pt x="18"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8" name="Google Shape;6118;p72"/>
            <p:cNvSpPr/>
            <p:nvPr/>
          </p:nvSpPr>
          <p:spPr>
            <a:xfrm>
              <a:off x="1594067" y="2004869"/>
              <a:ext cx="258" cy="394"/>
            </a:xfrm>
            <a:custGeom>
              <a:rect b="b" l="l" r="r" t="t"/>
              <a:pathLst>
                <a:path extrusionOk="0" h="29" w="19">
                  <a:moveTo>
                    <a:pt x="18"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9" name="Google Shape;6119;p72"/>
            <p:cNvSpPr/>
            <p:nvPr/>
          </p:nvSpPr>
          <p:spPr>
            <a:xfrm>
              <a:off x="1599064" y="1984055"/>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0" name="Google Shape;6120;p72"/>
            <p:cNvSpPr/>
            <p:nvPr/>
          </p:nvSpPr>
          <p:spPr>
            <a:xfrm>
              <a:off x="1599824" y="1983105"/>
              <a:ext cx="149" cy="204"/>
            </a:xfrm>
            <a:custGeom>
              <a:rect b="b" l="l" r="r" t="t"/>
              <a:pathLst>
                <a:path extrusionOk="0" h="15" w="11">
                  <a:moveTo>
                    <a:pt x="0" y="1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1" name="Google Shape;6121;p72"/>
            <p:cNvSpPr/>
            <p:nvPr/>
          </p:nvSpPr>
          <p:spPr>
            <a:xfrm>
              <a:off x="1593266" y="2003824"/>
              <a:ext cx="299" cy="394"/>
            </a:xfrm>
            <a:custGeom>
              <a:rect b="b" l="l" r="r" t="t"/>
              <a:pathLst>
                <a:path extrusionOk="0" h="29" w="22">
                  <a:moveTo>
                    <a:pt x="21"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2" name="Google Shape;6122;p72"/>
            <p:cNvSpPr/>
            <p:nvPr/>
          </p:nvSpPr>
          <p:spPr>
            <a:xfrm>
              <a:off x="1591936" y="2002154"/>
              <a:ext cx="244" cy="299"/>
            </a:xfrm>
            <a:custGeom>
              <a:rect b="b" l="l" r="r" t="t"/>
              <a:pathLst>
                <a:path extrusionOk="0" h="22" w="18">
                  <a:moveTo>
                    <a:pt x="18"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3" name="Google Shape;6123;p72"/>
            <p:cNvSpPr/>
            <p:nvPr/>
          </p:nvSpPr>
          <p:spPr>
            <a:xfrm>
              <a:off x="1590890" y="2000973"/>
              <a:ext cx="204" cy="204"/>
            </a:xfrm>
            <a:custGeom>
              <a:rect b="b" l="l" r="r" t="t"/>
              <a:pathLst>
                <a:path extrusionOk="0" h="15" w="15">
                  <a:moveTo>
                    <a:pt x="1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4" name="Google Shape;6124;p72"/>
            <p:cNvSpPr/>
            <p:nvPr/>
          </p:nvSpPr>
          <p:spPr>
            <a:xfrm>
              <a:off x="1598344" y="1984815"/>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5" name="Google Shape;6125;p72"/>
            <p:cNvSpPr/>
            <p:nvPr/>
          </p:nvSpPr>
          <p:spPr>
            <a:xfrm>
              <a:off x="1592547" y="2002914"/>
              <a:ext cx="299" cy="394"/>
            </a:xfrm>
            <a:custGeom>
              <a:rect b="b" l="l" r="r" t="t"/>
              <a:pathLst>
                <a:path extrusionOk="0" h="29" w="22">
                  <a:moveTo>
                    <a:pt x="22"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6" name="Google Shape;6126;p72"/>
            <p:cNvSpPr/>
            <p:nvPr/>
          </p:nvSpPr>
          <p:spPr>
            <a:xfrm>
              <a:off x="1595303" y="1987287"/>
              <a:ext cx="353" cy="584"/>
            </a:xfrm>
            <a:custGeom>
              <a:rect b="b" l="l" r="r" t="t"/>
              <a:pathLst>
                <a:path extrusionOk="0" h="43" w="26">
                  <a:moveTo>
                    <a:pt x="1" y="42"/>
                  </a:moveTo>
                  <a:cubicBezTo>
                    <a:pt x="8" y="28"/>
                    <a:pt x="15" y="11"/>
                    <a:pt x="25" y="0"/>
                  </a:cubicBezTo>
                  <a:cubicBezTo>
                    <a:pt x="15" y="11"/>
                    <a:pt x="8" y="28"/>
                    <a:pt x="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7" name="Google Shape;6127;p72"/>
            <p:cNvSpPr/>
            <p:nvPr/>
          </p:nvSpPr>
          <p:spPr>
            <a:xfrm>
              <a:off x="1600245" y="1982534"/>
              <a:ext cx="109" cy="204"/>
            </a:xfrm>
            <a:custGeom>
              <a:rect b="b" l="l" r="r" t="t"/>
              <a:pathLst>
                <a:path extrusionOk="0" h="15" w="8">
                  <a:moveTo>
                    <a:pt x="1" y="1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8" name="Google Shape;6128;p72"/>
            <p:cNvSpPr/>
            <p:nvPr/>
          </p:nvSpPr>
          <p:spPr>
            <a:xfrm>
              <a:off x="1598684" y="1984476"/>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9" name="Google Shape;6129;p72"/>
            <p:cNvSpPr/>
            <p:nvPr/>
          </p:nvSpPr>
          <p:spPr>
            <a:xfrm>
              <a:off x="1596498" y="1985101"/>
              <a:ext cx="1534" cy="1195"/>
            </a:xfrm>
            <a:custGeom>
              <a:rect b="b" l="l" r="r" t="t"/>
              <a:pathLst>
                <a:path extrusionOk="0" h="88" w="113">
                  <a:moveTo>
                    <a:pt x="112" y="0"/>
                  </a:moveTo>
                  <a:lnTo>
                    <a:pt x="112" y="0"/>
                  </a:lnTo>
                  <a:cubicBezTo>
                    <a:pt x="74" y="25"/>
                    <a:pt x="35" y="56"/>
                    <a:pt x="0" y="88"/>
                  </a:cubicBezTo>
                  <a:cubicBezTo>
                    <a:pt x="35" y="56"/>
                    <a:pt x="74" y="25"/>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0" name="Google Shape;6130;p72"/>
            <p:cNvSpPr/>
            <p:nvPr/>
          </p:nvSpPr>
          <p:spPr>
            <a:xfrm>
              <a:off x="1590456" y="2000538"/>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1" name="Google Shape;6131;p72"/>
            <p:cNvSpPr/>
            <p:nvPr/>
          </p:nvSpPr>
          <p:spPr>
            <a:xfrm>
              <a:off x="1619783" y="1999968"/>
              <a:ext cx="109" cy="353"/>
            </a:xfrm>
            <a:custGeom>
              <a:rect b="b" l="l" r="r" t="t"/>
              <a:pathLst>
                <a:path extrusionOk="0" h="26" w="8">
                  <a:moveTo>
                    <a:pt x="8"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2" name="Google Shape;6132;p72"/>
            <p:cNvSpPr/>
            <p:nvPr/>
          </p:nvSpPr>
          <p:spPr>
            <a:xfrm>
              <a:off x="1619213" y="2003783"/>
              <a:ext cx="68" cy="190"/>
            </a:xfrm>
            <a:custGeom>
              <a:rect b="b" l="l" r="r" t="t"/>
              <a:pathLst>
                <a:path extrusionOk="0" h="14" w="5">
                  <a:moveTo>
                    <a:pt x="1" y="0"/>
                  </a:moveTo>
                  <a:cubicBezTo>
                    <a:pt x="1" y="4"/>
                    <a:pt x="1" y="11"/>
                    <a:pt x="4" y="14"/>
                  </a:cubicBezTo>
                  <a:cubicBezTo>
                    <a:pt x="4" y="11"/>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3" name="Google Shape;6133;p72"/>
            <p:cNvSpPr/>
            <p:nvPr/>
          </p:nvSpPr>
          <p:spPr>
            <a:xfrm>
              <a:off x="1619267" y="2001964"/>
              <a:ext cx="54" cy="299"/>
            </a:xfrm>
            <a:custGeom>
              <a:rect b="b" l="l" r="r" t="t"/>
              <a:pathLst>
                <a:path extrusionOk="0" h="22" w="4">
                  <a:moveTo>
                    <a:pt x="4" y="1"/>
                  </a:moveTo>
                  <a:cubicBezTo>
                    <a:pt x="0" y="11"/>
                    <a:pt x="0" y="18"/>
                    <a:pt x="0" y="22"/>
                  </a:cubicBezTo>
                  <a:cubicBezTo>
                    <a:pt x="0" y="18"/>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4" name="Google Shape;6134;p72"/>
            <p:cNvSpPr/>
            <p:nvPr/>
          </p:nvSpPr>
          <p:spPr>
            <a:xfrm>
              <a:off x="1619362" y="2001353"/>
              <a:ext cx="109" cy="299"/>
            </a:xfrm>
            <a:custGeom>
              <a:rect b="b" l="l" r="r" t="t"/>
              <a:pathLst>
                <a:path extrusionOk="0" h="22" w="8">
                  <a:moveTo>
                    <a:pt x="7" y="0"/>
                  </a:moveTo>
                  <a:lnTo>
                    <a:pt x="0" y="21"/>
                  </a:lnTo>
                  <a:cubicBezTo>
                    <a:pt x="4" y="14"/>
                    <a:pt x="7"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5" name="Google Shape;6135;p72"/>
            <p:cNvSpPr/>
            <p:nvPr/>
          </p:nvSpPr>
          <p:spPr>
            <a:xfrm>
              <a:off x="1619552" y="2000688"/>
              <a:ext cx="109" cy="299"/>
            </a:xfrm>
            <a:custGeom>
              <a:rect b="b" l="l" r="r" t="t"/>
              <a:pathLst>
                <a:path extrusionOk="0" h="22" w="8">
                  <a:moveTo>
                    <a:pt x="7"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6" name="Google Shape;6136;p72"/>
            <p:cNvSpPr/>
            <p:nvPr/>
          </p:nvSpPr>
          <p:spPr>
            <a:xfrm>
              <a:off x="1619172" y="2003199"/>
              <a:ext cx="14" cy="258"/>
            </a:xfrm>
            <a:custGeom>
              <a:rect b="b" l="l" r="r" t="t"/>
              <a:pathLst>
                <a:path extrusionOk="0" h="19" w="1">
                  <a:moveTo>
                    <a:pt x="0" y="18"/>
                  </a:moveTo>
                  <a:lnTo>
                    <a:pt x="0" y="1"/>
                  </a:lnTo>
                  <a:cubicBezTo>
                    <a:pt x="0" y="8"/>
                    <a:pt x="0"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7" name="Google Shape;6137;p72"/>
            <p:cNvSpPr/>
            <p:nvPr/>
          </p:nvSpPr>
          <p:spPr>
            <a:xfrm>
              <a:off x="1620598" y="2025073"/>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8" name="Google Shape;6138;p72"/>
            <p:cNvSpPr/>
            <p:nvPr/>
          </p:nvSpPr>
          <p:spPr>
            <a:xfrm>
              <a:off x="1619118" y="2022031"/>
              <a:ext cx="258" cy="530"/>
            </a:xfrm>
            <a:custGeom>
              <a:rect b="b" l="l" r="r" t="t"/>
              <a:pathLst>
                <a:path extrusionOk="0" h="39" w="19">
                  <a:moveTo>
                    <a:pt x="1" y="0"/>
                  </a:moveTo>
                  <a:cubicBezTo>
                    <a:pt x="8" y="11"/>
                    <a:pt x="11" y="25"/>
                    <a:pt x="18" y="39"/>
                  </a:cubicBezTo>
                  <a:cubicBezTo>
                    <a:pt x="11" y="25"/>
                    <a:pt x="8"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9" name="Google Shape;6139;p72"/>
            <p:cNvSpPr/>
            <p:nvPr/>
          </p:nvSpPr>
          <p:spPr>
            <a:xfrm>
              <a:off x="1622118" y="2027924"/>
              <a:ext cx="339" cy="584"/>
            </a:xfrm>
            <a:custGeom>
              <a:rect b="b" l="l" r="r" t="t"/>
              <a:pathLst>
                <a:path extrusionOk="0" h="43" w="25">
                  <a:moveTo>
                    <a:pt x="0" y="0"/>
                  </a:moveTo>
                  <a:lnTo>
                    <a:pt x="25" y="4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0" name="Google Shape;6140;p72"/>
            <p:cNvSpPr/>
            <p:nvPr/>
          </p:nvSpPr>
          <p:spPr>
            <a:xfrm>
              <a:off x="1619172" y="2002588"/>
              <a:ext cx="54" cy="299"/>
            </a:xfrm>
            <a:custGeom>
              <a:rect b="b" l="l" r="r" t="t"/>
              <a:pathLst>
                <a:path extrusionOk="0" h="22" w="4">
                  <a:moveTo>
                    <a:pt x="4" y="0"/>
                  </a:moveTo>
                  <a:cubicBezTo>
                    <a:pt x="0" y="7"/>
                    <a:pt x="0" y="14"/>
                    <a:pt x="4" y="21"/>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1" name="Google Shape;6141;p72"/>
            <p:cNvSpPr/>
            <p:nvPr/>
          </p:nvSpPr>
          <p:spPr>
            <a:xfrm>
              <a:off x="1619742" y="2023403"/>
              <a:ext cx="299" cy="584"/>
            </a:xfrm>
            <a:custGeom>
              <a:rect b="b" l="l" r="r" t="t"/>
              <a:pathLst>
                <a:path extrusionOk="0" h="43" w="22">
                  <a:moveTo>
                    <a:pt x="0" y="1"/>
                  </a:moveTo>
                  <a:lnTo>
                    <a:pt x="21" y="4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2" name="Google Shape;6142;p72"/>
            <p:cNvSpPr/>
            <p:nvPr/>
          </p:nvSpPr>
          <p:spPr>
            <a:xfrm>
              <a:off x="1621548" y="2026879"/>
              <a:ext cx="434" cy="815"/>
            </a:xfrm>
            <a:custGeom>
              <a:rect b="b" l="l" r="r" t="t"/>
              <a:pathLst>
                <a:path extrusionOk="0" h="60" w="32">
                  <a:moveTo>
                    <a:pt x="0" y="0"/>
                  </a:moveTo>
                  <a:lnTo>
                    <a:pt x="32"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3" name="Google Shape;6143;p72"/>
            <p:cNvSpPr/>
            <p:nvPr/>
          </p:nvSpPr>
          <p:spPr>
            <a:xfrm>
              <a:off x="1621073" y="2025928"/>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4" name="Google Shape;6144;p72"/>
            <p:cNvSpPr/>
            <p:nvPr/>
          </p:nvSpPr>
          <p:spPr>
            <a:xfrm>
              <a:off x="1620123" y="2024122"/>
              <a:ext cx="394" cy="774"/>
            </a:xfrm>
            <a:custGeom>
              <a:rect b="b" l="l" r="r" t="t"/>
              <a:pathLst>
                <a:path extrusionOk="0" h="57" w="29">
                  <a:moveTo>
                    <a:pt x="0" y="0"/>
                  </a:moveTo>
                  <a:lnTo>
                    <a:pt x="28"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5" name="Google Shape;6145;p72"/>
            <p:cNvSpPr/>
            <p:nvPr/>
          </p:nvSpPr>
          <p:spPr>
            <a:xfrm>
              <a:off x="1619403" y="2022642"/>
              <a:ext cx="299" cy="638"/>
            </a:xfrm>
            <a:custGeom>
              <a:rect b="b" l="l" r="r" t="t"/>
              <a:pathLst>
                <a:path extrusionOk="0" h="47" w="22">
                  <a:moveTo>
                    <a:pt x="1" y="1"/>
                  </a:moveTo>
                  <a:cubicBezTo>
                    <a:pt x="8" y="15"/>
                    <a:pt x="15" y="32"/>
                    <a:pt x="22" y="46"/>
                  </a:cubicBezTo>
                  <a:cubicBezTo>
                    <a:pt x="15" y="32"/>
                    <a:pt x="8"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6" name="Google Shape;6146;p72"/>
            <p:cNvSpPr/>
            <p:nvPr/>
          </p:nvSpPr>
          <p:spPr>
            <a:xfrm>
              <a:off x="1619457" y="2004449"/>
              <a:ext cx="14" cy="54"/>
            </a:xfrm>
            <a:custGeom>
              <a:rect b="b" l="l" r="r" t="t"/>
              <a:pathLst>
                <a:path extrusionOk="0" h="4" w="1">
                  <a:moveTo>
                    <a:pt x="0" y="4"/>
                  </a:moveTo>
                  <a:lnTo>
                    <a:pt x="0" y="0"/>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7" name="Google Shape;6147;p72"/>
            <p:cNvSpPr/>
            <p:nvPr/>
          </p:nvSpPr>
          <p:spPr>
            <a:xfrm>
              <a:off x="1641466" y="2001964"/>
              <a:ext cx="20488" cy="25689"/>
            </a:xfrm>
            <a:custGeom>
              <a:rect b="b" l="l" r="r" t="t"/>
              <a:pathLst>
                <a:path extrusionOk="0" h="1892" w="1509">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8" name="Google Shape;6148;p72"/>
            <p:cNvSpPr/>
            <p:nvPr/>
          </p:nvSpPr>
          <p:spPr>
            <a:xfrm>
              <a:off x="1659470" y="2015473"/>
              <a:ext cx="258" cy="299"/>
            </a:xfrm>
            <a:custGeom>
              <a:rect b="b" l="l" r="r" t="t"/>
              <a:pathLst>
                <a:path extrusionOk="0" h="22" w="19">
                  <a:moveTo>
                    <a:pt x="18" y="0"/>
                  </a:moveTo>
                  <a:lnTo>
                    <a:pt x="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9" name="Google Shape;6149;p72"/>
            <p:cNvSpPr/>
            <p:nvPr/>
          </p:nvSpPr>
          <p:spPr>
            <a:xfrm>
              <a:off x="1656714" y="2018936"/>
              <a:ext cx="163" cy="258"/>
            </a:xfrm>
            <a:custGeom>
              <a:rect b="b" l="l" r="r" t="t"/>
              <a:pathLst>
                <a:path extrusionOk="0" h="19" w="12">
                  <a:moveTo>
                    <a:pt x="1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0" name="Google Shape;6150;p72"/>
            <p:cNvSpPr/>
            <p:nvPr/>
          </p:nvSpPr>
          <p:spPr>
            <a:xfrm>
              <a:off x="1660760" y="2014143"/>
              <a:ext cx="149" cy="204"/>
            </a:xfrm>
            <a:custGeom>
              <a:rect b="b" l="l" r="r" t="t"/>
              <a:pathLst>
                <a:path extrusionOk="0" h="15" w="11">
                  <a:moveTo>
                    <a:pt x="11"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1" name="Google Shape;6151;p72"/>
            <p:cNvSpPr/>
            <p:nvPr/>
          </p:nvSpPr>
          <p:spPr>
            <a:xfrm>
              <a:off x="1654487" y="2022412"/>
              <a:ext cx="204" cy="339"/>
            </a:xfrm>
            <a:custGeom>
              <a:rect b="b" l="l" r="r" t="t"/>
              <a:pathLst>
                <a:path extrusionOk="0" h="25" w="15">
                  <a:moveTo>
                    <a:pt x="14"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2" name="Google Shape;6152;p72"/>
            <p:cNvSpPr/>
            <p:nvPr/>
          </p:nvSpPr>
          <p:spPr>
            <a:xfrm>
              <a:off x="1660095" y="2014808"/>
              <a:ext cx="244" cy="244"/>
            </a:xfrm>
            <a:custGeom>
              <a:rect b="b" l="l" r="r" t="t"/>
              <a:pathLst>
                <a:path extrusionOk="0" h="18" w="18">
                  <a:moveTo>
                    <a:pt x="18"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3" name="Google Shape;6153;p72"/>
            <p:cNvSpPr/>
            <p:nvPr/>
          </p:nvSpPr>
          <p:spPr>
            <a:xfrm>
              <a:off x="1655478" y="2020646"/>
              <a:ext cx="204" cy="394"/>
            </a:xfrm>
            <a:custGeom>
              <a:rect b="b" l="l" r="r" t="t"/>
              <a:pathLst>
                <a:path extrusionOk="0" h="29" w="15">
                  <a:moveTo>
                    <a:pt x="15" y="1"/>
                  </a:moveTo>
                  <a:lnTo>
                    <a:pt x="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4" name="Google Shape;6154;p72"/>
            <p:cNvSpPr/>
            <p:nvPr/>
          </p:nvSpPr>
          <p:spPr>
            <a:xfrm>
              <a:off x="1654962" y="2021556"/>
              <a:ext cx="204" cy="339"/>
            </a:xfrm>
            <a:custGeom>
              <a:rect b="b" l="l" r="r" t="t"/>
              <a:pathLst>
                <a:path extrusionOk="0" h="25" w="15">
                  <a:moveTo>
                    <a:pt x="14"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5" name="Google Shape;6155;p72"/>
            <p:cNvSpPr/>
            <p:nvPr/>
          </p:nvSpPr>
          <p:spPr>
            <a:xfrm>
              <a:off x="1656049" y="2019791"/>
              <a:ext cx="258" cy="353"/>
            </a:xfrm>
            <a:custGeom>
              <a:rect b="b" l="l" r="r" t="t"/>
              <a:pathLst>
                <a:path extrusionOk="0" h="26" w="19">
                  <a:moveTo>
                    <a:pt x="18" y="1"/>
                  </a:moveTo>
                  <a:lnTo>
                    <a:pt x="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6" name="Google Shape;6156;p72"/>
            <p:cNvSpPr/>
            <p:nvPr/>
          </p:nvSpPr>
          <p:spPr>
            <a:xfrm>
              <a:off x="1645933" y="2026634"/>
              <a:ext cx="4711" cy="774"/>
            </a:xfrm>
            <a:custGeom>
              <a:rect b="b" l="l" r="r" t="t"/>
              <a:pathLst>
                <a:path extrusionOk="0" h="57" w="347">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7" name="Google Shape;6157;p72"/>
            <p:cNvSpPr/>
            <p:nvPr/>
          </p:nvSpPr>
          <p:spPr>
            <a:xfrm>
              <a:off x="1658194" y="2017035"/>
              <a:ext cx="204" cy="258"/>
            </a:xfrm>
            <a:custGeom>
              <a:rect b="b" l="l" r="r" t="t"/>
              <a:pathLst>
                <a:path extrusionOk="0" h="19" w="15">
                  <a:moveTo>
                    <a:pt x="14"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8" name="Google Shape;6158;p72"/>
            <p:cNvSpPr/>
            <p:nvPr/>
          </p:nvSpPr>
          <p:spPr>
            <a:xfrm>
              <a:off x="1645268" y="2027395"/>
              <a:ext cx="489" cy="109"/>
            </a:xfrm>
            <a:custGeom>
              <a:rect b="b" l="l" r="r" t="t"/>
              <a:pathLst>
                <a:path extrusionOk="0" h="8" w="36">
                  <a:moveTo>
                    <a:pt x="3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9" name="Google Shape;6159;p72"/>
            <p:cNvSpPr/>
            <p:nvPr/>
          </p:nvSpPr>
          <p:spPr>
            <a:xfrm>
              <a:off x="1658859" y="2016234"/>
              <a:ext cx="244" cy="299"/>
            </a:xfrm>
            <a:custGeom>
              <a:rect b="b" l="l" r="r" t="t"/>
              <a:pathLst>
                <a:path extrusionOk="0" h="22" w="18">
                  <a:moveTo>
                    <a:pt x="18"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0" name="Google Shape;6160;p72"/>
            <p:cNvSpPr/>
            <p:nvPr/>
          </p:nvSpPr>
          <p:spPr>
            <a:xfrm>
              <a:off x="1661371" y="2013613"/>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1" name="Google Shape;6161;p72"/>
            <p:cNvSpPr/>
            <p:nvPr/>
          </p:nvSpPr>
          <p:spPr>
            <a:xfrm>
              <a:off x="1654107" y="2023308"/>
              <a:ext cx="149" cy="299"/>
            </a:xfrm>
            <a:custGeom>
              <a:rect b="b" l="l" r="r" t="t"/>
              <a:pathLst>
                <a:path extrusionOk="0" h="22" w="11">
                  <a:moveTo>
                    <a:pt x="11" y="1"/>
                  </a:moveTo>
                  <a:cubicBezTo>
                    <a:pt x="7" y="8"/>
                    <a:pt x="4" y="15"/>
                    <a:pt x="0" y="22"/>
                  </a:cubicBezTo>
                  <a:cubicBezTo>
                    <a:pt x="4" y="15"/>
                    <a:pt x="7"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2" name="Google Shape;6162;p72"/>
            <p:cNvSpPr/>
            <p:nvPr/>
          </p:nvSpPr>
          <p:spPr>
            <a:xfrm>
              <a:off x="1641697" y="2026919"/>
              <a:ext cx="3476" cy="733"/>
            </a:xfrm>
            <a:custGeom>
              <a:rect b="b" l="l" r="r" t="t"/>
              <a:pathLst>
                <a:path extrusionOk="0" h="54" w="256">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3" name="Google Shape;6163;p72"/>
            <p:cNvSpPr/>
            <p:nvPr/>
          </p:nvSpPr>
          <p:spPr>
            <a:xfrm>
              <a:off x="1643123" y="2023688"/>
              <a:ext cx="68" cy="163"/>
            </a:xfrm>
            <a:custGeom>
              <a:rect b="b" l="l" r="r" t="t"/>
              <a:pathLst>
                <a:path extrusionOk="0" h="12" w="5">
                  <a:moveTo>
                    <a:pt x="1"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4" name="Google Shape;6164;p72"/>
            <p:cNvSpPr/>
            <p:nvPr/>
          </p:nvSpPr>
          <p:spPr>
            <a:xfrm>
              <a:off x="1643082" y="2023837"/>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5" name="Google Shape;6165;p72"/>
            <p:cNvSpPr/>
            <p:nvPr/>
          </p:nvSpPr>
          <p:spPr>
            <a:xfrm>
              <a:off x="1642458" y="2013097"/>
              <a:ext cx="1344" cy="8798"/>
            </a:xfrm>
            <a:custGeom>
              <a:rect b="b" l="l" r="r" t="t"/>
              <a:pathLst>
                <a:path extrusionOk="0" h="648" w="99">
                  <a:moveTo>
                    <a:pt x="1" y="1"/>
                  </a:moveTo>
                  <a:lnTo>
                    <a:pt x="1" y="1"/>
                  </a:lnTo>
                  <a:cubicBezTo>
                    <a:pt x="74" y="183"/>
                    <a:pt x="95" y="473"/>
                    <a:pt x="85" y="648"/>
                  </a:cubicBezTo>
                  <a:cubicBezTo>
                    <a:pt x="99" y="473"/>
                    <a:pt x="74" y="18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6" name="Google Shape;6166;p72"/>
            <p:cNvSpPr/>
            <p:nvPr/>
          </p:nvSpPr>
          <p:spPr>
            <a:xfrm>
              <a:off x="1644128" y="2004353"/>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7" name="Google Shape;6167;p72"/>
            <p:cNvSpPr/>
            <p:nvPr/>
          </p:nvSpPr>
          <p:spPr>
            <a:xfrm>
              <a:off x="1644358" y="200378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8" name="Google Shape;6168;p72"/>
            <p:cNvSpPr/>
            <p:nvPr/>
          </p:nvSpPr>
          <p:spPr>
            <a:xfrm>
              <a:off x="1644834" y="2002059"/>
              <a:ext cx="109" cy="258"/>
            </a:xfrm>
            <a:custGeom>
              <a:rect b="b" l="l" r="r" t="t"/>
              <a:pathLst>
                <a:path extrusionOk="0" h="19" w="8">
                  <a:moveTo>
                    <a:pt x="1" y="1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9" name="Google Shape;6169;p72"/>
            <p:cNvSpPr/>
            <p:nvPr/>
          </p:nvSpPr>
          <p:spPr>
            <a:xfrm>
              <a:off x="1644033" y="2004544"/>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0" name="Google Shape;6170;p72"/>
            <p:cNvSpPr/>
            <p:nvPr/>
          </p:nvSpPr>
          <p:spPr>
            <a:xfrm>
              <a:off x="1643028" y="2023878"/>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1" name="Google Shape;6171;p72"/>
            <p:cNvSpPr/>
            <p:nvPr/>
          </p:nvSpPr>
          <p:spPr>
            <a:xfrm>
              <a:off x="1643693" y="2005114"/>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2" name="Google Shape;6172;p72"/>
            <p:cNvSpPr/>
            <p:nvPr/>
          </p:nvSpPr>
          <p:spPr>
            <a:xfrm>
              <a:off x="1644453" y="2003389"/>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3" name="Google Shape;6173;p72"/>
            <p:cNvSpPr/>
            <p:nvPr/>
          </p:nvSpPr>
          <p:spPr>
            <a:xfrm>
              <a:off x="1642607" y="2024598"/>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4" name="Google Shape;6174;p72"/>
            <p:cNvSpPr/>
            <p:nvPr/>
          </p:nvSpPr>
          <p:spPr>
            <a:xfrm>
              <a:off x="1642987" y="2024027"/>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5" name="Google Shape;6175;p72"/>
            <p:cNvSpPr/>
            <p:nvPr/>
          </p:nvSpPr>
          <p:spPr>
            <a:xfrm>
              <a:off x="1642702" y="2024407"/>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6" name="Google Shape;6176;p72"/>
            <p:cNvSpPr/>
            <p:nvPr/>
          </p:nvSpPr>
          <p:spPr>
            <a:xfrm>
              <a:off x="1643652" y="200520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7" name="Google Shape;6177;p72"/>
            <p:cNvSpPr/>
            <p:nvPr/>
          </p:nvSpPr>
          <p:spPr>
            <a:xfrm>
              <a:off x="1642838" y="2024258"/>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8" name="Google Shape;6178;p72"/>
            <p:cNvSpPr/>
            <p:nvPr/>
          </p:nvSpPr>
          <p:spPr>
            <a:xfrm>
              <a:off x="1643408" y="2021882"/>
              <a:ext cx="163" cy="1113"/>
            </a:xfrm>
            <a:custGeom>
              <a:rect b="b" l="l" r="r" t="t"/>
              <a:pathLst>
                <a:path extrusionOk="0" h="82" w="12">
                  <a:moveTo>
                    <a:pt x="1" y="81"/>
                  </a:moveTo>
                  <a:cubicBezTo>
                    <a:pt x="4" y="53"/>
                    <a:pt x="11" y="29"/>
                    <a:pt x="11" y="1"/>
                  </a:cubicBezTo>
                  <a:cubicBezTo>
                    <a:pt x="11" y="29"/>
                    <a:pt x="4" y="53"/>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9" name="Google Shape;6179;p72"/>
            <p:cNvSpPr/>
            <p:nvPr/>
          </p:nvSpPr>
          <p:spPr>
            <a:xfrm>
              <a:off x="1644698" y="2002588"/>
              <a:ext cx="109" cy="204"/>
            </a:xfrm>
            <a:custGeom>
              <a:rect b="b" l="l" r="r" t="t"/>
              <a:pathLst>
                <a:path extrusionOk="0" h="15"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0" name="Google Shape;6180;p72"/>
            <p:cNvSpPr/>
            <p:nvPr/>
          </p:nvSpPr>
          <p:spPr>
            <a:xfrm>
              <a:off x="1643937" y="2004734"/>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1" name="Google Shape;6181;p72"/>
            <p:cNvSpPr/>
            <p:nvPr/>
          </p:nvSpPr>
          <p:spPr>
            <a:xfrm>
              <a:off x="1642267" y="20252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2" name="Google Shape;6182;p72"/>
            <p:cNvSpPr/>
            <p:nvPr/>
          </p:nvSpPr>
          <p:spPr>
            <a:xfrm>
              <a:off x="1644603" y="2003009"/>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3" name="Google Shape;6183;p72"/>
            <p:cNvSpPr/>
            <p:nvPr/>
          </p:nvSpPr>
          <p:spPr>
            <a:xfrm>
              <a:off x="1642892" y="2024122"/>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4" name="Google Shape;6184;p72"/>
            <p:cNvSpPr/>
            <p:nvPr/>
          </p:nvSpPr>
          <p:spPr>
            <a:xfrm>
              <a:off x="1643598" y="200525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5" name="Google Shape;6185;p72"/>
            <p:cNvSpPr/>
            <p:nvPr/>
          </p:nvSpPr>
          <p:spPr>
            <a:xfrm>
              <a:off x="1643842" y="2004869"/>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6" name="Google Shape;6186;p72"/>
            <p:cNvSpPr/>
            <p:nvPr/>
          </p:nvSpPr>
          <p:spPr>
            <a:xfrm>
              <a:off x="1642458" y="2024883"/>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7" name="Google Shape;6187;p72"/>
            <p:cNvSpPr/>
            <p:nvPr/>
          </p:nvSpPr>
          <p:spPr>
            <a:xfrm>
              <a:off x="1643747" y="2004964"/>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8" name="Google Shape;6188;p72"/>
            <p:cNvSpPr/>
            <p:nvPr/>
          </p:nvSpPr>
          <p:spPr>
            <a:xfrm>
              <a:off x="1415781" y="1868483"/>
              <a:ext cx="74445" cy="23055"/>
            </a:xfrm>
            <a:custGeom>
              <a:rect b="b" l="l" r="r" t="t"/>
              <a:pathLst>
                <a:path extrusionOk="0" h="1698" w="5483">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9" name="Google Shape;6189;p72"/>
            <p:cNvSpPr/>
            <p:nvPr/>
          </p:nvSpPr>
          <p:spPr>
            <a:xfrm>
              <a:off x="1460410" y="1905007"/>
              <a:ext cx="815" cy="434"/>
            </a:xfrm>
            <a:custGeom>
              <a:rect b="b" l="l" r="r" t="t"/>
              <a:pathLst>
                <a:path extrusionOk="0" h="32" w="60">
                  <a:moveTo>
                    <a:pt x="56" y="0"/>
                  </a:moveTo>
                  <a:lnTo>
                    <a:pt x="0" y="32"/>
                  </a:lnTo>
                  <a:lnTo>
                    <a:pt x="0" y="32"/>
                  </a:lnTo>
                  <a:lnTo>
                    <a:pt x="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0" name="Google Shape;6190;p72"/>
            <p:cNvSpPr/>
            <p:nvPr/>
          </p:nvSpPr>
          <p:spPr>
            <a:xfrm>
              <a:off x="1461402" y="1905075"/>
              <a:ext cx="13333" cy="3286"/>
            </a:xfrm>
            <a:custGeom>
              <a:rect b="b" l="l" r="r" t="t"/>
              <a:pathLst>
                <a:path extrusionOk="0" h="242" w="982">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1" name="Google Shape;6191;p72"/>
            <p:cNvSpPr/>
            <p:nvPr/>
          </p:nvSpPr>
          <p:spPr>
            <a:xfrm>
              <a:off x="1545446" y="1904002"/>
              <a:ext cx="11039" cy="3720"/>
            </a:xfrm>
            <a:custGeom>
              <a:rect b="b" l="l" r="r" t="t"/>
              <a:pathLst>
                <a:path extrusionOk="0" h="274" w="813">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2" name="Google Shape;6192;p72"/>
            <p:cNvSpPr/>
            <p:nvPr/>
          </p:nvSpPr>
          <p:spPr>
            <a:xfrm>
              <a:off x="1591976" y="2466518"/>
              <a:ext cx="8907" cy="7115"/>
            </a:xfrm>
            <a:custGeom>
              <a:rect b="b" l="l" r="r" t="t"/>
              <a:pathLst>
                <a:path extrusionOk="0" h="524" w="656">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3" name="Google Shape;6193;p72"/>
            <p:cNvSpPr/>
            <p:nvPr/>
          </p:nvSpPr>
          <p:spPr>
            <a:xfrm>
              <a:off x="1602621" y="2468718"/>
              <a:ext cx="10862" cy="5540"/>
            </a:xfrm>
            <a:custGeom>
              <a:rect b="b" l="l" r="r" t="t"/>
              <a:pathLst>
                <a:path extrusionOk="0" h="408" w="80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4" name="Google Shape;6194;p72"/>
            <p:cNvSpPr/>
            <p:nvPr/>
          </p:nvSpPr>
          <p:spPr>
            <a:xfrm>
              <a:off x="1441633" y="2034672"/>
              <a:ext cx="41181" cy="45838"/>
            </a:xfrm>
            <a:custGeom>
              <a:rect b="b" l="l" r="r" t="t"/>
              <a:pathLst>
                <a:path extrusionOk="0" h="3376" w="3033">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5" name="Google Shape;6195;p72"/>
            <p:cNvSpPr/>
            <p:nvPr/>
          </p:nvSpPr>
          <p:spPr>
            <a:xfrm>
              <a:off x="1464633" y="2038813"/>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6" name="Google Shape;6196;p72"/>
            <p:cNvSpPr/>
            <p:nvPr/>
          </p:nvSpPr>
          <p:spPr>
            <a:xfrm>
              <a:off x="1462501" y="2038053"/>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7" name="Google Shape;6197;p72"/>
            <p:cNvSpPr/>
            <p:nvPr/>
          </p:nvSpPr>
          <p:spPr>
            <a:xfrm>
              <a:off x="1475767" y="2042140"/>
              <a:ext cx="244" cy="244"/>
            </a:xfrm>
            <a:custGeom>
              <a:rect b="b" l="l" r="r" t="t"/>
              <a:pathLst>
                <a:path extrusionOk="0" h="18" w="18">
                  <a:moveTo>
                    <a:pt x="0" y="18"/>
                  </a:moveTo>
                  <a:cubicBezTo>
                    <a:pt x="7" y="11"/>
                    <a:pt x="11" y="7"/>
                    <a:pt x="18" y="0"/>
                  </a:cubicBezTo>
                  <a:cubicBezTo>
                    <a:pt x="11" y="7"/>
                    <a:pt x="7" y="11"/>
                    <a:pt x="0"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8" name="Google Shape;6198;p72"/>
            <p:cNvSpPr/>
            <p:nvPr/>
          </p:nvSpPr>
          <p:spPr>
            <a:xfrm>
              <a:off x="1463112" y="2038338"/>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9" name="Google Shape;6199;p72"/>
            <p:cNvSpPr/>
            <p:nvPr/>
          </p:nvSpPr>
          <p:spPr>
            <a:xfrm>
              <a:off x="1464158" y="2038718"/>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0" name="Google Shape;6200;p72"/>
            <p:cNvSpPr/>
            <p:nvPr/>
          </p:nvSpPr>
          <p:spPr>
            <a:xfrm>
              <a:off x="1463642" y="2038569"/>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1" name="Google Shape;6201;p72"/>
            <p:cNvSpPr/>
            <p:nvPr/>
          </p:nvSpPr>
          <p:spPr>
            <a:xfrm>
              <a:off x="1478048" y="2043891"/>
              <a:ext cx="149" cy="163"/>
            </a:xfrm>
            <a:custGeom>
              <a:rect b="b" l="l" r="r" t="t"/>
              <a:pathLst>
                <a:path extrusionOk="0" h="12" w="11">
                  <a:moveTo>
                    <a:pt x="0" y="1"/>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2" name="Google Shape;6202;p72"/>
            <p:cNvSpPr/>
            <p:nvPr/>
          </p:nvSpPr>
          <p:spPr>
            <a:xfrm>
              <a:off x="1478428" y="2044326"/>
              <a:ext cx="1670" cy="1819"/>
            </a:xfrm>
            <a:custGeom>
              <a:rect b="b" l="l" r="r" t="t"/>
              <a:pathLst>
                <a:path extrusionOk="0" h="134" w="123">
                  <a:moveTo>
                    <a:pt x="0" y="1"/>
                  </a:moveTo>
                  <a:lnTo>
                    <a:pt x="0" y="1"/>
                  </a:lnTo>
                  <a:cubicBezTo>
                    <a:pt x="49" y="49"/>
                    <a:pt x="91" y="98"/>
                    <a:pt x="116" y="130"/>
                  </a:cubicBezTo>
                  <a:lnTo>
                    <a:pt x="123" y="133"/>
                  </a:lnTo>
                  <a:cubicBezTo>
                    <a:pt x="98" y="105"/>
                    <a:pt x="53" y="53"/>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3" name="Google Shape;6203;p72"/>
            <p:cNvSpPr/>
            <p:nvPr/>
          </p:nvSpPr>
          <p:spPr>
            <a:xfrm>
              <a:off x="1459026" y="2036152"/>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4" name="Google Shape;6204;p72"/>
            <p:cNvSpPr/>
            <p:nvPr/>
          </p:nvSpPr>
          <p:spPr>
            <a:xfrm>
              <a:off x="1457559" y="2035147"/>
              <a:ext cx="244" cy="163"/>
            </a:xfrm>
            <a:custGeom>
              <a:rect b="b" l="l" r="r" t="t"/>
              <a:pathLst>
                <a:path extrusionOk="0" h="12" w="18">
                  <a:moveTo>
                    <a:pt x="0"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5" name="Google Shape;6205;p72"/>
            <p:cNvSpPr/>
            <p:nvPr/>
          </p:nvSpPr>
          <p:spPr>
            <a:xfrm>
              <a:off x="1458265" y="2035622"/>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6" name="Google Shape;6206;p72"/>
            <p:cNvSpPr/>
            <p:nvPr/>
          </p:nvSpPr>
          <p:spPr>
            <a:xfrm>
              <a:off x="1477192" y="2043090"/>
              <a:ext cx="434" cy="394"/>
            </a:xfrm>
            <a:custGeom>
              <a:rect b="b" l="l" r="r" t="t"/>
              <a:pathLst>
                <a:path extrusionOk="0" h="29" w="32">
                  <a:moveTo>
                    <a:pt x="0" y="0"/>
                  </a:moveTo>
                  <a:lnTo>
                    <a:pt x="32"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7" name="Google Shape;6207;p72"/>
            <p:cNvSpPr/>
            <p:nvPr/>
          </p:nvSpPr>
          <p:spPr>
            <a:xfrm>
              <a:off x="1460356" y="2036912"/>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8" name="Google Shape;6208;p72"/>
            <p:cNvSpPr/>
            <p:nvPr/>
          </p:nvSpPr>
          <p:spPr>
            <a:xfrm>
              <a:off x="1456935" y="2034726"/>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9" name="Google Shape;6209;p72"/>
            <p:cNvSpPr/>
            <p:nvPr/>
          </p:nvSpPr>
          <p:spPr>
            <a:xfrm>
              <a:off x="1459691" y="2036532"/>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0" name="Google Shape;6210;p72"/>
            <p:cNvSpPr/>
            <p:nvPr/>
          </p:nvSpPr>
          <p:spPr>
            <a:xfrm>
              <a:off x="1461021" y="2037293"/>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1" name="Google Shape;6211;p72"/>
            <p:cNvSpPr/>
            <p:nvPr/>
          </p:nvSpPr>
          <p:spPr>
            <a:xfrm>
              <a:off x="1461687" y="2037673"/>
              <a:ext cx="204" cy="109"/>
            </a:xfrm>
            <a:custGeom>
              <a:rect b="b" l="l" r="r" t="t"/>
              <a:pathLst>
                <a:path extrusionOk="0" h="8" w="15">
                  <a:moveTo>
                    <a:pt x="1" y="0"/>
                  </a:moveTo>
                  <a:lnTo>
                    <a:pt x="15"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2" name="Google Shape;6212;p72"/>
            <p:cNvSpPr/>
            <p:nvPr/>
          </p:nvSpPr>
          <p:spPr>
            <a:xfrm>
              <a:off x="1452522" y="2077971"/>
              <a:ext cx="299" cy="394"/>
            </a:xfrm>
            <a:custGeom>
              <a:rect b="b" l="l" r="r" t="t"/>
              <a:pathLst>
                <a:path extrusionOk="0" h="29" w="22">
                  <a:moveTo>
                    <a:pt x="0" y="1"/>
                  </a:moveTo>
                  <a:lnTo>
                    <a:pt x="0" y="1"/>
                  </a:lnTo>
                  <a:cubicBezTo>
                    <a:pt x="7" y="11"/>
                    <a:pt x="14" y="18"/>
                    <a:pt x="21" y="29"/>
                  </a:cubicBezTo>
                  <a:cubicBezTo>
                    <a:pt x="14" y="18"/>
                    <a:pt x="7"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3" name="Google Shape;6213;p72"/>
            <p:cNvSpPr/>
            <p:nvPr/>
          </p:nvSpPr>
          <p:spPr>
            <a:xfrm>
              <a:off x="1480084" y="2046131"/>
              <a:ext cx="733" cy="815"/>
            </a:xfrm>
            <a:custGeom>
              <a:rect b="b" l="l" r="r" t="t"/>
              <a:pathLst>
                <a:path extrusionOk="0" h="60" w="54">
                  <a:moveTo>
                    <a:pt x="1" y="0"/>
                  </a:moveTo>
                  <a:lnTo>
                    <a:pt x="25" y="28"/>
                  </a:lnTo>
                  <a:lnTo>
                    <a:pt x="53" y="60"/>
                  </a:lnTo>
                  <a:lnTo>
                    <a:pt x="15" y="14"/>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4" name="Google Shape;6214;p72"/>
            <p:cNvSpPr/>
            <p:nvPr/>
          </p:nvSpPr>
          <p:spPr>
            <a:xfrm>
              <a:off x="1449100" y="2076925"/>
              <a:ext cx="530" cy="109"/>
            </a:xfrm>
            <a:custGeom>
              <a:rect b="b" l="l" r="r" t="t"/>
              <a:pathLst>
                <a:path extrusionOk="0" h="8" w="39">
                  <a:moveTo>
                    <a:pt x="39"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5" name="Google Shape;6215;p72"/>
            <p:cNvSpPr/>
            <p:nvPr/>
          </p:nvSpPr>
          <p:spPr>
            <a:xfrm>
              <a:off x="1446724" y="2070462"/>
              <a:ext cx="149" cy="204"/>
            </a:xfrm>
            <a:custGeom>
              <a:rect b="b" l="l" r="r" t="t"/>
              <a:pathLst>
                <a:path extrusionOk="0" h="15" w="11">
                  <a:moveTo>
                    <a:pt x="1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6" name="Google Shape;6216;p72"/>
            <p:cNvSpPr/>
            <p:nvPr/>
          </p:nvSpPr>
          <p:spPr>
            <a:xfrm>
              <a:off x="1451897" y="2077400"/>
              <a:ext cx="258" cy="204"/>
            </a:xfrm>
            <a:custGeom>
              <a:rect b="b" l="l" r="r" t="t"/>
              <a:pathLst>
                <a:path extrusionOk="0" h="15" w="19">
                  <a:moveTo>
                    <a:pt x="1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7" name="Google Shape;6217;p72"/>
            <p:cNvSpPr/>
            <p:nvPr/>
          </p:nvSpPr>
          <p:spPr>
            <a:xfrm>
              <a:off x="1447390" y="2071698"/>
              <a:ext cx="54" cy="163"/>
            </a:xfrm>
            <a:custGeom>
              <a:rect b="b" l="l" r="r" t="t"/>
              <a:pathLst>
                <a:path extrusionOk="0" h="12" w="4">
                  <a:moveTo>
                    <a:pt x="0" y="1"/>
                  </a:moveTo>
                  <a:lnTo>
                    <a:pt x="0" y="1"/>
                  </a:lnTo>
                  <a:cubicBezTo>
                    <a:pt x="0" y="4"/>
                    <a:pt x="4" y="11"/>
                    <a:pt x="4" y="11"/>
                  </a:cubicBezTo>
                  <a:cubicBezTo>
                    <a:pt x="4"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8" name="Google Shape;6218;p72"/>
            <p:cNvSpPr/>
            <p:nvPr/>
          </p:nvSpPr>
          <p:spPr>
            <a:xfrm>
              <a:off x="1447104" y="2071087"/>
              <a:ext cx="109" cy="204"/>
            </a:xfrm>
            <a:custGeom>
              <a:rect b="b" l="l" r="r" t="t"/>
              <a:pathLst>
                <a:path extrusionOk="0" h="15" w="8">
                  <a:moveTo>
                    <a:pt x="7"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9" name="Google Shape;6219;p72"/>
            <p:cNvSpPr/>
            <p:nvPr/>
          </p:nvSpPr>
          <p:spPr>
            <a:xfrm>
              <a:off x="1447580" y="2072933"/>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0" name="Google Shape;6220;p72"/>
            <p:cNvSpPr/>
            <p:nvPr/>
          </p:nvSpPr>
          <p:spPr>
            <a:xfrm>
              <a:off x="1482705" y="2049974"/>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1" name="Google Shape;6221;p72"/>
            <p:cNvSpPr/>
            <p:nvPr/>
          </p:nvSpPr>
          <p:spPr>
            <a:xfrm>
              <a:off x="1452807" y="2078351"/>
              <a:ext cx="1534" cy="1819"/>
            </a:xfrm>
            <a:custGeom>
              <a:rect b="b" l="l" r="r" t="t"/>
              <a:pathLst>
                <a:path extrusionOk="0" h="134" w="113">
                  <a:moveTo>
                    <a:pt x="0" y="1"/>
                  </a:moveTo>
                  <a:lnTo>
                    <a:pt x="0" y="1"/>
                  </a:lnTo>
                  <a:cubicBezTo>
                    <a:pt x="35" y="50"/>
                    <a:pt x="70" y="92"/>
                    <a:pt x="112" y="134"/>
                  </a:cubicBezTo>
                  <a:cubicBezTo>
                    <a:pt x="70" y="92"/>
                    <a:pt x="35" y="4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2" name="Google Shape;6222;p72"/>
            <p:cNvSpPr/>
            <p:nvPr/>
          </p:nvSpPr>
          <p:spPr>
            <a:xfrm>
              <a:off x="1482460" y="2050313"/>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3" name="Google Shape;6223;p72"/>
            <p:cNvSpPr/>
            <p:nvPr/>
          </p:nvSpPr>
          <p:spPr>
            <a:xfrm>
              <a:off x="1482610" y="2050123"/>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4" name="Google Shape;6224;p72"/>
            <p:cNvSpPr/>
            <p:nvPr/>
          </p:nvSpPr>
          <p:spPr>
            <a:xfrm>
              <a:off x="1447390" y="2073463"/>
              <a:ext cx="54" cy="149"/>
            </a:xfrm>
            <a:custGeom>
              <a:rect b="b" l="l" r="r" t="t"/>
              <a:pathLst>
                <a:path extrusionOk="0" h="11" w="4">
                  <a:moveTo>
                    <a:pt x="4" y="0"/>
                  </a:moveTo>
                  <a:lnTo>
                    <a:pt x="4" y="0"/>
                  </a:lnTo>
                  <a:cubicBezTo>
                    <a:pt x="4" y="4"/>
                    <a:pt x="0" y="7"/>
                    <a:pt x="0" y="11"/>
                  </a:cubicBezTo>
                  <a:cubicBezTo>
                    <a:pt x="4" y="7"/>
                    <a:pt x="4"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5" name="Google Shape;6225;p72"/>
            <p:cNvSpPr/>
            <p:nvPr/>
          </p:nvSpPr>
          <p:spPr>
            <a:xfrm>
              <a:off x="1481320" y="2047598"/>
              <a:ext cx="1453" cy="2295"/>
            </a:xfrm>
            <a:custGeom>
              <a:rect b="b" l="l" r="r" t="t"/>
              <a:pathLst>
                <a:path extrusionOk="0" h="169" w="107">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6" name="Google Shape;6226;p72"/>
            <p:cNvSpPr/>
            <p:nvPr/>
          </p:nvSpPr>
          <p:spPr>
            <a:xfrm>
              <a:off x="1451571" y="2077170"/>
              <a:ext cx="299" cy="204"/>
            </a:xfrm>
            <a:custGeom>
              <a:rect b="b" l="l" r="r" t="t"/>
              <a:pathLst>
                <a:path extrusionOk="0" h="15" w="22">
                  <a:moveTo>
                    <a:pt x="21" y="14"/>
                  </a:moveTo>
                  <a:cubicBezTo>
                    <a:pt x="14" y="7"/>
                    <a:pt x="7" y="4"/>
                    <a:pt x="0" y="0"/>
                  </a:cubicBezTo>
                  <a:cubicBezTo>
                    <a:pt x="7" y="4"/>
                    <a:pt x="14" y="7"/>
                    <a:pt x="2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7" name="Google Shape;6227;p72"/>
            <p:cNvSpPr/>
            <p:nvPr/>
          </p:nvSpPr>
          <p:spPr>
            <a:xfrm>
              <a:off x="1450947" y="2076980"/>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8" name="Google Shape;6228;p72"/>
            <p:cNvSpPr/>
            <p:nvPr/>
          </p:nvSpPr>
          <p:spPr>
            <a:xfrm>
              <a:off x="1452237" y="2077645"/>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9" name="Google Shape;6229;p72"/>
            <p:cNvSpPr/>
            <p:nvPr/>
          </p:nvSpPr>
          <p:spPr>
            <a:xfrm>
              <a:off x="1449671" y="2076884"/>
              <a:ext cx="625" cy="54"/>
            </a:xfrm>
            <a:custGeom>
              <a:rect b="b" l="l" r="r" t="t"/>
              <a:pathLst>
                <a:path extrusionOk="0" h="4" w="46">
                  <a:moveTo>
                    <a:pt x="46" y="0"/>
                  </a:moveTo>
                  <a:cubicBezTo>
                    <a:pt x="28" y="0"/>
                    <a:pt x="14" y="0"/>
                    <a:pt x="0" y="4"/>
                  </a:cubicBezTo>
                  <a:cubicBezTo>
                    <a:pt x="14" y="0"/>
                    <a:pt x="28" y="0"/>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0" name="Google Shape;6230;p72"/>
            <p:cNvSpPr/>
            <p:nvPr/>
          </p:nvSpPr>
          <p:spPr>
            <a:xfrm>
              <a:off x="1450621" y="2076884"/>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1" name="Google Shape;6231;p72"/>
            <p:cNvSpPr/>
            <p:nvPr/>
          </p:nvSpPr>
          <p:spPr>
            <a:xfrm>
              <a:off x="1451286" y="2077075"/>
              <a:ext cx="204" cy="54"/>
            </a:xfrm>
            <a:custGeom>
              <a:rect b="b" l="l" r="r" t="t"/>
              <a:pathLst>
                <a:path extrusionOk="0" h="4" w="15">
                  <a:moveTo>
                    <a:pt x="1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2" name="Google Shape;6232;p72"/>
            <p:cNvSpPr/>
            <p:nvPr/>
          </p:nvSpPr>
          <p:spPr>
            <a:xfrm>
              <a:off x="1450336" y="2076884"/>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3" name="Google Shape;6233;p72"/>
            <p:cNvSpPr/>
            <p:nvPr/>
          </p:nvSpPr>
          <p:spPr>
            <a:xfrm>
              <a:off x="1447580" y="2072417"/>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4" name="Google Shape;6234;p72"/>
            <p:cNvSpPr/>
            <p:nvPr/>
          </p:nvSpPr>
          <p:spPr>
            <a:xfrm>
              <a:off x="1480899" y="2047082"/>
              <a:ext cx="339" cy="339"/>
            </a:xfrm>
            <a:custGeom>
              <a:rect b="b" l="l" r="r" t="t"/>
              <a:pathLst>
                <a:path extrusionOk="0" h="25" w="25">
                  <a:moveTo>
                    <a:pt x="0" y="0"/>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5" name="Google Shape;6235;p72"/>
            <p:cNvSpPr/>
            <p:nvPr/>
          </p:nvSpPr>
          <p:spPr>
            <a:xfrm>
              <a:off x="1479989" y="2046077"/>
              <a:ext cx="299" cy="299"/>
            </a:xfrm>
            <a:custGeom>
              <a:rect b="b" l="l" r="r" t="t"/>
              <a:pathLst>
                <a:path extrusionOk="0" h="22" w="22">
                  <a:moveTo>
                    <a:pt x="8" y="4"/>
                  </a:moveTo>
                  <a:lnTo>
                    <a:pt x="1" y="1"/>
                  </a:lnTo>
                  <a:lnTo>
                    <a:pt x="8" y="4"/>
                  </a:lnTo>
                  <a:lnTo>
                    <a:pt x="22"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6" name="Google Shape;6236;p72"/>
            <p:cNvSpPr/>
            <p:nvPr/>
          </p:nvSpPr>
          <p:spPr>
            <a:xfrm>
              <a:off x="1504429" y="1192826"/>
              <a:ext cx="453000" cy="337170"/>
            </a:xfrm>
            <a:custGeom>
              <a:rect b="b" l="l" r="r" t="t"/>
              <a:pathLst>
                <a:path extrusionOk="0" h="24833" w="33364">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7" name="Google Shape;6237;p72"/>
            <p:cNvSpPr/>
            <p:nvPr/>
          </p:nvSpPr>
          <p:spPr>
            <a:xfrm>
              <a:off x="1636850" y="1405097"/>
              <a:ext cx="21547" cy="12491"/>
            </a:xfrm>
            <a:custGeom>
              <a:rect b="b" l="l" r="r" t="t"/>
              <a:pathLst>
                <a:path extrusionOk="0" h="920" w="1587">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8" name="Google Shape;6238;p72"/>
            <p:cNvSpPr/>
            <p:nvPr/>
          </p:nvSpPr>
          <p:spPr>
            <a:xfrm>
              <a:off x="1089269" y="1627361"/>
              <a:ext cx="38085" cy="22688"/>
            </a:xfrm>
            <a:custGeom>
              <a:rect b="b" l="l" r="r" t="t"/>
              <a:pathLst>
                <a:path extrusionOk="0" h="1671" w="2805">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9" name="Google Shape;6239;p72"/>
            <p:cNvSpPr/>
            <p:nvPr/>
          </p:nvSpPr>
          <p:spPr>
            <a:xfrm>
              <a:off x="1108006" y="1344093"/>
              <a:ext cx="76156" cy="49612"/>
            </a:xfrm>
            <a:custGeom>
              <a:rect b="b" l="l" r="r" t="t"/>
              <a:pathLst>
                <a:path extrusionOk="0" h="3654" w="5609">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0" name="Google Shape;6240;p72"/>
            <p:cNvSpPr/>
            <p:nvPr/>
          </p:nvSpPr>
          <p:spPr>
            <a:xfrm>
              <a:off x="1158773" y="1355960"/>
              <a:ext cx="133616" cy="70277"/>
            </a:xfrm>
            <a:custGeom>
              <a:rect b="b" l="l" r="r" t="t"/>
              <a:pathLst>
                <a:path extrusionOk="0" h="5176" w="9841">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1" name="Google Shape;6241;p72"/>
            <p:cNvSpPr/>
            <p:nvPr/>
          </p:nvSpPr>
          <p:spPr>
            <a:xfrm>
              <a:off x="1158243" y="1321487"/>
              <a:ext cx="9857" cy="6436"/>
            </a:xfrm>
            <a:custGeom>
              <a:rect b="b" l="l" r="r" t="t"/>
              <a:pathLst>
                <a:path extrusionOk="0" h="474" w="726">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2" name="Google Shape;6242;p72"/>
            <p:cNvSpPr/>
            <p:nvPr/>
          </p:nvSpPr>
          <p:spPr>
            <a:xfrm>
              <a:off x="1130627" y="1298310"/>
              <a:ext cx="52871" cy="25947"/>
            </a:xfrm>
            <a:custGeom>
              <a:rect b="b" l="l" r="r" t="t"/>
              <a:pathLst>
                <a:path extrusionOk="0" h="1911" w="3894">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3" name="Google Shape;6243;p72"/>
            <p:cNvSpPr/>
            <p:nvPr/>
          </p:nvSpPr>
          <p:spPr>
            <a:xfrm>
              <a:off x="1171549" y="1310367"/>
              <a:ext cx="86380" cy="35437"/>
            </a:xfrm>
            <a:custGeom>
              <a:rect b="b" l="l" r="r" t="t"/>
              <a:pathLst>
                <a:path extrusionOk="0" h="2610" w="6362">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4" name="Google Shape;6244;p72"/>
            <p:cNvSpPr/>
            <p:nvPr/>
          </p:nvSpPr>
          <p:spPr>
            <a:xfrm>
              <a:off x="1190001" y="1292064"/>
              <a:ext cx="7943" cy="3136"/>
            </a:xfrm>
            <a:custGeom>
              <a:rect b="b" l="l" r="r" t="t"/>
              <a:pathLst>
                <a:path extrusionOk="0" h="231" w="585">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5" name="Google Shape;6245;p72"/>
            <p:cNvSpPr/>
            <p:nvPr/>
          </p:nvSpPr>
          <p:spPr>
            <a:xfrm>
              <a:off x="1203443" y="1290258"/>
              <a:ext cx="23829" cy="10971"/>
            </a:xfrm>
            <a:custGeom>
              <a:rect b="b" l="l" r="r" t="t"/>
              <a:pathLst>
                <a:path extrusionOk="0" h="808" w="1755">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6" name="Google Shape;6246;p72"/>
            <p:cNvSpPr/>
            <p:nvPr/>
          </p:nvSpPr>
          <p:spPr>
            <a:xfrm>
              <a:off x="1201067" y="1279519"/>
              <a:ext cx="29300" cy="6789"/>
            </a:xfrm>
            <a:custGeom>
              <a:rect b="b" l="l" r="r" t="t"/>
              <a:pathLst>
                <a:path extrusionOk="0" h="500" w="2158">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7" name="Google Shape;6247;p72"/>
            <p:cNvSpPr/>
            <p:nvPr/>
          </p:nvSpPr>
          <p:spPr>
            <a:xfrm>
              <a:off x="1259015" y="1268100"/>
              <a:ext cx="46978" cy="24073"/>
            </a:xfrm>
            <a:custGeom>
              <a:rect b="b" l="l" r="r" t="t"/>
              <a:pathLst>
                <a:path extrusionOk="0" h="1773" w="346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8" name="Google Shape;6248;p72"/>
            <p:cNvSpPr/>
            <p:nvPr/>
          </p:nvSpPr>
          <p:spPr>
            <a:xfrm>
              <a:off x="1256395" y="1294400"/>
              <a:ext cx="10332" cy="9328"/>
            </a:xfrm>
            <a:custGeom>
              <a:rect b="b" l="l" r="r" t="t"/>
              <a:pathLst>
                <a:path extrusionOk="0" h="687" w="761">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9" name="Google Shape;6249;p72"/>
            <p:cNvSpPr/>
            <p:nvPr/>
          </p:nvSpPr>
          <p:spPr>
            <a:xfrm>
              <a:off x="1300753" y="1256369"/>
              <a:ext cx="8703" cy="4698"/>
            </a:xfrm>
            <a:custGeom>
              <a:rect b="b" l="l" r="r" t="t"/>
              <a:pathLst>
                <a:path extrusionOk="0" h="346" w="641">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0" name="Google Shape;6250;p72"/>
            <p:cNvSpPr/>
            <p:nvPr/>
          </p:nvSpPr>
          <p:spPr>
            <a:xfrm>
              <a:off x="1265858" y="1330814"/>
              <a:ext cx="6626" cy="4901"/>
            </a:xfrm>
            <a:custGeom>
              <a:rect b="b" l="l" r="r" t="t"/>
              <a:pathLst>
                <a:path extrusionOk="0" h="361" w="488">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1" name="Google Shape;6251;p72"/>
            <p:cNvSpPr/>
            <p:nvPr/>
          </p:nvSpPr>
          <p:spPr>
            <a:xfrm>
              <a:off x="1266945" y="1309756"/>
              <a:ext cx="52260" cy="27454"/>
            </a:xfrm>
            <a:custGeom>
              <a:rect b="b" l="l" r="r" t="t"/>
              <a:pathLst>
                <a:path extrusionOk="0" h="2022" w="3849">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2" name="Google Shape;6252;p72"/>
            <p:cNvSpPr/>
            <p:nvPr/>
          </p:nvSpPr>
          <p:spPr>
            <a:xfrm>
              <a:off x="1309917" y="1312268"/>
              <a:ext cx="923" cy="109"/>
            </a:xfrm>
            <a:custGeom>
              <a:rect b="b" l="l" r="r" t="t"/>
              <a:pathLst>
                <a:path extrusionOk="0" h="8" w="68">
                  <a:moveTo>
                    <a:pt x="1" y="1"/>
                  </a:moveTo>
                  <a:lnTo>
                    <a:pt x="64" y="8"/>
                  </a:lnTo>
                  <a:cubicBezTo>
                    <a:pt x="64" y="8"/>
                    <a:pt x="64" y="4"/>
                    <a:pt x="67" y="4"/>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3" name="Google Shape;6253;p72"/>
            <p:cNvSpPr/>
            <p:nvPr/>
          </p:nvSpPr>
          <p:spPr>
            <a:xfrm>
              <a:off x="1314344" y="1277224"/>
              <a:ext cx="23109" cy="14718"/>
            </a:xfrm>
            <a:custGeom>
              <a:rect b="b" l="l" r="r" t="t"/>
              <a:pathLst>
                <a:path extrusionOk="0" h="1084" w="1702">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4" name="Google Shape;6254;p72"/>
            <p:cNvSpPr/>
            <p:nvPr/>
          </p:nvSpPr>
          <p:spPr>
            <a:xfrm>
              <a:off x="1329265" y="1294739"/>
              <a:ext cx="19973" cy="4548"/>
            </a:xfrm>
            <a:custGeom>
              <a:rect b="b" l="l" r="r" t="t"/>
              <a:pathLst>
                <a:path extrusionOk="0" h="335" w="1471">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5" name="Google Shape;6255;p72"/>
            <p:cNvSpPr/>
            <p:nvPr/>
          </p:nvSpPr>
          <p:spPr>
            <a:xfrm>
              <a:off x="1324934" y="1329592"/>
              <a:ext cx="24684" cy="12138"/>
            </a:xfrm>
            <a:custGeom>
              <a:rect b="b" l="l" r="r" t="t"/>
              <a:pathLst>
                <a:path extrusionOk="0" h="894" w="1818">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6" name="Google Shape;6256;p72"/>
            <p:cNvSpPr/>
            <p:nvPr/>
          </p:nvSpPr>
          <p:spPr>
            <a:xfrm>
              <a:off x="1281500" y="1350040"/>
              <a:ext cx="45593" cy="39266"/>
            </a:xfrm>
            <a:custGeom>
              <a:rect b="b" l="l" r="r" t="t"/>
              <a:pathLst>
                <a:path extrusionOk="0" h="2892" w="3358">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7" name="Google Shape;6257;p72"/>
            <p:cNvSpPr/>
            <p:nvPr/>
          </p:nvSpPr>
          <p:spPr>
            <a:xfrm>
              <a:off x="1325029" y="1306674"/>
              <a:ext cx="126216" cy="36999"/>
            </a:xfrm>
            <a:custGeom>
              <a:rect b="b" l="l" r="r" t="t"/>
              <a:pathLst>
                <a:path extrusionOk="0" h="2725" w="9296">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8" name="Google Shape;6258;p72"/>
            <p:cNvSpPr/>
            <p:nvPr/>
          </p:nvSpPr>
          <p:spPr>
            <a:xfrm>
              <a:off x="1366386" y="1297251"/>
              <a:ext cx="10237" cy="5092"/>
            </a:xfrm>
            <a:custGeom>
              <a:rect b="b" l="l" r="r" t="t"/>
              <a:pathLst>
                <a:path extrusionOk="0" h="375" w="754">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9" name="Google Shape;6259;p72"/>
            <p:cNvSpPr/>
            <p:nvPr/>
          </p:nvSpPr>
          <p:spPr>
            <a:xfrm>
              <a:off x="1325409" y="1232744"/>
              <a:ext cx="83529" cy="54948"/>
            </a:xfrm>
            <a:custGeom>
              <a:rect b="b" l="l" r="r" t="t"/>
              <a:pathLst>
                <a:path extrusionOk="0" h="4047" w="6152">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0" name="Google Shape;6260;p72"/>
            <p:cNvSpPr/>
            <p:nvPr/>
          </p:nvSpPr>
          <p:spPr>
            <a:xfrm>
              <a:off x="1360263" y="1200633"/>
              <a:ext cx="230111" cy="117201"/>
            </a:xfrm>
            <a:custGeom>
              <a:rect b="b" l="l" r="r" t="t"/>
              <a:pathLst>
                <a:path extrusionOk="0" h="8632" w="16948">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1" name="Google Shape;6261;p72"/>
            <p:cNvSpPr/>
            <p:nvPr/>
          </p:nvSpPr>
          <p:spPr>
            <a:xfrm>
              <a:off x="1448150" y="1504498"/>
              <a:ext cx="5567" cy="6476"/>
            </a:xfrm>
            <a:custGeom>
              <a:rect b="b" l="l" r="r" t="t"/>
              <a:pathLst>
                <a:path extrusionOk="0" h="477" w="41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2" name="Google Shape;6262;p72"/>
            <p:cNvSpPr/>
            <p:nvPr/>
          </p:nvSpPr>
          <p:spPr>
            <a:xfrm>
              <a:off x="1420818" y="1496650"/>
              <a:ext cx="12410" cy="7807"/>
            </a:xfrm>
            <a:custGeom>
              <a:rect b="b" l="l" r="r" t="t"/>
              <a:pathLst>
                <a:path extrusionOk="0" h="575" w="914">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3" name="Google Shape;6263;p72"/>
            <p:cNvSpPr/>
            <p:nvPr/>
          </p:nvSpPr>
          <p:spPr>
            <a:xfrm>
              <a:off x="1395483" y="1461851"/>
              <a:ext cx="49110" cy="30699"/>
            </a:xfrm>
            <a:custGeom>
              <a:rect b="b" l="l" r="r" t="t"/>
              <a:pathLst>
                <a:path extrusionOk="0" h="2261" w="3617">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4" name="Google Shape;6264;p72"/>
            <p:cNvSpPr/>
            <p:nvPr/>
          </p:nvSpPr>
          <p:spPr>
            <a:xfrm>
              <a:off x="1373895" y="1355132"/>
              <a:ext cx="215339" cy="153181"/>
            </a:xfrm>
            <a:custGeom>
              <a:rect b="b" l="l" r="r" t="t"/>
              <a:pathLst>
                <a:path extrusionOk="0" h="11282" w="1586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5" name="Google Shape;6265;p72"/>
            <p:cNvSpPr/>
            <p:nvPr/>
          </p:nvSpPr>
          <p:spPr>
            <a:xfrm>
              <a:off x="1468014" y="1430297"/>
              <a:ext cx="17841" cy="12722"/>
            </a:xfrm>
            <a:custGeom>
              <a:rect b="b" l="l" r="r" t="t"/>
              <a:pathLst>
                <a:path extrusionOk="0" h="937" w="1314">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6" name="Google Shape;6266;p72"/>
            <p:cNvSpPr/>
            <p:nvPr/>
          </p:nvSpPr>
          <p:spPr>
            <a:xfrm>
              <a:off x="1442393" y="1355322"/>
              <a:ext cx="32667" cy="14188"/>
            </a:xfrm>
            <a:custGeom>
              <a:rect b="b" l="l" r="r" t="t"/>
              <a:pathLst>
                <a:path extrusionOk="0" h="1045" w="2406">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7" name="Google Shape;6267;p72"/>
            <p:cNvSpPr/>
            <p:nvPr/>
          </p:nvSpPr>
          <p:spPr>
            <a:xfrm>
              <a:off x="1605052" y="1620450"/>
              <a:ext cx="47684" cy="43136"/>
            </a:xfrm>
            <a:custGeom>
              <a:rect b="b" l="l" r="r" t="t"/>
              <a:pathLst>
                <a:path extrusionOk="0" h="3177" w="3512">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8" name="Google Shape;6268;p72"/>
            <p:cNvSpPr/>
            <p:nvPr/>
          </p:nvSpPr>
          <p:spPr>
            <a:xfrm>
              <a:off x="1053479" y="1595277"/>
              <a:ext cx="11704" cy="15777"/>
            </a:xfrm>
            <a:custGeom>
              <a:rect b="b" l="l" r="r" t="t"/>
              <a:pathLst>
                <a:path extrusionOk="0" h="1162" w="862">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9" name="Google Shape;6269;p72"/>
            <p:cNvSpPr/>
            <p:nvPr/>
          </p:nvSpPr>
          <p:spPr>
            <a:xfrm>
              <a:off x="1341580" y="1422123"/>
              <a:ext cx="1439" cy="2009"/>
            </a:xfrm>
            <a:custGeom>
              <a:rect b="b" l="l" r="r" t="t"/>
              <a:pathLst>
                <a:path extrusionOk="0" h="148" w="106">
                  <a:moveTo>
                    <a:pt x="105" y="0"/>
                  </a:moveTo>
                  <a:lnTo>
                    <a:pt x="77" y="32"/>
                  </a:lnTo>
                  <a:cubicBezTo>
                    <a:pt x="32" y="81"/>
                    <a:pt x="0" y="116"/>
                    <a:pt x="0" y="147"/>
                  </a:cubicBezTo>
                  <a:cubicBezTo>
                    <a:pt x="42" y="102"/>
                    <a:pt x="77" y="53"/>
                    <a:pt x="1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0" name="Google Shape;6270;p72"/>
            <p:cNvSpPr/>
            <p:nvPr/>
          </p:nvSpPr>
          <p:spPr>
            <a:xfrm>
              <a:off x="993779" y="1350298"/>
              <a:ext cx="636812" cy="355798"/>
            </a:xfrm>
            <a:custGeom>
              <a:rect b="b" l="l" r="r" t="t"/>
              <a:pathLst>
                <a:path extrusionOk="0" h="26205" w="46902">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1" name="Google Shape;6271;p72"/>
            <p:cNvSpPr/>
            <p:nvPr/>
          </p:nvSpPr>
          <p:spPr>
            <a:xfrm>
              <a:off x="890970" y="1547688"/>
              <a:ext cx="18547" cy="17176"/>
            </a:xfrm>
            <a:custGeom>
              <a:rect b="b" l="l" r="r" t="t"/>
              <a:pathLst>
                <a:path extrusionOk="0" h="1265" w="1366">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2" name="Google Shape;6272;p72"/>
            <p:cNvSpPr/>
            <p:nvPr/>
          </p:nvSpPr>
          <p:spPr>
            <a:xfrm>
              <a:off x="797896" y="1528258"/>
              <a:ext cx="11229" cy="5064"/>
            </a:xfrm>
            <a:custGeom>
              <a:rect b="b" l="l" r="r" t="t"/>
              <a:pathLst>
                <a:path extrusionOk="0" h="373" w="827">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3" name="Google Shape;6273;p72"/>
            <p:cNvSpPr/>
            <p:nvPr/>
          </p:nvSpPr>
          <p:spPr>
            <a:xfrm>
              <a:off x="793334" y="1391519"/>
              <a:ext cx="283403" cy="195652"/>
            </a:xfrm>
            <a:custGeom>
              <a:rect b="b" l="l" r="r" t="t"/>
              <a:pathLst>
                <a:path extrusionOk="0" h="14410" w="20873">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4" name="Google Shape;6274;p72"/>
            <p:cNvSpPr/>
            <p:nvPr/>
          </p:nvSpPr>
          <p:spPr>
            <a:xfrm>
              <a:off x="815819" y="1587293"/>
              <a:ext cx="9518" cy="3435"/>
            </a:xfrm>
            <a:custGeom>
              <a:rect b="b" l="l" r="r" t="t"/>
              <a:pathLst>
                <a:path extrusionOk="0" h="253" w="701">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5" name="Google Shape;6275;p72"/>
            <p:cNvSpPr/>
            <p:nvPr/>
          </p:nvSpPr>
          <p:spPr>
            <a:xfrm>
              <a:off x="1116791" y="1641060"/>
              <a:ext cx="428519" cy="210818"/>
            </a:xfrm>
            <a:custGeom>
              <a:rect b="b" l="l" r="r" t="t"/>
              <a:pathLst>
                <a:path extrusionOk="0" h="15527" w="31561">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6" name="Google Shape;6276;p72"/>
            <p:cNvSpPr/>
            <p:nvPr/>
          </p:nvSpPr>
          <p:spPr>
            <a:xfrm>
              <a:off x="797231" y="1596418"/>
              <a:ext cx="3625" cy="3965"/>
            </a:xfrm>
            <a:custGeom>
              <a:rect b="b" l="l" r="r" t="t"/>
              <a:pathLst>
                <a:path extrusionOk="0" h="292" w="267">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7" name="Google Shape;6277;p72"/>
            <p:cNvSpPr/>
            <p:nvPr/>
          </p:nvSpPr>
          <p:spPr>
            <a:xfrm>
              <a:off x="950901" y="1525692"/>
              <a:ext cx="2824" cy="1738"/>
            </a:xfrm>
            <a:custGeom>
              <a:rect b="b" l="l" r="r" t="t"/>
              <a:pathLst>
                <a:path extrusionOk="0" h="128" w="208">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8" name="Google Shape;6278;p72"/>
            <p:cNvSpPr/>
            <p:nvPr/>
          </p:nvSpPr>
          <p:spPr>
            <a:xfrm>
              <a:off x="1054294" y="1571136"/>
              <a:ext cx="3571" cy="2200"/>
            </a:xfrm>
            <a:custGeom>
              <a:rect b="b" l="l" r="r" t="t"/>
              <a:pathLst>
                <a:path extrusionOk="0" h="162" w="263">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9" name="Google Shape;6279;p72"/>
            <p:cNvSpPr/>
            <p:nvPr/>
          </p:nvSpPr>
          <p:spPr>
            <a:xfrm>
              <a:off x="1293570" y="1816780"/>
              <a:ext cx="1290" cy="1113"/>
            </a:xfrm>
            <a:custGeom>
              <a:rect b="b" l="l" r="r" t="t"/>
              <a:pathLst>
                <a:path extrusionOk="0" h="82" w="95">
                  <a:moveTo>
                    <a:pt x="95" y="81"/>
                  </a:moveTo>
                  <a:cubicBezTo>
                    <a:pt x="67" y="50"/>
                    <a:pt x="35" y="25"/>
                    <a:pt x="0" y="1"/>
                  </a:cubicBezTo>
                  <a:cubicBezTo>
                    <a:pt x="35" y="25"/>
                    <a:pt x="67" y="50"/>
                    <a:pt x="95"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0" name="Google Shape;6280;p72"/>
            <p:cNvSpPr/>
            <p:nvPr/>
          </p:nvSpPr>
          <p:spPr>
            <a:xfrm>
              <a:off x="1278743" y="1812694"/>
              <a:ext cx="14786" cy="4100"/>
            </a:xfrm>
            <a:custGeom>
              <a:rect b="b" l="l" r="r" t="t"/>
              <a:pathLst>
                <a:path extrusionOk="0" h="302" w="1089">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1" name="Google Shape;6281;p72"/>
            <p:cNvSpPr/>
            <p:nvPr/>
          </p:nvSpPr>
          <p:spPr>
            <a:xfrm>
              <a:off x="1173314" y="1789354"/>
              <a:ext cx="16741" cy="2254"/>
            </a:xfrm>
            <a:custGeom>
              <a:rect b="b" l="l" r="r" t="t"/>
              <a:pathLst>
                <a:path extrusionOk="0" h="166" w="1233">
                  <a:moveTo>
                    <a:pt x="0" y="165"/>
                  </a:moveTo>
                  <a:lnTo>
                    <a:pt x="123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2" name="Google Shape;6282;p72"/>
            <p:cNvSpPr/>
            <p:nvPr/>
          </p:nvSpPr>
          <p:spPr>
            <a:xfrm>
              <a:off x="1317141" y="1844302"/>
              <a:ext cx="448" cy="14"/>
            </a:xfrm>
            <a:custGeom>
              <a:rect b="b" l="l" r="r" t="t"/>
              <a:pathLst>
                <a:path extrusionOk="0" h="1" w="33">
                  <a:moveTo>
                    <a:pt x="32" y="1"/>
                  </a:moveTo>
                  <a:cubicBezTo>
                    <a:pt x="22" y="1"/>
                    <a:pt x="11" y="1"/>
                    <a:pt x="1" y="1"/>
                  </a:cubicBezTo>
                  <a:cubicBezTo>
                    <a:pt x="11" y="1"/>
                    <a:pt x="22" y="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3" name="Google Shape;6283;p72"/>
            <p:cNvSpPr/>
            <p:nvPr/>
          </p:nvSpPr>
          <p:spPr>
            <a:xfrm>
              <a:off x="1318906" y="1844641"/>
              <a:ext cx="339" cy="149"/>
            </a:xfrm>
            <a:custGeom>
              <a:rect b="b" l="l" r="r" t="t"/>
              <a:pathLst>
                <a:path extrusionOk="0" h="11" w="25">
                  <a:moveTo>
                    <a:pt x="25"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4" name="Google Shape;6284;p72"/>
            <p:cNvSpPr/>
            <p:nvPr/>
          </p:nvSpPr>
          <p:spPr>
            <a:xfrm>
              <a:off x="1317765" y="1844302"/>
              <a:ext cx="299" cy="68"/>
            </a:xfrm>
            <a:custGeom>
              <a:rect b="b" l="l" r="r" t="t"/>
              <a:pathLst>
                <a:path extrusionOk="0" h="5" w="22">
                  <a:moveTo>
                    <a:pt x="2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5" name="Google Shape;6285;p72"/>
            <p:cNvSpPr/>
            <p:nvPr/>
          </p:nvSpPr>
          <p:spPr>
            <a:xfrm>
              <a:off x="1278173" y="1815545"/>
              <a:ext cx="584" cy="964"/>
            </a:xfrm>
            <a:custGeom>
              <a:rect b="b" l="l" r="r" t="t"/>
              <a:pathLst>
                <a:path extrusionOk="0" h="71" w="43">
                  <a:moveTo>
                    <a:pt x="42" y="1"/>
                  </a:moveTo>
                  <a:cubicBezTo>
                    <a:pt x="28" y="25"/>
                    <a:pt x="14" y="46"/>
                    <a:pt x="0" y="71"/>
                  </a:cubicBezTo>
                  <a:cubicBezTo>
                    <a:pt x="14" y="46"/>
                    <a:pt x="28" y="25"/>
                    <a:pt x="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6" name="Google Shape;6286;p72"/>
            <p:cNvSpPr/>
            <p:nvPr/>
          </p:nvSpPr>
          <p:spPr>
            <a:xfrm>
              <a:off x="1252838" y="1797147"/>
              <a:ext cx="244" cy="258"/>
            </a:xfrm>
            <a:custGeom>
              <a:rect b="b" l="l" r="r" t="t"/>
              <a:pathLst>
                <a:path extrusionOk="0" h="19" w="18">
                  <a:moveTo>
                    <a:pt x="0" y="1"/>
                  </a:moveTo>
                  <a:lnTo>
                    <a:pt x="1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7" name="Google Shape;6287;p72"/>
            <p:cNvSpPr/>
            <p:nvPr/>
          </p:nvSpPr>
          <p:spPr>
            <a:xfrm>
              <a:off x="1318240" y="1844397"/>
              <a:ext cx="299" cy="109"/>
            </a:xfrm>
            <a:custGeom>
              <a:rect b="b" l="l" r="r" t="t"/>
              <a:pathLst>
                <a:path extrusionOk="0" h="8" w="22">
                  <a:moveTo>
                    <a:pt x="21"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8" name="Google Shape;6288;p72"/>
            <p:cNvSpPr/>
            <p:nvPr/>
          </p:nvSpPr>
          <p:spPr>
            <a:xfrm>
              <a:off x="1294846" y="1817880"/>
              <a:ext cx="1018" cy="1249"/>
            </a:xfrm>
            <a:custGeom>
              <a:rect b="b" l="l" r="r" t="t"/>
              <a:pathLst>
                <a:path extrusionOk="0" h="92" w="75">
                  <a:moveTo>
                    <a:pt x="74" y="91"/>
                  </a:moveTo>
                  <a:cubicBezTo>
                    <a:pt x="53" y="60"/>
                    <a:pt x="29" y="28"/>
                    <a:pt x="1" y="0"/>
                  </a:cubicBezTo>
                  <a:cubicBezTo>
                    <a:pt x="29" y="28"/>
                    <a:pt x="53" y="60"/>
                    <a:pt x="74" y="9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9" name="Google Shape;6289;p72"/>
            <p:cNvSpPr/>
            <p:nvPr/>
          </p:nvSpPr>
          <p:spPr>
            <a:xfrm>
              <a:off x="1122833" y="165189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0" name="Google Shape;6290;p72"/>
            <p:cNvSpPr/>
            <p:nvPr/>
          </p:nvSpPr>
          <p:spPr>
            <a:xfrm>
              <a:off x="1124734" y="1651746"/>
              <a:ext cx="530" cy="68"/>
            </a:xfrm>
            <a:custGeom>
              <a:rect b="b" l="l" r="r" t="t"/>
              <a:pathLst>
                <a:path extrusionOk="0" h="5" w="39">
                  <a:moveTo>
                    <a:pt x="0" y="4"/>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1" name="Google Shape;6291;p72"/>
            <p:cNvSpPr/>
            <p:nvPr/>
          </p:nvSpPr>
          <p:spPr>
            <a:xfrm>
              <a:off x="1125969" y="1651556"/>
              <a:ext cx="489" cy="109"/>
            </a:xfrm>
            <a:custGeom>
              <a:rect b="b" l="l" r="r" t="t"/>
              <a:pathLst>
                <a:path extrusionOk="0" h="8" w="36">
                  <a:moveTo>
                    <a:pt x="0" y="8"/>
                  </a:move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2" name="Google Shape;6292;p72"/>
            <p:cNvSpPr/>
            <p:nvPr/>
          </p:nvSpPr>
          <p:spPr>
            <a:xfrm>
              <a:off x="1117076" y="1651515"/>
              <a:ext cx="448" cy="54"/>
            </a:xfrm>
            <a:custGeom>
              <a:rect b="b" l="l" r="r" t="t"/>
              <a:pathLst>
                <a:path extrusionOk="0" h="4" w="33">
                  <a:moveTo>
                    <a:pt x="1" y="0"/>
                  </a:moveTo>
                  <a:lnTo>
                    <a:pt x="3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3" name="Google Shape;6293;p72"/>
            <p:cNvSpPr/>
            <p:nvPr/>
          </p:nvSpPr>
          <p:spPr>
            <a:xfrm>
              <a:off x="1120783" y="1651841"/>
              <a:ext cx="394" cy="14"/>
            </a:xfrm>
            <a:custGeom>
              <a:rect b="b" l="l" r="r" t="t"/>
              <a:pathLst>
                <a:path extrusionOk="0" h="1" w="29">
                  <a:moveTo>
                    <a:pt x="1" y="1"/>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4" name="Google Shape;6294;p72"/>
            <p:cNvSpPr/>
            <p:nvPr/>
          </p:nvSpPr>
          <p:spPr>
            <a:xfrm>
              <a:off x="1123539" y="1651895"/>
              <a:ext cx="543" cy="14"/>
            </a:xfrm>
            <a:custGeom>
              <a:rect b="b" l="l" r="r" t="t"/>
              <a:pathLst>
                <a:path extrusionOk="0" h="1" w="40">
                  <a:moveTo>
                    <a:pt x="1" y="0"/>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5" name="Google Shape;6295;p72"/>
            <p:cNvSpPr/>
            <p:nvPr/>
          </p:nvSpPr>
          <p:spPr>
            <a:xfrm>
              <a:off x="1119072" y="1651705"/>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6" name="Google Shape;6296;p72"/>
            <p:cNvSpPr/>
            <p:nvPr/>
          </p:nvSpPr>
          <p:spPr>
            <a:xfrm>
              <a:off x="1543206" y="1679322"/>
              <a:ext cx="258" cy="434"/>
            </a:xfrm>
            <a:custGeom>
              <a:rect b="b" l="l" r="r" t="t"/>
              <a:pathLst>
                <a:path extrusionOk="0" h="32" w="19">
                  <a:moveTo>
                    <a:pt x="1" y="0"/>
                  </a:moveTo>
                  <a:lnTo>
                    <a:pt x="18"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7" name="Google Shape;6297;p72"/>
            <p:cNvSpPr/>
            <p:nvPr/>
          </p:nvSpPr>
          <p:spPr>
            <a:xfrm>
              <a:off x="1543736" y="1680177"/>
              <a:ext cx="299" cy="434"/>
            </a:xfrm>
            <a:custGeom>
              <a:rect b="b" l="l" r="r" t="t"/>
              <a:pathLst>
                <a:path extrusionOk="0" h="32" w="22">
                  <a:moveTo>
                    <a:pt x="0" y="0"/>
                  </a:moveTo>
                  <a:lnTo>
                    <a:pt x="2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8" name="Google Shape;6298;p72"/>
            <p:cNvSpPr/>
            <p:nvPr/>
          </p:nvSpPr>
          <p:spPr>
            <a:xfrm>
              <a:off x="1542731" y="1678507"/>
              <a:ext cx="258" cy="394"/>
            </a:xfrm>
            <a:custGeom>
              <a:rect b="b" l="l" r="r" t="t"/>
              <a:pathLst>
                <a:path extrusionOk="0" h="29" w="19">
                  <a:moveTo>
                    <a:pt x="1" y="1"/>
                  </a:moveTo>
                  <a:lnTo>
                    <a:pt x="18"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9" name="Google Shape;6299;p72"/>
            <p:cNvSpPr/>
            <p:nvPr/>
          </p:nvSpPr>
          <p:spPr>
            <a:xfrm>
              <a:off x="1544251" y="1681032"/>
              <a:ext cx="299" cy="394"/>
            </a:xfrm>
            <a:custGeom>
              <a:rect b="b" l="l" r="r" t="t"/>
              <a:pathLst>
                <a:path extrusionOk="0" h="29" w="22">
                  <a:moveTo>
                    <a:pt x="1" y="0"/>
                  </a:moveTo>
                  <a:lnTo>
                    <a:pt x="22"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0" name="Google Shape;6300;p72"/>
            <p:cNvSpPr/>
            <p:nvPr/>
          </p:nvSpPr>
          <p:spPr>
            <a:xfrm>
              <a:off x="1544876" y="1681888"/>
              <a:ext cx="299" cy="394"/>
            </a:xfrm>
            <a:custGeom>
              <a:rect b="b" l="l" r="r" t="t"/>
              <a:pathLst>
                <a:path extrusionOk="0" h="29" w="22">
                  <a:moveTo>
                    <a:pt x="0" y="0"/>
                  </a:moveTo>
                  <a:lnTo>
                    <a:pt x="2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1" name="Google Shape;6301;p72"/>
            <p:cNvSpPr/>
            <p:nvPr/>
          </p:nvSpPr>
          <p:spPr>
            <a:xfrm>
              <a:off x="1478333" y="1688541"/>
              <a:ext cx="530" cy="434"/>
            </a:xfrm>
            <a:custGeom>
              <a:rect b="b" l="l" r="r" t="t"/>
              <a:pathLst>
                <a:path extrusionOk="0" h="32" w="39">
                  <a:moveTo>
                    <a:pt x="0" y="32"/>
                  </a:moveTo>
                  <a:lnTo>
                    <a:pt x="3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2" name="Google Shape;6302;p72"/>
            <p:cNvSpPr/>
            <p:nvPr/>
          </p:nvSpPr>
          <p:spPr>
            <a:xfrm>
              <a:off x="1478944" y="1688011"/>
              <a:ext cx="489" cy="448"/>
            </a:xfrm>
            <a:custGeom>
              <a:rect b="b" l="l" r="r" t="t"/>
              <a:pathLst>
                <a:path extrusionOk="0" h="33" w="36">
                  <a:moveTo>
                    <a:pt x="1" y="32"/>
                  </a:moveTo>
                  <a:lnTo>
                    <a:pt x="36"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3" name="Google Shape;6303;p72"/>
            <p:cNvSpPr/>
            <p:nvPr/>
          </p:nvSpPr>
          <p:spPr>
            <a:xfrm>
              <a:off x="1542310" y="1677706"/>
              <a:ext cx="244" cy="434"/>
            </a:xfrm>
            <a:custGeom>
              <a:rect b="b" l="l" r="r" t="t"/>
              <a:pathLst>
                <a:path extrusionOk="0" h="32" w="18">
                  <a:moveTo>
                    <a:pt x="0" y="0"/>
                  </a:moveTo>
                  <a:lnTo>
                    <a:pt x="18"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4" name="Google Shape;6304;p72"/>
            <p:cNvSpPr/>
            <p:nvPr/>
          </p:nvSpPr>
          <p:spPr>
            <a:xfrm>
              <a:off x="1539689" y="1670714"/>
              <a:ext cx="109" cy="353"/>
            </a:xfrm>
            <a:custGeom>
              <a:rect b="b" l="l" r="r" t="t"/>
              <a:pathLst>
                <a:path extrusionOk="0" h="26" w="8">
                  <a:moveTo>
                    <a:pt x="1" y="1"/>
                  </a:moveTo>
                  <a:lnTo>
                    <a:pt x="8"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5" name="Google Shape;6305;p72"/>
            <p:cNvSpPr/>
            <p:nvPr/>
          </p:nvSpPr>
          <p:spPr>
            <a:xfrm>
              <a:off x="1539975" y="1671949"/>
              <a:ext cx="163" cy="394"/>
            </a:xfrm>
            <a:custGeom>
              <a:rect b="b" l="l" r="r" t="t"/>
              <a:pathLst>
                <a:path extrusionOk="0" h="29" w="12">
                  <a:moveTo>
                    <a:pt x="1"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6" name="Google Shape;6306;p72"/>
            <p:cNvSpPr/>
            <p:nvPr/>
          </p:nvSpPr>
          <p:spPr>
            <a:xfrm>
              <a:off x="1477667" y="1689111"/>
              <a:ext cx="584" cy="489"/>
            </a:xfrm>
            <a:custGeom>
              <a:rect b="b" l="l" r="r" t="t"/>
              <a:pathLst>
                <a:path extrusionOk="0" h="36" w="43">
                  <a:moveTo>
                    <a:pt x="0" y="35"/>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7" name="Google Shape;6307;p72"/>
            <p:cNvSpPr/>
            <p:nvPr/>
          </p:nvSpPr>
          <p:spPr>
            <a:xfrm>
              <a:off x="1034661" y="1534586"/>
              <a:ext cx="679" cy="109"/>
            </a:xfrm>
            <a:custGeom>
              <a:rect b="b" l="l" r="r" t="t"/>
              <a:pathLst>
                <a:path extrusionOk="0" h="8" w="50">
                  <a:moveTo>
                    <a:pt x="0" y="0"/>
                  </a:moveTo>
                  <a:cubicBezTo>
                    <a:pt x="18" y="4"/>
                    <a:pt x="32" y="4"/>
                    <a:pt x="49" y="7"/>
                  </a:cubicBezTo>
                  <a:cubicBezTo>
                    <a:pt x="32" y="4"/>
                    <a:pt x="18"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8" name="Google Shape;6308;p72"/>
            <p:cNvSpPr/>
            <p:nvPr/>
          </p:nvSpPr>
          <p:spPr>
            <a:xfrm>
              <a:off x="1540165" y="1672614"/>
              <a:ext cx="163" cy="394"/>
            </a:xfrm>
            <a:custGeom>
              <a:rect b="b" l="l" r="r" t="t"/>
              <a:pathLst>
                <a:path extrusionOk="0" h="29" w="12">
                  <a:moveTo>
                    <a:pt x="1"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9" name="Google Shape;6309;p72"/>
            <p:cNvSpPr/>
            <p:nvPr/>
          </p:nvSpPr>
          <p:spPr>
            <a:xfrm>
              <a:off x="1035462" y="1534721"/>
              <a:ext cx="638" cy="163"/>
            </a:xfrm>
            <a:custGeom>
              <a:rect b="b" l="l" r="r" t="t"/>
              <a:pathLst>
                <a:path extrusionOk="0" h="12" w="47">
                  <a:moveTo>
                    <a:pt x="1" y="1"/>
                  </a:moveTo>
                  <a:cubicBezTo>
                    <a:pt x="18" y="1"/>
                    <a:pt x="32" y="4"/>
                    <a:pt x="46" y="11"/>
                  </a:cubicBezTo>
                  <a:cubicBezTo>
                    <a:pt x="32" y="4"/>
                    <a:pt x="1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0" name="Google Shape;6310;p72"/>
            <p:cNvSpPr/>
            <p:nvPr/>
          </p:nvSpPr>
          <p:spPr>
            <a:xfrm>
              <a:off x="1539839" y="1671338"/>
              <a:ext cx="109" cy="339"/>
            </a:xfrm>
            <a:custGeom>
              <a:rect b="b" l="l" r="r" t="t"/>
              <a:pathLst>
                <a:path extrusionOk="0" h="25" w="8">
                  <a:moveTo>
                    <a:pt x="0" y="0"/>
                  </a:moveTo>
                  <a:lnTo>
                    <a:pt x="7"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1" name="Google Shape;6311;p72"/>
            <p:cNvSpPr/>
            <p:nvPr/>
          </p:nvSpPr>
          <p:spPr>
            <a:xfrm>
              <a:off x="1539554" y="1670103"/>
              <a:ext cx="109" cy="339"/>
            </a:xfrm>
            <a:custGeom>
              <a:rect b="b" l="l" r="r" t="t"/>
              <a:pathLst>
                <a:path extrusionOk="0" h="25" w="8">
                  <a:moveTo>
                    <a:pt x="0" y="0"/>
                  </a:moveTo>
                  <a:cubicBezTo>
                    <a:pt x="0" y="7"/>
                    <a:pt x="4" y="18"/>
                    <a:pt x="7" y="25"/>
                  </a:cubicBezTo>
                  <a:cubicBezTo>
                    <a:pt x="4" y="18"/>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2" name="Google Shape;6312;p72"/>
            <p:cNvSpPr/>
            <p:nvPr/>
          </p:nvSpPr>
          <p:spPr>
            <a:xfrm>
              <a:off x="1033710" y="1534531"/>
              <a:ext cx="815" cy="68"/>
            </a:xfrm>
            <a:custGeom>
              <a:rect b="b" l="l" r="r" t="t"/>
              <a:pathLst>
                <a:path extrusionOk="0" h="5" w="60">
                  <a:moveTo>
                    <a:pt x="0" y="1"/>
                  </a:moveTo>
                  <a:cubicBezTo>
                    <a:pt x="18" y="1"/>
                    <a:pt x="39" y="1"/>
                    <a:pt x="60" y="4"/>
                  </a:cubicBezTo>
                  <a:cubicBezTo>
                    <a:pt x="39" y="1"/>
                    <a:pt x="2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3" name="Google Shape;6313;p72"/>
            <p:cNvSpPr/>
            <p:nvPr/>
          </p:nvSpPr>
          <p:spPr>
            <a:xfrm>
              <a:off x="1541210" y="1675425"/>
              <a:ext cx="204" cy="434"/>
            </a:xfrm>
            <a:custGeom>
              <a:rect b="b" l="l" r="r" t="t"/>
              <a:pathLst>
                <a:path extrusionOk="0" h="32" w="15">
                  <a:moveTo>
                    <a:pt x="1" y="0"/>
                  </a:moveTo>
                  <a:lnTo>
                    <a:pt x="15"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4" name="Google Shape;6314;p72"/>
            <p:cNvSpPr/>
            <p:nvPr/>
          </p:nvSpPr>
          <p:spPr>
            <a:xfrm>
              <a:off x="1541550" y="1676185"/>
              <a:ext cx="204" cy="394"/>
            </a:xfrm>
            <a:custGeom>
              <a:rect b="b" l="l" r="r" t="t"/>
              <a:pathLst>
                <a:path extrusionOk="0" h="29" w="15">
                  <a:moveTo>
                    <a:pt x="0" y="0"/>
                  </a:moveTo>
                  <a:lnTo>
                    <a:pt x="14"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5" name="Google Shape;6315;p72"/>
            <p:cNvSpPr/>
            <p:nvPr/>
          </p:nvSpPr>
          <p:spPr>
            <a:xfrm>
              <a:off x="1540884" y="1674705"/>
              <a:ext cx="204" cy="394"/>
            </a:xfrm>
            <a:custGeom>
              <a:rect b="b" l="l" r="r" t="t"/>
              <a:pathLst>
                <a:path extrusionOk="0" h="29" w="15">
                  <a:moveTo>
                    <a:pt x="0" y="1"/>
                  </a:moveTo>
                  <a:lnTo>
                    <a:pt x="14"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6" name="Google Shape;6316;p72"/>
            <p:cNvSpPr/>
            <p:nvPr/>
          </p:nvSpPr>
          <p:spPr>
            <a:xfrm>
              <a:off x="1540640" y="1673999"/>
              <a:ext cx="163" cy="394"/>
            </a:xfrm>
            <a:custGeom>
              <a:rect b="b" l="l" r="r" t="t"/>
              <a:pathLst>
                <a:path extrusionOk="0" h="29" w="12">
                  <a:moveTo>
                    <a:pt x="1" y="0"/>
                  </a:moveTo>
                  <a:lnTo>
                    <a:pt x="1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7" name="Google Shape;6317;p72"/>
            <p:cNvSpPr/>
            <p:nvPr/>
          </p:nvSpPr>
          <p:spPr>
            <a:xfrm>
              <a:off x="1541930" y="1676946"/>
              <a:ext cx="204" cy="434"/>
            </a:xfrm>
            <a:custGeom>
              <a:rect b="b" l="l" r="r" t="t"/>
              <a:pathLst>
                <a:path extrusionOk="0" h="32" w="15">
                  <a:moveTo>
                    <a:pt x="0" y="0"/>
                  </a:moveTo>
                  <a:lnTo>
                    <a:pt x="14"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8" name="Google Shape;6318;p72"/>
            <p:cNvSpPr/>
            <p:nvPr/>
          </p:nvSpPr>
          <p:spPr>
            <a:xfrm>
              <a:off x="1540409" y="1673280"/>
              <a:ext cx="149" cy="394"/>
            </a:xfrm>
            <a:custGeom>
              <a:rect b="b" l="l" r="r" t="t"/>
              <a:pathLst>
                <a:path extrusionOk="0" h="29" w="11">
                  <a:moveTo>
                    <a:pt x="0" y="1"/>
                  </a:moveTo>
                  <a:lnTo>
                    <a:pt x="11" y="2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9" name="Google Shape;6319;p72"/>
            <p:cNvSpPr/>
            <p:nvPr/>
          </p:nvSpPr>
          <p:spPr>
            <a:xfrm>
              <a:off x="1015408" y="1537953"/>
              <a:ext cx="964" cy="1303"/>
            </a:xfrm>
            <a:custGeom>
              <a:rect b="b" l="l" r="r" t="t"/>
              <a:pathLst>
                <a:path extrusionOk="0" h="96" w="71">
                  <a:moveTo>
                    <a:pt x="0" y="1"/>
                  </a:moveTo>
                  <a:cubicBezTo>
                    <a:pt x="25" y="36"/>
                    <a:pt x="49" y="67"/>
                    <a:pt x="70" y="95"/>
                  </a:cubicBezTo>
                  <a:cubicBezTo>
                    <a:pt x="49" y="67"/>
                    <a:pt x="25"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0" name="Google Shape;6320;p72"/>
            <p:cNvSpPr/>
            <p:nvPr/>
          </p:nvSpPr>
          <p:spPr>
            <a:xfrm>
              <a:off x="1036181" y="1534871"/>
              <a:ext cx="964" cy="434"/>
            </a:xfrm>
            <a:custGeom>
              <a:rect b="b" l="l" r="r" t="t"/>
              <a:pathLst>
                <a:path extrusionOk="0" h="32" w="71">
                  <a:moveTo>
                    <a:pt x="0" y="0"/>
                  </a:moveTo>
                  <a:lnTo>
                    <a:pt x="0" y="0"/>
                  </a:lnTo>
                  <a:cubicBezTo>
                    <a:pt x="14" y="7"/>
                    <a:pt x="28" y="11"/>
                    <a:pt x="42" y="18"/>
                  </a:cubicBezTo>
                  <a:cubicBezTo>
                    <a:pt x="53" y="21"/>
                    <a:pt x="60" y="28"/>
                    <a:pt x="70" y="32"/>
                  </a:cubicBezTo>
                  <a:cubicBezTo>
                    <a:pt x="49" y="18"/>
                    <a:pt x="25"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1" name="Google Shape;6321;p72"/>
            <p:cNvSpPr/>
            <p:nvPr/>
          </p:nvSpPr>
          <p:spPr>
            <a:xfrm>
              <a:off x="1072257" y="1586153"/>
              <a:ext cx="869" cy="638"/>
            </a:xfrm>
            <a:custGeom>
              <a:rect b="b" l="l" r="r" t="t"/>
              <a:pathLst>
                <a:path extrusionOk="0" h="47" w="64">
                  <a:moveTo>
                    <a:pt x="0" y="46"/>
                  </a:moveTo>
                  <a:lnTo>
                    <a:pt x="6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2" name="Google Shape;6322;p72"/>
            <p:cNvSpPr/>
            <p:nvPr/>
          </p:nvSpPr>
          <p:spPr>
            <a:xfrm>
              <a:off x="1073357" y="1585447"/>
              <a:ext cx="774" cy="530"/>
            </a:xfrm>
            <a:custGeom>
              <a:rect b="b" l="l" r="r" t="t"/>
              <a:pathLst>
                <a:path extrusionOk="0" h="39" w="57">
                  <a:moveTo>
                    <a:pt x="56"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3" name="Google Shape;6323;p72"/>
            <p:cNvSpPr/>
            <p:nvPr/>
          </p:nvSpPr>
          <p:spPr>
            <a:xfrm>
              <a:off x="1075257" y="1584116"/>
              <a:ext cx="774" cy="530"/>
            </a:xfrm>
            <a:custGeom>
              <a:rect b="b" l="l" r="r" t="t"/>
              <a:pathLst>
                <a:path extrusionOk="0" h="39" w="57">
                  <a:moveTo>
                    <a:pt x="56" y="0"/>
                  </a:moveTo>
                  <a:lnTo>
                    <a:pt x="0"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4" name="Google Shape;6324;p72"/>
            <p:cNvSpPr/>
            <p:nvPr/>
          </p:nvSpPr>
          <p:spPr>
            <a:xfrm>
              <a:off x="1006379" y="1526928"/>
              <a:ext cx="1385" cy="3055"/>
            </a:xfrm>
            <a:custGeom>
              <a:rect b="b" l="l" r="r" t="t"/>
              <a:pathLst>
                <a:path extrusionOk="0" h="225" w="102">
                  <a:moveTo>
                    <a:pt x="0" y="1"/>
                  </a:moveTo>
                  <a:cubicBezTo>
                    <a:pt x="70" y="50"/>
                    <a:pt x="102" y="158"/>
                    <a:pt x="102" y="225"/>
                  </a:cubicBezTo>
                  <a:cubicBezTo>
                    <a:pt x="102" y="158"/>
                    <a:pt x="70" y="4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5" name="Google Shape;6325;p72"/>
            <p:cNvSpPr/>
            <p:nvPr/>
          </p:nvSpPr>
          <p:spPr>
            <a:xfrm>
              <a:off x="1074348" y="1584822"/>
              <a:ext cx="679" cy="448"/>
            </a:xfrm>
            <a:custGeom>
              <a:rect b="b" l="l" r="r" t="t"/>
              <a:pathLst>
                <a:path extrusionOk="0" h="33" w="50">
                  <a:moveTo>
                    <a:pt x="50" y="1"/>
                  </a:moveTo>
                  <a:lnTo>
                    <a:pt x="1"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6" name="Google Shape;6326;p72"/>
            <p:cNvSpPr/>
            <p:nvPr/>
          </p:nvSpPr>
          <p:spPr>
            <a:xfrm>
              <a:off x="1417248" y="1669913"/>
              <a:ext cx="204" cy="149"/>
            </a:xfrm>
            <a:custGeom>
              <a:rect b="b" l="l" r="r" t="t"/>
              <a:pathLst>
                <a:path extrusionOk="0" h="11" w="15">
                  <a:moveTo>
                    <a:pt x="15"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7" name="Google Shape;6327;p72"/>
            <p:cNvSpPr/>
            <p:nvPr/>
          </p:nvSpPr>
          <p:spPr>
            <a:xfrm>
              <a:off x="1416677" y="1669532"/>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8" name="Google Shape;6328;p72"/>
            <p:cNvSpPr/>
            <p:nvPr/>
          </p:nvSpPr>
          <p:spPr>
            <a:xfrm>
              <a:off x="1341010" y="1647374"/>
              <a:ext cx="2485" cy="1208"/>
            </a:xfrm>
            <a:custGeom>
              <a:rect b="b" l="l" r="r" t="t"/>
              <a:pathLst>
                <a:path extrusionOk="0" h="89" w="183">
                  <a:moveTo>
                    <a:pt x="182" y="88"/>
                  </a:moveTo>
                  <a:cubicBezTo>
                    <a:pt x="123" y="57"/>
                    <a:pt x="63" y="25"/>
                    <a:pt x="0" y="1"/>
                  </a:cubicBezTo>
                  <a:cubicBezTo>
                    <a:pt x="63" y="25"/>
                    <a:pt x="123" y="57"/>
                    <a:pt x="182"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9" name="Google Shape;6329;p72"/>
            <p:cNvSpPr/>
            <p:nvPr/>
          </p:nvSpPr>
          <p:spPr>
            <a:xfrm>
              <a:off x="992313" y="1527457"/>
              <a:ext cx="5187" cy="2580"/>
            </a:xfrm>
            <a:custGeom>
              <a:rect b="b" l="l" r="r" t="t"/>
              <a:pathLst>
                <a:path extrusionOk="0" h="190" w="382">
                  <a:moveTo>
                    <a:pt x="382" y="49"/>
                  </a:moveTo>
                  <a:cubicBezTo>
                    <a:pt x="266" y="189"/>
                    <a:pt x="28" y="21"/>
                    <a:pt x="0" y="0"/>
                  </a:cubicBezTo>
                  <a:cubicBezTo>
                    <a:pt x="28" y="21"/>
                    <a:pt x="266" y="189"/>
                    <a:pt x="382"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0" name="Google Shape;6330;p72"/>
            <p:cNvSpPr/>
            <p:nvPr/>
          </p:nvSpPr>
          <p:spPr>
            <a:xfrm>
              <a:off x="1416012" y="1669057"/>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1" name="Google Shape;6331;p72"/>
            <p:cNvSpPr/>
            <p:nvPr/>
          </p:nvSpPr>
          <p:spPr>
            <a:xfrm>
              <a:off x="1417872" y="1670333"/>
              <a:ext cx="54" cy="109"/>
            </a:xfrm>
            <a:custGeom>
              <a:rect b="b" l="l" r="r" t="t"/>
              <a:pathLst>
                <a:path extrusionOk="0" h="8" w="4">
                  <a:moveTo>
                    <a:pt x="0" y="1"/>
                  </a:moveTo>
                  <a:lnTo>
                    <a:pt x="4" y="8"/>
                  </a:ln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2" name="Google Shape;6332;p72"/>
            <p:cNvSpPr/>
            <p:nvPr/>
          </p:nvSpPr>
          <p:spPr>
            <a:xfrm>
              <a:off x="1037458" y="1535536"/>
              <a:ext cx="68" cy="54"/>
            </a:xfrm>
            <a:custGeom>
              <a:rect b="b" l="l" r="r" t="t"/>
              <a:pathLst>
                <a:path extrusionOk="0" h="4" w="5">
                  <a:moveTo>
                    <a:pt x="1"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3" name="Google Shape;6333;p72"/>
            <p:cNvSpPr/>
            <p:nvPr/>
          </p:nvSpPr>
          <p:spPr>
            <a:xfrm>
              <a:off x="1037173" y="1535292"/>
              <a:ext cx="204" cy="163"/>
            </a:xfrm>
            <a:custGeom>
              <a:rect b="b" l="l" r="r" t="t"/>
              <a:pathLst>
                <a:path extrusionOk="0" h="12" w="15">
                  <a:moveTo>
                    <a:pt x="1" y="1"/>
                  </a:moveTo>
                  <a:cubicBezTo>
                    <a:pt x="4" y="4"/>
                    <a:pt x="8" y="8"/>
                    <a:pt x="15" y="11"/>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4" name="Google Shape;6334;p72"/>
            <p:cNvSpPr/>
            <p:nvPr/>
          </p:nvSpPr>
          <p:spPr>
            <a:xfrm>
              <a:off x="1074443" y="158035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5" name="Google Shape;6335;p72"/>
            <p:cNvSpPr/>
            <p:nvPr/>
          </p:nvSpPr>
          <p:spPr>
            <a:xfrm>
              <a:off x="1370853" y="1652846"/>
              <a:ext cx="4766" cy="1385"/>
            </a:xfrm>
            <a:custGeom>
              <a:rect b="b" l="l" r="r" t="t"/>
              <a:pathLst>
                <a:path extrusionOk="0" h="102" w="351">
                  <a:moveTo>
                    <a:pt x="1" y="0"/>
                  </a:moveTo>
                  <a:cubicBezTo>
                    <a:pt x="120" y="25"/>
                    <a:pt x="235" y="60"/>
                    <a:pt x="351" y="102"/>
                  </a:cubicBezTo>
                  <a:lnTo>
                    <a:pt x="351" y="102"/>
                  </a:lnTo>
                  <a:cubicBezTo>
                    <a:pt x="235" y="60"/>
                    <a:pt x="120" y="2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6" name="Google Shape;6336;p72"/>
            <p:cNvSpPr/>
            <p:nvPr/>
          </p:nvSpPr>
          <p:spPr>
            <a:xfrm>
              <a:off x="1132813" y="1645052"/>
              <a:ext cx="202889" cy="1100"/>
            </a:xfrm>
            <a:custGeom>
              <a:rect b="b" l="l" r="r" t="t"/>
              <a:pathLst>
                <a:path extrusionOk="0" h="81" w="14943">
                  <a:moveTo>
                    <a:pt x="1" y="81"/>
                  </a:moveTo>
                  <a:lnTo>
                    <a:pt x="149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7" name="Google Shape;6337;p72"/>
            <p:cNvSpPr/>
            <p:nvPr/>
          </p:nvSpPr>
          <p:spPr>
            <a:xfrm>
              <a:off x="1415496" y="1668718"/>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8" name="Google Shape;6338;p72"/>
            <p:cNvSpPr/>
            <p:nvPr/>
          </p:nvSpPr>
          <p:spPr>
            <a:xfrm>
              <a:off x="1075678" y="1581930"/>
              <a:ext cx="1113" cy="1439"/>
            </a:xfrm>
            <a:custGeom>
              <a:rect b="b" l="l" r="r" t="t"/>
              <a:pathLst>
                <a:path extrusionOk="0" h="106" w="82">
                  <a:moveTo>
                    <a:pt x="1" y="0"/>
                  </a:moveTo>
                  <a:cubicBezTo>
                    <a:pt x="36" y="35"/>
                    <a:pt x="78" y="81"/>
                    <a:pt x="78" y="105"/>
                  </a:cubicBezTo>
                  <a:cubicBezTo>
                    <a:pt x="81" y="81"/>
                    <a:pt x="36" y="3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9" name="Google Shape;6339;p72"/>
            <p:cNvSpPr/>
            <p:nvPr/>
          </p:nvSpPr>
          <p:spPr>
            <a:xfrm>
              <a:off x="1457410" y="1699376"/>
              <a:ext cx="14" cy="204"/>
            </a:xfrm>
            <a:custGeom>
              <a:rect b="b" l="l" r="r" t="t"/>
              <a:pathLst>
                <a:path extrusionOk="0" h="15" w="1">
                  <a:moveTo>
                    <a:pt x="1" y="1"/>
                  </a:moveTo>
                  <a:lnTo>
                    <a:pt x="1" y="15"/>
                  </a:lnTo>
                  <a:cubicBezTo>
                    <a:pt x="1" y="11"/>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0" name="Google Shape;6340;p72"/>
            <p:cNvSpPr/>
            <p:nvPr/>
          </p:nvSpPr>
          <p:spPr>
            <a:xfrm>
              <a:off x="1456649" y="1702091"/>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1" name="Google Shape;6341;p72"/>
            <p:cNvSpPr/>
            <p:nvPr/>
          </p:nvSpPr>
          <p:spPr>
            <a:xfrm>
              <a:off x="1457152" y="1701467"/>
              <a:ext cx="136" cy="163"/>
            </a:xfrm>
            <a:custGeom>
              <a:rect b="b" l="l" r="r" t="t"/>
              <a:pathLst>
                <a:path extrusionOk="0" h="12" w="10">
                  <a:moveTo>
                    <a:pt x="9" y="1"/>
                  </a:moveTo>
                  <a:cubicBezTo>
                    <a:pt x="6" y="4"/>
                    <a:pt x="1" y="12"/>
                    <a:pt x="1" y="12"/>
                  </a:cubicBezTo>
                  <a:cubicBezTo>
                    <a:pt x="2" y="12"/>
                    <a:pt x="2" y="12"/>
                    <a:pt x="2" y="11"/>
                  </a:cubicBezTo>
                  <a:cubicBezTo>
                    <a:pt x="6" y="8"/>
                    <a:pt x="9" y="4"/>
                    <a:pt x="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2" name="Google Shape;6342;p72"/>
            <p:cNvSpPr/>
            <p:nvPr/>
          </p:nvSpPr>
          <p:spPr>
            <a:xfrm>
              <a:off x="1456935" y="1701806"/>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3" name="Google Shape;6343;p72"/>
            <p:cNvSpPr/>
            <p:nvPr/>
          </p:nvSpPr>
          <p:spPr>
            <a:xfrm>
              <a:off x="1457464" y="1700095"/>
              <a:ext cx="14" cy="204"/>
            </a:xfrm>
            <a:custGeom>
              <a:rect b="b" l="l" r="r" t="t"/>
              <a:pathLst>
                <a:path extrusionOk="0" h="15" w="1">
                  <a:moveTo>
                    <a:pt x="0" y="0"/>
                  </a:moveTo>
                  <a:lnTo>
                    <a:pt x="0" y="14"/>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4" name="Google Shape;6344;p72"/>
            <p:cNvSpPr/>
            <p:nvPr/>
          </p:nvSpPr>
          <p:spPr>
            <a:xfrm>
              <a:off x="1457369" y="1701181"/>
              <a:ext cx="54" cy="122"/>
            </a:xfrm>
            <a:custGeom>
              <a:rect b="b" l="l" r="r" t="t"/>
              <a:pathLst>
                <a:path extrusionOk="0" h="9" w="4">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5" name="Google Shape;6345;p72"/>
            <p:cNvSpPr/>
            <p:nvPr/>
          </p:nvSpPr>
          <p:spPr>
            <a:xfrm>
              <a:off x="1539174" y="1665921"/>
              <a:ext cx="14" cy="285"/>
            </a:xfrm>
            <a:custGeom>
              <a:rect b="b" l="l" r="r" t="t"/>
              <a:pathLst>
                <a:path extrusionOk="0" h="21" w="1">
                  <a:moveTo>
                    <a:pt x="0" y="2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6" name="Google Shape;6346;p72"/>
            <p:cNvSpPr/>
            <p:nvPr/>
          </p:nvSpPr>
          <p:spPr>
            <a:xfrm>
              <a:off x="1536512" y="1661494"/>
              <a:ext cx="2865" cy="530"/>
            </a:xfrm>
            <a:custGeom>
              <a:rect b="b" l="l" r="r" t="t"/>
              <a:pathLst>
                <a:path extrusionOk="0" h="39" w="211">
                  <a:moveTo>
                    <a:pt x="0" y="0"/>
                  </a:moveTo>
                  <a:lnTo>
                    <a:pt x="0" y="0"/>
                  </a:lnTo>
                  <a:cubicBezTo>
                    <a:pt x="81" y="7"/>
                    <a:pt x="196" y="14"/>
                    <a:pt x="210" y="39"/>
                  </a:cubicBezTo>
                  <a:cubicBezTo>
                    <a:pt x="196" y="14"/>
                    <a:pt x="81"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7" name="Google Shape;6347;p72"/>
            <p:cNvSpPr/>
            <p:nvPr/>
          </p:nvSpPr>
          <p:spPr>
            <a:xfrm>
              <a:off x="1477423" y="1689681"/>
              <a:ext cx="163" cy="109"/>
            </a:xfrm>
            <a:custGeom>
              <a:rect b="b" l="l" r="r" t="t"/>
              <a:pathLst>
                <a:path extrusionOk="0" h="8" w="12">
                  <a:moveTo>
                    <a:pt x="1" y="7"/>
                  </a:moveTo>
                  <a:lnTo>
                    <a:pt x="1" y="7"/>
                  </a:ln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8" name="Google Shape;6348;p72"/>
            <p:cNvSpPr/>
            <p:nvPr/>
          </p:nvSpPr>
          <p:spPr>
            <a:xfrm>
              <a:off x="1428843" y="1703327"/>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9" name="Google Shape;6349;p72"/>
            <p:cNvSpPr/>
            <p:nvPr/>
          </p:nvSpPr>
          <p:spPr>
            <a:xfrm>
              <a:off x="1428897" y="1704223"/>
              <a:ext cx="54" cy="258"/>
            </a:xfrm>
            <a:custGeom>
              <a:rect b="b" l="l" r="r" t="t"/>
              <a:pathLst>
                <a:path extrusionOk="0" h="19" w="4">
                  <a:moveTo>
                    <a:pt x="4" y="1"/>
                  </a:moveTo>
                  <a:cubicBezTo>
                    <a:pt x="0" y="8"/>
                    <a:pt x="0"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0" name="Google Shape;6350;p72"/>
            <p:cNvSpPr/>
            <p:nvPr/>
          </p:nvSpPr>
          <p:spPr>
            <a:xfrm>
              <a:off x="1428992" y="1705038"/>
              <a:ext cx="109" cy="244"/>
            </a:xfrm>
            <a:custGeom>
              <a:rect b="b" l="l" r="r" t="t"/>
              <a:pathLst>
                <a:path extrusionOk="0" h="18" w="8">
                  <a:moveTo>
                    <a:pt x="0" y="0"/>
                  </a:moveTo>
                  <a:lnTo>
                    <a:pt x="0" y="0"/>
                  </a:lnTo>
                  <a:cubicBezTo>
                    <a:pt x="4" y="7"/>
                    <a:pt x="4" y="14"/>
                    <a:pt x="7" y="18"/>
                  </a:cubicBezTo>
                  <a:cubicBezTo>
                    <a:pt x="7"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1" name="Google Shape;6351;p72"/>
            <p:cNvSpPr/>
            <p:nvPr/>
          </p:nvSpPr>
          <p:spPr>
            <a:xfrm>
              <a:off x="1456269" y="1702376"/>
              <a:ext cx="163" cy="149"/>
            </a:xfrm>
            <a:custGeom>
              <a:rect b="b" l="l" r="r" t="t"/>
              <a:pathLst>
                <a:path extrusionOk="0" h="11" w="12">
                  <a:moveTo>
                    <a:pt x="1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2" name="Google Shape;6352;p72"/>
            <p:cNvSpPr/>
            <p:nvPr/>
          </p:nvSpPr>
          <p:spPr>
            <a:xfrm>
              <a:off x="1429223" y="1705893"/>
              <a:ext cx="68" cy="149"/>
            </a:xfrm>
            <a:custGeom>
              <a:rect b="b" l="l" r="r" t="t"/>
              <a:pathLst>
                <a:path extrusionOk="0" h="11" w="5">
                  <a:moveTo>
                    <a:pt x="1" y="0"/>
                  </a:moveTo>
                  <a:lnTo>
                    <a:pt x="1" y="0"/>
                  </a:lnTo>
                  <a:cubicBezTo>
                    <a:pt x="1" y="4"/>
                    <a:pt x="4" y="7"/>
                    <a:pt x="4" y="11"/>
                  </a:cubicBezTo>
                  <a:cubicBezTo>
                    <a:pt x="4" y="7"/>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3" name="Google Shape;6353;p72"/>
            <p:cNvSpPr/>
            <p:nvPr/>
          </p:nvSpPr>
          <p:spPr>
            <a:xfrm>
              <a:off x="1428897" y="1702227"/>
              <a:ext cx="54" cy="258"/>
            </a:xfrm>
            <a:custGeom>
              <a:rect b="b" l="l" r="r" t="t"/>
              <a:pathLst>
                <a:path extrusionOk="0" h="19" w="4">
                  <a:moveTo>
                    <a:pt x="0" y="1"/>
                  </a:moveTo>
                  <a:lnTo>
                    <a:pt x="0" y="18"/>
                  </a:lnTo>
                  <a:cubicBezTo>
                    <a:pt x="0" y="15"/>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4" name="Google Shape;6354;p72"/>
            <p:cNvSpPr/>
            <p:nvPr/>
          </p:nvSpPr>
          <p:spPr>
            <a:xfrm>
              <a:off x="1455794" y="1702702"/>
              <a:ext cx="204" cy="163"/>
            </a:xfrm>
            <a:custGeom>
              <a:rect b="b" l="l" r="r" t="t"/>
              <a:pathLst>
                <a:path extrusionOk="0" h="12" w="15">
                  <a:moveTo>
                    <a:pt x="15"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5" name="Google Shape;6355;p72"/>
            <p:cNvSpPr/>
            <p:nvPr/>
          </p:nvSpPr>
          <p:spPr>
            <a:xfrm>
              <a:off x="1429562" y="1706653"/>
              <a:ext cx="109" cy="204"/>
            </a:xfrm>
            <a:custGeom>
              <a:rect b="b" l="l" r="r" t="t"/>
              <a:pathLst>
                <a:path extrusionOk="0" h="15" w="8">
                  <a:moveTo>
                    <a:pt x="0" y="0"/>
                  </a:moveTo>
                  <a:cubicBezTo>
                    <a:pt x="4" y="7"/>
                    <a:pt x="4" y="11"/>
                    <a:pt x="7" y="14"/>
                  </a:cubicBezTo>
                  <a:cubicBezTo>
                    <a:pt x="7" y="11"/>
                    <a:pt x="4"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6" name="Google Shape;6356;p72"/>
            <p:cNvSpPr/>
            <p:nvPr/>
          </p:nvSpPr>
          <p:spPr>
            <a:xfrm>
              <a:off x="1455224" y="1703042"/>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7" name="Google Shape;6357;p72"/>
            <p:cNvSpPr/>
            <p:nvPr/>
          </p:nvSpPr>
          <p:spPr>
            <a:xfrm>
              <a:off x="1482080" y="1685595"/>
              <a:ext cx="299" cy="244"/>
            </a:xfrm>
            <a:custGeom>
              <a:rect b="b" l="l" r="r" t="t"/>
              <a:pathLst>
                <a:path extrusionOk="0" h="18" w="22">
                  <a:moveTo>
                    <a:pt x="1" y="18"/>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8" name="Google Shape;6358;p72"/>
            <p:cNvSpPr/>
            <p:nvPr/>
          </p:nvSpPr>
          <p:spPr>
            <a:xfrm>
              <a:off x="1539174" y="1665486"/>
              <a:ext cx="14" cy="244"/>
            </a:xfrm>
            <a:custGeom>
              <a:rect b="b" l="l" r="r" t="t"/>
              <a:pathLst>
                <a:path extrusionOk="0" h="18" w="1">
                  <a:moveTo>
                    <a:pt x="0"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9" name="Google Shape;6359;p72"/>
            <p:cNvSpPr/>
            <p:nvPr/>
          </p:nvSpPr>
          <p:spPr>
            <a:xfrm>
              <a:off x="1539174" y="1666871"/>
              <a:ext cx="54" cy="299"/>
            </a:xfrm>
            <a:custGeom>
              <a:rect b="b" l="l" r="r" t="t"/>
              <a:pathLst>
                <a:path extrusionOk="0" h="22" w="4">
                  <a:moveTo>
                    <a:pt x="0" y="0"/>
                  </a:moveTo>
                  <a:lnTo>
                    <a:pt x="0" y="21"/>
                  </a:ln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0" name="Google Shape;6360;p72"/>
            <p:cNvSpPr/>
            <p:nvPr/>
          </p:nvSpPr>
          <p:spPr>
            <a:xfrm>
              <a:off x="1539174" y="1666396"/>
              <a:ext cx="14" cy="299"/>
            </a:xfrm>
            <a:custGeom>
              <a:rect b="b" l="l" r="r" t="t"/>
              <a:pathLst>
                <a:path extrusionOk="0" h="22" w="1">
                  <a:moveTo>
                    <a:pt x="0" y="0"/>
                  </a:moveTo>
                  <a:lnTo>
                    <a:pt x="0"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1" name="Google Shape;6361;p72"/>
            <p:cNvSpPr/>
            <p:nvPr/>
          </p:nvSpPr>
          <p:spPr>
            <a:xfrm>
              <a:off x="1485217" y="1683409"/>
              <a:ext cx="163" cy="109"/>
            </a:xfrm>
            <a:custGeom>
              <a:rect b="b" l="l" r="r" t="t"/>
              <a:pathLst>
                <a:path extrusionOk="0" h="8" w="12">
                  <a:moveTo>
                    <a:pt x="1"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2" name="Google Shape;6362;p72"/>
            <p:cNvSpPr/>
            <p:nvPr/>
          </p:nvSpPr>
          <p:spPr>
            <a:xfrm>
              <a:off x="1485407" y="1683354"/>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3" name="Google Shape;6363;p72"/>
            <p:cNvSpPr/>
            <p:nvPr/>
          </p:nvSpPr>
          <p:spPr>
            <a:xfrm>
              <a:off x="1480139" y="1687115"/>
              <a:ext cx="394" cy="339"/>
            </a:xfrm>
            <a:custGeom>
              <a:rect b="b" l="l" r="r" t="t"/>
              <a:pathLst>
                <a:path extrusionOk="0" h="25" w="29">
                  <a:moveTo>
                    <a:pt x="0" y="25"/>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4" name="Google Shape;6364;p72"/>
            <p:cNvSpPr/>
            <p:nvPr/>
          </p:nvSpPr>
          <p:spPr>
            <a:xfrm>
              <a:off x="1539174" y="1665052"/>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5" name="Google Shape;6365;p72"/>
            <p:cNvSpPr/>
            <p:nvPr/>
          </p:nvSpPr>
          <p:spPr>
            <a:xfrm>
              <a:off x="1485556" y="1683259"/>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6" name="Google Shape;6366;p72"/>
            <p:cNvSpPr/>
            <p:nvPr/>
          </p:nvSpPr>
          <p:spPr>
            <a:xfrm>
              <a:off x="1483845" y="1684264"/>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7" name="Google Shape;6367;p72"/>
            <p:cNvSpPr/>
            <p:nvPr/>
          </p:nvSpPr>
          <p:spPr>
            <a:xfrm>
              <a:off x="1484646" y="1683789"/>
              <a:ext cx="204" cy="109"/>
            </a:xfrm>
            <a:custGeom>
              <a:rect b="b" l="l" r="r" t="t"/>
              <a:pathLst>
                <a:path extrusionOk="0" h="8" w="15">
                  <a:moveTo>
                    <a:pt x="1" y="7"/>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8" name="Google Shape;6368;p72"/>
            <p:cNvSpPr/>
            <p:nvPr/>
          </p:nvSpPr>
          <p:spPr>
            <a:xfrm>
              <a:off x="1484415" y="1683924"/>
              <a:ext cx="204" cy="163"/>
            </a:xfrm>
            <a:custGeom>
              <a:rect b="b" l="l" r="r" t="t"/>
              <a:pathLst>
                <a:path extrusionOk="0" h="12" w="15">
                  <a:moveTo>
                    <a:pt x="0" y="1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9" name="Google Shape;6369;p72"/>
            <p:cNvSpPr/>
            <p:nvPr/>
          </p:nvSpPr>
          <p:spPr>
            <a:xfrm>
              <a:off x="1484130" y="1684115"/>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0" name="Google Shape;6370;p72"/>
            <p:cNvSpPr/>
            <p:nvPr/>
          </p:nvSpPr>
          <p:spPr>
            <a:xfrm>
              <a:off x="1485026" y="1683544"/>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1" name="Google Shape;6371;p72"/>
            <p:cNvSpPr/>
            <p:nvPr/>
          </p:nvSpPr>
          <p:spPr>
            <a:xfrm>
              <a:off x="1539309" y="1668392"/>
              <a:ext cx="68" cy="339"/>
            </a:xfrm>
            <a:custGeom>
              <a:rect b="b" l="l" r="r" t="t"/>
              <a:pathLst>
                <a:path extrusionOk="0" h="25" w="5">
                  <a:moveTo>
                    <a:pt x="1" y="0"/>
                  </a:moveTo>
                  <a:cubicBezTo>
                    <a:pt x="1" y="7"/>
                    <a:pt x="1" y="18"/>
                    <a:pt x="4" y="25"/>
                  </a:cubicBezTo>
                  <a:cubicBezTo>
                    <a:pt x="1" y="18"/>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2" name="Google Shape;6372;p72"/>
            <p:cNvSpPr/>
            <p:nvPr/>
          </p:nvSpPr>
          <p:spPr>
            <a:xfrm>
              <a:off x="1539214" y="1667346"/>
              <a:ext cx="14" cy="299"/>
            </a:xfrm>
            <a:custGeom>
              <a:rect b="b" l="l" r="r" t="t"/>
              <a:pathLst>
                <a:path extrusionOk="0" h="22" w="1">
                  <a:moveTo>
                    <a:pt x="1" y="0"/>
                  </a:moveTo>
                  <a:lnTo>
                    <a:pt x="1" y="21"/>
                  </a:lnTo>
                  <a:cubicBezTo>
                    <a:pt x="1" y="14"/>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3" name="Google Shape;6373;p72"/>
            <p:cNvSpPr/>
            <p:nvPr/>
          </p:nvSpPr>
          <p:spPr>
            <a:xfrm>
              <a:off x="1484836" y="1683639"/>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4" name="Google Shape;6374;p72"/>
            <p:cNvSpPr/>
            <p:nvPr/>
          </p:nvSpPr>
          <p:spPr>
            <a:xfrm>
              <a:off x="1485692" y="1683164"/>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5" name="Google Shape;6375;p72"/>
            <p:cNvSpPr/>
            <p:nvPr/>
          </p:nvSpPr>
          <p:spPr>
            <a:xfrm>
              <a:off x="1539269" y="1667862"/>
              <a:ext cx="14" cy="299"/>
            </a:xfrm>
            <a:custGeom>
              <a:rect b="b" l="l" r="r" t="t"/>
              <a:pathLst>
                <a:path extrusionOk="0" h="22" w="1">
                  <a:moveTo>
                    <a:pt x="0" y="1"/>
                  </a:moveTo>
                  <a:lnTo>
                    <a:pt x="0" y="22"/>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6" name="Google Shape;6376;p72"/>
            <p:cNvSpPr/>
            <p:nvPr/>
          </p:nvSpPr>
          <p:spPr>
            <a:xfrm>
              <a:off x="1485787" y="1683164"/>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7" name="Google Shape;6377;p72"/>
            <p:cNvSpPr/>
            <p:nvPr/>
          </p:nvSpPr>
          <p:spPr>
            <a:xfrm>
              <a:off x="1539269" y="1663300"/>
              <a:ext cx="54" cy="584"/>
            </a:xfrm>
            <a:custGeom>
              <a:rect b="b" l="l" r="r" t="t"/>
              <a:pathLst>
                <a:path extrusionOk="0" h="43" w="4">
                  <a:moveTo>
                    <a:pt x="4" y="0"/>
                  </a:moveTo>
                  <a:cubicBezTo>
                    <a:pt x="0" y="14"/>
                    <a:pt x="0" y="28"/>
                    <a:pt x="0" y="42"/>
                  </a:cubicBezTo>
                  <a:cubicBezTo>
                    <a:pt x="0" y="28"/>
                    <a:pt x="4" y="1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8" name="Google Shape;6378;p72"/>
            <p:cNvSpPr/>
            <p:nvPr/>
          </p:nvSpPr>
          <p:spPr>
            <a:xfrm>
              <a:off x="1539269" y="1663911"/>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9" name="Google Shape;6379;p72"/>
            <p:cNvSpPr/>
            <p:nvPr/>
          </p:nvSpPr>
          <p:spPr>
            <a:xfrm>
              <a:off x="1529099" y="1659634"/>
              <a:ext cx="244" cy="68"/>
            </a:xfrm>
            <a:custGeom>
              <a:rect b="b" l="l" r="r" t="t"/>
              <a:pathLst>
                <a:path extrusionOk="0" h="5" w="18">
                  <a:moveTo>
                    <a:pt x="0" y="4"/>
                  </a:moveTo>
                  <a:cubicBezTo>
                    <a:pt x="4" y="1"/>
                    <a:pt x="11" y="1"/>
                    <a:pt x="18" y="1"/>
                  </a:cubicBezTo>
                  <a:cubicBezTo>
                    <a:pt x="11" y="1"/>
                    <a:pt x="4" y="1"/>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0" name="Google Shape;6380;p72"/>
            <p:cNvSpPr/>
            <p:nvPr/>
          </p:nvSpPr>
          <p:spPr>
            <a:xfrm>
              <a:off x="1482460" y="1685309"/>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1" name="Google Shape;6381;p72"/>
            <p:cNvSpPr/>
            <p:nvPr/>
          </p:nvSpPr>
          <p:spPr>
            <a:xfrm>
              <a:off x="1482840" y="1685024"/>
              <a:ext cx="299" cy="204"/>
            </a:xfrm>
            <a:custGeom>
              <a:rect b="b" l="l" r="r" t="t"/>
              <a:pathLst>
                <a:path extrusionOk="0" h="15" w="22">
                  <a:moveTo>
                    <a:pt x="1" y="14"/>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2" name="Google Shape;6382;p72"/>
            <p:cNvSpPr/>
            <p:nvPr/>
          </p:nvSpPr>
          <p:spPr>
            <a:xfrm>
              <a:off x="1481605" y="1685975"/>
              <a:ext cx="353" cy="244"/>
            </a:xfrm>
            <a:custGeom>
              <a:rect b="b" l="l" r="r" t="t"/>
              <a:pathLst>
                <a:path extrusionOk="0" h="18" w="26">
                  <a:moveTo>
                    <a:pt x="1" y="18"/>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3" name="Google Shape;6383;p72"/>
            <p:cNvSpPr/>
            <p:nvPr/>
          </p:nvSpPr>
          <p:spPr>
            <a:xfrm>
              <a:off x="1539214" y="1664672"/>
              <a:ext cx="14" cy="258"/>
            </a:xfrm>
            <a:custGeom>
              <a:rect b="b" l="l" r="r" t="t"/>
              <a:pathLst>
                <a:path extrusionOk="0" h="19" w="1">
                  <a:moveTo>
                    <a:pt x="1" y="1"/>
                  </a:moveTo>
                  <a:lnTo>
                    <a:pt x="1" y="18"/>
                  </a:ln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4" name="Google Shape;6384;p72"/>
            <p:cNvSpPr/>
            <p:nvPr/>
          </p:nvSpPr>
          <p:spPr>
            <a:xfrm>
              <a:off x="1539214" y="1664291"/>
              <a:ext cx="14" cy="258"/>
            </a:xfrm>
            <a:custGeom>
              <a:rect b="b" l="l" r="r" t="t"/>
              <a:pathLst>
                <a:path extrusionOk="0" h="19" w="1">
                  <a:moveTo>
                    <a:pt x="1" y="1"/>
                  </a:moveTo>
                  <a:lnTo>
                    <a:pt x="1" y="18"/>
                  </a:lnTo>
                  <a:cubicBezTo>
                    <a:pt x="1" y="11"/>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5" name="Google Shape;6385;p72"/>
            <p:cNvSpPr/>
            <p:nvPr/>
          </p:nvSpPr>
          <p:spPr>
            <a:xfrm>
              <a:off x="1479568" y="1687536"/>
              <a:ext cx="434" cy="394"/>
            </a:xfrm>
            <a:custGeom>
              <a:rect b="b" l="l" r="r" t="t"/>
              <a:pathLst>
                <a:path extrusionOk="0" h="29" w="32">
                  <a:moveTo>
                    <a:pt x="0" y="29"/>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6" name="Google Shape;6386;p72"/>
            <p:cNvSpPr/>
            <p:nvPr/>
          </p:nvSpPr>
          <p:spPr>
            <a:xfrm>
              <a:off x="1485882" y="1683123"/>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7" name="Google Shape;6387;p72"/>
            <p:cNvSpPr/>
            <p:nvPr/>
          </p:nvSpPr>
          <p:spPr>
            <a:xfrm>
              <a:off x="1486167" y="16830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8" name="Google Shape;6388;p72"/>
            <p:cNvSpPr/>
            <p:nvPr/>
          </p:nvSpPr>
          <p:spPr>
            <a:xfrm>
              <a:off x="1485977" y="1683123"/>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9" name="Google Shape;6389;p72"/>
            <p:cNvSpPr/>
            <p:nvPr/>
          </p:nvSpPr>
          <p:spPr>
            <a:xfrm>
              <a:off x="1481184" y="1686301"/>
              <a:ext cx="339" cy="299"/>
            </a:xfrm>
            <a:custGeom>
              <a:rect b="b" l="l" r="r" t="t"/>
              <a:pathLst>
                <a:path extrusionOk="0" h="22" w="25">
                  <a:moveTo>
                    <a:pt x="0" y="22"/>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0" name="Google Shape;6390;p72"/>
            <p:cNvSpPr/>
            <p:nvPr/>
          </p:nvSpPr>
          <p:spPr>
            <a:xfrm>
              <a:off x="1486031" y="168306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1" name="Google Shape;6391;p72"/>
            <p:cNvSpPr/>
            <p:nvPr/>
          </p:nvSpPr>
          <p:spPr>
            <a:xfrm>
              <a:off x="1486072" y="1683069"/>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2" name="Google Shape;6392;p72"/>
            <p:cNvSpPr/>
            <p:nvPr/>
          </p:nvSpPr>
          <p:spPr>
            <a:xfrm>
              <a:off x="1480654" y="1686681"/>
              <a:ext cx="394" cy="353"/>
            </a:xfrm>
            <a:custGeom>
              <a:rect b="b" l="l" r="r" t="t"/>
              <a:pathLst>
                <a:path extrusionOk="0" h="26" w="29">
                  <a:moveTo>
                    <a:pt x="1" y="25"/>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3" name="Google Shape;6393;p72"/>
            <p:cNvSpPr/>
            <p:nvPr/>
          </p:nvSpPr>
          <p:spPr>
            <a:xfrm>
              <a:off x="1483221" y="1684739"/>
              <a:ext cx="258" cy="204"/>
            </a:xfrm>
            <a:custGeom>
              <a:rect b="b" l="l" r="r" t="t"/>
              <a:pathLst>
                <a:path extrusionOk="0" h="15" w="19">
                  <a:moveTo>
                    <a:pt x="1"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4" name="Google Shape;6394;p72"/>
            <p:cNvSpPr/>
            <p:nvPr/>
          </p:nvSpPr>
          <p:spPr>
            <a:xfrm>
              <a:off x="1539364" y="1668962"/>
              <a:ext cx="54" cy="339"/>
            </a:xfrm>
            <a:custGeom>
              <a:rect b="b" l="l" r="r" t="t"/>
              <a:pathLst>
                <a:path extrusionOk="0" h="25" w="4">
                  <a:moveTo>
                    <a:pt x="0" y="0"/>
                  </a:moveTo>
                  <a:cubicBezTo>
                    <a:pt x="0" y="7"/>
                    <a:pt x="4" y="14"/>
                    <a:pt x="4" y="25"/>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5" name="Google Shape;6395;p72"/>
            <p:cNvSpPr/>
            <p:nvPr/>
          </p:nvSpPr>
          <p:spPr>
            <a:xfrm>
              <a:off x="1483560" y="1684495"/>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6" name="Google Shape;6396;p72"/>
            <p:cNvSpPr/>
            <p:nvPr/>
          </p:nvSpPr>
          <p:spPr>
            <a:xfrm>
              <a:off x="1539459" y="1669532"/>
              <a:ext cx="54" cy="339"/>
            </a:xfrm>
            <a:custGeom>
              <a:rect b="b" l="l" r="r" t="t"/>
              <a:pathLst>
                <a:path extrusionOk="0" h="25" w="4">
                  <a:moveTo>
                    <a:pt x="0" y="0"/>
                  </a:moveTo>
                  <a:lnTo>
                    <a:pt x="4"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7" name="Google Shape;6397;p72"/>
            <p:cNvSpPr/>
            <p:nvPr/>
          </p:nvSpPr>
          <p:spPr>
            <a:xfrm>
              <a:off x="1979940" y="1694338"/>
              <a:ext cx="92083" cy="65769"/>
            </a:xfrm>
            <a:custGeom>
              <a:rect b="b" l="l" r="r" t="t"/>
              <a:pathLst>
                <a:path extrusionOk="0" h="4844" w="6782">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8" name="Google Shape;6398;p72"/>
            <p:cNvSpPr/>
            <p:nvPr/>
          </p:nvSpPr>
          <p:spPr>
            <a:xfrm>
              <a:off x="2067501" y="1729043"/>
              <a:ext cx="4956" cy="3069"/>
            </a:xfrm>
            <a:custGeom>
              <a:rect b="b" l="l" r="r" t="t"/>
              <a:pathLst>
                <a:path extrusionOk="0" h="226" w="365">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9" name="Google Shape;6399;p72"/>
            <p:cNvSpPr/>
            <p:nvPr/>
          </p:nvSpPr>
          <p:spPr>
            <a:xfrm>
              <a:off x="1993626" y="1750237"/>
              <a:ext cx="68" cy="149"/>
            </a:xfrm>
            <a:custGeom>
              <a:rect b="b" l="l" r="r" t="t"/>
              <a:pathLst>
                <a:path extrusionOk="0" h="11" w="5">
                  <a:moveTo>
                    <a:pt x="4"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0" name="Google Shape;6400;p72"/>
            <p:cNvSpPr/>
            <p:nvPr/>
          </p:nvSpPr>
          <p:spPr>
            <a:xfrm>
              <a:off x="1993870" y="1750767"/>
              <a:ext cx="204" cy="394"/>
            </a:xfrm>
            <a:custGeom>
              <a:rect b="b" l="l" r="r" t="t"/>
              <a:pathLst>
                <a:path extrusionOk="0" h="29" w="15">
                  <a:moveTo>
                    <a:pt x="14" y="28"/>
                  </a:moveTo>
                  <a:lnTo>
                    <a:pt x="14" y="2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1" name="Google Shape;6401;p72"/>
            <p:cNvSpPr/>
            <p:nvPr/>
          </p:nvSpPr>
          <p:spPr>
            <a:xfrm>
              <a:off x="1993490" y="174976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2" name="Google Shape;6402;p72"/>
            <p:cNvSpPr/>
            <p:nvPr/>
          </p:nvSpPr>
          <p:spPr>
            <a:xfrm>
              <a:off x="1993490" y="1749898"/>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3" name="Google Shape;6403;p72"/>
            <p:cNvSpPr/>
            <p:nvPr/>
          </p:nvSpPr>
          <p:spPr>
            <a:xfrm>
              <a:off x="1993436" y="1749667"/>
              <a:ext cx="14" cy="109"/>
            </a:xfrm>
            <a:custGeom>
              <a:rect b="b" l="l" r="r" t="t"/>
              <a:pathLst>
                <a:path extrusionOk="0" h="8" w="1">
                  <a:moveTo>
                    <a:pt x="1" y="7"/>
                  </a:moveTo>
                  <a:lnTo>
                    <a:pt x="1" y="0"/>
                  </a:lnTo>
                  <a:cubicBezTo>
                    <a:pt x="1" y="4"/>
                    <a:pt x="1" y="4"/>
                    <a:pt x="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4" name="Google Shape;6404;p72"/>
            <p:cNvSpPr/>
            <p:nvPr/>
          </p:nvSpPr>
          <p:spPr>
            <a:xfrm>
              <a:off x="1983552" y="1708690"/>
              <a:ext cx="68" cy="68"/>
            </a:xfrm>
            <a:custGeom>
              <a:rect b="b" l="l" r="r" t="t"/>
              <a:pathLst>
                <a:path extrusionOk="0" h="5" w="5">
                  <a:moveTo>
                    <a:pt x="1" y="1"/>
                  </a:moveTo>
                  <a:lnTo>
                    <a:pt x="1" y="4"/>
                  </a:ln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5" name="Google Shape;6405;p72"/>
            <p:cNvSpPr/>
            <p:nvPr/>
          </p:nvSpPr>
          <p:spPr>
            <a:xfrm>
              <a:off x="1993721" y="1750481"/>
              <a:ext cx="163" cy="244"/>
            </a:xfrm>
            <a:custGeom>
              <a:rect b="b" l="l" r="r" t="t"/>
              <a:pathLst>
                <a:path extrusionOk="0" h="18" w="12">
                  <a:moveTo>
                    <a:pt x="11" y="1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6" name="Google Shape;6406;p72"/>
            <p:cNvSpPr/>
            <p:nvPr/>
          </p:nvSpPr>
          <p:spPr>
            <a:xfrm>
              <a:off x="1993531" y="1750047"/>
              <a:ext cx="68" cy="109"/>
            </a:xfrm>
            <a:custGeom>
              <a:rect b="b" l="l" r="r" t="t"/>
              <a:pathLst>
                <a:path extrusionOk="0" h="8" w="5">
                  <a:moveTo>
                    <a:pt x="4"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7" name="Google Shape;6407;p72"/>
            <p:cNvSpPr/>
            <p:nvPr/>
          </p:nvSpPr>
          <p:spPr>
            <a:xfrm>
              <a:off x="1983647" y="1708500"/>
              <a:ext cx="204" cy="204"/>
            </a:xfrm>
            <a:custGeom>
              <a:rect b="b" l="l" r="r" t="t"/>
              <a:pathLst>
                <a:path extrusionOk="0" h="15" w="15">
                  <a:moveTo>
                    <a:pt x="15" y="1"/>
                  </a:moveTo>
                  <a:cubicBezTo>
                    <a:pt x="11" y="4"/>
                    <a:pt x="8" y="11"/>
                    <a:pt x="1" y="15"/>
                  </a:cubicBezTo>
                  <a:cubicBezTo>
                    <a:pt x="8" y="11"/>
                    <a:pt x="11" y="4"/>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8" name="Google Shape;6408;p72"/>
            <p:cNvSpPr/>
            <p:nvPr/>
          </p:nvSpPr>
          <p:spPr>
            <a:xfrm>
              <a:off x="2035703" y="1698520"/>
              <a:ext cx="204" cy="109"/>
            </a:xfrm>
            <a:custGeom>
              <a:rect b="b" l="l" r="r" t="t"/>
              <a:pathLst>
                <a:path extrusionOk="0" h="8" w="15">
                  <a:moveTo>
                    <a:pt x="0" y="1"/>
                  </a:moveTo>
                  <a:lnTo>
                    <a:pt x="1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9" name="Google Shape;6409;p72"/>
            <p:cNvSpPr/>
            <p:nvPr/>
          </p:nvSpPr>
          <p:spPr>
            <a:xfrm>
              <a:off x="2065505" y="1706314"/>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0" name="Google Shape;6410;p72"/>
            <p:cNvSpPr/>
            <p:nvPr/>
          </p:nvSpPr>
          <p:spPr>
            <a:xfrm>
              <a:off x="2066266" y="1706409"/>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1" name="Google Shape;6411;p72"/>
            <p:cNvSpPr/>
            <p:nvPr/>
          </p:nvSpPr>
          <p:spPr>
            <a:xfrm>
              <a:off x="2067257" y="170646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2" name="Google Shape;6412;p72"/>
            <p:cNvSpPr/>
            <p:nvPr/>
          </p:nvSpPr>
          <p:spPr>
            <a:xfrm>
              <a:off x="2068357" y="170650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3" name="Google Shape;6413;p72"/>
            <p:cNvSpPr/>
            <p:nvPr/>
          </p:nvSpPr>
          <p:spPr>
            <a:xfrm>
              <a:off x="2071819" y="170640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4" name="Google Shape;6414;p72"/>
            <p:cNvSpPr/>
            <p:nvPr/>
          </p:nvSpPr>
          <p:spPr>
            <a:xfrm>
              <a:off x="2145164" y="1665201"/>
              <a:ext cx="22919" cy="11663"/>
            </a:xfrm>
            <a:custGeom>
              <a:rect b="b" l="l" r="r" t="t"/>
              <a:pathLst>
                <a:path extrusionOk="0" h="859" w="1688">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5" name="Google Shape;6415;p72"/>
            <p:cNvSpPr/>
            <p:nvPr/>
          </p:nvSpPr>
          <p:spPr>
            <a:xfrm>
              <a:off x="2165463" y="166871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6" name="Google Shape;6416;p72"/>
            <p:cNvSpPr/>
            <p:nvPr/>
          </p:nvSpPr>
          <p:spPr>
            <a:xfrm>
              <a:off x="2165028" y="1668908"/>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7" name="Google Shape;6417;p72"/>
            <p:cNvSpPr/>
            <p:nvPr/>
          </p:nvSpPr>
          <p:spPr>
            <a:xfrm>
              <a:off x="2167880" y="1666776"/>
              <a:ext cx="204" cy="149"/>
            </a:xfrm>
            <a:custGeom>
              <a:rect b="b" l="l" r="r" t="t"/>
              <a:pathLst>
                <a:path extrusionOk="0" h="11" w="15">
                  <a:moveTo>
                    <a:pt x="1" y="11"/>
                  </a:moveTo>
                  <a:lnTo>
                    <a:pt x="15" y="0"/>
                  </a:ln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8" name="Google Shape;6418;p72"/>
            <p:cNvSpPr/>
            <p:nvPr/>
          </p:nvSpPr>
          <p:spPr>
            <a:xfrm>
              <a:off x="2167404" y="1667197"/>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9" name="Google Shape;6419;p72"/>
            <p:cNvSpPr/>
            <p:nvPr/>
          </p:nvSpPr>
          <p:spPr>
            <a:xfrm>
              <a:off x="2151437" y="1676701"/>
              <a:ext cx="394" cy="68"/>
            </a:xfrm>
            <a:custGeom>
              <a:rect b="b" l="l" r="r" t="t"/>
              <a:pathLst>
                <a:path extrusionOk="0" h="5" w="29">
                  <a:moveTo>
                    <a:pt x="2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0" name="Google Shape;6420;p72"/>
            <p:cNvSpPr/>
            <p:nvPr/>
          </p:nvSpPr>
          <p:spPr>
            <a:xfrm>
              <a:off x="2152917" y="1676470"/>
              <a:ext cx="339" cy="109"/>
            </a:xfrm>
            <a:custGeom>
              <a:rect b="b" l="l" r="r" t="t"/>
              <a:pathLst>
                <a:path extrusionOk="0" h="8" w="25">
                  <a:moveTo>
                    <a:pt x="2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1" name="Google Shape;6421;p72"/>
            <p:cNvSpPr/>
            <p:nvPr/>
          </p:nvSpPr>
          <p:spPr>
            <a:xfrm>
              <a:off x="2152198" y="1676606"/>
              <a:ext cx="394" cy="68"/>
            </a:xfrm>
            <a:custGeom>
              <a:rect b="b" l="l" r="r" t="t"/>
              <a:pathLst>
                <a:path extrusionOk="0" h="5" w="29">
                  <a:moveTo>
                    <a:pt x="2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2" name="Google Shape;6422;p72"/>
            <p:cNvSpPr/>
            <p:nvPr/>
          </p:nvSpPr>
          <p:spPr>
            <a:xfrm>
              <a:off x="2150962" y="167685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3" name="Google Shape;6423;p72"/>
            <p:cNvSpPr/>
            <p:nvPr/>
          </p:nvSpPr>
          <p:spPr>
            <a:xfrm>
              <a:off x="2154913" y="1676036"/>
              <a:ext cx="299" cy="109"/>
            </a:xfrm>
            <a:custGeom>
              <a:rect b="b" l="l" r="r" t="t"/>
              <a:pathLst>
                <a:path extrusionOk="0" h="8" w="22">
                  <a:moveTo>
                    <a:pt x="2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4" name="Google Shape;6424;p72"/>
            <p:cNvSpPr/>
            <p:nvPr/>
          </p:nvSpPr>
          <p:spPr>
            <a:xfrm>
              <a:off x="2153528" y="1676375"/>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5" name="Google Shape;6425;p72"/>
            <p:cNvSpPr/>
            <p:nvPr/>
          </p:nvSpPr>
          <p:spPr>
            <a:xfrm>
              <a:off x="2154098" y="1676280"/>
              <a:ext cx="258" cy="54"/>
            </a:xfrm>
            <a:custGeom>
              <a:rect b="b" l="l" r="r" t="t"/>
              <a:pathLst>
                <a:path extrusionOk="0" h="4" w="19">
                  <a:moveTo>
                    <a:pt x="1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6" name="Google Shape;6426;p72"/>
            <p:cNvSpPr/>
            <p:nvPr/>
          </p:nvSpPr>
          <p:spPr>
            <a:xfrm>
              <a:off x="2154533" y="1676131"/>
              <a:ext cx="244" cy="109"/>
            </a:xfrm>
            <a:custGeom>
              <a:rect b="b" l="l" r="r" t="t"/>
              <a:pathLst>
                <a:path extrusionOk="0" h="8" w="18">
                  <a:moveTo>
                    <a:pt x="18"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7" name="Google Shape;6427;p72"/>
            <p:cNvSpPr/>
            <p:nvPr/>
          </p:nvSpPr>
          <p:spPr>
            <a:xfrm>
              <a:off x="2164703" y="1669098"/>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8" name="Google Shape;6428;p72"/>
            <p:cNvSpPr/>
            <p:nvPr/>
          </p:nvSpPr>
          <p:spPr>
            <a:xfrm>
              <a:off x="2145450" y="1667387"/>
              <a:ext cx="1018" cy="109"/>
            </a:xfrm>
            <a:custGeom>
              <a:rect b="b" l="l" r="r" t="t"/>
              <a:pathLst>
                <a:path extrusionOk="0" h="8" w="75">
                  <a:moveTo>
                    <a:pt x="1" y="1"/>
                  </a:moveTo>
                  <a:lnTo>
                    <a:pt x="74" y="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9" name="Google Shape;6429;p72"/>
            <p:cNvSpPr/>
            <p:nvPr/>
          </p:nvSpPr>
          <p:spPr>
            <a:xfrm>
              <a:off x="2166888" y="1665201"/>
              <a:ext cx="299" cy="149"/>
            </a:xfrm>
            <a:custGeom>
              <a:rect b="b" l="l" r="r" t="t"/>
              <a:pathLst>
                <a:path extrusionOk="0" h="11" w="22">
                  <a:moveTo>
                    <a:pt x="0" y="11"/>
                  </a:moveTo>
                  <a:lnTo>
                    <a:pt x="18" y="0"/>
                  </a:lnTo>
                  <a:lnTo>
                    <a:pt x="21" y="7"/>
                  </a:ln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0" name="Google Shape;6430;p72"/>
            <p:cNvSpPr/>
            <p:nvPr/>
          </p:nvSpPr>
          <p:spPr>
            <a:xfrm>
              <a:off x="2146590" y="1667482"/>
              <a:ext cx="964" cy="68"/>
            </a:xfrm>
            <a:custGeom>
              <a:rect b="b" l="l" r="r" t="t"/>
              <a:pathLst>
                <a:path extrusionOk="0" h="5" w="71">
                  <a:moveTo>
                    <a:pt x="7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1" name="Google Shape;6431;p72"/>
            <p:cNvSpPr/>
            <p:nvPr/>
          </p:nvSpPr>
          <p:spPr>
            <a:xfrm>
              <a:off x="2167174" y="1665296"/>
              <a:ext cx="720" cy="1154"/>
            </a:xfrm>
            <a:custGeom>
              <a:rect b="b" l="l" r="r" t="t"/>
              <a:pathLst>
                <a:path extrusionOk="0" h="85" w="53">
                  <a:moveTo>
                    <a:pt x="0" y="0"/>
                  </a:moveTo>
                  <a:cubicBezTo>
                    <a:pt x="14" y="21"/>
                    <a:pt x="35" y="53"/>
                    <a:pt x="53" y="85"/>
                  </a:cubicBezTo>
                  <a:cubicBezTo>
                    <a:pt x="35" y="53"/>
                    <a:pt x="18" y="2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2" name="Google Shape;6432;p72"/>
            <p:cNvSpPr/>
            <p:nvPr/>
          </p:nvSpPr>
          <p:spPr>
            <a:xfrm>
              <a:off x="2167934" y="1666532"/>
              <a:ext cx="149" cy="258"/>
            </a:xfrm>
            <a:custGeom>
              <a:rect b="b" l="l" r="r" t="t"/>
              <a:pathLst>
                <a:path extrusionOk="0" h="19" w="11">
                  <a:moveTo>
                    <a:pt x="11" y="18"/>
                  </a:moveTo>
                  <a:lnTo>
                    <a:pt x="11" y="18"/>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3" name="Google Shape;6433;p72"/>
            <p:cNvSpPr/>
            <p:nvPr/>
          </p:nvSpPr>
          <p:spPr>
            <a:xfrm>
              <a:off x="2167119" y="1665201"/>
              <a:ext cx="109" cy="109"/>
            </a:xfrm>
            <a:custGeom>
              <a:rect b="b" l="l" r="r" t="t"/>
              <a:pathLst>
                <a:path extrusionOk="0" h="8" w="8">
                  <a:moveTo>
                    <a:pt x="1" y="0"/>
                  </a:moveTo>
                  <a:lnTo>
                    <a:pt x="1" y="0"/>
                  </a:lnTo>
                  <a:lnTo>
                    <a:pt x="8" y="7"/>
                  </a:ln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4" name="Google Shape;6434;p72"/>
            <p:cNvSpPr/>
            <p:nvPr/>
          </p:nvSpPr>
          <p:spPr>
            <a:xfrm>
              <a:off x="2196637" y="1711826"/>
              <a:ext cx="45172" cy="43706"/>
            </a:xfrm>
            <a:custGeom>
              <a:rect b="b" l="l" r="r" t="t"/>
              <a:pathLst>
                <a:path extrusionOk="0" h="3219" w="3327">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5" name="Google Shape;6435;p72"/>
            <p:cNvSpPr/>
            <p:nvPr/>
          </p:nvSpPr>
          <p:spPr>
            <a:xfrm>
              <a:off x="2220411" y="1765512"/>
              <a:ext cx="17176" cy="3557"/>
            </a:xfrm>
            <a:custGeom>
              <a:rect b="b" l="l" r="r" t="t"/>
              <a:pathLst>
                <a:path extrusionOk="0" h="262" w="1265">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6" name="Google Shape;6436;p72"/>
            <p:cNvSpPr/>
            <p:nvPr/>
          </p:nvSpPr>
          <p:spPr>
            <a:xfrm>
              <a:off x="2239039" y="1718289"/>
              <a:ext cx="109" cy="163"/>
            </a:xfrm>
            <a:custGeom>
              <a:rect b="b" l="l" r="r" t="t"/>
              <a:pathLst>
                <a:path extrusionOk="0" h="12" w="8">
                  <a:moveTo>
                    <a:pt x="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7" name="Google Shape;6437;p72"/>
            <p:cNvSpPr/>
            <p:nvPr/>
          </p:nvSpPr>
          <p:spPr>
            <a:xfrm>
              <a:off x="2241701" y="1713591"/>
              <a:ext cx="68" cy="489"/>
            </a:xfrm>
            <a:custGeom>
              <a:rect b="b" l="l" r="r" t="t"/>
              <a:pathLst>
                <a:path extrusionOk="0" h="36" w="5">
                  <a:moveTo>
                    <a:pt x="1" y="0"/>
                  </a:moveTo>
                  <a:cubicBezTo>
                    <a:pt x="1" y="11"/>
                    <a:pt x="1" y="25"/>
                    <a:pt x="4" y="35"/>
                  </a:cubicBezTo>
                  <a:cubicBezTo>
                    <a:pt x="1" y="25"/>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8" name="Google Shape;6438;p72"/>
            <p:cNvSpPr/>
            <p:nvPr/>
          </p:nvSpPr>
          <p:spPr>
            <a:xfrm>
              <a:off x="2239515" y="1717529"/>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9" name="Google Shape;6439;p72"/>
            <p:cNvSpPr/>
            <p:nvPr/>
          </p:nvSpPr>
          <p:spPr>
            <a:xfrm>
              <a:off x="2241415" y="1712397"/>
              <a:ext cx="109" cy="394"/>
            </a:xfrm>
            <a:custGeom>
              <a:rect b="b" l="l" r="r" t="t"/>
              <a:pathLst>
                <a:path extrusionOk="0" h="29" w="8">
                  <a:moveTo>
                    <a:pt x="1" y="1"/>
                  </a:moveTo>
                  <a:cubicBezTo>
                    <a:pt x="4" y="11"/>
                    <a:pt x="8" y="22"/>
                    <a:pt x="8" y="29"/>
                  </a:cubicBezTo>
                  <a:cubicBezTo>
                    <a:pt x="8" y="22"/>
                    <a:pt x="4"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0" name="Google Shape;6440;p72"/>
            <p:cNvSpPr/>
            <p:nvPr/>
          </p:nvSpPr>
          <p:spPr>
            <a:xfrm>
              <a:off x="2241415" y="1712166"/>
              <a:ext cx="14" cy="109"/>
            </a:xfrm>
            <a:custGeom>
              <a:rect b="b" l="l" r="r" t="t"/>
              <a:pathLst>
                <a:path extrusionOk="0" h="8" w="1">
                  <a:moveTo>
                    <a:pt x="1" y="7"/>
                  </a:moveTo>
                  <a:lnTo>
                    <a:pt x="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1" name="Google Shape;6441;p72"/>
            <p:cNvSpPr/>
            <p:nvPr/>
          </p:nvSpPr>
          <p:spPr>
            <a:xfrm>
              <a:off x="2239324" y="1717963"/>
              <a:ext cx="109" cy="149"/>
            </a:xfrm>
            <a:custGeom>
              <a:rect b="b" l="l" r="r" t="t"/>
              <a:pathLst>
                <a:path extrusionOk="0" h="11" w="8">
                  <a:moveTo>
                    <a:pt x="8" y="0"/>
                  </a:moveTo>
                  <a:lnTo>
                    <a:pt x="8" y="0"/>
                  </a:lnTo>
                  <a:cubicBezTo>
                    <a:pt x="4" y="4"/>
                    <a:pt x="4" y="7"/>
                    <a:pt x="1" y="11"/>
                  </a:cubicBezTo>
                  <a:cubicBezTo>
                    <a:pt x="4" y="7"/>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2" name="Google Shape;6442;p72"/>
            <p:cNvSpPr/>
            <p:nvPr/>
          </p:nvSpPr>
          <p:spPr>
            <a:xfrm>
              <a:off x="2238618" y="1718764"/>
              <a:ext cx="149" cy="163"/>
            </a:xfrm>
            <a:custGeom>
              <a:rect b="b" l="l" r="r" t="t"/>
              <a:pathLst>
                <a:path extrusionOk="0" h="12" w="11">
                  <a:moveTo>
                    <a:pt x="0" y="1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3" name="Google Shape;6443;p72"/>
            <p:cNvSpPr/>
            <p:nvPr/>
          </p:nvSpPr>
          <p:spPr>
            <a:xfrm>
              <a:off x="2241605" y="1713062"/>
              <a:ext cx="68" cy="353"/>
            </a:xfrm>
            <a:custGeom>
              <a:rect b="b" l="l" r="r" t="t"/>
              <a:pathLst>
                <a:path extrusionOk="0" h="26" w="5">
                  <a:moveTo>
                    <a:pt x="1" y="1"/>
                  </a:moveTo>
                  <a:cubicBezTo>
                    <a:pt x="1" y="8"/>
                    <a:pt x="4" y="15"/>
                    <a:pt x="4" y="25"/>
                  </a:cubicBezTo>
                  <a:cubicBezTo>
                    <a:pt x="4" y="15"/>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4" name="Google Shape;6444;p72"/>
            <p:cNvSpPr/>
            <p:nvPr/>
          </p:nvSpPr>
          <p:spPr>
            <a:xfrm>
              <a:off x="2196637" y="1727427"/>
              <a:ext cx="1398" cy="2620"/>
            </a:xfrm>
            <a:custGeom>
              <a:rect b="b" l="l" r="r" t="t"/>
              <a:pathLst>
                <a:path extrusionOk="0" h="193" w="103">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5" name="Google Shape;6445;p72"/>
            <p:cNvSpPr/>
            <p:nvPr/>
          </p:nvSpPr>
          <p:spPr>
            <a:xfrm>
              <a:off x="2199054" y="1726762"/>
              <a:ext cx="68" cy="122"/>
            </a:xfrm>
            <a:custGeom>
              <a:rect b="b" l="l" r="r" t="t"/>
              <a:pathLst>
                <a:path extrusionOk="0" h="9" w="5">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6" name="Google Shape;6446;p72"/>
            <p:cNvSpPr/>
            <p:nvPr/>
          </p:nvSpPr>
          <p:spPr>
            <a:xfrm>
              <a:off x="2199447" y="1726178"/>
              <a:ext cx="81" cy="122"/>
            </a:xfrm>
            <a:custGeom>
              <a:rect b="b" l="l" r="r" t="t"/>
              <a:pathLst>
                <a:path extrusionOk="0" h="9" w="6">
                  <a:moveTo>
                    <a:pt x="5" y="0"/>
                  </a:moveTo>
                  <a:cubicBezTo>
                    <a:pt x="5" y="0"/>
                    <a:pt x="5" y="0"/>
                    <a:pt x="4" y="1"/>
                  </a:cubicBezTo>
                  <a:cubicBezTo>
                    <a:pt x="0" y="5"/>
                    <a:pt x="0" y="5"/>
                    <a:pt x="0" y="8"/>
                  </a:cubicBezTo>
                  <a:cubicBezTo>
                    <a:pt x="0" y="5"/>
                    <a:pt x="5" y="0"/>
                    <a:pt x="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7" name="Google Shape;6447;p72"/>
            <p:cNvSpPr/>
            <p:nvPr/>
          </p:nvSpPr>
          <p:spPr>
            <a:xfrm>
              <a:off x="2199542" y="1725947"/>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8" name="Google Shape;6448;p72"/>
            <p:cNvSpPr/>
            <p:nvPr/>
          </p:nvSpPr>
          <p:spPr>
            <a:xfrm>
              <a:off x="2199257" y="1726463"/>
              <a:ext cx="109" cy="122"/>
            </a:xfrm>
            <a:custGeom>
              <a:rect b="b" l="l" r="r" t="t"/>
              <a:pathLst>
                <a:path extrusionOk="0" h="9" w="8">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9" name="Google Shape;6449;p72"/>
            <p:cNvSpPr/>
            <p:nvPr/>
          </p:nvSpPr>
          <p:spPr>
            <a:xfrm>
              <a:off x="2200534" y="172381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0" name="Google Shape;6450;p72"/>
            <p:cNvSpPr/>
            <p:nvPr/>
          </p:nvSpPr>
          <p:spPr>
            <a:xfrm>
              <a:off x="2198728" y="1727033"/>
              <a:ext cx="163" cy="68"/>
            </a:xfrm>
            <a:custGeom>
              <a:rect b="b" l="l" r="r" t="t"/>
              <a:pathLst>
                <a:path extrusionOk="0" h="5" w="12">
                  <a:moveTo>
                    <a:pt x="11" y="0"/>
                  </a:moveTo>
                  <a:cubicBezTo>
                    <a:pt x="9" y="0"/>
                    <a:pt x="4" y="5"/>
                    <a:pt x="1" y="5"/>
                  </a:cubicBezTo>
                  <a:cubicBezTo>
                    <a:pt x="4" y="5"/>
                    <a:pt x="8" y="1"/>
                    <a:pt x="11" y="1"/>
                  </a:cubicBezTo>
                  <a:cubicBezTo>
                    <a:pt x="11" y="0"/>
                    <a:pt x="11" y="0"/>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1" name="Google Shape;6451;p72"/>
            <p:cNvSpPr/>
            <p:nvPr/>
          </p:nvSpPr>
          <p:spPr>
            <a:xfrm>
              <a:off x="2198348" y="1727277"/>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2" name="Google Shape;6452;p72"/>
            <p:cNvSpPr/>
            <p:nvPr/>
          </p:nvSpPr>
          <p:spPr>
            <a:xfrm>
              <a:off x="2202733" y="1720149"/>
              <a:ext cx="109" cy="299"/>
            </a:xfrm>
            <a:custGeom>
              <a:rect b="b" l="l" r="r" t="t"/>
              <a:pathLst>
                <a:path extrusionOk="0" h="22" w="8">
                  <a:moveTo>
                    <a:pt x="7" y="0"/>
                  </a:moveTo>
                  <a:cubicBezTo>
                    <a:pt x="4" y="7"/>
                    <a:pt x="4" y="14"/>
                    <a:pt x="0" y="21"/>
                  </a:cubicBezTo>
                  <a:cubicBezTo>
                    <a:pt x="4" y="14"/>
                    <a:pt x="7" y="7"/>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3" name="Google Shape;6453;p72"/>
            <p:cNvSpPr/>
            <p:nvPr/>
          </p:nvSpPr>
          <p:spPr>
            <a:xfrm>
              <a:off x="2202489" y="1720624"/>
              <a:ext cx="163" cy="394"/>
            </a:xfrm>
            <a:custGeom>
              <a:rect b="b" l="l" r="r" t="t"/>
              <a:pathLst>
                <a:path extrusionOk="0" h="29" w="12">
                  <a:moveTo>
                    <a:pt x="1" y="28"/>
                  </a:moveTo>
                  <a:cubicBezTo>
                    <a:pt x="4" y="18"/>
                    <a:pt x="8" y="11"/>
                    <a:pt x="11" y="0"/>
                  </a:cubicBezTo>
                  <a:cubicBezTo>
                    <a:pt x="8" y="11"/>
                    <a:pt x="4" y="18"/>
                    <a:pt x="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4" name="Google Shape;6454;p72"/>
            <p:cNvSpPr/>
            <p:nvPr/>
          </p:nvSpPr>
          <p:spPr>
            <a:xfrm>
              <a:off x="2202163" y="1721154"/>
              <a:ext cx="204" cy="434"/>
            </a:xfrm>
            <a:custGeom>
              <a:rect b="b" l="l" r="r" t="t"/>
              <a:pathLst>
                <a:path extrusionOk="0" h="32" w="15">
                  <a:moveTo>
                    <a:pt x="14" y="0"/>
                  </a:moveTo>
                  <a:cubicBezTo>
                    <a:pt x="11" y="11"/>
                    <a:pt x="4" y="21"/>
                    <a:pt x="0" y="31"/>
                  </a:cubicBezTo>
                  <a:cubicBezTo>
                    <a:pt x="7" y="21"/>
                    <a:pt x="11" y="11"/>
                    <a:pt x="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5" name="Google Shape;6455;p72"/>
            <p:cNvSpPr/>
            <p:nvPr/>
          </p:nvSpPr>
          <p:spPr>
            <a:xfrm>
              <a:off x="2201402" y="1722485"/>
              <a:ext cx="244" cy="339"/>
            </a:xfrm>
            <a:custGeom>
              <a:rect b="b" l="l" r="r" t="t"/>
              <a:pathLst>
                <a:path extrusionOk="0" h="25" w="18">
                  <a:moveTo>
                    <a:pt x="0" y="25"/>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6" name="Google Shape;6456;p72"/>
            <p:cNvSpPr/>
            <p:nvPr/>
          </p:nvSpPr>
          <p:spPr>
            <a:xfrm>
              <a:off x="2201783" y="1721806"/>
              <a:ext cx="244" cy="394"/>
            </a:xfrm>
            <a:custGeom>
              <a:rect b="b" l="l" r="r" t="t"/>
              <a:pathLst>
                <a:path extrusionOk="0" h="29" w="18">
                  <a:moveTo>
                    <a:pt x="18" y="1"/>
                  </a:moveTo>
                  <a:cubicBezTo>
                    <a:pt x="14" y="8"/>
                    <a:pt x="7" y="19"/>
                    <a:pt x="0" y="29"/>
                  </a:cubicBezTo>
                  <a:cubicBezTo>
                    <a:pt x="7" y="19"/>
                    <a:pt x="14" y="1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7" name="Google Shape;6457;p72"/>
            <p:cNvSpPr/>
            <p:nvPr/>
          </p:nvSpPr>
          <p:spPr>
            <a:xfrm>
              <a:off x="2200968" y="1723150"/>
              <a:ext cx="149" cy="299"/>
            </a:xfrm>
            <a:custGeom>
              <a:rect b="b" l="l" r="r" t="t"/>
              <a:pathLst>
                <a:path extrusionOk="0" h="22" w="11">
                  <a:moveTo>
                    <a:pt x="1" y="2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8" name="Google Shape;6458;p72"/>
            <p:cNvSpPr/>
            <p:nvPr/>
          </p:nvSpPr>
          <p:spPr>
            <a:xfrm>
              <a:off x="2226344" y="1713917"/>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9" name="Google Shape;6459;p72"/>
            <p:cNvSpPr/>
            <p:nvPr/>
          </p:nvSpPr>
          <p:spPr>
            <a:xfrm>
              <a:off x="2225964" y="1713917"/>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0" name="Google Shape;6460;p72"/>
            <p:cNvSpPr/>
            <p:nvPr/>
          </p:nvSpPr>
          <p:spPr>
            <a:xfrm>
              <a:off x="2225543" y="1713876"/>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1" name="Google Shape;6461;p72"/>
            <p:cNvSpPr/>
            <p:nvPr/>
          </p:nvSpPr>
          <p:spPr>
            <a:xfrm>
              <a:off x="2222882" y="171382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2" name="Google Shape;6462;p72"/>
            <p:cNvSpPr/>
            <p:nvPr/>
          </p:nvSpPr>
          <p:spPr>
            <a:xfrm>
              <a:off x="2226915" y="171401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3" name="Google Shape;6463;p72"/>
            <p:cNvSpPr/>
            <p:nvPr/>
          </p:nvSpPr>
          <p:spPr>
            <a:xfrm>
              <a:off x="2223588"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4" name="Google Shape;6464;p72"/>
            <p:cNvSpPr/>
            <p:nvPr/>
          </p:nvSpPr>
          <p:spPr>
            <a:xfrm>
              <a:off x="2225014" y="1713822"/>
              <a:ext cx="353" cy="14"/>
            </a:xfrm>
            <a:custGeom>
              <a:rect b="b" l="l" r="r" t="t"/>
              <a:pathLst>
                <a:path extrusionOk="0" h="1" w="26">
                  <a:moveTo>
                    <a:pt x="2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5" name="Google Shape;6465;p72"/>
            <p:cNvSpPr/>
            <p:nvPr/>
          </p:nvSpPr>
          <p:spPr>
            <a:xfrm>
              <a:off x="2224824"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6" name="Google Shape;6466;p72"/>
            <p:cNvSpPr/>
            <p:nvPr/>
          </p:nvSpPr>
          <p:spPr>
            <a:xfrm>
              <a:off x="2226684" y="1713972"/>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7" name="Google Shape;6467;p72"/>
            <p:cNvSpPr/>
            <p:nvPr/>
          </p:nvSpPr>
          <p:spPr>
            <a:xfrm>
              <a:off x="2240845" y="1712206"/>
              <a:ext cx="258" cy="68"/>
            </a:xfrm>
            <a:custGeom>
              <a:rect b="b" l="l" r="r" t="t"/>
              <a:pathLst>
                <a:path extrusionOk="0" h="5" w="19">
                  <a:moveTo>
                    <a:pt x="1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8" name="Google Shape;6468;p72"/>
            <p:cNvSpPr/>
            <p:nvPr/>
          </p:nvSpPr>
          <p:spPr>
            <a:xfrm>
              <a:off x="2240370" y="1712301"/>
              <a:ext cx="353" cy="68"/>
            </a:xfrm>
            <a:custGeom>
              <a:rect b="b" l="l" r="r" t="t"/>
              <a:pathLst>
                <a:path extrusionOk="0" h="5" w="26">
                  <a:moveTo>
                    <a:pt x="2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9" name="Google Shape;6469;p72"/>
            <p:cNvSpPr/>
            <p:nvPr/>
          </p:nvSpPr>
          <p:spPr>
            <a:xfrm>
              <a:off x="2241225" y="1712166"/>
              <a:ext cx="163" cy="14"/>
            </a:xfrm>
            <a:custGeom>
              <a:rect b="b" l="l" r="r" t="t"/>
              <a:pathLst>
                <a:path extrusionOk="0" h="1" w="12">
                  <a:moveTo>
                    <a:pt x="11" y="0"/>
                  </a:moveTo>
                  <a:lnTo>
                    <a:pt x="11"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0" name="Google Shape;6470;p72"/>
            <p:cNvSpPr/>
            <p:nvPr/>
          </p:nvSpPr>
          <p:spPr>
            <a:xfrm>
              <a:off x="2239379" y="1712682"/>
              <a:ext cx="149" cy="109"/>
            </a:xfrm>
            <a:custGeom>
              <a:rect b="b" l="l" r="r" t="t"/>
              <a:pathLst>
                <a:path extrusionOk="0" h="8" w="11">
                  <a:moveTo>
                    <a:pt x="11"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1" name="Google Shape;6471;p72"/>
            <p:cNvSpPr/>
            <p:nvPr/>
          </p:nvSpPr>
          <p:spPr>
            <a:xfrm>
              <a:off x="2240044" y="1712397"/>
              <a:ext cx="244" cy="68"/>
            </a:xfrm>
            <a:custGeom>
              <a:rect b="b" l="l" r="r" t="t"/>
              <a:pathLst>
                <a:path extrusionOk="0" h="5" w="18">
                  <a:moveTo>
                    <a:pt x="18"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2" name="Google Shape;6472;p72"/>
            <p:cNvSpPr/>
            <p:nvPr/>
          </p:nvSpPr>
          <p:spPr>
            <a:xfrm>
              <a:off x="2227159" y="1714067"/>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3" name="Google Shape;6473;p72"/>
            <p:cNvSpPr/>
            <p:nvPr/>
          </p:nvSpPr>
          <p:spPr>
            <a:xfrm>
              <a:off x="2239800" y="1712492"/>
              <a:ext cx="163" cy="68"/>
            </a:xfrm>
            <a:custGeom>
              <a:rect b="b" l="l" r="r" t="t"/>
              <a:pathLst>
                <a:path extrusionOk="0" h="5" w="12">
                  <a:moveTo>
                    <a:pt x="11"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4" name="Google Shape;6474;p72"/>
            <p:cNvSpPr/>
            <p:nvPr/>
          </p:nvSpPr>
          <p:spPr>
            <a:xfrm>
              <a:off x="2239569" y="1712587"/>
              <a:ext cx="149" cy="68"/>
            </a:xfrm>
            <a:custGeom>
              <a:rect b="b" l="l" r="r" t="t"/>
              <a:pathLst>
                <a:path extrusionOk="0" h="5"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5" name="Google Shape;6475;p72"/>
            <p:cNvSpPr/>
            <p:nvPr/>
          </p:nvSpPr>
          <p:spPr>
            <a:xfrm>
              <a:off x="2223873" y="171382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6" name="Google Shape;6476;p72"/>
            <p:cNvSpPr/>
            <p:nvPr/>
          </p:nvSpPr>
          <p:spPr>
            <a:xfrm>
              <a:off x="2218320" y="1714067"/>
              <a:ext cx="394" cy="14"/>
            </a:xfrm>
            <a:custGeom>
              <a:rect b="b" l="l" r="r" t="t"/>
              <a:pathLst>
                <a:path extrusionOk="0" h="1" w="29">
                  <a:moveTo>
                    <a:pt x="0" y="0"/>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7" name="Google Shape;6477;p72"/>
            <p:cNvSpPr/>
            <p:nvPr/>
          </p:nvSpPr>
          <p:spPr>
            <a:xfrm>
              <a:off x="2221742" y="1713822"/>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8" name="Google Shape;6478;p72"/>
            <p:cNvSpPr/>
            <p:nvPr/>
          </p:nvSpPr>
          <p:spPr>
            <a:xfrm>
              <a:off x="2236188" y="1713157"/>
              <a:ext cx="3245" cy="2349"/>
            </a:xfrm>
            <a:custGeom>
              <a:rect b="b" l="l" r="r" t="t"/>
              <a:pathLst>
                <a:path extrusionOk="0" h="173" w="239">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9" name="Google Shape;6479;p72"/>
            <p:cNvSpPr/>
            <p:nvPr/>
          </p:nvSpPr>
          <p:spPr>
            <a:xfrm>
              <a:off x="2218985" y="1713972"/>
              <a:ext cx="625" cy="54"/>
            </a:xfrm>
            <a:custGeom>
              <a:rect b="b" l="l" r="r" t="t"/>
              <a:pathLst>
                <a:path extrusionOk="0" h="4" w="46">
                  <a:moveTo>
                    <a:pt x="46"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0" name="Google Shape;6480;p72"/>
            <p:cNvSpPr/>
            <p:nvPr/>
          </p:nvSpPr>
          <p:spPr>
            <a:xfrm>
              <a:off x="2219977" y="1713917"/>
              <a:ext cx="543" cy="14"/>
            </a:xfrm>
            <a:custGeom>
              <a:rect b="b" l="l" r="r" t="t"/>
              <a:pathLst>
                <a:path extrusionOk="0" h="1" w="40">
                  <a:moveTo>
                    <a:pt x="3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1" name="Google Shape;6481;p72"/>
            <p:cNvSpPr/>
            <p:nvPr/>
          </p:nvSpPr>
          <p:spPr>
            <a:xfrm>
              <a:off x="2220886" y="1713876"/>
              <a:ext cx="489" cy="14"/>
            </a:xfrm>
            <a:custGeom>
              <a:rect b="b" l="l" r="r" t="t"/>
              <a:pathLst>
                <a:path extrusionOk="0" h="1" w="36">
                  <a:moveTo>
                    <a:pt x="3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2" name="Google Shape;6482;p72"/>
            <p:cNvSpPr/>
            <p:nvPr/>
          </p:nvSpPr>
          <p:spPr>
            <a:xfrm>
              <a:off x="2206005" y="1719905"/>
              <a:ext cx="679" cy="68"/>
            </a:xfrm>
            <a:custGeom>
              <a:rect b="b" l="l" r="r" t="t"/>
              <a:pathLst>
                <a:path extrusionOk="0" h="5" w="50">
                  <a:moveTo>
                    <a:pt x="15" y="1"/>
                  </a:moveTo>
                  <a:lnTo>
                    <a:pt x="1" y="4"/>
                  </a:lnTo>
                  <a:cubicBezTo>
                    <a:pt x="18" y="4"/>
                    <a:pt x="32" y="1"/>
                    <a:pt x="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3" name="Google Shape;6483;p72"/>
            <p:cNvSpPr/>
            <p:nvPr/>
          </p:nvSpPr>
          <p:spPr>
            <a:xfrm>
              <a:off x="2202923" y="1719973"/>
              <a:ext cx="1480" cy="41"/>
            </a:xfrm>
            <a:custGeom>
              <a:rect b="b" l="l" r="r" t="t"/>
              <a:pathLst>
                <a:path extrusionOk="0" h="3" w="109">
                  <a:moveTo>
                    <a:pt x="54" y="0"/>
                  </a:moveTo>
                  <a:cubicBezTo>
                    <a:pt x="36" y="0"/>
                    <a:pt x="18" y="1"/>
                    <a:pt x="0" y="3"/>
                  </a:cubicBezTo>
                  <a:lnTo>
                    <a:pt x="109" y="3"/>
                  </a:lnTo>
                  <a:cubicBezTo>
                    <a:pt x="91" y="1"/>
                    <a:pt x="73" y="0"/>
                    <a:pt x="5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4" name="Google Shape;6484;p72"/>
            <p:cNvSpPr/>
            <p:nvPr/>
          </p:nvSpPr>
          <p:spPr>
            <a:xfrm>
              <a:off x="2205204" y="1719959"/>
              <a:ext cx="625" cy="14"/>
            </a:xfrm>
            <a:custGeom>
              <a:rect b="b" l="l" r="r" t="t"/>
              <a:pathLst>
                <a:path extrusionOk="0" h="1" w="46">
                  <a:moveTo>
                    <a:pt x="25" y="0"/>
                  </a:moveTo>
                  <a:lnTo>
                    <a:pt x="46"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5" name="Google Shape;6485;p72"/>
            <p:cNvSpPr/>
            <p:nvPr/>
          </p:nvSpPr>
          <p:spPr>
            <a:xfrm>
              <a:off x="2206725" y="1719715"/>
              <a:ext cx="720" cy="163"/>
            </a:xfrm>
            <a:custGeom>
              <a:rect b="b" l="l" r="r" t="t"/>
              <a:pathLst>
                <a:path extrusionOk="0" h="12" w="53">
                  <a:moveTo>
                    <a:pt x="53" y="1"/>
                  </a:moveTo>
                  <a:cubicBezTo>
                    <a:pt x="35" y="4"/>
                    <a:pt x="18" y="8"/>
                    <a:pt x="0" y="11"/>
                  </a:cubicBezTo>
                  <a:cubicBezTo>
                    <a:pt x="18" y="8"/>
                    <a:pt x="35" y="4"/>
                    <a:pt x="5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6" name="Google Shape;6486;p72"/>
            <p:cNvSpPr/>
            <p:nvPr/>
          </p:nvSpPr>
          <p:spPr>
            <a:xfrm>
              <a:off x="2285094" y="1766163"/>
              <a:ext cx="11622" cy="5675"/>
            </a:xfrm>
            <a:custGeom>
              <a:rect b="b" l="l" r="r" t="t"/>
              <a:pathLst>
                <a:path extrusionOk="0" h="418" w="856">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7" name="Google Shape;6487;p72"/>
            <p:cNvSpPr/>
            <p:nvPr/>
          </p:nvSpPr>
          <p:spPr>
            <a:xfrm>
              <a:off x="1868957" y="1453664"/>
              <a:ext cx="77052" cy="36456"/>
            </a:xfrm>
            <a:custGeom>
              <a:rect b="b" l="l" r="r" t="t"/>
              <a:pathLst>
                <a:path extrusionOk="0" h="2685" w="5675">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8" name="Google Shape;6488;p72"/>
            <p:cNvSpPr/>
            <p:nvPr/>
          </p:nvSpPr>
          <p:spPr>
            <a:xfrm>
              <a:off x="1971712" y="1589955"/>
              <a:ext cx="30821" cy="28486"/>
            </a:xfrm>
            <a:custGeom>
              <a:rect b="b" l="l" r="r" t="t"/>
              <a:pathLst>
                <a:path extrusionOk="0" h="2098" w="227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9" name="Google Shape;6489;p72"/>
            <p:cNvSpPr/>
            <p:nvPr/>
          </p:nvSpPr>
          <p:spPr>
            <a:xfrm>
              <a:off x="1984936" y="1583342"/>
              <a:ext cx="6422" cy="5010"/>
            </a:xfrm>
            <a:custGeom>
              <a:rect b="b" l="l" r="r" t="t"/>
              <a:pathLst>
                <a:path extrusionOk="0" h="369" w="473">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0" name="Google Shape;6490;p72"/>
            <p:cNvSpPr/>
            <p:nvPr/>
          </p:nvSpPr>
          <p:spPr>
            <a:xfrm>
              <a:off x="1999193" y="1543044"/>
              <a:ext cx="61805" cy="90508"/>
            </a:xfrm>
            <a:custGeom>
              <a:rect b="b" l="l" r="r" t="t"/>
              <a:pathLst>
                <a:path extrusionOk="0" h="6666" w="4552">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1" name="Google Shape;6491;p72"/>
            <p:cNvSpPr/>
            <p:nvPr/>
          </p:nvSpPr>
          <p:spPr>
            <a:xfrm>
              <a:off x="1996287" y="1548177"/>
              <a:ext cx="3965" cy="4861"/>
            </a:xfrm>
            <a:custGeom>
              <a:rect b="b" l="l" r="r" t="t"/>
              <a:pathLst>
                <a:path extrusionOk="0" h="358" w="292">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2" name="Google Shape;6492;p72"/>
            <p:cNvSpPr/>
            <p:nvPr/>
          </p:nvSpPr>
          <p:spPr>
            <a:xfrm>
              <a:off x="1989118" y="1581876"/>
              <a:ext cx="16646" cy="10848"/>
            </a:xfrm>
            <a:custGeom>
              <a:rect b="b" l="l" r="r" t="t"/>
              <a:pathLst>
                <a:path extrusionOk="0" h="799" w="1226">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3" name="Google Shape;6493;p72"/>
            <p:cNvSpPr/>
            <p:nvPr/>
          </p:nvSpPr>
          <p:spPr>
            <a:xfrm>
              <a:off x="2038310" y="1522800"/>
              <a:ext cx="2009" cy="5621"/>
            </a:xfrm>
            <a:custGeom>
              <a:rect b="b" l="l" r="r" t="t"/>
              <a:pathLst>
                <a:path extrusionOk="0" h="414" w="148">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4" name="Google Shape;6494;p72"/>
            <p:cNvSpPr/>
            <p:nvPr/>
          </p:nvSpPr>
          <p:spPr>
            <a:xfrm>
              <a:off x="1993015" y="1584252"/>
              <a:ext cx="149" cy="543"/>
            </a:xfrm>
            <a:custGeom>
              <a:rect b="b" l="l" r="r" t="t"/>
              <a:pathLst>
                <a:path extrusionOk="0" h="40" w="11">
                  <a:moveTo>
                    <a:pt x="11" y="1"/>
                  </a:moveTo>
                  <a:cubicBezTo>
                    <a:pt x="7" y="11"/>
                    <a:pt x="4" y="25"/>
                    <a:pt x="0" y="39"/>
                  </a:cubicBezTo>
                  <a:cubicBezTo>
                    <a:pt x="7" y="25"/>
                    <a:pt x="11" y="11"/>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5" name="Google Shape;6495;p72"/>
            <p:cNvSpPr/>
            <p:nvPr/>
          </p:nvSpPr>
          <p:spPr>
            <a:xfrm>
              <a:off x="1992105" y="1586533"/>
              <a:ext cx="258" cy="489"/>
            </a:xfrm>
            <a:custGeom>
              <a:rect b="b" l="l" r="r" t="t"/>
              <a:pathLst>
                <a:path extrusionOk="0" h="36" w="19">
                  <a:moveTo>
                    <a:pt x="1" y="36"/>
                  </a:moveTo>
                  <a:cubicBezTo>
                    <a:pt x="8" y="22"/>
                    <a:pt x="11" y="11"/>
                    <a:pt x="18" y="1"/>
                  </a:cubicBezTo>
                  <a:cubicBezTo>
                    <a:pt x="11" y="11"/>
                    <a:pt x="8" y="22"/>
                    <a:pt x="1"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6" name="Google Shape;6496;p72"/>
            <p:cNvSpPr/>
            <p:nvPr/>
          </p:nvSpPr>
          <p:spPr>
            <a:xfrm>
              <a:off x="1992866" y="1584782"/>
              <a:ext cx="163" cy="489"/>
            </a:xfrm>
            <a:custGeom>
              <a:rect b="b" l="l" r="r" t="t"/>
              <a:pathLst>
                <a:path extrusionOk="0" h="36" w="12">
                  <a:moveTo>
                    <a:pt x="11" y="0"/>
                  </a:moveTo>
                  <a:cubicBezTo>
                    <a:pt x="8" y="11"/>
                    <a:pt x="4" y="25"/>
                    <a:pt x="1" y="35"/>
                  </a:cubicBezTo>
                  <a:cubicBezTo>
                    <a:pt x="4" y="25"/>
                    <a:pt x="11" y="1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7" name="Google Shape;6497;p72"/>
            <p:cNvSpPr/>
            <p:nvPr/>
          </p:nvSpPr>
          <p:spPr>
            <a:xfrm>
              <a:off x="1991820" y="1587063"/>
              <a:ext cx="299" cy="434"/>
            </a:xfrm>
            <a:custGeom>
              <a:rect b="b" l="l" r="r" t="t"/>
              <a:pathLst>
                <a:path extrusionOk="0" h="32" w="22">
                  <a:moveTo>
                    <a:pt x="22" y="0"/>
                  </a:moveTo>
                  <a:cubicBezTo>
                    <a:pt x="11" y="11"/>
                    <a:pt x="4" y="21"/>
                    <a:pt x="1" y="32"/>
                  </a:cubicBezTo>
                  <a:cubicBezTo>
                    <a:pt x="8" y="21"/>
                    <a:pt x="15" y="11"/>
                    <a:pt x="2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8" name="Google Shape;6498;p72"/>
            <p:cNvSpPr/>
            <p:nvPr/>
          </p:nvSpPr>
          <p:spPr>
            <a:xfrm>
              <a:off x="1992390" y="1585963"/>
              <a:ext cx="258" cy="489"/>
            </a:xfrm>
            <a:custGeom>
              <a:rect b="b" l="l" r="r" t="t"/>
              <a:pathLst>
                <a:path extrusionOk="0" h="36" w="19">
                  <a:moveTo>
                    <a:pt x="18" y="1"/>
                  </a:moveTo>
                  <a:cubicBezTo>
                    <a:pt x="11" y="11"/>
                    <a:pt x="4" y="25"/>
                    <a:pt x="1" y="36"/>
                  </a:cubicBezTo>
                  <a:cubicBezTo>
                    <a:pt x="8" y="25"/>
                    <a:pt x="11" y="1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9" name="Google Shape;6499;p72"/>
            <p:cNvSpPr/>
            <p:nvPr/>
          </p:nvSpPr>
          <p:spPr>
            <a:xfrm>
              <a:off x="1992635" y="1585352"/>
              <a:ext cx="204" cy="530"/>
            </a:xfrm>
            <a:custGeom>
              <a:rect b="b" l="l" r="r" t="t"/>
              <a:pathLst>
                <a:path extrusionOk="0" h="39" w="15">
                  <a:moveTo>
                    <a:pt x="0" y="39"/>
                  </a:moveTo>
                  <a:cubicBezTo>
                    <a:pt x="7" y="25"/>
                    <a:pt x="11" y="14"/>
                    <a:pt x="14" y="0"/>
                  </a:cubicBezTo>
                  <a:cubicBezTo>
                    <a:pt x="11" y="14"/>
                    <a:pt x="7"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0" name="Google Shape;6500;p72"/>
            <p:cNvSpPr/>
            <p:nvPr/>
          </p:nvSpPr>
          <p:spPr>
            <a:xfrm>
              <a:off x="1998432" y="1591000"/>
              <a:ext cx="434" cy="489"/>
            </a:xfrm>
            <a:custGeom>
              <a:rect b="b" l="l" r="r" t="t"/>
              <a:pathLst>
                <a:path extrusionOk="0" h="36" w="32">
                  <a:moveTo>
                    <a:pt x="0" y="1"/>
                  </a:moveTo>
                  <a:lnTo>
                    <a:pt x="0" y="1"/>
                  </a:lnTo>
                  <a:cubicBezTo>
                    <a:pt x="11" y="11"/>
                    <a:pt x="18" y="25"/>
                    <a:pt x="32" y="36"/>
                  </a:cubicBezTo>
                  <a:cubicBezTo>
                    <a:pt x="21" y="25"/>
                    <a:pt x="11"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1" name="Google Shape;6501;p72"/>
            <p:cNvSpPr/>
            <p:nvPr/>
          </p:nvSpPr>
          <p:spPr>
            <a:xfrm>
              <a:off x="1999478" y="1592046"/>
              <a:ext cx="530" cy="489"/>
            </a:xfrm>
            <a:custGeom>
              <a:rect b="b" l="l" r="r" t="t"/>
              <a:pathLst>
                <a:path extrusionOk="0" h="36" w="39">
                  <a:moveTo>
                    <a:pt x="39" y="36"/>
                  </a:moveTo>
                  <a:lnTo>
                    <a:pt x="39" y="36"/>
                  </a:lnTo>
                  <a:cubicBezTo>
                    <a:pt x="25" y="25"/>
                    <a:pt x="11" y="15"/>
                    <a:pt x="0" y="1"/>
                  </a:cubicBezTo>
                  <a:cubicBezTo>
                    <a:pt x="11" y="15"/>
                    <a:pt x="25" y="25"/>
                    <a:pt x="39"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2" name="Google Shape;6502;p72"/>
            <p:cNvSpPr/>
            <p:nvPr/>
          </p:nvSpPr>
          <p:spPr>
            <a:xfrm>
              <a:off x="1990965" y="1588013"/>
              <a:ext cx="394" cy="339"/>
            </a:xfrm>
            <a:custGeom>
              <a:rect b="b" l="l" r="r" t="t"/>
              <a:pathLst>
                <a:path extrusionOk="0" h="25" w="29">
                  <a:moveTo>
                    <a:pt x="1" y="25"/>
                  </a:moveTo>
                  <a:cubicBezTo>
                    <a:pt x="11" y="18"/>
                    <a:pt x="18" y="7"/>
                    <a:pt x="29" y="0"/>
                  </a:cubicBezTo>
                  <a:cubicBezTo>
                    <a:pt x="18" y="7"/>
                    <a:pt x="11"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3" name="Google Shape;6503;p72"/>
            <p:cNvSpPr/>
            <p:nvPr/>
          </p:nvSpPr>
          <p:spPr>
            <a:xfrm>
              <a:off x="1998948" y="1591570"/>
              <a:ext cx="394" cy="394"/>
            </a:xfrm>
            <a:custGeom>
              <a:rect b="b" l="l" r="r" t="t"/>
              <a:pathLst>
                <a:path extrusionOk="0" h="29" w="29">
                  <a:moveTo>
                    <a:pt x="29"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4" name="Google Shape;6504;p72"/>
            <p:cNvSpPr/>
            <p:nvPr/>
          </p:nvSpPr>
          <p:spPr>
            <a:xfrm>
              <a:off x="1991399" y="1587579"/>
              <a:ext cx="339" cy="394"/>
            </a:xfrm>
            <a:custGeom>
              <a:rect b="b" l="l" r="r" t="t"/>
              <a:pathLst>
                <a:path extrusionOk="0" h="29" w="25">
                  <a:moveTo>
                    <a:pt x="25" y="1"/>
                  </a:moveTo>
                  <a:cubicBezTo>
                    <a:pt x="18" y="11"/>
                    <a:pt x="11" y="18"/>
                    <a:pt x="0" y="29"/>
                  </a:cubicBezTo>
                  <a:cubicBezTo>
                    <a:pt x="11" y="18"/>
                    <a:pt x="18" y="11"/>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5" name="Google Shape;6505;p72"/>
            <p:cNvSpPr/>
            <p:nvPr/>
          </p:nvSpPr>
          <p:spPr>
            <a:xfrm>
              <a:off x="2108940" y="1555794"/>
              <a:ext cx="19932" cy="28906"/>
            </a:xfrm>
            <a:custGeom>
              <a:rect b="b" l="l" r="r" t="t"/>
              <a:pathLst>
                <a:path extrusionOk="0" h="2129" w="1468">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6" name="Google Shape;6506;p72"/>
            <p:cNvSpPr/>
            <p:nvPr/>
          </p:nvSpPr>
          <p:spPr>
            <a:xfrm>
              <a:off x="2132850" y="1574558"/>
              <a:ext cx="8948" cy="12288"/>
            </a:xfrm>
            <a:custGeom>
              <a:rect b="b" l="l" r="r" t="t"/>
              <a:pathLst>
                <a:path extrusionOk="0" h="905" w="659">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7" name="Google Shape;6507;p72"/>
            <p:cNvSpPr/>
            <p:nvPr/>
          </p:nvSpPr>
          <p:spPr>
            <a:xfrm>
              <a:off x="2116217" y="1584537"/>
              <a:ext cx="244" cy="14"/>
            </a:xfrm>
            <a:custGeom>
              <a:rect b="b" l="l" r="r" t="t"/>
              <a:pathLst>
                <a:path extrusionOk="0" h="1" w="18">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8" name="Google Shape;6508;p72"/>
            <p:cNvSpPr/>
            <p:nvPr/>
          </p:nvSpPr>
          <p:spPr>
            <a:xfrm>
              <a:off x="2117168" y="158463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9" name="Google Shape;6509;p72"/>
            <p:cNvSpPr/>
            <p:nvPr/>
          </p:nvSpPr>
          <p:spPr>
            <a:xfrm>
              <a:off x="2115267" y="1584496"/>
              <a:ext cx="244" cy="14"/>
            </a:xfrm>
            <a:custGeom>
              <a:rect b="b" l="l" r="r" t="t"/>
              <a:pathLst>
                <a:path extrusionOk="0" h="1" w="18">
                  <a:moveTo>
                    <a:pt x="1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0" name="Google Shape;6510;p72"/>
            <p:cNvSpPr/>
            <p:nvPr/>
          </p:nvSpPr>
          <p:spPr>
            <a:xfrm>
              <a:off x="2115742" y="1584537"/>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1" name="Google Shape;6511;p72"/>
            <p:cNvSpPr/>
            <p:nvPr/>
          </p:nvSpPr>
          <p:spPr>
            <a:xfrm>
              <a:off x="2114357" y="1584442"/>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2" name="Google Shape;6512;p72"/>
            <p:cNvSpPr/>
            <p:nvPr/>
          </p:nvSpPr>
          <p:spPr>
            <a:xfrm>
              <a:off x="2115022" y="158449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3" name="Google Shape;6513;p72"/>
            <p:cNvSpPr/>
            <p:nvPr/>
          </p:nvSpPr>
          <p:spPr>
            <a:xfrm>
              <a:off x="2117643" y="1584687"/>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4" name="Google Shape;6514;p72"/>
            <p:cNvSpPr/>
            <p:nvPr/>
          </p:nvSpPr>
          <p:spPr>
            <a:xfrm>
              <a:off x="2120263" y="158516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5" name="Google Shape;6515;p72"/>
            <p:cNvSpPr/>
            <p:nvPr/>
          </p:nvSpPr>
          <p:spPr>
            <a:xfrm>
              <a:off x="2120874" y="158516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6" name="Google Shape;6516;p72"/>
            <p:cNvSpPr/>
            <p:nvPr/>
          </p:nvSpPr>
          <p:spPr>
            <a:xfrm>
              <a:off x="2120399" y="158516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7" name="Google Shape;6517;p72"/>
            <p:cNvSpPr/>
            <p:nvPr/>
          </p:nvSpPr>
          <p:spPr>
            <a:xfrm>
              <a:off x="2118118" y="1584727"/>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8" name="Google Shape;6518;p72"/>
            <p:cNvSpPr/>
            <p:nvPr/>
          </p:nvSpPr>
          <p:spPr>
            <a:xfrm>
              <a:off x="2118553" y="1584782"/>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9" name="Google Shape;6519;p72"/>
            <p:cNvSpPr/>
            <p:nvPr/>
          </p:nvSpPr>
          <p:spPr>
            <a:xfrm>
              <a:off x="2118973" y="1584877"/>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0" name="Google Shape;6520;p72"/>
            <p:cNvSpPr/>
            <p:nvPr/>
          </p:nvSpPr>
          <p:spPr>
            <a:xfrm>
              <a:off x="2119408" y="1584917"/>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1" name="Google Shape;6521;p72"/>
            <p:cNvSpPr/>
            <p:nvPr/>
          </p:nvSpPr>
          <p:spPr>
            <a:xfrm>
              <a:off x="2116692" y="1584632"/>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2" name="Google Shape;6522;p72"/>
            <p:cNvSpPr/>
            <p:nvPr/>
          </p:nvSpPr>
          <p:spPr>
            <a:xfrm>
              <a:off x="2119734" y="1585012"/>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3" name="Google Shape;6523;p72"/>
            <p:cNvSpPr/>
            <p:nvPr/>
          </p:nvSpPr>
          <p:spPr>
            <a:xfrm>
              <a:off x="2113936" y="158444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4" name="Google Shape;6524;p72"/>
            <p:cNvSpPr/>
            <p:nvPr/>
          </p:nvSpPr>
          <p:spPr>
            <a:xfrm>
              <a:off x="2120644" y="158516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5" name="Google Shape;6525;p72"/>
            <p:cNvSpPr/>
            <p:nvPr/>
          </p:nvSpPr>
          <p:spPr>
            <a:xfrm>
              <a:off x="2182285" y="1554259"/>
              <a:ext cx="4766" cy="7617"/>
            </a:xfrm>
            <a:custGeom>
              <a:rect b="b" l="l" r="r" t="t"/>
              <a:pathLst>
                <a:path extrusionOk="0" h="561" w="351">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6" name="Google Shape;6526;p72"/>
            <p:cNvSpPr/>
            <p:nvPr/>
          </p:nvSpPr>
          <p:spPr>
            <a:xfrm>
              <a:off x="2133094" y="1420616"/>
              <a:ext cx="90752" cy="158463"/>
            </a:xfrm>
            <a:custGeom>
              <a:rect b="b" l="l" r="r" t="t"/>
              <a:pathLst>
                <a:path extrusionOk="0" h="11671" w="6684">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7" name="Google Shape;6527;p72"/>
            <p:cNvSpPr/>
            <p:nvPr/>
          </p:nvSpPr>
          <p:spPr>
            <a:xfrm>
              <a:off x="2223833" y="145933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8" name="Google Shape;6528;p72"/>
            <p:cNvSpPr/>
            <p:nvPr/>
          </p:nvSpPr>
          <p:spPr>
            <a:xfrm>
              <a:off x="2221022" y="1454248"/>
              <a:ext cx="109" cy="204"/>
            </a:xfrm>
            <a:custGeom>
              <a:rect b="b" l="l" r="r" t="t"/>
              <a:pathLst>
                <a:path extrusionOk="0" h="15" w="8">
                  <a:moveTo>
                    <a:pt x="1" y="1"/>
                  </a:moveTo>
                  <a:cubicBezTo>
                    <a:pt x="1" y="4"/>
                    <a:pt x="4" y="11"/>
                    <a:pt x="8" y="15"/>
                  </a:cubicBezTo>
                  <a:cubicBezTo>
                    <a:pt x="4" y="11"/>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9" name="Google Shape;6529;p72"/>
            <p:cNvSpPr/>
            <p:nvPr/>
          </p:nvSpPr>
          <p:spPr>
            <a:xfrm>
              <a:off x="2221782" y="1455673"/>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0" name="Google Shape;6530;p72"/>
            <p:cNvSpPr/>
            <p:nvPr/>
          </p:nvSpPr>
          <p:spPr>
            <a:xfrm>
              <a:off x="2221552" y="1455347"/>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1" name="Google Shape;6531;p72"/>
            <p:cNvSpPr/>
            <p:nvPr/>
          </p:nvSpPr>
          <p:spPr>
            <a:xfrm>
              <a:off x="2221171" y="1454587"/>
              <a:ext cx="109" cy="244"/>
            </a:xfrm>
            <a:custGeom>
              <a:rect b="b" l="l" r="r" t="t"/>
              <a:pathLst>
                <a:path extrusionOk="0" h="18" w="8">
                  <a:moveTo>
                    <a:pt x="0" y="0"/>
                  </a:moveTo>
                  <a:cubicBezTo>
                    <a:pt x="4" y="7"/>
                    <a:pt x="7" y="14"/>
                    <a:pt x="7" y="18"/>
                  </a:cubicBezTo>
                  <a:cubicBezTo>
                    <a:pt x="7" y="11"/>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2" name="Google Shape;6532;p72"/>
            <p:cNvSpPr/>
            <p:nvPr/>
          </p:nvSpPr>
          <p:spPr>
            <a:xfrm>
              <a:off x="2223737" y="1458864"/>
              <a:ext cx="109" cy="339"/>
            </a:xfrm>
            <a:custGeom>
              <a:rect b="b" l="l" r="r" t="t"/>
              <a:pathLst>
                <a:path extrusionOk="0" h="25" w="8">
                  <a:moveTo>
                    <a:pt x="0" y="0"/>
                  </a:moveTo>
                  <a:cubicBezTo>
                    <a:pt x="0" y="7"/>
                    <a:pt x="4" y="14"/>
                    <a:pt x="7" y="25"/>
                  </a:cubicBezTo>
                  <a:cubicBezTo>
                    <a:pt x="4" y="14"/>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3" name="Google Shape;6533;p72"/>
            <p:cNvSpPr/>
            <p:nvPr/>
          </p:nvSpPr>
          <p:spPr>
            <a:xfrm>
              <a:off x="2221361" y="1454967"/>
              <a:ext cx="149" cy="244"/>
            </a:xfrm>
            <a:custGeom>
              <a:rect b="b" l="l" r="r" t="t"/>
              <a:pathLst>
                <a:path extrusionOk="0" h="18" w="11">
                  <a:moveTo>
                    <a:pt x="0" y="0"/>
                  </a:moveTo>
                  <a:lnTo>
                    <a:pt x="1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4" name="Google Shape;6534;p72"/>
            <p:cNvSpPr/>
            <p:nvPr/>
          </p:nvSpPr>
          <p:spPr>
            <a:xfrm>
              <a:off x="2223642" y="1458429"/>
              <a:ext cx="109" cy="258"/>
            </a:xfrm>
            <a:custGeom>
              <a:rect b="b" l="l" r="r" t="t"/>
              <a:pathLst>
                <a:path extrusionOk="0" h="19" w="8">
                  <a:moveTo>
                    <a:pt x="0" y="1"/>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5" name="Google Shape;6535;p72"/>
            <p:cNvSpPr/>
            <p:nvPr/>
          </p:nvSpPr>
          <p:spPr>
            <a:xfrm>
              <a:off x="2222692" y="1456868"/>
              <a:ext cx="204" cy="204"/>
            </a:xfrm>
            <a:custGeom>
              <a:rect b="b" l="l" r="r" t="t"/>
              <a:pathLst>
                <a:path extrusionOk="0" h="15" w="15">
                  <a:moveTo>
                    <a:pt x="0" y="0"/>
                  </a:moveTo>
                  <a:lnTo>
                    <a:pt x="14"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6" name="Google Shape;6536;p72"/>
            <p:cNvSpPr/>
            <p:nvPr/>
          </p:nvSpPr>
          <p:spPr>
            <a:xfrm>
              <a:off x="2222502" y="1456583"/>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7" name="Google Shape;6537;p72"/>
            <p:cNvSpPr/>
            <p:nvPr/>
          </p:nvSpPr>
          <p:spPr>
            <a:xfrm>
              <a:off x="2223547" y="1458008"/>
              <a:ext cx="109" cy="299"/>
            </a:xfrm>
            <a:custGeom>
              <a:rect b="b" l="l" r="r" t="t"/>
              <a:pathLst>
                <a:path extrusionOk="0" h="22" w="8">
                  <a:moveTo>
                    <a:pt x="0" y="0"/>
                  </a:moveTo>
                  <a:cubicBezTo>
                    <a:pt x="0" y="7"/>
                    <a:pt x="4" y="14"/>
                    <a:pt x="7" y="21"/>
                  </a:cubicBezTo>
                  <a:cubicBezTo>
                    <a:pt x="4"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8" name="Google Shape;6538;p72"/>
            <p:cNvSpPr/>
            <p:nvPr/>
          </p:nvSpPr>
          <p:spPr>
            <a:xfrm>
              <a:off x="2223303" y="1457574"/>
              <a:ext cx="68" cy="109"/>
            </a:xfrm>
            <a:custGeom>
              <a:rect b="b" l="l" r="r" t="t"/>
              <a:pathLst>
                <a:path extrusionOk="0" h="8" w="5">
                  <a:moveTo>
                    <a:pt x="1" y="1"/>
                  </a:moveTo>
                  <a:lnTo>
                    <a:pt x="4"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9" name="Google Shape;6539;p72"/>
            <p:cNvSpPr/>
            <p:nvPr/>
          </p:nvSpPr>
          <p:spPr>
            <a:xfrm>
              <a:off x="2222258" y="1456338"/>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0" name="Google Shape;6540;p72"/>
            <p:cNvSpPr/>
            <p:nvPr/>
          </p:nvSpPr>
          <p:spPr>
            <a:xfrm>
              <a:off x="2220927" y="1453922"/>
              <a:ext cx="68" cy="204"/>
            </a:xfrm>
            <a:custGeom>
              <a:rect b="b" l="l" r="r" t="t"/>
              <a:pathLst>
                <a:path extrusionOk="0" h="15" w="5">
                  <a:moveTo>
                    <a:pt x="1" y="0"/>
                  </a:moveTo>
                  <a:cubicBezTo>
                    <a:pt x="1" y="4"/>
                    <a:pt x="4" y="7"/>
                    <a:pt x="4" y="14"/>
                  </a:cubicBezTo>
                  <a:cubicBezTo>
                    <a:pt x="4" y="7"/>
                    <a:pt x="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1" name="Google Shape;6541;p72"/>
            <p:cNvSpPr/>
            <p:nvPr/>
          </p:nvSpPr>
          <p:spPr>
            <a:xfrm>
              <a:off x="2223398" y="1457764"/>
              <a:ext cx="109" cy="163"/>
            </a:xfrm>
            <a:custGeom>
              <a:rect b="b" l="l" r="r" t="t"/>
              <a:pathLst>
                <a:path extrusionOk="0" h="12" w="8">
                  <a:moveTo>
                    <a:pt x="1" y="1"/>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2" name="Google Shape;6542;p72"/>
            <p:cNvSpPr/>
            <p:nvPr/>
          </p:nvSpPr>
          <p:spPr>
            <a:xfrm>
              <a:off x="2222882" y="1457058"/>
              <a:ext cx="339" cy="339"/>
            </a:xfrm>
            <a:custGeom>
              <a:rect b="b" l="l" r="r" t="t"/>
              <a:pathLst>
                <a:path extrusionOk="0" h="25" w="25">
                  <a:moveTo>
                    <a:pt x="0" y="0"/>
                  </a:moveTo>
                  <a:cubicBezTo>
                    <a:pt x="14" y="14"/>
                    <a:pt x="21" y="25"/>
                    <a:pt x="25" y="25"/>
                  </a:cubicBezTo>
                  <a:cubicBezTo>
                    <a:pt x="25" y="25"/>
                    <a:pt x="1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3" name="Google Shape;6543;p72"/>
            <p:cNvSpPr/>
            <p:nvPr/>
          </p:nvSpPr>
          <p:spPr>
            <a:xfrm>
              <a:off x="2220886" y="1453202"/>
              <a:ext cx="14" cy="109"/>
            </a:xfrm>
            <a:custGeom>
              <a:rect b="b" l="l" r="r" t="t"/>
              <a:pathLst>
                <a:path extrusionOk="0" h="8" w="1">
                  <a:moveTo>
                    <a:pt x="0" y="1"/>
                  </a:moveTo>
                  <a:lnTo>
                    <a:pt x="0" y="8"/>
                  </a:lnTo>
                  <a:cubicBezTo>
                    <a:pt x="0"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4" name="Google Shape;6544;p72"/>
            <p:cNvSpPr/>
            <p:nvPr/>
          </p:nvSpPr>
          <p:spPr>
            <a:xfrm>
              <a:off x="2222027" y="1456013"/>
              <a:ext cx="204" cy="244"/>
            </a:xfrm>
            <a:custGeom>
              <a:rect b="b" l="l" r="r" t="t"/>
              <a:pathLst>
                <a:path extrusionOk="0" h="18" w="15">
                  <a:moveTo>
                    <a:pt x="0" y="0"/>
                  </a:moveTo>
                  <a:lnTo>
                    <a:pt x="1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5" name="Google Shape;6545;p72"/>
            <p:cNvSpPr/>
            <p:nvPr/>
          </p:nvSpPr>
          <p:spPr>
            <a:xfrm>
              <a:off x="2220886" y="1453541"/>
              <a:ext cx="14" cy="149"/>
            </a:xfrm>
            <a:custGeom>
              <a:rect b="b" l="l" r="r" t="t"/>
              <a:pathLst>
                <a:path extrusionOk="0" h="11" w="1">
                  <a:moveTo>
                    <a:pt x="0" y="11"/>
                  </a:moveTo>
                  <a:lnTo>
                    <a:pt x="0" y="0"/>
                  </a:ln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6" name="Google Shape;6546;p72"/>
            <p:cNvSpPr/>
            <p:nvPr/>
          </p:nvSpPr>
          <p:spPr>
            <a:xfrm>
              <a:off x="2201498" y="1421268"/>
              <a:ext cx="6667" cy="5146"/>
            </a:xfrm>
            <a:custGeom>
              <a:rect b="b" l="l" r="r" t="t"/>
              <a:pathLst>
                <a:path extrusionOk="0" h="379" w="491">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7" name="Google Shape;6547;p72"/>
            <p:cNvSpPr/>
            <p:nvPr/>
          </p:nvSpPr>
          <p:spPr>
            <a:xfrm>
              <a:off x="2212618" y="1541442"/>
              <a:ext cx="2580" cy="489"/>
            </a:xfrm>
            <a:custGeom>
              <a:rect b="b" l="l" r="r" t="t"/>
              <a:pathLst>
                <a:path extrusionOk="0" h="36" w="19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8" name="Google Shape;6548;p72"/>
            <p:cNvSpPr/>
            <p:nvPr/>
          </p:nvSpPr>
          <p:spPr>
            <a:xfrm>
              <a:off x="2219746" y="1534599"/>
              <a:ext cx="33333" cy="20244"/>
            </a:xfrm>
            <a:custGeom>
              <a:rect b="b" l="l" r="r" t="t"/>
              <a:pathLst>
                <a:path extrusionOk="0" h="1491" w="2455">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9" name="Google Shape;6549;p72"/>
            <p:cNvSpPr/>
            <p:nvPr/>
          </p:nvSpPr>
          <p:spPr>
            <a:xfrm>
              <a:off x="2210051" y="1545190"/>
              <a:ext cx="7047" cy="5092"/>
            </a:xfrm>
            <a:custGeom>
              <a:rect b="b" l="l" r="r" t="t"/>
              <a:pathLst>
                <a:path extrusionOk="0" h="375" w="519">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0" name="Google Shape;6550;p72"/>
            <p:cNvSpPr/>
            <p:nvPr/>
          </p:nvSpPr>
          <p:spPr>
            <a:xfrm>
              <a:off x="2234002" y="1549982"/>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1" name="Google Shape;6551;p72"/>
            <p:cNvSpPr/>
            <p:nvPr/>
          </p:nvSpPr>
          <p:spPr>
            <a:xfrm>
              <a:off x="2234342" y="1550023"/>
              <a:ext cx="149" cy="14"/>
            </a:xfrm>
            <a:custGeom>
              <a:rect b="b" l="l" r="r" t="t"/>
              <a:pathLst>
                <a:path extrusionOk="0" h="1" w="11">
                  <a:moveTo>
                    <a:pt x="1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2" name="Google Shape;6552;p72"/>
            <p:cNvSpPr/>
            <p:nvPr/>
          </p:nvSpPr>
          <p:spPr>
            <a:xfrm>
              <a:off x="2234722" y="1550118"/>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3" name="Google Shape;6553;p72"/>
            <p:cNvSpPr/>
            <p:nvPr/>
          </p:nvSpPr>
          <p:spPr>
            <a:xfrm>
              <a:off x="2234572" y="1550077"/>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4" name="Google Shape;6554;p72"/>
            <p:cNvSpPr/>
            <p:nvPr/>
          </p:nvSpPr>
          <p:spPr>
            <a:xfrm>
              <a:off x="2229630" y="1549982"/>
              <a:ext cx="733" cy="54"/>
            </a:xfrm>
            <a:custGeom>
              <a:rect b="b" l="l" r="r" t="t"/>
              <a:pathLst>
                <a:path extrusionOk="0" h="4" w="54">
                  <a:moveTo>
                    <a:pt x="53"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5" name="Google Shape;6555;p72"/>
            <p:cNvSpPr/>
            <p:nvPr/>
          </p:nvSpPr>
          <p:spPr>
            <a:xfrm>
              <a:off x="2245652" y="1554599"/>
              <a:ext cx="530" cy="54"/>
            </a:xfrm>
            <a:custGeom>
              <a:rect b="b" l="l" r="r" t="t"/>
              <a:pathLst>
                <a:path extrusionOk="0" h="4" w="39">
                  <a:moveTo>
                    <a:pt x="39"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6" name="Google Shape;6556;p72"/>
            <p:cNvSpPr/>
            <p:nvPr/>
          </p:nvSpPr>
          <p:spPr>
            <a:xfrm>
              <a:off x="2244986" y="1554544"/>
              <a:ext cx="489" cy="68"/>
            </a:xfrm>
            <a:custGeom>
              <a:rect b="b" l="l" r="r" t="t"/>
              <a:pathLst>
                <a:path extrusionOk="0" h="5" w="36">
                  <a:moveTo>
                    <a:pt x="35"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7" name="Google Shape;6557;p72"/>
            <p:cNvSpPr/>
            <p:nvPr/>
          </p:nvSpPr>
          <p:spPr>
            <a:xfrm>
              <a:off x="2235102" y="1550213"/>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8" name="Google Shape;6558;p72"/>
            <p:cNvSpPr/>
            <p:nvPr/>
          </p:nvSpPr>
          <p:spPr>
            <a:xfrm>
              <a:off x="2244416" y="1554544"/>
              <a:ext cx="434" cy="14"/>
            </a:xfrm>
            <a:custGeom>
              <a:rect b="b" l="l" r="r" t="t"/>
              <a:pathLst>
                <a:path extrusionOk="0" h="1" w="32">
                  <a:moveTo>
                    <a:pt x="32"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9" name="Google Shape;6559;p72"/>
            <p:cNvSpPr/>
            <p:nvPr/>
          </p:nvSpPr>
          <p:spPr>
            <a:xfrm>
              <a:off x="2233622" y="1549982"/>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0" name="Google Shape;6560;p72"/>
            <p:cNvSpPr/>
            <p:nvPr/>
          </p:nvSpPr>
          <p:spPr>
            <a:xfrm>
              <a:off x="2247267" y="1554789"/>
              <a:ext cx="584" cy="54"/>
            </a:xfrm>
            <a:custGeom>
              <a:rect b="b" l="l" r="r" t="t"/>
              <a:pathLst>
                <a:path extrusionOk="0" h="4" w="43">
                  <a:moveTo>
                    <a:pt x="42"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1" name="Google Shape;6561;p72"/>
            <p:cNvSpPr/>
            <p:nvPr/>
          </p:nvSpPr>
          <p:spPr>
            <a:xfrm>
              <a:off x="2246412" y="1554694"/>
              <a:ext cx="584" cy="54"/>
            </a:xfrm>
            <a:custGeom>
              <a:rect b="b" l="l" r="r" t="t"/>
              <a:pathLst>
                <a:path extrusionOk="0" h="4" w="43">
                  <a:moveTo>
                    <a:pt x="42"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2" name="Google Shape;6562;p72"/>
            <p:cNvSpPr/>
            <p:nvPr/>
          </p:nvSpPr>
          <p:spPr>
            <a:xfrm>
              <a:off x="2243941" y="1554504"/>
              <a:ext cx="339" cy="14"/>
            </a:xfrm>
            <a:custGeom>
              <a:rect b="b" l="l" r="r" t="t"/>
              <a:pathLst>
                <a:path extrusionOk="0" h="1" w="25">
                  <a:moveTo>
                    <a:pt x="25"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3" name="Google Shape;6563;p72"/>
            <p:cNvSpPr/>
            <p:nvPr/>
          </p:nvSpPr>
          <p:spPr>
            <a:xfrm>
              <a:off x="2242420" y="155450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4" name="Google Shape;6564;p72"/>
            <p:cNvSpPr/>
            <p:nvPr/>
          </p:nvSpPr>
          <p:spPr>
            <a:xfrm>
              <a:off x="2242230" y="1554504"/>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5" name="Google Shape;6565;p72"/>
            <p:cNvSpPr/>
            <p:nvPr/>
          </p:nvSpPr>
          <p:spPr>
            <a:xfrm>
              <a:off x="2228530" y="1550023"/>
              <a:ext cx="964" cy="109"/>
            </a:xfrm>
            <a:custGeom>
              <a:rect b="b" l="l" r="r" t="t"/>
              <a:pathLst>
                <a:path extrusionOk="0" h="8" w="71">
                  <a:moveTo>
                    <a:pt x="1" y="8"/>
                  </a:moveTo>
                  <a:lnTo>
                    <a:pt x="7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6" name="Google Shape;6566;p72"/>
            <p:cNvSpPr/>
            <p:nvPr/>
          </p:nvSpPr>
          <p:spPr>
            <a:xfrm>
              <a:off x="2243506" y="1554449"/>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7" name="Google Shape;6567;p72"/>
            <p:cNvSpPr/>
            <p:nvPr/>
          </p:nvSpPr>
          <p:spPr>
            <a:xfrm>
              <a:off x="2242841" y="155444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8" name="Google Shape;6568;p72"/>
            <p:cNvSpPr/>
            <p:nvPr/>
          </p:nvSpPr>
          <p:spPr>
            <a:xfrm>
              <a:off x="2242610" y="155444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9" name="Google Shape;6569;p72"/>
            <p:cNvSpPr/>
            <p:nvPr/>
          </p:nvSpPr>
          <p:spPr>
            <a:xfrm>
              <a:off x="2232441"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0" name="Google Shape;6570;p72"/>
            <p:cNvSpPr/>
            <p:nvPr/>
          </p:nvSpPr>
          <p:spPr>
            <a:xfrm>
              <a:off x="2242081" y="1554544"/>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1" name="Google Shape;6571;p72"/>
            <p:cNvSpPr/>
            <p:nvPr/>
          </p:nvSpPr>
          <p:spPr>
            <a:xfrm>
              <a:off x="2243126" y="155444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2" name="Google Shape;6572;p72"/>
            <p:cNvSpPr/>
            <p:nvPr/>
          </p:nvSpPr>
          <p:spPr>
            <a:xfrm>
              <a:off x="2230581" y="1549928"/>
              <a:ext cx="584" cy="14"/>
            </a:xfrm>
            <a:custGeom>
              <a:rect b="b" l="l" r="r" t="t"/>
              <a:pathLst>
                <a:path extrusionOk="0" h="1" w="43">
                  <a:moveTo>
                    <a:pt x="43"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3" name="Google Shape;6573;p72"/>
            <p:cNvSpPr/>
            <p:nvPr/>
          </p:nvSpPr>
          <p:spPr>
            <a:xfrm>
              <a:off x="2234912" y="1550118"/>
              <a:ext cx="109" cy="68"/>
            </a:xfrm>
            <a:custGeom>
              <a:rect b="b" l="l" r="r" t="t"/>
              <a:pathLst>
                <a:path extrusionOk="0" h="5" w="8">
                  <a:moveTo>
                    <a:pt x="7"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4" name="Google Shape;6574;p72"/>
            <p:cNvSpPr/>
            <p:nvPr/>
          </p:nvSpPr>
          <p:spPr>
            <a:xfrm>
              <a:off x="2233011"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5" name="Google Shape;6575;p72"/>
            <p:cNvSpPr/>
            <p:nvPr/>
          </p:nvSpPr>
          <p:spPr>
            <a:xfrm>
              <a:off x="2231436" y="1549928"/>
              <a:ext cx="448" cy="14"/>
            </a:xfrm>
            <a:custGeom>
              <a:rect b="b" l="l" r="r" t="t"/>
              <a:pathLst>
                <a:path extrusionOk="0" h="1" w="33">
                  <a:moveTo>
                    <a:pt x="3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6" name="Google Shape;6576;p72"/>
            <p:cNvSpPr/>
            <p:nvPr/>
          </p:nvSpPr>
          <p:spPr>
            <a:xfrm>
              <a:off x="2235197" y="1550308"/>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7" name="Google Shape;6577;p72"/>
            <p:cNvSpPr/>
            <p:nvPr/>
          </p:nvSpPr>
          <p:spPr>
            <a:xfrm>
              <a:off x="2242040" y="155454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8" name="Google Shape;6578;p72"/>
            <p:cNvSpPr/>
            <p:nvPr/>
          </p:nvSpPr>
          <p:spPr>
            <a:xfrm>
              <a:off x="2233486" y="154992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9" name="Google Shape;6579;p72"/>
            <p:cNvSpPr/>
            <p:nvPr/>
          </p:nvSpPr>
          <p:spPr>
            <a:xfrm>
              <a:off x="2235007" y="1550173"/>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0" name="Google Shape;6580;p72"/>
            <p:cNvSpPr/>
            <p:nvPr/>
          </p:nvSpPr>
          <p:spPr>
            <a:xfrm>
              <a:off x="2295603" y="2007327"/>
              <a:ext cx="56822" cy="70087"/>
            </a:xfrm>
            <a:custGeom>
              <a:rect b="b" l="l" r="r" t="t"/>
              <a:pathLst>
                <a:path extrusionOk="0" h="5162" w="4185">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1" name="Google Shape;6581;p72"/>
            <p:cNvSpPr/>
            <p:nvPr/>
          </p:nvSpPr>
          <p:spPr>
            <a:xfrm>
              <a:off x="2349886" y="2013858"/>
              <a:ext cx="2254" cy="3286"/>
            </a:xfrm>
            <a:custGeom>
              <a:rect b="b" l="l" r="r" t="t"/>
              <a:pathLst>
                <a:path extrusionOk="0" h="242" w="166">
                  <a:moveTo>
                    <a:pt x="1" y="242"/>
                  </a:moveTo>
                  <a:lnTo>
                    <a:pt x="165" y="0"/>
                  </a:lnTo>
                  <a:lnTo>
                    <a:pt x="16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2" name="Google Shape;6582;p72"/>
            <p:cNvSpPr/>
            <p:nvPr/>
          </p:nvSpPr>
          <p:spPr>
            <a:xfrm>
              <a:off x="2308149" y="2009201"/>
              <a:ext cx="964" cy="394"/>
            </a:xfrm>
            <a:custGeom>
              <a:rect b="b" l="l" r="r" t="t"/>
              <a:pathLst>
                <a:path extrusionOk="0" h="29" w="71">
                  <a:moveTo>
                    <a:pt x="1" y="0"/>
                  </a:moveTo>
                  <a:lnTo>
                    <a:pt x="71" y="28"/>
                  </a:lnTo>
                  <a:lnTo>
                    <a:pt x="53" y="2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3" name="Google Shape;6583;p72"/>
            <p:cNvSpPr/>
            <p:nvPr/>
          </p:nvSpPr>
          <p:spPr>
            <a:xfrm>
              <a:off x="2302310" y="2007341"/>
              <a:ext cx="3530" cy="448"/>
            </a:xfrm>
            <a:custGeom>
              <a:rect b="b" l="l" r="r" t="t"/>
              <a:pathLst>
                <a:path extrusionOk="0" h="33" w="26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4" name="Google Shape;6584;p72"/>
            <p:cNvSpPr/>
            <p:nvPr/>
          </p:nvSpPr>
          <p:spPr>
            <a:xfrm>
              <a:off x="2296513" y="2011767"/>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5" name="Google Shape;6585;p72"/>
            <p:cNvSpPr/>
            <p:nvPr/>
          </p:nvSpPr>
          <p:spPr>
            <a:xfrm>
              <a:off x="2296649" y="2011522"/>
              <a:ext cx="68" cy="109"/>
            </a:xfrm>
            <a:custGeom>
              <a:rect b="b" l="l" r="r" t="t"/>
              <a:pathLst>
                <a:path extrusionOk="0" h="8" w="5">
                  <a:moveTo>
                    <a:pt x="4"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6" name="Google Shape;6586;p72"/>
            <p:cNvSpPr/>
            <p:nvPr/>
          </p:nvSpPr>
          <p:spPr>
            <a:xfrm>
              <a:off x="2296798" y="2011237"/>
              <a:ext cx="109" cy="122"/>
            </a:xfrm>
            <a:custGeom>
              <a:rect b="b" l="l" r="r" t="t"/>
              <a:pathLst>
                <a:path extrusionOk="0" h="9" w="8">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7" name="Google Shape;6587;p72"/>
            <p:cNvSpPr/>
            <p:nvPr/>
          </p:nvSpPr>
          <p:spPr>
            <a:xfrm>
              <a:off x="2296934" y="2010857"/>
              <a:ext cx="68" cy="299"/>
            </a:xfrm>
            <a:custGeom>
              <a:rect b="b" l="l" r="r" t="t"/>
              <a:pathLst>
                <a:path extrusionOk="0" h="22" w="5">
                  <a:moveTo>
                    <a:pt x="4" y="1"/>
                  </a:moveTo>
                  <a:cubicBezTo>
                    <a:pt x="4" y="8"/>
                    <a:pt x="1" y="15"/>
                    <a:pt x="1" y="22"/>
                  </a:cubicBezTo>
                  <a:cubicBezTo>
                    <a:pt x="1"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8" name="Google Shape;6588;p72"/>
            <p:cNvSpPr/>
            <p:nvPr/>
          </p:nvSpPr>
          <p:spPr>
            <a:xfrm>
              <a:off x="2306248" y="2008196"/>
              <a:ext cx="68" cy="68"/>
            </a:xfrm>
            <a:custGeom>
              <a:rect b="b" l="l" r="r" t="t"/>
              <a:pathLst>
                <a:path extrusionOk="0" h="5" w="5">
                  <a:moveTo>
                    <a:pt x="4"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9" name="Google Shape;6589;p72"/>
            <p:cNvSpPr/>
            <p:nvPr/>
          </p:nvSpPr>
          <p:spPr>
            <a:xfrm>
              <a:off x="2336336" y="2018080"/>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0" name="Google Shape;6590;p72"/>
            <p:cNvSpPr/>
            <p:nvPr/>
          </p:nvSpPr>
          <p:spPr>
            <a:xfrm>
              <a:off x="2336675" y="2017890"/>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1" name="Google Shape;6591;p72"/>
            <p:cNvSpPr/>
            <p:nvPr/>
          </p:nvSpPr>
          <p:spPr>
            <a:xfrm>
              <a:off x="2348270" y="2014333"/>
              <a:ext cx="1398" cy="244"/>
            </a:xfrm>
            <a:custGeom>
              <a:rect b="b" l="l" r="r" t="t"/>
              <a:pathLst>
                <a:path extrusionOk="0" h="18" w="103">
                  <a:moveTo>
                    <a:pt x="102" y="18"/>
                  </a:moveTo>
                  <a:cubicBezTo>
                    <a:pt x="67" y="18"/>
                    <a:pt x="32" y="11"/>
                    <a:pt x="1" y="0"/>
                  </a:cubicBezTo>
                  <a:cubicBezTo>
                    <a:pt x="32" y="11"/>
                    <a:pt x="67" y="18"/>
                    <a:pt x="102"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2" name="Google Shape;6592;p72"/>
            <p:cNvSpPr/>
            <p:nvPr/>
          </p:nvSpPr>
          <p:spPr>
            <a:xfrm>
              <a:off x="2335765" y="201823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3" name="Google Shape;6593;p72"/>
            <p:cNvSpPr/>
            <p:nvPr/>
          </p:nvSpPr>
          <p:spPr>
            <a:xfrm>
              <a:off x="2335480" y="2018230"/>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4" name="Google Shape;6594;p72"/>
            <p:cNvSpPr/>
            <p:nvPr/>
          </p:nvSpPr>
          <p:spPr>
            <a:xfrm>
              <a:off x="2335249" y="2018135"/>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5" name="Google Shape;6595;p72"/>
            <p:cNvSpPr/>
            <p:nvPr/>
          </p:nvSpPr>
          <p:spPr>
            <a:xfrm>
              <a:off x="2336051" y="2018175"/>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6" name="Google Shape;6596;p72"/>
            <p:cNvSpPr/>
            <p:nvPr/>
          </p:nvSpPr>
          <p:spPr>
            <a:xfrm>
              <a:off x="2335059" y="2017985"/>
              <a:ext cx="204" cy="109"/>
            </a:xfrm>
            <a:custGeom>
              <a:rect b="b" l="l" r="r" t="t"/>
              <a:pathLst>
                <a:path extrusionOk="0" h="8" w="15">
                  <a:moveTo>
                    <a:pt x="1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7" name="Google Shape;6597;p72"/>
            <p:cNvSpPr/>
            <p:nvPr/>
          </p:nvSpPr>
          <p:spPr>
            <a:xfrm>
              <a:off x="2337816" y="2016804"/>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8" name="Google Shape;6598;p72"/>
            <p:cNvSpPr/>
            <p:nvPr/>
          </p:nvSpPr>
          <p:spPr>
            <a:xfrm>
              <a:off x="2337245" y="2017415"/>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9" name="Google Shape;6599;p72"/>
            <p:cNvSpPr/>
            <p:nvPr/>
          </p:nvSpPr>
          <p:spPr>
            <a:xfrm>
              <a:off x="2337571" y="201718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0" name="Google Shape;6600;p72"/>
            <p:cNvSpPr/>
            <p:nvPr/>
          </p:nvSpPr>
          <p:spPr>
            <a:xfrm>
              <a:off x="2336960" y="2017700"/>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1" name="Google Shape;6601;p72"/>
            <p:cNvSpPr/>
            <p:nvPr/>
          </p:nvSpPr>
          <p:spPr>
            <a:xfrm>
              <a:off x="2307388" y="2008861"/>
              <a:ext cx="584" cy="258"/>
            </a:xfrm>
            <a:custGeom>
              <a:rect b="b" l="l" r="r" t="t"/>
              <a:pathLst>
                <a:path extrusionOk="0" h="19" w="43">
                  <a:moveTo>
                    <a:pt x="1" y="1"/>
                  </a:moveTo>
                  <a:lnTo>
                    <a:pt x="1" y="4"/>
                  </a:lnTo>
                  <a:lnTo>
                    <a:pt x="43"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2" name="Google Shape;6602;p72"/>
            <p:cNvSpPr/>
            <p:nvPr/>
          </p:nvSpPr>
          <p:spPr>
            <a:xfrm>
              <a:off x="2324170" y="2015704"/>
              <a:ext cx="1303" cy="584"/>
            </a:xfrm>
            <a:custGeom>
              <a:rect b="b" l="l" r="r" t="t"/>
              <a:pathLst>
                <a:path extrusionOk="0" h="43" w="96">
                  <a:moveTo>
                    <a:pt x="1" y="1"/>
                  </a:moveTo>
                  <a:lnTo>
                    <a:pt x="1" y="1"/>
                  </a:lnTo>
                  <a:cubicBezTo>
                    <a:pt x="32" y="22"/>
                    <a:pt x="64" y="32"/>
                    <a:pt x="95" y="43"/>
                  </a:cubicBezTo>
                  <a:cubicBezTo>
                    <a:pt x="64" y="32"/>
                    <a:pt x="36" y="1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3" name="Google Shape;6603;p72"/>
            <p:cNvSpPr/>
            <p:nvPr/>
          </p:nvSpPr>
          <p:spPr>
            <a:xfrm>
              <a:off x="2310050" y="2009961"/>
              <a:ext cx="299" cy="149"/>
            </a:xfrm>
            <a:custGeom>
              <a:rect b="b" l="l" r="r" t="t"/>
              <a:pathLst>
                <a:path extrusionOk="0" h="11" w="22">
                  <a:moveTo>
                    <a:pt x="22"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4" name="Google Shape;6604;p72"/>
            <p:cNvSpPr/>
            <p:nvPr/>
          </p:nvSpPr>
          <p:spPr>
            <a:xfrm>
              <a:off x="2351651" y="2013953"/>
              <a:ext cx="149" cy="54"/>
            </a:xfrm>
            <a:custGeom>
              <a:rect b="b" l="l" r="r" t="t"/>
              <a:pathLst>
                <a:path extrusionOk="0" h="4" w="11">
                  <a:moveTo>
                    <a:pt x="1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5" name="Google Shape;6605;p72"/>
            <p:cNvSpPr/>
            <p:nvPr/>
          </p:nvSpPr>
          <p:spPr>
            <a:xfrm>
              <a:off x="2314001" y="2010626"/>
              <a:ext cx="10183" cy="5092"/>
            </a:xfrm>
            <a:custGeom>
              <a:rect b="b" l="l" r="r" t="t"/>
              <a:pathLst>
                <a:path extrusionOk="0" h="375" w="75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6" name="Google Shape;6606;p72"/>
            <p:cNvSpPr/>
            <p:nvPr/>
          </p:nvSpPr>
          <p:spPr>
            <a:xfrm>
              <a:off x="2352072" y="2013858"/>
              <a:ext cx="68" cy="14"/>
            </a:xfrm>
            <a:custGeom>
              <a:rect b="b" l="l" r="r" t="t"/>
              <a:pathLst>
                <a:path extrusionOk="0" h="1" w="5">
                  <a:moveTo>
                    <a:pt x="4" y="0"/>
                  </a:moveTo>
                  <a:lnTo>
                    <a:pt x="4"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7" name="Google Shape;6607;p72"/>
            <p:cNvSpPr/>
            <p:nvPr/>
          </p:nvSpPr>
          <p:spPr>
            <a:xfrm>
              <a:off x="2351027" y="201414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8" name="Google Shape;6608;p72"/>
            <p:cNvSpPr/>
            <p:nvPr/>
          </p:nvSpPr>
          <p:spPr>
            <a:xfrm>
              <a:off x="2351312" y="2014048"/>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9" name="Google Shape;6609;p72"/>
            <p:cNvSpPr/>
            <p:nvPr/>
          </p:nvSpPr>
          <p:spPr>
            <a:xfrm>
              <a:off x="2263574" y="2013192"/>
              <a:ext cx="38180" cy="39646"/>
            </a:xfrm>
            <a:custGeom>
              <a:rect b="b" l="l" r="r" t="t"/>
              <a:pathLst>
                <a:path extrusionOk="0" h="2920" w="2812">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0" name="Google Shape;6610;p72"/>
            <p:cNvSpPr/>
            <p:nvPr/>
          </p:nvSpPr>
          <p:spPr>
            <a:xfrm>
              <a:off x="2263710" y="205268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1" name="Google Shape;6611;p72"/>
            <p:cNvSpPr/>
            <p:nvPr/>
          </p:nvSpPr>
          <p:spPr>
            <a:xfrm>
              <a:off x="2264144" y="2052540"/>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2" name="Google Shape;6612;p72"/>
            <p:cNvSpPr/>
            <p:nvPr/>
          </p:nvSpPr>
          <p:spPr>
            <a:xfrm>
              <a:off x="2265135" y="2052024"/>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3" name="Google Shape;6613;p72"/>
            <p:cNvSpPr/>
            <p:nvPr/>
          </p:nvSpPr>
          <p:spPr>
            <a:xfrm>
              <a:off x="2264524" y="2052404"/>
              <a:ext cx="109" cy="54"/>
            </a:xfrm>
            <a:custGeom>
              <a:rect b="b" l="l" r="r" t="t"/>
              <a:pathLst>
                <a:path extrusionOk="0" h="4" w="8">
                  <a:moveTo>
                    <a:pt x="0" y="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4" name="Google Shape;6614;p72"/>
            <p:cNvSpPr/>
            <p:nvPr/>
          </p:nvSpPr>
          <p:spPr>
            <a:xfrm>
              <a:off x="2265475" y="2051834"/>
              <a:ext cx="394" cy="149"/>
            </a:xfrm>
            <a:custGeom>
              <a:rect b="b" l="l" r="r" t="t"/>
              <a:pathLst>
                <a:path extrusionOk="0" h="11" w="29">
                  <a:moveTo>
                    <a:pt x="0" y="11"/>
                  </a:moveTo>
                  <a:lnTo>
                    <a:pt x="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5" name="Google Shape;6615;p72"/>
            <p:cNvSpPr/>
            <p:nvPr/>
          </p:nvSpPr>
          <p:spPr>
            <a:xfrm>
              <a:off x="2266941" y="2051304"/>
              <a:ext cx="448" cy="163"/>
            </a:xfrm>
            <a:custGeom>
              <a:rect b="b" l="l" r="r" t="t"/>
              <a:pathLst>
                <a:path extrusionOk="0" h="12" w="33">
                  <a:moveTo>
                    <a:pt x="1" y="1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6" name="Google Shape;6616;p72"/>
            <p:cNvSpPr/>
            <p:nvPr/>
          </p:nvSpPr>
          <p:spPr>
            <a:xfrm>
              <a:off x="2270037" y="2050503"/>
              <a:ext cx="149" cy="54"/>
            </a:xfrm>
            <a:custGeom>
              <a:rect b="b" l="l" r="r" t="t"/>
              <a:pathLst>
                <a:path extrusionOk="0" h="4" w="11">
                  <a:moveTo>
                    <a:pt x="11"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7" name="Google Shape;6617;p72"/>
            <p:cNvSpPr/>
            <p:nvPr/>
          </p:nvSpPr>
          <p:spPr>
            <a:xfrm>
              <a:off x="2263329" y="205273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8" name="Google Shape;6618;p72"/>
            <p:cNvSpPr/>
            <p:nvPr/>
          </p:nvSpPr>
          <p:spPr>
            <a:xfrm>
              <a:off x="2265896" y="2051644"/>
              <a:ext cx="489" cy="204"/>
            </a:xfrm>
            <a:custGeom>
              <a:rect b="b" l="l" r="r" t="t"/>
              <a:pathLst>
                <a:path extrusionOk="0" h="15" w="36">
                  <a:moveTo>
                    <a:pt x="1" y="14"/>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9" name="Google Shape;6619;p72"/>
            <p:cNvSpPr/>
            <p:nvPr/>
          </p:nvSpPr>
          <p:spPr>
            <a:xfrm>
              <a:off x="2266371" y="2051495"/>
              <a:ext cx="543" cy="163"/>
            </a:xfrm>
            <a:custGeom>
              <a:rect b="b" l="l" r="r" t="t"/>
              <a:pathLst>
                <a:path extrusionOk="0" h="12" w="40">
                  <a:moveTo>
                    <a:pt x="1" y="11"/>
                  </a:moveTo>
                  <a:lnTo>
                    <a:pt x="3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0" name="Google Shape;6620;p72"/>
            <p:cNvSpPr/>
            <p:nvPr/>
          </p:nvSpPr>
          <p:spPr>
            <a:xfrm>
              <a:off x="2267756" y="2051169"/>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1" name="Google Shape;6621;p72"/>
            <p:cNvSpPr/>
            <p:nvPr/>
          </p:nvSpPr>
          <p:spPr>
            <a:xfrm>
              <a:off x="2280872" y="2017035"/>
              <a:ext cx="54" cy="68"/>
            </a:xfrm>
            <a:custGeom>
              <a:rect b="b" l="l" r="r" t="t"/>
              <a:pathLst>
                <a:path extrusionOk="0" h="5" w="4">
                  <a:moveTo>
                    <a:pt x="0"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2" name="Google Shape;6622;p72"/>
            <p:cNvSpPr/>
            <p:nvPr/>
          </p:nvSpPr>
          <p:spPr>
            <a:xfrm>
              <a:off x="2281958" y="201751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3" name="Google Shape;6623;p72"/>
            <p:cNvSpPr/>
            <p:nvPr/>
          </p:nvSpPr>
          <p:spPr>
            <a:xfrm>
              <a:off x="2283098" y="2017184"/>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4" name="Google Shape;6624;p72"/>
            <p:cNvSpPr/>
            <p:nvPr/>
          </p:nvSpPr>
          <p:spPr>
            <a:xfrm>
              <a:off x="2282338" y="2017510"/>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5" name="Google Shape;6625;p72"/>
            <p:cNvSpPr/>
            <p:nvPr/>
          </p:nvSpPr>
          <p:spPr>
            <a:xfrm>
              <a:off x="2282528" y="2017510"/>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6" name="Google Shape;6626;p72"/>
            <p:cNvSpPr/>
            <p:nvPr/>
          </p:nvSpPr>
          <p:spPr>
            <a:xfrm>
              <a:off x="2274219" y="2015664"/>
              <a:ext cx="3910" cy="1059"/>
            </a:xfrm>
            <a:custGeom>
              <a:rect b="b" l="l" r="r" t="t"/>
              <a:pathLst>
                <a:path extrusionOk="0" h="78" w="288">
                  <a:moveTo>
                    <a:pt x="287" y="0"/>
                  </a:moveTo>
                  <a:cubicBezTo>
                    <a:pt x="189" y="18"/>
                    <a:pt x="95" y="42"/>
                    <a:pt x="0" y="77"/>
                  </a:cubicBezTo>
                  <a:lnTo>
                    <a:pt x="0" y="77"/>
                  </a:lnTo>
                  <a:cubicBezTo>
                    <a:pt x="95" y="42"/>
                    <a:pt x="189" y="18"/>
                    <a:pt x="28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7" name="Google Shape;6627;p72"/>
            <p:cNvSpPr/>
            <p:nvPr/>
          </p:nvSpPr>
          <p:spPr>
            <a:xfrm>
              <a:off x="2282867" y="2017374"/>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8" name="Google Shape;6628;p72"/>
            <p:cNvSpPr/>
            <p:nvPr/>
          </p:nvSpPr>
          <p:spPr>
            <a:xfrm>
              <a:off x="2281673" y="2017415"/>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9" name="Google Shape;6629;p72"/>
            <p:cNvSpPr/>
            <p:nvPr/>
          </p:nvSpPr>
          <p:spPr>
            <a:xfrm>
              <a:off x="2280586" y="2016899"/>
              <a:ext cx="54" cy="54"/>
            </a:xfrm>
            <a:custGeom>
              <a:rect b="b" l="l" r="r" t="t"/>
              <a:pathLst>
                <a:path extrusionOk="0" h="4" w="4">
                  <a:moveTo>
                    <a:pt x="0"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0" name="Google Shape;6630;p72"/>
            <p:cNvSpPr/>
            <p:nvPr/>
          </p:nvSpPr>
          <p:spPr>
            <a:xfrm>
              <a:off x="2280342" y="201675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1" name="Google Shape;6631;p72"/>
            <p:cNvSpPr/>
            <p:nvPr/>
          </p:nvSpPr>
          <p:spPr>
            <a:xfrm>
              <a:off x="2281442" y="2017320"/>
              <a:ext cx="54" cy="68"/>
            </a:xfrm>
            <a:custGeom>
              <a:rect b="b" l="l" r="r" t="t"/>
              <a:pathLst>
                <a:path extrusionOk="0" h="5" w="4">
                  <a:moveTo>
                    <a:pt x="0" y="1"/>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2" name="Google Shape;6632;p72"/>
            <p:cNvSpPr/>
            <p:nvPr/>
          </p:nvSpPr>
          <p:spPr>
            <a:xfrm>
              <a:off x="2281157" y="2017225"/>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3" name="Google Shape;6633;p72"/>
            <p:cNvSpPr/>
            <p:nvPr/>
          </p:nvSpPr>
          <p:spPr>
            <a:xfrm>
              <a:off x="2295793" y="2037863"/>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4" name="Google Shape;6634;p72"/>
            <p:cNvSpPr/>
            <p:nvPr/>
          </p:nvSpPr>
          <p:spPr>
            <a:xfrm>
              <a:off x="2295562" y="2038284"/>
              <a:ext cx="54" cy="163"/>
            </a:xfrm>
            <a:custGeom>
              <a:rect b="b" l="l" r="r" t="t"/>
              <a:pathLst>
                <a:path extrusionOk="0" h="12" w="4">
                  <a:moveTo>
                    <a:pt x="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5" name="Google Shape;6635;p72"/>
            <p:cNvSpPr/>
            <p:nvPr/>
          </p:nvSpPr>
          <p:spPr>
            <a:xfrm>
              <a:off x="2295413" y="2038569"/>
              <a:ext cx="68" cy="163"/>
            </a:xfrm>
            <a:custGeom>
              <a:rect b="b" l="l" r="r" t="t"/>
              <a:pathLst>
                <a:path extrusionOk="0" h="12" w="5">
                  <a:moveTo>
                    <a:pt x="4"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6" name="Google Shape;6636;p72"/>
            <p:cNvSpPr/>
            <p:nvPr/>
          </p:nvSpPr>
          <p:spPr>
            <a:xfrm>
              <a:off x="2295698" y="2038053"/>
              <a:ext cx="68" cy="149"/>
            </a:xfrm>
            <a:custGeom>
              <a:rect b="b" l="l" r="r" t="t"/>
              <a:pathLst>
                <a:path extrusionOk="0" h="11" w="5">
                  <a:moveTo>
                    <a:pt x="4"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7" name="Google Shape;6637;p72"/>
            <p:cNvSpPr/>
            <p:nvPr/>
          </p:nvSpPr>
          <p:spPr>
            <a:xfrm>
              <a:off x="2294897" y="2039669"/>
              <a:ext cx="54" cy="204"/>
            </a:xfrm>
            <a:custGeom>
              <a:rect b="b" l="l" r="r" t="t"/>
              <a:pathLst>
                <a:path extrusionOk="0" h="15" w="4">
                  <a:moveTo>
                    <a:pt x="4"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8" name="Google Shape;6638;p72"/>
            <p:cNvSpPr/>
            <p:nvPr/>
          </p:nvSpPr>
          <p:spPr>
            <a:xfrm>
              <a:off x="2295277" y="2038908"/>
              <a:ext cx="54" cy="149"/>
            </a:xfrm>
            <a:custGeom>
              <a:rect b="b" l="l" r="r" t="t"/>
              <a:pathLst>
                <a:path extrusionOk="0" h="11" w="4">
                  <a:moveTo>
                    <a:pt x="4"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9" name="Google Shape;6639;p72"/>
            <p:cNvSpPr/>
            <p:nvPr/>
          </p:nvSpPr>
          <p:spPr>
            <a:xfrm>
              <a:off x="2295087" y="2039234"/>
              <a:ext cx="54" cy="204"/>
            </a:xfrm>
            <a:custGeom>
              <a:rect b="b" l="l" r="r" t="t"/>
              <a:pathLst>
                <a:path extrusionOk="0" h="15" w="4">
                  <a:moveTo>
                    <a:pt x="4"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0" name="Google Shape;6640;p72"/>
            <p:cNvSpPr/>
            <p:nvPr/>
          </p:nvSpPr>
          <p:spPr>
            <a:xfrm>
              <a:off x="2296228" y="2037293"/>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1" name="Google Shape;6641;p72"/>
            <p:cNvSpPr/>
            <p:nvPr/>
          </p:nvSpPr>
          <p:spPr>
            <a:xfrm>
              <a:off x="2296323" y="2037197"/>
              <a:ext cx="14" cy="54"/>
            </a:xfrm>
            <a:custGeom>
              <a:rect b="b" l="l" r="r" t="t"/>
              <a:pathLst>
                <a:path extrusionOk="0" h="4" w="1">
                  <a:moveTo>
                    <a:pt x="0"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2" name="Google Shape;6642;p72"/>
            <p:cNvSpPr/>
            <p:nvPr/>
          </p:nvSpPr>
          <p:spPr>
            <a:xfrm>
              <a:off x="2294707" y="2040280"/>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3" name="Google Shape;6643;p72"/>
            <p:cNvSpPr/>
            <p:nvPr/>
          </p:nvSpPr>
          <p:spPr>
            <a:xfrm>
              <a:off x="2295128" y="2013043"/>
              <a:ext cx="2634" cy="2349"/>
            </a:xfrm>
            <a:custGeom>
              <a:rect b="b" l="l" r="r" t="t"/>
              <a:pathLst>
                <a:path extrusionOk="0" h="173" w="194">
                  <a:moveTo>
                    <a:pt x="1" y="1"/>
                  </a:moveTo>
                  <a:lnTo>
                    <a:pt x="1" y="1"/>
                  </a:lnTo>
                  <a:lnTo>
                    <a:pt x="193" y="17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4" name="Google Shape;6644;p72"/>
            <p:cNvSpPr/>
            <p:nvPr/>
          </p:nvSpPr>
          <p:spPr>
            <a:xfrm>
              <a:off x="2296133" y="2037388"/>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5" name="Google Shape;6645;p72"/>
            <p:cNvSpPr/>
            <p:nvPr/>
          </p:nvSpPr>
          <p:spPr>
            <a:xfrm>
              <a:off x="2295943" y="2037673"/>
              <a:ext cx="54" cy="109"/>
            </a:xfrm>
            <a:custGeom>
              <a:rect b="b" l="l" r="r" t="t"/>
              <a:pathLst>
                <a:path extrusionOk="0" h="8" w="4">
                  <a:moveTo>
                    <a:pt x="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6" name="Google Shape;6646;p72"/>
            <p:cNvSpPr/>
            <p:nvPr/>
          </p:nvSpPr>
          <p:spPr>
            <a:xfrm>
              <a:off x="2296038" y="2037523"/>
              <a:ext cx="54" cy="109"/>
            </a:xfrm>
            <a:custGeom>
              <a:rect b="b" l="l" r="r" t="t"/>
              <a:pathLst>
                <a:path extrusionOk="0" h="8" w="4">
                  <a:moveTo>
                    <a:pt x="4"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7" name="Google Shape;6647;p72"/>
            <p:cNvSpPr/>
            <p:nvPr/>
          </p:nvSpPr>
          <p:spPr>
            <a:xfrm>
              <a:off x="2294422" y="2040809"/>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8" name="Google Shape;6648;p72"/>
            <p:cNvSpPr/>
            <p:nvPr/>
          </p:nvSpPr>
          <p:spPr>
            <a:xfrm>
              <a:off x="2462729" y="1678276"/>
              <a:ext cx="126732" cy="73834"/>
            </a:xfrm>
            <a:custGeom>
              <a:rect b="b" l="l" r="r" t="t"/>
              <a:pathLst>
                <a:path extrusionOk="0" h="5438" w="9334">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9" name="Google Shape;6649;p72"/>
            <p:cNvSpPr/>
            <p:nvPr/>
          </p:nvSpPr>
          <p:spPr>
            <a:xfrm>
              <a:off x="2580038" y="1723951"/>
              <a:ext cx="2105" cy="258"/>
            </a:xfrm>
            <a:custGeom>
              <a:rect b="b" l="l" r="r" t="t"/>
              <a:pathLst>
                <a:path extrusionOk="0" h="19" w="155">
                  <a:moveTo>
                    <a:pt x="1" y="1"/>
                  </a:moveTo>
                  <a:cubicBezTo>
                    <a:pt x="50" y="1"/>
                    <a:pt x="102" y="4"/>
                    <a:pt x="155" y="18"/>
                  </a:cubicBezTo>
                  <a:cubicBezTo>
                    <a:pt x="102" y="4"/>
                    <a:pt x="50"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0" name="Google Shape;6650;p72"/>
            <p:cNvSpPr/>
            <p:nvPr/>
          </p:nvSpPr>
          <p:spPr>
            <a:xfrm>
              <a:off x="2573059" y="1725241"/>
              <a:ext cx="3096" cy="394"/>
            </a:xfrm>
            <a:custGeom>
              <a:rect b="b" l="l" r="r" t="t"/>
              <a:pathLst>
                <a:path extrusionOk="0" h="29" w="228">
                  <a:moveTo>
                    <a:pt x="228" y="0"/>
                  </a:moveTo>
                  <a:cubicBezTo>
                    <a:pt x="158" y="14"/>
                    <a:pt x="77" y="21"/>
                    <a:pt x="0" y="28"/>
                  </a:cubicBezTo>
                  <a:cubicBezTo>
                    <a:pt x="84" y="21"/>
                    <a:pt x="165" y="14"/>
                    <a:pt x="22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1" name="Google Shape;6651;p72"/>
            <p:cNvSpPr/>
            <p:nvPr/>
          </p:nvSpPr>
          <p:spPr>
            <a:xfrm>
              <a:off x="2579807" y="1723951"/>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2" name="Google Shape;6652;p72"/>
            <p:cNvSpPr/>
            <p:nvPr/>
          </p:nvSpPr>
          <p:spPr>
            <a:xfrm>
              <a:off x="2580894" y="1715913"/>
              <a:ext cx="8242" cy="4915"/>
            </a:xfrm>
            <a:custGeom>
              <a:rect b="b" l="l" r="r" t="t"/>
              <a:pathLst>
                <a:path extrusionOk="0" h="362" w="607">
                  <a:moveTo>
                    <a:pt x="1" y="1"/>
                  </a:moveTo>
                  <a:cubicBezTo>
                    <a:pt x="120" y="33"/>
                    <a:pt x="382" y="176"/>
                    <a:pt x="606" y="361"/>
                  </a:cubicBezTo>
                  <a:cubicBezTo>
                    <a:pt x="382" y="173"/>
                    <a:pt x="120" y="3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3" name="Google Shape;6653;p72"/>
            <p:cNvSpPr/>
            <p:nvPr/>
          </p:nvSpPr>
          <p:spPr>
            <a:xfrm>
              <a:off x="2579034" y="1724236"/>
              <a:ext cx="122" cy="122"/>
            </a:xfrm>
            <a:custGeom>
              <a:rect b="b" l="l" r="r" t="t"/>
              <a:pathLst>
                <a:path extrusionOk="0" h="9" w="9">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4" name="Google Shape;6654;p72"/>
            <p:cNvSpPr/>
            <p:nvPr/>
          </p:nvSpPr>
          <p:spPr>
            <a:xfrm>
              <a:off x="2570534" y="1714107"/>
              <a:ext cx="2390" cy="2200"/>
            </a:xfrm>
            <a:custGeom>
              <a:rect b="b" l="l" r="r" t="t"/>
              <a:pathLst>
                <a:path extrusionOk="0" h="162" w="176">
                  <a:moveTo>
                    <a:pt x="1" y="1"/>
                  </a:moveTo>
                  <a:cubicBezTo>
                    <a:pt x="60" y="32"/>
                    <a:pt x="116" y="78"/>
                    <a:pt x="155" y="137"/>
                  </a:cubicBezTo>
                  <a:lnTo>
                    <a:pt x="176" y="162"/>
                  </a:lnTo>
                  <a:lnTo>
                    <a:pt x="151" y="130"/>
                  </a:lnTo>
                  <a:cubicBezTo>
                    <a:pt x="116" y="81"/>
                    <a:pt x="74" y="43"/>
                    <a:pt x="25" y="8"/>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5" name="Google Shape;6655;p72"/>
            <p:cNvSpPr/>
            <p:nvPr/>
          </p:nvSpPr>
          <p:spPr>
            <a:xfrm>
              <a:off x="2576291" y="172524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6" name="Google Shape;6656;p72"/>
            <p:cNvSpPr/>
            <p:nvPr/>
          </p:nvSpPr>
          <p:spPr>
            <a:xfrm>
              <a:off x="2579427" y="1724046"/>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7" name="Google Shape;6657;p72"/>
            <p:cNvSpPr/>
            <p:nvPr/>
          </p:nvSpPr>
          <p:spPr>
            <a:xfrm>
              <a:off x="2086700" y="1392158"/>
              <a:ext cx="189338" cy="157838"/>
            </a:xfrm>
            <a:custGeom>
              <a:rect b="b" l="l" r="r" t="t"/>
              <a:pathLst>
                <a:path extrusionOk="0" h="11625" w="13945">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8" name="Google Shape;6658;p72"/>
            <p:cNvSpPr/>
            <p:nvPr/>
          </p:nvSpPr>
          <p:spPr>
            <a:xfrm>
              <a:off x="2127052" y="1276572"/>
              <a:ext cx="5961" cy="5526"/>
            </a:xfrm>
            <a:custGeom>
              <a:rect b="b" l="l" r="r" t="t"/>
              <a:pathLst>
                <a:path extrusionOk="0" h="407" w="439">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9" name="Google Shape;6659;p72"/>
            <p:cNvSpPr/>
            <p:nvPr/>
          </p:nvSpPr>
          <p:spPr>
            <a:xfrm>
              <a:off x="2199678" y="1404961"/>
              <a:ext cx="1724" cy="1290"/>
            </a:xfrm>
            <a:custGeom>
              <a:rect b="b" l="l" r="r" t="t"/>
              <a:pathLst>
                <a:path extrusionOk="0" h="95" w="127">
                  <a:moveTo>
                    <a:pt x="85" y="0"/>
                  </a:moveTo>
                  <a:cubicBezTo>
                    <a:pt x="53" y="0"/>
                    <a:pt x="25" y="11"/>
                    <a:pt x="1" y="28"/>
                  </a:cubicBezTo>
                  <a:cubicBezTo>
                    <a:pt x="46" y="39"/>
                    <a:pt x="92" y="60"/>
                    <a:pt x="127" y="95"/>
                  </a:cubicBezTo>
                  <a:cubicBezTo>
                    <a:pt x="103" y="67"/>
                    <a:pt x="89" y="35"/>
                    <a:pt x="8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0" name="Google Shape;6660;p72"/>
            <p:cNvSpPr/>
            <p:nvPr/>
          </p:nvSpPr>
          <p:spPr>
            <a:xfrm>
              <a:off x="2210947" y="1395471"/>
              <a:ext cx="9043" cy="6409"/>
            </a:xfrm>
            <a:custGeom>
              <a:rect b="b" l="l" r="r" t="t"/>
              <a:pathLst>
                <a:path extrusionOk="0" h="472" w="666">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1" name="Google Shape;6661;p72"/>
            <p:cNvSpPr/>
            <p:nvPr/>
          </p:nvSpPr>
          <p:spPr>
            <a:xfrm>
              <a:off x="2181335" y="1248725"/>
              <a:ext cx="67372" cy="20393"/>
            </a:xfrm>
            <a:custGeom>
              <a:rect b="b" l="l" r="r" t="t"/>
              <a:pathLst>
                <a:path extrusionOk="0" h="1502" w="4962">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2" name="Google Shape;6662;p72"/>
            <p:cNvSpPr/>
            <p:nvPr/>
          </p:nvSpPr>
          <p:spPr>
            <a:xfrm>
              <a:off x="2129768" y="1256084"/>
              <a:ext cx="99252" cy="55546"/>
            </a:xfrm>
            <a:custGeom>
              <a:rect b="b" l="l" r="r" t="t"/>
              <a:pathLst>
                <a:path extrusionOk="0" h="4091" w="731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3" name="Google Shape;6663;p72"/>
            <p:cNvSpPr/>
            <p:nvPr/>
          </p:nvSpPr>
          <p:spPr>
            <a:xfrm>
              <a:off x="2248883" y="1404961"/>
              <a:ext cx="4331" cy="1914"/>
            </a:xfrm>
            <a:custGeom>
              <a:rect b="b" l="l" r="r" t="t"/>
              <a:pathLst>
                <a:path extrusionOk="0" h="141" w="319">
                  <a:moveTo>
                    <a:pt x="0" y="140"/>
                  </a:moveTo>
                  <a:cubicBezTo>
                    <a:pt x="81" y="49"/>
                    <a:pt x="200" y="0"/>
                    <a:pt x="319" y="7"/>
                  </a:cubicBezTo>
                  <a:cubicBezTo>
                    <a:pt x="200" y="0"/>
                    <a:pt x="81" y="49"/>
                    <a:pt x="0" y="14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4" name="Google Shape;6664;p72"/>
            <p:cNvSpPr/>
            <p:nvPr/>
          </p:nvSpPr>
          <p:spPr>
            <a:xfrm>
              <a:off x="2202543" y="1417887"/>
              <a:ext cx="149" cy="163"/>
            </a:xfrm>
            <a:custGeom>
              <a:rect b="b" l="l" r="r" t="t"/>
              <a:pathLst>
                <a:path extrusionOk="0" h="12" w="11">
                  <a:moveTo>
                    <a:pt x="1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5" name="Google Shape;6665;p72"/>
            <p:cNvSpPr/>
            <p:nvPr/>
          </p:nvSpPr>
          <p:spPr>
            <a:xfrm>
              <a:off x="2202258" y="1418267"/>
              <a:ext cx="109" cy="109"/>
            </a:xfrm>
            <a:custGeom>
              <a:rect b="b" l="l" r="r" t="t"/>
              <a:pathLst>
                <a:path extrusionOk="0" h="8" w="8">
                  <a:moveTo>
                    <a:pt x="7"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6" name="Google Shape;6666;p72"/>
            <p:cNvSpPr/>
            <p:nvPr/>
          </p:nvSpPr>
          <p:spPr>
            <a:xfrm>
              <a:off x="2264334" y="1413800"/>
              <a:ext cx="14" cy="258"/>
            </a:xfrm>
            <a:custGeom>
              <a:rect b="b" l="l" r="r" t="t"/>
              <a:pathLst>
                <a:path extrusionOk="0" h="19" w="1">
                  <a:moveTo>
                    <a:pt x="0" y="1"/>
                  </a:moveTo>
                  <a:lnTo>
                    <a:pt x="0" y="18"/>
                  </a:lnTo>
                  <a:cubicBezTo>
                    <a:pt x="0" y="15"/>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7" name="Google Shape;6667;p72"/>
            <p:cNvSpPr/>
            <p:nvPr/>
          </p:nvSpPr>
          <p:spPr>
            <a:xfrm>
              <a:off x="2201688" y="1419082"/>
              <a:ext cx="109" cy="149"/>
            </a:xfrm>
            <a:custGeom>
              <a:rect b="b" l="l" r="r" t="t"/>
              <a:pathLst>
                <a:path extrusionOk="0" h="11" w="8">
                  <a:moveTo>
                    <a:pt x="7"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8" name="Google Shape;6668;p72"/>
            <p:cNvSpPr/>
            <p:nvPr/>
          </p:nvSpPr>
          <p:spPr>
            <a:xfrm>
              <a:off x="2201973" y="1418647"/>
              <a:ext cx="109" cy="163"/>
            </a:xfrm>
            <a:custGeom>
              <a:rect b="b" l="l" r="r" t="t"/>
              <a:pathLst>
                <a:path extrusionOk="0" h="12" w="8">
                  <a:moveTo>
                    <a:pt x="7"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9" name="Google Shape;6669;p72"/>
            <p:cNvSpPr/>
            <p:nvPr/>
          </p:nvSpPr>
          <p:spPr>
            <a:xfrm>
              <a:off x="2206480" y="141604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0" name="Google Shape;6670;p72"/>
            <p:cNvSpPr/>
            <p:nvPr/>
          </p:nvSpPr>
          <p:spPr>
            <a:xfrm>
              <a:off x="2202923" y="1417561"/>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1" name="Google Shape;6671;p72"/>
            <p:cNvSpPr/>
            <p:nvPr/>
          </p:nvSpPr>
          <p:spPr>
            <a:xfrm>
              <a:off x="2203249" y="1417222"/>
              <a:ext cx="109" cy="109"/>
            </a:xfrm>
            <a:custGeom>
              <a:rect b="b" l="l" r="r" t="t"/>
              <a:pathLst>
                <a:path extrusionOk="0" h="8" w="8">
                  <a:moveTo>
                    <a:pt x="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2" name="Google Shape;6672;p72"/>
            <p:cNvSpPr/>
            <p:nvPr/>
          </p:nvSpPr>
          <p:spPr>
            <a:xfrm>
              <a:off x="2205625" y="1416081"/>
              <a:ext cx="204" cy="14"/>
            </a:xfrm>
            <a:custGeom>
              <a:rect b="b" l="l" r="r" t="t"/>
              <a:pathLst>
                <a:path extrusionOk="0" h="1" w="15">
                  <a:moveTo>
                    <a:pt x="15"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3" name="Google Shape;6673;p72"/>
            <p:cNvSpPr/>
            <p:nvPr/>
          </p:nvSpPr>
          <p:spPr>
            <a:xfrm>
              <a:off x="2206060" y="1416040"/>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4" name="Google Shape;6674;p72"/>
            <p:cNvSpPr/>
            <p:nvPr/>
          </p:nvSpPr>
          <p:spPr>
            <a:xfrm>
              <a:off x="2264334" y="1414520"/>
              <a:ext cx="14" cy="299"/>
            </a:xfrm>
            <a:custGeom>
              <a:rect b="b" l="l" r="r" t="t"/>
              <a:pathLst>
                <a:path extrusionOk="0" h="22" w="1">
                  <a:moveTo>
                    <a:pt x="0" y="21"/>
                  </a:moveTo>
                  <a:lnTo>
                    <a:pt x="0" y="0"/>
                  </a:lnTo>
                  <a:cubicBezTo>
                    <a:pt x="0"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5" name="Google Shape;6675;p72"/>
            <p:cNvSpPr/>
            <p:nvPr/>
          </p:nvSpPr>
          <p:spPr>
            <a:xfrm>
              <a:off x="2204104" y="1416706"/>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6" name="Google Shape;6676;p72"/>
            <p:cNvSpPr/>
            <p:nvPr/>
          </p:nvSpPr>
          <p:spPr>
            <a:xfrm>
              <a:off x="2264334" y="1413135"/>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7" name="Google Shape;6677;p72"/>
            <p:cNvSpPr/>
            <p:nvPr/>
          </p:nvSpPr>
          <p:spPr>
            <a:xfrm>
              <a:off x="2204865" y="1416271"/>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8" name="Google Shape;6678;p72"/>
            <p:cNvSpPr/>
            <p:nvPr/>
          </p:nvSpPr>
          <p:spPr>
            <a:xfrm>
              <a:off x="2204485" y="1416461"/>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9" name="Google Shape;6679;p72"/>
            <p:cNvSpPr/>
            <p:nvPr/>
          </p:nvSpPr>
          <p:spPr>
            <a:xfrm>
              <a:off x="2205245" y="1416176"/>
              <a:ext cx="204" cy="68"/>
            </a:xfrm>
            <a:custGeom>
              <a:rect b="b" l="l" r="r" t="t"/>
              <a:pathLst>
                <a:path extrusionOk="0" h="5" w="15">
                  <a:moveTo>
                    <a:pt x="15"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0" name="Google Shape;6680;p72"/>
            <p:cNvSpPr/>
            <p:nvPr/>
          </p:nvSpPr>
          <p:spPr>
            <a:xfrm>
              <a:off x="2199162" y="1418932"/>
              <a:ext cx="54" cy="14"/>
            </a:xfrm>
            <a:custGeom>
              <a:rect b="b" l="l" r="r" t="t"/>
              <a:pathLst>
                <a:path extrusionOk="0" h="1" w="4">
                  <a:moveTo>
                    <a:pt x="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1" name="Google Shape;6681;p72"/>
            <p:cNvSpPr/>
            <p:nvPr/>
          </p:nvSpPr>
          <p:spPr>
            <a:xfrm>
              <a:off x="2198823" y="1419027"/>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2" name="Google Shape;6682;p72"/>
            <p:cNvSpPr/>
            <p:nvPr/>
          </p:nvSpPr>
          <p:spPr>
            <a:xfrm>
              <a:off x="2150921" y="1464471"/>
              <a:ext cx="4331" cy="8527"/>
            </a:xfrm>
            <a:custGeom>
              <a:rect b="b" l="l" r="r" t="t"/>
              <a:pathLst>
                <a:path extrusionOk="0" h="628" w="319">
                  <a:moveTo>
                    <a:pt x="319" y="0"/>
                  </a:moveTo>
                  <a:cubicBezTo>
                    <a:pt x="298" y="193"/>
                    <a:pt x="154" y="414"/>
                    <a:pt x="0" y="627"/>
                  </a:cubicBezTo>
                  <a:cubicBezTo>
                    <a:pt x="154" y="414"/>
                    <a:pt x="298" y="193"/>
                    <a:pt x="31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3" name="Google Shape;6683;p72"/>
            <p:cNvSpPr/>
            <p:nvPr/>
          </p:nvSpPr>
          <p:spPr>
            <a:xfrm>
              <a:off x="2200248" y="1418837"/>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4" name="Google Shape;6684;p72"/>
            <p:cNvSpPr/>
            <p:nvPr/>
          </p:nvSpPr>
          <p:spPr>
            <a:xfrm>
              <a:off x="2199488" y="1418837"/>
              <a:ext cx="109" cy="14"/>
            </a:xfrm>
            <a:custGeom>
              <a:rect b="b" l="l" r="r" t="t"/>
              <a:pathLst>
                <a:path extrusionOk="0" h="1" w="8">
                  <a:moveTo>
                    <a:pt x="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5" name="Google Shape;6685;p72"/>
            <p:cNvSpPr/>
            <p:nvPr/>
          </p:nvSpPr>
          <p:spPr>
            <a:xfrm>
              <a:off x="2136556" y="1531015"/>
              <a:ext cx="68" cy="353"/>
            </a:xfrm>
            <a:custGeom>
              <a:rect b="b" l="l" r="r" t="t"/>
              <a:pathLst>
                <a:path extrusionOk="0" h="26" w="5">
                  <a:moveTo>
                    <a:pt x="1" y="1"/>
                  </a:moveTo>
                  <a:cubicBezTo>
                    <a:pt x="1" y="8"/>
                    <a:pt x="4" y="18"/>
                    <a:pt x="4" y="25"/>
                  </a:cubicBezTo>
                  <a:cubicBezTo>
                    <a:pt x="4" y="18"/>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6" name="Google Shape;6686;p72"/>
            <p:cNvSpPr/>
            <p:nvPr/>
          </p:nvSpPr>
          <p:spPr>
            <a:xfrm>
              <a:off x="2201158" y="1419082"/>
              <a:ext cx="244" cy="109"/>
            </a:xfrm>
            <a:custGeom>
              <a:rect b="b" l="l" r="r" t="t"/>
              <a:pathLst>
                <a:path extrusionOk="0" h="8" w="18">
                  <a:moveTo>
                    <a:pt x="1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7" name="Google Shape;6687;p72"/>
            <p:cNvSpPr/>
            <p:nvPr/>
          </p:nvSpPr>
          <p:spPr>
            <a:xfrm>
              <a:off x="2188422" y="1425300"/>
              <a:ext cx="4290" cy="1208"/>
            </a:xfrm>
            <a:custGeom>
              <a:rect b="b" l="l" r="r" t="t"/>
              <a:pathLst>
                <a:path extrusionOk="0" h="89" w="316">
                  <a:moveTo>
                    <a:pt x="0" y="11"/>
                  </a:moveTo>
                  <a:cubicBezTo>
                    <a:pt x="105" y="8"/>
                    <a:pt x="214" y="1"/>
                    <a:pt x="315" y="88"/>
                  </a:cubicBezTo>
                  <a:cubicBezTo>
                    <a:pt x="214" y="1"/>
                    <a:pt x="105"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8" name="Google Shape;6688;p72"/>
            <p:cNvSpPr/>
            <p:nvPr/>
          </p:nvSpPr>
          <p:spPr>
            <a:xfrm>
              <a:off x="2199828" y="141883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9" name="Google Shape;6689;p72"/>
            <p:cNvSpPr/>
            <p:nvPr/>
          </p:nvSpPr>
          <p:spPr>
            <a:xfrm>
              <a:off x="2200683" y="1418932"/>
              <a:ext cx="204" cy="68"/>
            </a:xfrm>
            <a:custGeom>
              <a:rect b="b" l="l" r="r" t="t"/>
              <a:pathLst>
                <a:path extrusionOk="0" h="5" w="15">
                  <a:moveTo>
                    <a:pt x="1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0" name="Google Shape;6690;p72"/>
            <p:cNvSpPr/>
            <p:nvPr/>
          </p:nvSpPr>
          <p:spPr>
            <a:xfrm>
              <a:off x="2133705" y="154057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1" name="Google Shape;6691;p72"/>
            <p:cNvSpPr/>
            <p:nvPr/>
          </p:nvSpPr>
          <p:spPr>
            <a:xfrm>
              <a:off x="2134275" y="1540668"/>
              <a:ext cx="163" cy="54"/>
            </a:xfrm>
            <a:custGeom>
              <a:rect b="b" l="l" r="r" t="t"/>
              <a:pathLst>
                <a:path extrusionOk="0" h="4" w="12">
                  <a:moveTo>
                    <a:pt x="1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2" name="Google Shape;6692;p72"/>
            <p:cNvSpPr/>
            <p:nvPr/>
          </p:nvSpPr>
          <p:spPr>
            <a:xfrm>
              <a:off x="3024851" y="1777922"/>
              <a:ext cx="15655" cy="12165"/>
            </a:xfrm>
            <a:custGeom>
              <a:rect b="b" l="l" r="r" t="t"/>
              <a:pathLst>
                <a:path extrusionOk="0" h="896" w="1153">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3" name="Google Shape;6693;p72"/>
            <p:cNvSpPr/>
            <p:nvPr/>
          </p:nvSpPr>
          <p:spPr>
            <a:xfrm>
              <a:off x="3003846" y="1783461"/>
              <a:ext cx="16795" cy="20366"/>
            </a:xfrm>
            <a:custGeom>
              <a:rect b="b" l="l" r="r" t="t"/>
              <a:pathLst>
                <a:path extrusionOk="0" h="1500" w="1237">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4" name="Google Shape;6694;p72"/>
            <p:cNvSpPr/>
            <p:nvPr/>
          </p:nvSpPr>
          <p:spPr>
            <a:xfrm>
              <a:off x="3013581" y="1718520"/>
              <a:ext cx="82443" cy="64127"/>
            </a:xfrm>
            <a:custGeom>
              <a:rect b="b" l="l" r="r" t="t"/>
              <a:pathLst>
                <a:path extrusionOk="0" h="4723" w="6072">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5" name="Google Shape;6695;p72"/>
            <p:cNvSpPr/>
            <p:nvPr/>
          </p:nvSpPr>
          <p:spPr>
            <a:xfrm>
              <a:off x="3080939" y="1680503"/>
              <a:ext cx="45973" cy="34283"/>
            </a:xfrm>
            <a:custGeom>
              <a:rect b="b" l="l" r="r" t="t"/>
              <a:pathLst>
                <a:path extrusionOk="0" h="2525" w="3386">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6" name="Google Shape;6696;p72"/>
            <p:cNvSpPr/>
            <p:nvPr/>
          </p:nvSpPr>
          <p:spPr>
            <a:xfrm>
              <a:off x="2932062" y="1853304"/>
              <a:ext cx="13143" cy="22009"/>
            </a:xfrm>
            <a:custGeom>
              <a:rect b="b" l="l" r="r" t="t"/>
              <a:pathLst>
                <a:path extrusionOk="0" h="1621" w="968">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7" name="Google Shape;6697;p72"/>
            <p:cNvSpPr/>
            <p:nvPr/>
          </p:nvSpPr>
          <p:spPr>
            <a:xfrm>
              <a:off x="2597485" y="1601971"/>
              <a:ext cx="442776" cy="287924"/>
            </a:xfrm>
            <a:custGeom>
              <a:rect b="b" l="l" r="r" t="t"/>
              <a:pathLst>
                <a:path extrusionOk="0" h="21206" w="32611">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8" name="Google Shape;6698;p72"/>
            <p:cNvSpPr/>
            <p:nvPr/>
          </p:nvSpPr>
          <p:spPr>
            <a:xfrm>
              <a:off x="2846836" y="1894023"/>
              <a:ext cx="15804" cy="11649"/>
            </a:xfrm>
            <a:custGeom>
              <a:rect b="b" l="l" r="r" t="t"/>
              <a:pathLst>
                <a:path extrusionOk="0" h="858" w="1164">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9" name="Google Shape;6699;p72"/>
            <p:cNvSpPr/>
            <p:nvPr/>
          </p:nvSpPr>
          <p:spPr>
            <a:xfrm>
              <a:off x="2648062" y="1810752"/>
              <a:ext cx="244" cy="434"/>
            </a:xfrm>
            <a:custGeom>
              <a:rect b="b" l="l" r="r" t="t"/>
              <a:pathLst>
                <a:path extrusionOk="0" h="32" w="18">
                  <a:moveTo>
                    <a:pt x="0" y="0"/>
                  </a:moveTo>
                  <a:cubicBezTo>
                    <a:pt x="7" y="11"/>
                    <a:pt x="14" y="21"/>
                    <a:pt x="18" y="32"/>
                  </a:cubicBezTo>
                  <a:cubicBezTo>
                    <a:pt x="14"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0" name="Google Shape;6700;p72"/>
            <p:cNvSpPr/>
            <p:nvPr/>
          </p:nvSpPr>
          <p:spPr>
            <a:xfrm>
              <a:off x="2732242" y="1823623"/>
              <a:ext cx="2770" cy="2064"/>
            </a:xfrm>
            <a:custGeom>
              <a:rect b="b" l="l" r="r" t="t"/>
              <a:pathLst>
                <a:path extrusionOk="0" h="152" w="204">
                  <a:moveTo>
                    <a:pt x="203" y="22"/>
                  </a:moveTo>
                  <a:cubicBezTo>
                    <a:pt x="74" y="1"/>
                    <a:pt x="32" y="88"/>
                    <a:pt x="0" y="151"/>
                  </a:cubicBezTo>
                  <a:cubicBezTo>
                    <a:pt x="32" y="88"/>
                    <a:pt x="74" y="1"/>
                    <a:pt x="203"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1" name="Google Shape;6701;p72"/>
            <p:cNvSpPr/>
            <p:nvPr/>
          </p:nvSpPr>
          <p:spPr>
            <a:xfrm>
              <a:off x="2647627" y="1810277"/>
              <a:ext cx="353" cy="434"/>
            </a:xfrm>
            <a:custGeom>
              <a:rect b="b" l="l" r="r" t="t"/>
              <a:pathLst>
                <a:path extrusionOk="0" h="32" w="26">
                  <a:moveTo>
                    <a:pt x="1" y="0"/>
                  </a:moveTo>
                  <a:cubicBezTo>
                    <a:pt x="11" y="11"/>
                    <a:pt x="18" y="21"/>
                    <a:pt x="25" y="32"/>
                  </a:cubicBezTo>
                  <a:cubicBezTo>
                    <a:pt x="18" y="21"/>
                    <a:pt x="1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2" name="Google Shape;6702;p72"/>
            <p:cNvSpPr/>
            <p:nvPr/>
          </p:nvSpPr>
          <p:spPr>
            <a:xfrm>
              <a:off x="2648347" y="1811227"/>
              <a:ext cx="204" cy="434"/>
            </a:xfrm>
            <a:custGeom>
              <a:rect b="b" l="l" r="r" t="t"/>
              <a:pathLst>
                <a:path extrusionOk="0" h="32" w="15">
                  <a:moveTo>
                    <a:pt x="0" y="0"/>
                  </a:moveTo>
                  <a:cubicBezTo>
                    <a:pt x="7" y="11"/>
                    <a:pt x="11" y="21"/>
                    <a:pt x="14" y="32"/>
                  </a:cubicBezTo>
                  <a:cubicBezTo>
                    <a:pt x="11" y="21"/>
                    <a:pt x="7"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3" name="Google Shape;6703;p72"/>
            <p:cNvSpPr/>
            <p:nvPr/>
          </p:nvSpPr>
          <p:spPr>
            <a:xfrm>
              <a:off x="2698638" y="1829665"/>
              <a:ext cx="815" cy="489"/>
            </a:xfrm>
            <a:custGeom>
              <a:rect b="b" l="l" r="r" t="t"/>
              <a:pathLst>
                <a:path extrusionOk="0" h="36" w="60">
                  <a:moveTo>
                    <a:pt x="60" y="0"/>
                  </a:moveTo>
                  <a:lnTo>
                    <a:pt x="60" y="0"/>
                  </a:lnTo>
                  <a:cubicBezTo>
                    <a:pt x="39" y="7"/>
                    <a:pt x="18" y="21"/>
                    <a:pt x="0" y="35"/>
                  </a:cubicBezTo>
                  <a:cubicBezTo>
                    <a:pt x="18" y="21"/>
                    <a:pt x="39" y="11"/>
                    <a:pt x="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4" name="Google Shape;6704;p72"/>
            <p:cNvSpPr/>
            <p:nvPr/>
          </p:nvSpPr>
          <p:spPr>
            <a:xfrm>
              <a:off x="2704530" y="1833752"/>
              <a:ext cx="14" cy="149"/>
            </a:xfrm>
            <a:custGeom>
              <a:rect b="b" l="l" r="r" t="t"/>
              <a:pathLst>
                <a:path extrusionOk="0" h="11" w="1">
                  <a:moveTo>
                    <a:pt x="0" y="7"/>
                  </a:moveTo>
                  <a:lnTo>
                    <a:pt x="0" y="0"/>
                  </a:ln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5" name="Google Shape;6705;p72"/>
            <p:cNvSpPr/>
            <p:nvPr/>
          </p:nvSpPr>
          <p:spPr>
            <a:xfrm>
              <a:off x="2645210" y="1808322"/>
              <a:ext cx="434" cy="299"/>
            </a:xfrm>
            <a:custGeom>
              <a:rect b="b" l="l" r="r" t="t"/>
              <a:pathLst>
                <a:path extrusionOk="0" h="22" w="32">
                  <a:moveTo>
                    <a:pt x="0" y="1"/>
                  </a:moveTo>
                  <a:lnTo>
                    <a:pt x="32"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6" name="Google Shape;6706;p72"/>
            <p:cNvSpPr/>
            <p:nvPr/>
          </p:nvSpPr>
          <p:spPr>
            <a:xfrm>
              <a:off x="2646201" y="1809041"/>
              <a:ext cx="448" cy="339"/>
            </a:xfrm>
            <a:custGeom>
              <a:rect b="b" l="l" r="r" t="t"/>
              <a:pathLst>
                <a:path extrusionOk="0" h="25" w="33">
                  <a:moveTo>
                    <a:pt x="1" y="0"/>
                  </a:moveTo>
                  <a:lnTo>
                    <a:pt x="3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7" name="Google Shape;6707;p72"/>
            <p:cNvSpPr/>
            <p:nvPr/>
          </p:nvSpPr>
          <p:spPr>
            <a:xfrm>
              <a:off x="2645685" y="1808661"/>
              <a:ext cx="434" cy="339"/>
            </a:xfrm>
            <a:custGeom>
              <a:rect b="b" l="l" r="r" t="t"/>
              <a:pathLst>
                <a:path extrusionOk="0" h="25" w="32">
                  <a:moveTo>
                    <a:pt x="0" y="0"/>
                  </a:moveTo>
                  <a:lnTo>
                    <a:pt x="3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8" name="Google Shape;6708;p72"/>
            <p:cNvSpPr/>
            <p:nvPr/>
          </p:nvSpPr>
          <p:spPr>
            <a:xfrm>
              <a:off x="2757863" y="1824818"/>
              <a:ext cx="149" cy="149"/>
            </a:xfrm>
            <a:custGeom>
              <a:rect b="b" l="l" r="r" t="t"/>
              <a:pathLst>
                <a:path extrusionOk="0" h="11" w="11">
                  <a:moveTo>
                    <a:pt x="1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9" name="Google Shape;6709;p72"/>
            <p:cNvSpPr/>
            <p:nvPr/>
          </p:nvSpPr>
          <p:spPr>
            <a:xfrm>
              <a:off x="2622101" y="1766489"/>
              <a:ext cx="109" cy="258"/>
            </a:xfrm>
            <a:custGeom>
              <a:rect b="b" l="l" r="r" t="t"/>
              <a:pathLst>
                <a:path extrusionOk="0" h="19" w="8">
                  <a:moveTo>
                    <a:pt x="8" y="1"/>
                  </a:moveTo>
                  <a:lnTo>
                    <a:pt x="8" y="1"/>
                  </a:lnTo>
                  <a:lnTo>
                    <a:pt x="1" y="18"/>
                  </a:ln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0" name="Google Shape;6710;p72"/>
            <p:cNvSpPr/>
            <p:nvPr/>
          </p:nvSpPr>
          <p:spPr>
            <a:xfrm>
              <a:off x="2646731" y="1809421"/>
              <a:ext cx="434" cy="394"/>
            </a:xfrm>
            <a:custGeom>
              <a:rect b="b" l="l" r="r" t="t"/>
              <a:pathLst>
                <a:path extrusionOk="0" h="29" w="32">
                  <a:moveTo>
                    <a:pt x="0" y="0"/>
                  </a:moveTo>
                  <a:cubicBezTo>
                    <a:pt x="11" y="11"/>
                    <a:pt x="21" y="21"/>
                    <a:pt x="32" y="28"/>
                  </a:cubicBezTo>
                  <a:cubicBezTo>
                    <a:pt x="21" y="21"/>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1" name="Google Shape;6711;p72"/>
            <p:cNvSpPr/>
            <p:nvPr/>
          </p:nvSpPr>
          <p:spPr>
            <a:xfrm>
              <a:off x="2647152" y="1809801"/>
              <a:ext cx="448" cy="394"/>
            </a:xfrm>
            <a:custGeom>
              <a:rect b="b" l="l" r="r" t="t"/>
              <a:pathLst>
                <a:path extrusionOk="0" h="29" w="33">
                  <a:moveTo>
                    <a:pt x="1" y="0"/>
                  </a:moveTo>
                  <a:cubicBezTo>
                    <a:pt x="11" y="11"/>
                    <a:pt x="22" y="21"/>
                    <a:pt x="32" y="28"/>
                  </a:cubicBezTo>
                  <a:cubicBezTo>
                    <a:pt x="22" y="21"/>
                    <a:pt x="1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2" name="Google Shape;6712;p72"/>
            <p:cNvSpPr/>
            <p:nvPr/>
          </p:nvSpPr>
          <p:spPr>
            <a:xfrm>
              <a:off x="2642685" y="1805321"/>
              <a:ext cx="163" cy="109"/>
            </a:xfrm>
            <a:custGeom>
              <a:rect b="b" l="l" r="r" t="t"/>
              <a:pathLst>
                <a:path extrusionOk="0" h="8" w="12">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3" name="Google Shape;6713;p72"/>
            <p:cNvSpPr/>
            <p:nvPr/>
          </p:nvSpPr>
          <p:spPr>
            <a:xfrm>
              <a:off x="2643730" y="1806271"/>
              <a:ext cx="1494" cy="2064"/>
            </a:xfrm>
            <a:custGeom>
              <a:rect b="b" l="l" r="r" t="t"/>
              <a:pathLst>
                <a:path extrusionOk="0" h="152" w="110">
                  <a:moveTo>
                    <a:pt x="1" y="1"/>
                  </a:moveTo>
                  <a:cubicBezTo>
                    <a:pt x="43" y="50"/>
                    <a:pt x="78" y="99"/>
                    <a:pt x="109" y="152"/>
                  </a:cubicBezTo>
                  <a:cubicBezTo>
                    <a:pt x="78" y="99"/>
                    <a:pt x="43" y="50"/>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4" name="Google Shape;6714;p72"/>
            <p:cNvSpPr/>
            <p:nvPr/>
          </p:nvSpPr>
          <p:spPr>
            <a:xfrm>
              <a:off x="2634280" y="1782606"/>
              <a:ext cx="1765" cy="2770"/>
            </a:xfrm>
            <a:custGeom>
              <a:rect b="b" l="l" r="r" t="t"/>
              <a:pathLst>
                <a:path extrusionOk="0" h="204" w="130">
                  <a:moveTo>
                    <a:pt x="0" y="1"/>
                  </a:moveTo>
                  <a:cubicBezTo>
                    <a:pt x="0" y="39"/>
                    <a:pt x="70" y="127"/>
                    <a:pt x="130" y="204"/>
                  </a:cubicBezTo>
                  <a:cubicBezTo>
                    <a:pt x="70" y="127"/>
                    <a:pt x="0" y="39"/>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5" name="Google Shape;6715;p72"/>
            <p:cNvSpPr/>
            <p:nvPr/>
          </p:nvSpPr>
          <p:spPr>
            <a:xfrm>
              <a:off x="2643404" y="1805945"/>
              <a:ext cx="149" cy="149"/>
            </a:xfrm>
            <a:custGeom>
              <a:rect b="b" l="l" r="r" t="t"/>
              <a:pathLst>
                <a:path extrusionOk="0" h="11" w="11">
                  <a:moveTo>
                    <a:pt x="0" y="0"/>
                  </a:moveTo>
                  <a:lnTo>
                    <a:pt x="1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6" name="Google Shape;6716;p72"/>
            <p:cNvSpPr/>
            <p:nvPr/>
          </p:nvSpPr>
          <p:spPr>
            <a:xfrm>
              <a:off x="2725915" y="1830616"/>
              <a:ext cx="543" cy="204"/>
            </a:xfrm>
            <a:custGeom>
              <a:rect b="b" l="l" r="r" t="t"/>
              <a:pathLst>
                <a:path extrusionOk="0" h="15" w="40">
                  <a:moveTo>
                    <a:pt x="39" y="0"/>
                  </a:moveTo>
                  <a:lnTo>
                    <a:pt x="1" y="14"/>
                  </a:ln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7" name="Google Shape;6717;p72"/>
            <p:cNvSpPr/>
            <p:nvPr/>
          </p:nvSpPr>
          <p:spPr>
            <a:xfrm>
              <a:off x="2701204" y="1827805"/>
              <a:ext cx="815" cy="353"/>
            </a:xfrm>
            <a:custGeom>
              <a:rect b="b" l="l" r="r" t="t"/>
              <a:pathLst>
                <a:path extrusionOk="0" h="26" w="60">
                  <a:moveTo>
                    <a:pt x="0" y="25"/>
                  </a:moveTo>
                  <a:cubicBezTo>
                    <a:pt x="18" y="11"/>
                    <a:pt x="39" y="1"/>
                    <a:pt x="60" y="1"/>
                  </a:cubicBezTo>
                  <a:cubicBezTo>
                    <a:pt x="39" y="1"/>
                    <a:pt x="18" y="11"/>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8" name="Google Shape;6718;p72"/>
            <p:cNvSpPr/>
            <p:nvPr/>
          </p:nvSpPr>
          <p:spPr>
            <a:xfrm>
              <a:off x="2757673" y="1824533"/>
              <a:ext cx="109" cy="149"/>
            </a:xfrm>
            <a:custGeom>
              <a:rect b="b" l="l" r="r" t="t"/>
              <a:pathLst>
                <a:path extrusionOk="0" h="11" w="8">
                  <a:moveTo>
                    <a:pt x="0" y="0"/>
                  </a:moveTo>
                  <a:cubicBezTo>
                    <a:pt x="0" y="4"/>
                    <a:pt x="4" y="7"/>
                    <a:pt x="7" y="11"/>
                  </a:cubicBezTo>
                  <a:cubicBezTo>
                    <a:pt x="4" y="7"/>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9" name="Google Shape;6719;p72"/>
            <p:cNvSpPr/>
            <p:nvPr/>
          </p:nvSpPr>
          <p:spPr>
            <a:xfrm>
              <a:off x="2758012" y="1824954"/>
              <a:ext cx="1955" cy="1018"/>
            </a:xfrm>
            <a:custGeom>
              <a:rect b="b" l="l" r="r" t="t"/>
              <a:pathLst>
                <a:path extrusionOk="0" h="75" w="144">
                  <a:moveTo>
                    <a:pt x="0" y="1"/>
                  </a:moveTo>
                  <a:lnTo>
                    <a:pt x="0" y="1"/>
                  </a:lnTo>
                  <a:cubicBezTo>
                    <a:pt x="42" y="36"/>
                    <a:pt x="91" y="60"/>
                    <a:pt x="143" y="74"/>
                  </a:cubicBezTo>
                  <a:cubicBezTo>
                    <a:pt x="91" y="57"/>
                    <a:pt x="42" y="36"/>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0" name="Google Shape;6720;p72"/>
            <p:cNvSpPr/>
            <p:nvPr/>
          </p:nvSpPr>
          <p:spPr>
            <a:xfrm>
              <a:off x="2626338" y="1766353"/>
              <a:ext cx="869" cy="679"/>
            </a:xfrm>
            <a:custGeom>
              <a:rect b="b" l="l" r="r" t="t"/>
              <a:pathLst>
                <a:path extrusionOk="0" h="50" w="64">
                  <a:moveTo>
                    <a:pt x="64" y="49"/>
                  </a:moveTo>
                  <a:cubicBezTo>
                    <a:pt x="43" y="32"/>
                    <a:pt x="22" y="14"/>
                    <a:pt x="1" y="0"/>
                  </a:cubicBezTo>
                  <a:cubicBezTo>
                    <a:pt x="22" y="14"/>
                    <a:pt x="43" y="32"/>
                    <a:pt x="64"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1" name="Google Shape;6721;p72"/>
            <p:cNvSpPr/>
            <p:nvPr/>
          </p:nvSpPr>
          <p:spPr>
            <a:xfrm>
              <a:off x="2757768" y="1824669"/>
              <a:ext cx="109" cy="163"/>
            </a:xfrm>
            <a:custGeom>
              <a:rect b="b" l="l" r="r" t="t"/>
              <a:pathLst>
                <a:path extrusionOk="0" h="12" w="8">
                  <a:moveTo>
                    <a:pt x="0" y="1"/>
                  </a:moveTo>
                  <a:cubicBezTo>
                    <a:pt x="0" y="4"/>
                    <a:pt x="4" y="8"/>
                    <a:pt x="7" y="11"/>
                  </a:cubicBezTo>
                  <a:cubicBezTo>
                    <a:pt x="4" y="8"/>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2" name="Google Shape;6722;p72"/>
            <p:cNvSpPr/>
            <p:nvPr/>
          </p:nvSpPr>
          <p:spPr>
            <a:xfrm>
              <a:off x="2760049" y="1825959"/>
              <a:ext cx="204" cy="54"/>
            </a:xfrm>
            <a:custGeom>
              <a:rect b="b" l="l" r="r" t="t"/>
              <a:pathLst>
                <a:path extrusionOk="0" h="4" w="15">
                  <a:moveTo>
                    <a:pt x="0" y="0"/>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3" name="Google Shape;6723;p72"/>
            <p:cNvSpPr/>
            <p:nvPr/>
          </p:nvSpPr>
          <p:spPr>
            <a:xfrm>
              <a:off x="2704571" y="1833223"/>
              <a:ext cx="68" cy="394"/>
            </a:xfrm>
            <a:custGeom>
              <a:rect b="b" l="l" r="r" t="t"/>
              <a:pathLst>
                <a:path extrusionOk="0" h="29" w="5">
                  <a:moveTo>
                    <a:pt x="4" y="1"/>
                  </a:moveTo>
                  <a:cubicBezTo>
                    <a:pt x="1" y="11"/>
                    <a:pt x="1" y="18"/>
                    <a:pt x="1" y="29"/>
                  </a:cubicBezTo>
                  <a:cubicBezTo>
                    <a:pt x="1" y="18"/>
                    <a:pt x="1" y="11"/>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4" name="Google Shape;6724;p72"/>
            <p:cNvSpPr/>
            <p:nvPr/>
          </p:nvSpPr>
          <p:spPr>
            <a:xfrm>
              <a:off x="2634280" y="1780800"/>
              <a:ext cx="339" cy="1819"/>
            </a:xfrm>
            <a:custGeom>
              <a:rect b="b" l="l" r="r" t="t"/>
              <a:pathLst>
                <a:path extrusionOk="0" h="134" w="25">
                  <a:moveTo>
                    <a:pt x="25" y="1"/>
                  </a:moveTo>
                  <a:lnTo>
                    <a:pt x="18" y="22"/>
                  </a:lnTo>
                  <a:cubicBezTo>
                    <a:pt x="11" y="57"/>
                    <a:pt x="4" y="95"/>
                    <a:pt x="0" y="134"/>
                  </a:cubicBezTo>
                  <a:cubicBezTo>
                    <a:pt x="4" y="95"/>
                    <a:pt x="11" y="60"/>
                    <a:pt x="18" y="25"/>
                  </a:cubicBez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5" name="Google Shape;6725;p72"/>
            <p:cNvSpPr/>
            <p:nvPr/>
          </p:nvSpPr>
          <p:spPr>
            <a:xfrm>
              <a:off x="2726580" y="1830426"/>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6" name="Google Shape;6726;p72"/>
            <p:cNvSpPr/>
            <p:nvPr/>
          </p:nvSpPr>
          <p:spPr>
            <a:xfrm>
              <a:off x="2917955" y="1668962"/>
              <a:ext cx="1575" cy="530"/>
            </a:xfrm>
            <a:custGeom>
              <a:rect b="b" l="l" r="r" t="t"/>
              <a:pathLst>
                <a:path extrusionOk="0" h="39" w="116">
                  <a:moveTo>
                    <a:pt x="0" y="39"/>
                  </a:moveTo>
                  <a:cubicBezTo>
                    <a:pt x="39" y="25"/>
                    <a:pt x="77" y="11"/>
                    <a:pt x="116" y="0"/>
                  </a:cubicBezTo>
                  <a:cubicBezTo>
                    <a:pt x="77" y="11"/>
                    <a:pt x="39" y="25"/>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7" name="Google Shape;6727;p72"/>
            <p:cNvSpPr/>
            <p:nvPr/>
          </p:nvSpPr>
          <p:spPr>
            <a:xfrm>
              <a:off x="2754577" y="170422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8" name="Google Shape;6728;p72"/>
            <p:cNvSpPr/>
            <p:nvPr/>
          </p:nvSpPr>
          <p:spPr>
            <a:xfrm>
              <a:off x="2822125" y="1713781"/>
              <a:ext cx="163" cy="109"/>
            </a:xfrm>
            <a:custGeom>
              <a:rect b="b" l="l" r="r" t="t"/>
              <a:pathLst>
                <a:path extrusionOk="0" h="8" w="12">
                  <a:moveTo>
                    <a:pt x="1"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9" name="Google Shape;6729;p72"/>
            <p:cNvSpPr/>
            <p:nvPr/>
          </p:nvSpPr>
          <p:spPr>
            <a:xfrm>
              <a:off x="2821324" y="1714297"/>
              <a:ext cx="95" cy="68"/>
            </a:xfrm>
            <a:custGeom>
              <a:rect b="b" l="l" r="r" t="t"/>
              <a:pathLst>
                <a:path extrusionOk="0" h="5" w="7">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0" name="Google Shape;6730;p72"/>
            <p:cNvSpPr/>
            <p:nvPr/>
          </p:nvSpPr>
          <p:spPr>
            <a:xfrm>
              <a:off x="2845370" y="1708079"/>
              <a:ext cx="1670" cy="299"/>
            </a:xfrm>
            <a:custGeom>
              <a:rect b="b" l="l" r="r" t="t"/>
              <a:pathLst>
                <a:path extrusionOk="0" h="22" w="123">
                  <a:moveTo>
                    <a:pt x="0" y="0"/>
                  </a:moveTo>
                  <a:lnTo>
                    <a:pt x="0" y="0"/>
                  </a:lnTo>
                  <a:cubicBezTo>
                    <a:pt x="46" y="11"/>
                    <a:pt x="88" y="18"/>
                    <a:pt x="123" y="21"/>
                  </a:cubicBezTo>
                  <a:cubicBezTo>
                    <a:pt x="88" y="18"/>
                    <a:pt x="46"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1" name="Google Shape;6731;p72"/>
            <p:cNvSpPr/>
            <p:nvPr/>
          </p:nvSpPr>
          <p:spPr>
            <a:xfrm>
              <a:off x="2819124" y="1715343"/>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2" name="Google Shape;6732;p72"/>
            <p:cNvSpPr/>
            <p:nvPr/>
          </p:nvSpPr>
          <p:spPr>
            <a:xfrm>
              <a:off x="2822980" y="1713211"/>
              <a:ext cx="204" cy="109"/>
            </a:xfrm>
            <a:custGeom>
              <a:rect b="b" l="l" r="r" t="t"/>
              <a:pathLst>
                <a:path extrusionOk="0" h="8" w="15">
                  <a:moveTo>
                    <a:pt x="1" y="7"/>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3" name="Google Shape;6733;p72"/>
            <p:cNvSpPr/>
            <p:nvPr/>
          </p:nvSpPr>
          <p:spPr>
            <a:xfrm>
              <a:off x="2924459" y="1658548"/>
              <a:ext cx="869" cy="720"/>
            </a:xfrm>
            <a:custGeom>
              <a:rect b="b" l="l" r="r" t="t"/>
              <a:pathLst>
                <a:path extrusionOk="0" h="53" w="64">
                  <a:moveTo>
                    <a:pt x="64" y="53"/>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4" name="Google Shape;6734;p72"/>
            <p:cNvSpPr/>
            <p:nvPr/>
          </p:nvSpPr>
          <p:spPr>
            <a:xfrm>
              <a:off x="2759424" y="1705363"/>
              <a:ext cx="5390" cy="204"/>
            </a:xfrm>
            <a:custGeom>
              <a:rect b="b" l="l" r="r" t="t"/>
              <a:pathLst>
                <a:path extrusionOk="0" h="15" w="397">
                  <a:moveTo>
                    <a:pt x="397" y="11"/>
                  </a:moveTo>
                  <a:cubicBezTo>
                    <a:pt x="288" y="1"/>
                    <a:pt x="179" y="1"/>
                    <a:pt x="74" y="11"/>
                  </a:cubicBezTo>
                  <a:lnTo>
                    <a:pt x="1" y="15"/>
                  </a:lnTo>
                  <a:lnTo>
                    <a:pt x="74" y="11"/>
                  </a:lnTo>
                  <a:cubicBezTo>
                    <a:pt x="179" y="1"/>
                    <a:pt x="288" y="1"/>
                    <a:pt x="397"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5" name="Google Shape;6735;p72"/>
            <p:cNvSpPr/>
            <p:nvPr/>
          </p:nvSpPr>
          <p:spPr>
            <a:xfrm>
              <a:off x="2818459" y="1715533"/>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6" name="Google Shape;6736;p72"/>
            <p:cNvSpPr/>
            <p:nvPr/>
          </p:nvSpPr>
          <p:spPr>
            <a:xfrm>
              <a:off x="2820550" y="1714773"/>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7" name="Google Shape;6737;p72"/>
            <p:cNvSpPr/>
            <p:nvPr/>
          </p:nvSpPr>
          <p:spPr>
            <a:xfrm>
              <a:off x="2697063" y="1644102"/>
              <a:ext cx="68" cy="244"/>
            </a:xfrm>
            <a:custGeom>
              <a:rect b="b" l="l" r="r" t="t"/>
              <a:pathLst>
                <a:path extrusionOk="0" h="18" w="5">
                  <a:moveTo>
                    <a:pt x="1" y="0"/>
                  </a:moveTo>
                  <a:cubicBezTo>
                    <a:pt x="1" y="4"/>
                    <a:pt x="4" y="11"/>
                    <a:pt x="4" y="18"/>
                  </a:cubicBezTo>
                  <a:cubicBezTo>
                    <a:pt x="4" y="11"/>
                    <a:pt x="4"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8" name="Google Shape;6738;p72"/>
            <p:cNvSpPr/>
            <p:nvPr/>
          </p:nvSpPr>
          <p:spPr>
            <a:xfrm>
              <a:off x="2810815" y="1712641"/>
              <a:ext cx="1385" cy="109"/>
            </a:xfrm>
            <a:custGeom>
              <a:rect b="b" l="l" r="r" t="t"/>
              <a:pathLst>
                <a:path extrusionOk="0" h="8" w="102">
                  <a:moveTo>
                    <a:pt x="102" y="0"/>
                  </a:moveTo>
                  <a:lnTo>
                    <a:pt x="81" y="0"/>
                  </a:lnTo>
                  <a:cubicBezTo>
                    <a:pt x="53" y="4"/>
                    <a:pt x="25" y="7"/>
                    <a:pt x="0" y="7"/>
                  </a:cubicBezTo>
                  <a:cubicBezTo>
                    <a:pt x="25" y="7"/>
                    <a:pt x="53" y="4"/>
                    <a:pt x="81" y="0"/>
                  </a:cubicBezTo>
                  <a:cubicBezTo>
                    <a:pt x="88" y="0"/>
                    <a:pt x="95" y="0"/>
                    <a:pt x="10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9" name="Google Shape;6739;p72"/>
            <p:cNvSpPr/>
            <p:nvPr/>
          </p:nvSpPr>
          <p:spPr>
            <a:xfrm>
              <a:off x="2817943" y="171558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0" name="Google Shape;6740;p72"/>
            <p:cNvSpPr/>
            <p:nvPr/>
          </p:nvSpPr>
          <p:spPr>
            <a:xfrm>
              <a:off x="2901594" y="1637965"/>
              <a:ext cx="5540" cy="10943"/>
            </a:xfrm>
            <a:custGeom>
              <a:rect b="b" l="l" r="r" t="t"/>
              <a:pathLst>
                <a:path extrusionOk="0" h="806" w="408">
                  <a:moveTo>
                    <a:pt x="407" y="1"/>
                  </a:moveTo>
                  <a:lnTo>
                    <a:pt x="1" y="80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1" name="Google Shape;6741;p72"/>
            <p:cNvSpPr/>
            <p:nvPr/>
          </p:nvSpPr>
          <p:spPr>
            <a:xfrm>
              <a:off x="2921988" y="1656213"/>
              <a:ext cx="774" cy="774"/>
            </a:xfrm>
            <a:custGeom>
              <a:rect b="b" l="l" r="r" t="t"/>
              <a:pathLst>
                <a:path extrusionOk="0" h="57" w="57">
                  <a:moveTo>
                    <a:pt x="1" y="1"/>
                  </a:moveTo>
                  <a:cubicBezTo>
                    <a:pt x="15" y="18"/>
                    <a:pt x="36" y="36"/>
                    <a:pt x="57" y="57"/>
                  </a:cubicBezTo>
                  <a:cubicBezTo>
                    <a:pt x="36" y="36"/>
                    <a:pt x="18" y="1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2" name="Google Shape;6742;p72"/>
            <p:cNvSpPr/>
            <p:nvPr/>
          </p:nvSpPr>
          <p:spPr>
            <a:xfrm>
              <a:off x="2803687" y="1710645"/>
              <a:ext cx="679" cy="394"/>
            </a:xfrm>
            <a:custGeom>
              <a:rect b="b" l="l" r="r" t="t"/>
              <a:pathLst>
                <a:path extrusionOk="0" h="29" w="50">
                  <a:moveTo>
                    <a:pt x="0" y="0"/>
                  </a:moveTo>
                  <a:lnTo>
                    <a:pt x="49"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3" name="Google Shape;6743;p72"/>
            <p:cNvSpPr/>
            <p:nvPr/>
          </p:nvSpPr>
          <p:spPr>
            <a:xfrm>
              <a:off x="2598395" y="1730373"/>
              <a:ext cx="54" cy="244"/>
            </a:xfrm>
            <a:custGeom>
              <a:rect b="b" l="l" r="r" t="t"/>
              <a:pathLst>
                <a:path extrusionOk="0" h="18" w="4">
                  <a:moveTo>
                    <a:pt x="4" y="0"/>
                  </a:moveTo>
                  <a:lnTo>
                    <a:pt x="4" y="0"/>
                  </a:lnTo>
                  <a:cubicBezTo>
                    <a:pt x="4" y="7"/>
                    <a:pt x="0" y="11"/>
                    <a:pt x="0" y="18"/>
                  </a:cubicBezTo>
                  <a:cubicBezTo>
                    <a:pt x="4" y="11"/>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4" name="Google Shape;6744;p72"/>
            <p:cNvSpPr/>
            <p:nvPr/>
          </p:nvSpPr>
          <p:spPr>
            <a:xfrm>
              <a:off x="2598531" y="1729463"/>
              <a:ext cx="14" cy="109"/>
            </a:xfrm>
            <a:custGeom>
              <a:rect b="b" l="l" r="r" t="t"/>
              <a:pathLst>
                <a:path extrusionOk="0" h="8" w="1">
                  <a:moveTo>
                    <a:pt x="1" y="1"/>
                  </a:moveTo>
                  <a:lnTo>
                    <a:pt x="1" y="8"/>
                  </a:lnTo>
                  <a:cubicBezTo>
                    <a:pt x="1" y="8"/>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5" name="Google Shape;6745;p72"/>
            <p:cNvSpPr/>
            <p:nvPr/>
          </p:nvSpPr>
          <p:spPr>
            <a:xfrm>
              <a:off x="2609176" y="1723815"/>
              <a:ext cx="1113" cy="679"/>
            </a:xfrm>
            <a:custGeom>
              <a:rect b="b" l="l" r="r" t="t"/>
              <a:pathLst>
                <a:path extrusionOk="0" h="50" w="82">
                  <a:moveTo>
                    <a:pt x="81" y="49"/>
                  </a:moveTo>
                  <a:cubicBezTo>
                    <a:pt x="57" y="32"/>
                    <a:pt x="29" y="14"/>
                    <a:pt x="1" y="0"/>
                  </a:cubicBezTo>
                  <a:cubicBezTo>
                    <a:pt x="29" y="14"/>
                    <a:pt x="57" y="32"/>
                    <a:pt x="81"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6" name="Google Shape;6746;p72"/>
            <p:cNvSpPr/>
            <p:nvPr/>
          </p:nvSpPr>
          <p:spPr>
            <a:xfrm>
              <a:off x="2597825" y="1732030"/>
              <a:ext cx="109" cy="258"/>
            </a:xfrm>
            <a:custGeom>
              <a:rect b="b" l="l" r="r" t="t"/>
              <a:pathLst>
                <a:path extrusionOk="0" h="19" w="8">
                  <a:moveTo>
                    <a:pt x="7"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7" name="Google Shape;6747;p72"/>
            <p:cNvSpPr/>
            <p:nvPr/>
          </p:nvSpPr>
          <p:spPr>
            <a:xfrm>
              <a:off x="2643975" y="1710455"/>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8" name="Google Shape;6748;p72"/>
            <p:cNvSpPr/>
            <p:nvPr/>
          </p:nvSpPr>
          <p:spPr>
            <a:xfrm>
              <a:off x="2598490" y="1729898"/>
              <a:ext cx="14" cy="204"/>
            </a:xfrm>
            <a:custGeom>
              <a:rect b="b" l="l" r="r" t="t"/>
              <a:pathLst>
                <a:path extrusionOk="0" h="15" w="1">
                  <a:moveTo>
                    <a:pt x="0" y="0"/>
                  </a:moveTo>
                  <a:lnTo>
                    <a:pt x="0" y="14"/>
                  </a:lnTo>
                  <a:cubicBezTo>
                    <a:pt x="0" y="11"/>
                    <a:pt x="0" y="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9" name="Google Shape;6749;p72"/>
            <p:cNvSpPr/>
            <p:nvPr/>
          </p:nvSpPr>
          <p:spPr>
            <a:xfrm>
              <a:off x="2598056" y="1731459"/>
              <a:ext cx="109" cy="299"/>
            </a:xfrm>
            <a:custGeom>
              <a:rect b="b" l="l" r="r" t="t"/>
              <a:pathLst>
                <a:path extrusionOk="0" h="22" w="8">
                  <a:moveTo>
                    <a:pt x="8" y="1"/>
                  </a:moveTo>
                  <a:lnTo>
                    <a:pt x="8" y="1"/>
                  </a:lnTo>
                  <a:cubicBezTo>
                    <a:pt x="4" y="8"/>
                    <a:pt x="4" y="15"/>
                    <a:pt x="1" y="22"/>
                  </a:cubicBezTo>
                  <a:cubicBezTo>
                    <a:pt x="4" y="15"/>
                    <a:pt x="8" y="8"/>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0" name="Google Shape;6750;p72"/>
            <p:cNvSpPr/>
            <p:nvPr/>
          </p:nvSpPr>
          <p:spPr>
            <a:xfrm>
              <a:off x="2598246" y="1730943"/>
              <a:ext cx="109" cy="244"/>
            </a:xfrm>
            <a:custGeom>
              <a:rect b="b" l="l" r="r" t="t"/>
              <a:pathLst>
                <a:path extrusionOk="0" h="18" w="8">
                  <a:moveTo>
                    <a:pt x="8" y="0"/>
                  </a:moveTo>
                  <a:lnTo>
                    <a:pt x="8" y="0"/>
                  </a:lnTo>
                  <a:cubicBezTo>
                    <a:pt x="4" y="4"/>
                    <a:pt x="4" y="11"/>
                    <a:pt x="1" y="18"/>
                  </a:cubicBezTo>
                  <a:cubicBezTo>
                    <a:pt x="4" y="11"/>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1" name="Google Shape;6751;p72"/>
            <p:cNvSpPr/>
            <p:nvPr/>
          </p:nvSpPr>
          <p:spPr>
            <a:xfrm>
              <a:off x="2597485" y="1732600"/>
              <a:ext cx="163" cy="258"/>
            </a:xfrm>
            <a:custGeom>
              <a:rect b="b" l="l" r="r" t="t"/>
              <a:pathLst>
                <a:path extrusionOk="0" h="19" w="12">
                  <a:moveTo>
                    <a:pt x="11" y="1"/>
                  </a:moveTo>
                  <a:cubicBezTo>
                    <a:pt x="8" y="8"/>
                    <a:pt x="4" y="15"/>
                    <a:pt x="1" y="18"/>
                  </a:cubicBezTo>
                  <a:cubicBezTo>
                    <a:pt x="4" y="15"/>
                    <a:pt x="8" y="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2" name="Google Shape;6752;p72"/>
            <p:cNvSpPr/>
            <p:nvPr/>
          </p:nvSpPr>
          <p:spPr>
            <a:xfrm>
              <a:off x="2645156" y="1707604"/>
              <a:ext cx="14" cy="434"/>
            </a:xfrm>
            <a:custGeom>
              <a:rect b="b" l="l" r="r" t="t"/>
              <a:pathLst>
                <a:path extrusionOk="0" h="32" w="1">
                  <a:moveTo>
                    <a:pt x="1" y="32"/>
                  </a:moveTo>
                  <a:lnTo>
                    <a:pt x="1" y="0"/>
                  </a:lnTo>
                  <a:lnTo>
                    <a:pt x="1" y="0"/>
                  </a:ln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3" name="Google Shape;6753;p72"/>
            <p:cNvSpPr/>
            <p:nvPr/>
          </p:nvSpPr>
          <p:spPr>
            <a:xfrm>
              <a:off x="2625441" y="1716633"/>
              <a:ext cx="6612" cy="4141"/>
            </a:xfrm>
            <a:custGeom>
              <a:rect b="b" l="l" r="r" t="t"/>
              <a:pathLst>
                <a:path extrusionOk="0" h="305" w="487">
                  <a:moveTo>
                    <a:pt x="0" y="280"/>
                  </a:moveTo>
                  <a:cubicBezTo>
                    <a:pt x="298" y="305"/>
                    <a:pt x="420" y="133"/>
                    <a:pt x="487" y="0"/>
                  </a:cubicBezTo>
                  <a:cubicBezTo>
                    <a:pt x="420" y="133"/>
                    <a:pt x="298" y="305"/>
                    <a:pt x="0" y="28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4" name="Google Shape;6754;p72"/>
            <p:cNvSpPr/>
            <p:nvPr/>
          </p:nvSpPr>
          <p:spPr>
            <a:xfrm>
              <a:off x="2627437" y="1766639"/>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5" name="Google Shape;6755;p72"/>
            <p:cNvSpPr/>
            <p:nvPr/>
          </p:nvSpPr>
          <p:spPr>
            <a:xfrm>
              <a:off x="2629094" y="17652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6" name="Google Shape;6756;p72"/>
            <p:cNvSpPr/>
            <p:nvPr/>
          </p:nvSpPr>
          <p:spPr>
            <a:xfrm>
              <a:off x="2635896" y="1762742"/>
              <a:ext cx="7658" cy="4576"/>
            </a:xfrm>
            <a:custGeom>
              <a:rect b="b" l="l" r="r" t="t"/>
              <a:pathLst>
                <a:path extrusionOk="0" h="337" w="564">
                  <a:moveTo>
                    <a:pt x="0" y="0"/>
                  </a:moveTo>
                  <a:lnTo>
                    <a:pt x="0" y="0"/>
                  </a:lnTo>
                  <a:cubicBezTo>
                    <a:pt x="158" y="11"/>
                    <a:pt x="410" y="175"/>
                    <a:pt x="564" y="336"/>
                  </a:cubicBezTo>
                  <a:cubicBezTo>
                    <a:pt x="410" y="175"/>
                    <a:pt x="158"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7" name="Google Shape;6757;p72"/>
            <p:cNvSpPr/>
            <p:nvPr/>
          </p:nvSpPr>
          <p:spPr>
            <a:xfrm>
              <a:off x="2634701" y="176283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8" name="Google Shape;6758;p72"/>
            <p:cNvSpPr/>
            <p:nvPr/>
          </p:nvSpPr>
          <p:spPr>
            <a:xfrm>
              <a:off x="2634701" y="1780759"/>
              <a:ext cx="679" cy="54"/>
            </a:xfrm>
            <a:custGeom>
              <a:rect b="b" l="l" r="r" t="t"/>
              <a:pathLst>
                <a:path extrusionOk="0" h="4" w="50">
                  <a:moveTo>
                    <a:pt x="50"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9" name="Google Shape;6759;p72"/>
            <p:cNvSpPr/>
            <p:nvPr/>
          </p:nvSpPr>
          <p:spPr>
            <a:xfrm>
              <a:off x="2644925" y="1769055"/>
              <a:ext cx="530" cy="1969"/>
            </a:xfrm>
            <a:custGeom>
              <a:rect b="b" l="l" r="r" t="t"/>
              <a:pathLst>
                <a:path extrusionOk="0" h="145" w="39">
                  <a:moveTo>
                    <a:pt x="25" y="144"/>
                  </a:moveTo>
                  <a:cubicBezTo>
                    <a:pt x="39" y="95"/>
                    <a:pt x="28" y="43"/>
                    <a:pt x="0" y="1"/>
                  </a:cubicBezTo>
                  <a:cubicBezTo>
                    <a:pt x="28" y="43"/>
                    <a:pt x="39" y="95"/>
                    <a:pt x="25" y="14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0" name="Google Shape;6760;p72"/>
            <p:cNvSpPr/>
            <p:nvPr/>
          </p:nvSpPr>
          <p:spPr>
            <a:xfrm>
              <a:off x="2635421" y="1780705"/>
              <a:ext cx="625" cy="68"/>
            </a:xfrm>
            <a:custGeom>
              <a:rect b="b" l="l" r="r" t="t"/>
              <a:pathLst>
                <a:path extrusionOk="0" h="5" w="46">
                  <a:moveTo>
                    <a:pt x="46"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1" name="Google Shape;6761;p72"/>
            <p:cNvSpPr/>
            <p:nvPr/>
          </p:nvSpPr>
          <p:spPr>
            <a:xfrm>
              <a:off x="2636127" y="1780610"/>
              <a:ext cx="543" cy="68"/>
            </a:xfrm>
            <a:custGeom>
              <a:rect b="b" l="l" r="r" t="t"/>
              <a:pathLst>
                <a:path extrusionOk="0" h="5" w="40">
                  <a:moveTo>
                    <a:pt x="39"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2" name="Google Shape;6762;p72"/>
            <p:cNvSpPr/>
            <p:nvPr/>
          </p:nvSpPr>
          <p:spPr>
            <a:xfrm>
              <a:off x="2635272" y="176274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3" name="Google Shape;6763;p72"/>
            <p:cNvSpPr/>
            <p:nvPr/>
          </p:nvSpPr>
          <p:spPr>
            <a:xfrm>
              <a:off x="2636751" y="1780474"/>
              <a:ext cx="489" cy="109"/>
            </a:xfrm>
            <a:custGeom>
              <a:rect b="b" l="l" r="r" t="t"/>
              <a:pathLst>
                <a:path extrusionOk="0" h="8" w="36">
                  <a:moveTo>
                    <a:pt x="3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4" name="Google Shape;6764;p72"/>
            <p:cNvSpPr/>
            <p:nvPr/>
          </p:nvSpPr>
          <p:spPr>
            <a:xfrm>
              <a:off x="2963060" y="1726992"/>
              <a:ext cx="109" cy="204"/>
            </a:xfrm>
            <a:custGeom>
              <a:rect b="b" l="l" r="r" t="t"/>
              <a:pathLst>
                <a:path extrusionOk="0" h="15" w="8">
                  <a:moveTo>
                    <a:pt x="8"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5" name="Google Shape;6765;p72"/>
            <p:cNvSpPr/>
            <p:nvPr/>
          </p:nvSpPr>
          <p:spPr>
            <a:xfrm>
              <a:off x="2962449" y="1728038"/>
              <a:ext cx="149" cy="258"/>
            </a:xfrm>
            <a:custGeom>
              <a:rect b="b" l="l" r="r" t="t"/>
              <a:pathLst>
                <a:path extrusionOk="0" h="19" w="11">
                  <a:moveTo>
                    <a:pt x="11"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6" name="Google Shape;6766;p72"/>
            <p:cNvSpPr/>
            <p:nvPr/>
          </p:nvSpPr>
          <p:spPr>
            <a:xfrm>
              <a:off x="3013201" y="1703272"/>
              <a:ext cx="299" cy="109"/>
            </a:xfrm>
            <a:custGeom>
              <a:rect b="b" l="l" r="r" t="t"/>
              <a:pathLst>
                <a:path extrusionOk="0" h="8" w="22">
                  <a:moveTo>
                    <a:pt x="22"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7" name="Google Shape;6767;p72"/>
            <p:cNvSpPr/>
            <p:nvPr/>
          </p:nvSpPr>
          <p:spPr>
            <a:xfrm>
              <a:off x="2963684" y="1726286"/>
              <a:ext cx="109" cy="149"/>
            </a:xfrm>
            <a:custGeom>
              <a:rect b="b" l="l" r="r" t="t"/>
              <a:pathLst>
                <a:path extrusionOk="0" h="11" w="8">
                  <a:moveTo>
                    <a:pt x="0" y="11"/>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8" name="Google Shape;6768;p72"/>
            <p:cNvSpPr/>
            <p:nvPr/>
          </p:nvSpPr>
          <p:spPr>
            <a:xfrm>
              <a:off x="2962204" y="1728662"/>
              <a:ext cx="109" cy="244"/>
            </a:xfrm>
            <a:custGeom>
              <a:rect b="b" l="l" r="r" t="t"/>
              <a:pathLst>
                <a:path extrusionOk="0" h="18" w="8">
                  <a:moveTo>
                    <a:pt x="8"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9" name="Google Shape;6769;p72"/>
            <p:cNvSpPr/>
            <p:nvPr/>
          </p:nvSpPr>
          <p:spPr>
            <a:xfrm>
              <a:off x="2962774" y="1727468"/>
              <a:ext cx="109" cy="258"/>
            </a:xfrm>
            <a:custGeom>
              <a:rect b="b" l="l" r="r" t="t"/>
              <a:pathLst>
                <a:path extrusionOk="0" h="19" w="8">
                  <a:moveTo>
                    <a:pt x="8"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0" name="Google Shape;6770;p72"/>
            <p:cNvSpPr/>
            <p:nvPr/>
          </p:nvSpPr>
          <p:spPr>
            <a:xfrm>
              <a:off x="3012536" y="1703177"/>
              <a:ext cx="258" cy="68"/>
            </a:xfrm>
            <a:custGeom>
              <a:rect b="b" l="l" r="r" t="t"/>
              <a:pathLst>
                <a:path extrusionOk="0" h="5" w="19">
                  <a:moveTo>
                    <a:pt x="1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1" name="Google Shape;6771;p72"/>
            <p:cNvSpPr/>
            <p:nvPr/>
          </p:nvSpPr>
          <p:spPr>
            <a:xfrm>
              <a:off x="2963345" y="1726612"/>
              <a:ext cx="163" cy="163"/>
            </a:xfrm>
            <a:custGeom>
              <a:rect b="b" l="l" r="r" t="t"/>
              <a:pathLst>
                <a:path extrusionOk="0" h="12" w="12">
                  <a:moveTo>
                    <a:pt x="1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2" name="Google Shape;6772;p72"/>
            <p:cNvSpPr/>
            <p:nvPr/>
          </p:nvSpPr>
          <p:spPr>
            <a:xfrm>
              <a:off x="2964010" y="1726042"/>
              <a:ext cx="109" cy="68"/>
            </a:xfrm>
            <a:custGeom>
              <a:rect b="b" l="l" r="r" t="t"/>
              <a:pathLst>
                <a:path extrusionOk="0" h="5" w="8">
                  <a:moveTo>
                    <a:pt x="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3" name="Google Shape;6773;p72"/>
            <p:cNvSpPr/>
            <p:nvPr/>
          </p:nvSpPr>
          <p:spPr>
            <a:xfrm>
              <a:off x="3009685" y="1703082"/>
              <a:ext cx="1344" cy="394"/>
            </a:xfrm>
            <a:custGeom>
              <a:rect b="b" l="l" r="r" t="t"/>
              <a:pathLst>
                <a:path extrusionOk="0" h="29" w="99">
                  <a:moveTo>
                    <a:pt x="1" y="1"/>
                  </a:moveTo>
                  <a:cubicBezTo>
                    <a:pt x="32" y="22"/>
                    <a:pt x="67" y="29"/>
                    <a:pt x="99" y="22"/>
                  </a:cubicBezTo>
                  <a:cubicBezTo>
                    <a:pt x="67" y="29"/>
                    <a:pt x="32" y="2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4" name="Google Shape;6774;p72"/>
            <p:cNvSpPr/>
            <p:nvPr/>
          </p:nvSpPr>
          <p:spPr>
            <a:xfrm>
              <a:off x="3011966" y="170317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5" name="Google Shape;6775;p72"/>
            <p:cNvSpPr/>
            <p:nvPr/>
          </p:nvSpPr>
          <p:spPr>
            <a:xfrm>
              <a:off x="2991532" y="1712492"/>
              <a:ext cx="353" cy="1398"/>
            </a:xfrm>
            <a:custGeom>
              <a:rect b="b" l="l" r="r" t="t"/>
              <a:pathLst>
                <a:path extrusionOk="0" h="103" w="26">
                  <a:moveTo>
                    <a:pt x="25" y="102"/>
                  </a:moveTo>
                  <a:cubicBezTo>
                    <a:pt x="11" y="71"/>
                    <a:pt x="1" y="36"/>
                    <a:pt x="1" y="1"/>
                  </a:cubicBezTo>
                  <a:cubicBezTo>
                    <a:pt x="1" y="36"/>
                    <a:pt x="11" y="71"/>
                    <a:pt x="25" y="10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6" name="Google Shape;6776;p72"/>
            <p:cNvSpPr/>
            <p:nvPr/>
          </p:nvSpPr>
          <p:spPr>
            <a:xfrm>
              <a:off x="3011070" y="1703327"/>
              <a:ext cx="339" cy="54"/>
            </a:xfrm>
            <a:custGeom>
              <a:rect b="b" l="l" r="r" t="t"/>
              <a:pathLst>
                <a:path extrusionOk="0" h="4" w="25">
                  <a:moveTo>
                    <a:pt x="25" y="0"/>
                  </a:moveTo>
                  <a:cubicBezTo>
                    <a:pt x="14" y="0"/>
                    <a:pt x="7" y="4"/>
                    <a:pt x="0" y="4"/>
                  </a:cubicBezTo>
                  <a:cubicBezTo>
                    <a:pt x="7" y="4"/>
                    <a:pt x="14" y="0"/>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7" name="Google Shape;6777;p72"/>
            <p:cNvSpPr/>
            <p:nvPr/>
          </p:nvSpPr>
          <p:spPr>
            <a:xfrm>
              <a:off x="2650343" y="181141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8" name="Google Shape;6778;p72"/>
            <p:cNvSpPr/>
            <p:nvPr/>
          </p:nvSpPr>
          <p:spPr>
            <a:xfrm>
              <a:off x="2650723" y="1811322"/>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9" name="Google Shape;6779;p72"/>
            <p:cNvSpPr/>
            <p:nvPr/>
          </p:nvSpPr>
          <p:spPr>
            <a:xfrm>
              <a:off x="2698067" y="1830086"/>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0" name="Google Shape;6780;p72"/>
            <p:cNvSpPr/>
            <p:nvPr/>
          </p:nvSpPr>
          <p:spPr>
            <a:xfrm>
              <a:off x="2651008" y="1811227"/>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1" name="Google Shape;6781;p72"/>
            <p:cNvSpPr/>
            <p:nvPr/>
          </p:nvSpPr>
          <p:spPr>
            <a:xfrm>
              <a:off x="2651198" y="181113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2" name="Google Shape;6782;p72"/>
            <p:cNvSpPr/>
            <p:nvPr/>
          </p:nvSpPr>
          <p:spPr>
            <a:xfrm>
              <a:off x="2649012" y="181160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3" name="Google Shape;6783;p72"/>
            <p:cNvSpPr/>
            <p:nvPr/>
          </p:nvSpPr>
          <p:spPr>
            <a:xfrm>
              <a:off x="2649487" y="181155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4" name="Google Shape;6784;p72"/>
            <p:cNvSpPr/>
            <p:nvPr/>
          </p:nvSpPr>
          <p:spPr>
            <a:xfrm>
              <a:off x="2649962" y="181145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5" name="Google Shape;6785;p72"/>
            <p:cNvSpPr/>
            <p:nvPr/>
          </p:nvSpPr>
          <p:spPr>
            <a:xfrm>
              <a:off x="2787041" y="1879305"/>
              <a:ext cx="2634" cy="421"/>
            </a:xfrm>
            <a:custGeom>
              <a:rect b="b" l="l" r="r" t="t"/>
              <a:pathLst>
                <a:path extrusionOk="0" h="31" w="194">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6" name="Google Shape;6786;p72"/>
            <p:cNvSpPr/>
            <p:nvPr/>
          </p:nvSpPr>
          <p:spPr>
            <a:xfrm>
              <a:off x="2774414" y="1867642"/>
              <a:ext cx="3326" cy="1629"/>
            </a:xfrm>
            <a:custGeom>
              <a:rect b="b" l="l" r="r" t="t"/>
              <a:pathLst>
                <a:path extrusionOk="0" h="120" w="245">
                  <a:moveTo>
                    <a:pt x="0" y="1"/>
                  </a:moveTo>
                  <a:lnTo>
                    <a:pt x="0" y="1"/>
                  </a:lnTo>
                  <a:cubicBezTo>
                    <a:pt x="115" y="11"/>
                    <a:pt x="199" y="53"/>
                    <a:pt x="245" y="120"/>
                  </a:cubicBezTo>
                  <a:cubicBezTo>
                    <a:pt x="203" y="53"/>
                    <a:pt x="115"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7" name="Google Shape;6787;p72"/>
            <p:cNvSpPr/>
            <p:nvPr/>
          </p:nvSpPr>
          <p:spPr>
            <a:xfrm>
              <a:off x="2764774" y="1848443"/>
              <a:ext cx="5322" cy="8757"/>
            </a:xfrm>
            <a:custGeom>
              <a:rect b="b" l="l" r="r" t="t"/>
              <a:pathLst>
                <a:path extrusionOk="0" h="645" w="392">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8" name="Google Shape;6788;p72"/>
            <p:cNvSpPr/>
            <p:nvPr/>
          </p:nvSpPr>
          <p:spPr>
            <a:xfrm>
              <a:off x="2771603" y="1838694"/>
              <a:ext cx="1765" cy="8051"/>
            </a:xfrm>
            <a:custGeom>
              <a:rect b="b" l="l" r="r" t="t"/>
              <a:pathLst>
                <a:path extrusionOk="0" h="593" w="130">
                  <a:moveTo>
                    <a:pt x="0" y="592"/>
                  </a:moveTo>
                  <a:cubicBezTo>
                    <a:pt x="130" y="407"/>
                    <a:pt x="112" y="193"/>
                    <a:pt x="95" y="1"/>
                  </a:cubicBezTo>
                  <a:cubicBezTo>
                    <a:pt x="112" y="193"/>
                    <a:pt x="130" y="407"/>
                    <a:pt x="0" y="59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9" name="Google Shape;6789;p72"/>
            <p:cNvSpPr/>
            <p:nvPr/>
          </p:nvSpPr>
          <p:spPr>
            <a:xfrm>
              <a:off x="2786661" y="1879766"/>
              <a:ext cx="394" cy="149"/>
            </a:xfrm>
            <a:custGeom>
              <a:rect b="b" l="l" r="r" t="t"/>
              <a:pathLst>
                <a:path extrusionOk="0" h="11" w="29">
                  <a:moveTo>
                    <a:pt x="1" y="11"/>
                  </a:moveTo>
                  <a:lnTo>
                    <a:pt x="29"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0" name="Google Shape;6790;p72"/>
            <p:cNvSpPr/>
            <p:nvPr/>
          </p:nvSpPr>
          <p:spPr>
            <a:xfrm>
              <a:off x="2761230" y="1825999"/>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1" name="Google Shape;6791;p72"/>
            <p:cNvSpPr/>
            <p:nvPr/>
          </p:nvSpPr>
          <p:spPr>
            <a:xfrm>
              <a:off x="2761474" y="1825864"/>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2" name="Google Shape;6792;p72"/>
            <p:cNvSpPr/>
            <p:nvPr/>
          </p:nvSpPr>
          <p:spPr>
            <a:xfrm>
              <a:off x="2761705" y="182576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3" name="Google Shape;6793;p72"/>
            <p:cNvSpPr/>
            <p:nvPr/>
          </p:nvSpPr>
          <p:spPr>
            <a:xfrm>
              <a:off x="2760945" y="1826149"/>
              <a:ext cx="68" cy="54"/>
            </a:xfrm>
            <a:custGeom>
              <a:rect b="b" l="l" r="r" t="t"/>
              <a:pathLst>
                <a:path extrusionOk="0" h="4" w="5">
                  <a:moveTo>
                    <a:pt x="4" y="0"/>
                  </a:moveTo>
                  <a:lnTo>
                    <a:pt x="1" y="4"/>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4" name="Google Shape;6794;p72"/>
            <p:cNvSpPr/>
            <p:nvPr/>
          </p:nvSpPr>
          <p:spPr>
            <a:xfrm>
              <a:off x="2704530" y="1833793"/>
              <a:ext cx="54" cy="68"/>
            </a:xfrm>
            <a:custGeom>
              <a:rect b="b" l="l" r="r" t="t"/>
              <a:pathLst>
                <a:path extrusionOk="0" h="5" w="4">
                  <a:moveTo>
                    <a:pt x="4" y="1"/>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5" name="Google Shape;6795;p72"/>
            <p:cNvSpPr/>
            <p:nvPr/>
          </p:nvSpPr>
          <p:spPr>
            <a:xfrm>
              <a:off x="2712894" y="1827004"/>
              <a:ext cx="4766" cy="1724"/>
            </a:xfrm>
            <a:custGeom>
              <a:rect b="b" l="l" r="r" t="t"/>
              <a:pathLst>
                <a:path extrusionOk="0" h="127" w="351">
                  <a:moveTo>
                    <a:pt x="1" y="0"/>
                  </a:moveTo>
                  <a:cubicBezTo>
                    <a:pt x="102" y="4"/>
                    <a:pt x="214" y="56"/>
                    <a:pt x="351" y="126"/>
                  </a:cubicBezTo>
                  <a:cubicBezTo>
                    <a:pt x="214" y="56"/>
                    <a:pt x="102"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6" name="Google Shape;6796;p72"/>
            <p:cNvSpPr/>
            <p:nvPr/>
          </p:nvSpPr>
          <p:spPr>
            <a:xfrm>
              <a:off x="2719126" y="1828946"/>
              <a:ext cx="964" cy="163"/>
            </a:xfrm>
            <a:custGeom>
              <a:rect b="b" l="l" r="r" t="t"/>
              <a:pathLst>
                <a:path extrusionOk="0" h="12" w="71">
                  <a:moveTo>
                    <a:pt x="70" y="1"/>
                  </a:moveTo>
                  <a:cubicBezTo>
                    <a:pt x="46" y="4"/>
                    <a:pt x="25" y="8"/>
                    <a:pt x="0" y="11"/>
                  </a:cubicBezTo>
                  <a:cubicBezTo>
                    <a:pt x="25" y="8"/>
                    <a:pt x="46" y="4"/>
                    <a:pt x="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7" name="Google Shape;6797;p72"/>
            <p:cNvSpPr/>
            <p:nvPr/>
          </p:nvSpPr>
          <p:spPr>
            <a:xfrm>
              <a:off x="2724204" y="1829570"/>
              <a:ext cx="258" cy="149"/>
            </a:xfrm>
            <a:custGeom>
              <a:rect b="b" l="l" r="r" t="t"/>
              <a:pathLst>
                <a:path extrusionOk="0" h="11" w="19">
                  <a:moveTo>
                    <a:pt x="1" y="0"/>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8" name="Google Shape;6798;p72"/>
            <p:cNvSpPr/>
            <p:nvPr/>
          </p:nvSpPr>
          <p:spPr>
            <a:xfrm>
              <a:off x="2722208" y="1828851"/>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9" name="Google Shape;6799;p72"/>
            <p:cNvSpPr/>
            <p:nvPr/>
          </p:nvSpPr>
          <p:spPr>
            <a:xfrm>
              <a:off x="2724679" y="1829855"/>
              <a:ext cx="204" cy="149"/>
            </a:xfrm>
            <a:custGeom>
              <a:rect b="b" l="l" r="r" t="t"/>
              <a:pathLst>
                <a:path extrusionOk="0" h="11" w="15">
                  <a:moveTo>
                    <a:pt x="1" y="0"/>
                  </a:move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0" name="Google Shape;6800;p72"/>
            <p:cNvSpPr/>
            <p:nvPr/>
          </p:nvSpPr>
          <p:spPr>
            <a:xfrm>
              <a:off x="2720593" y="1828905"/>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1" name="Google Shape;6801;p72"/>
            <p:cNvSpPr/>
            <p:nvPr/>
          </p:nvSpPr>
          <p:spPr>
            <a:xfrm>
              <a:off x="2720077" y="1828905"/>
              <a:ext cx="489" cy="54"/>
            </a:xfrm>
            <a:custGeom>
              <a:rect b="b" l="l" r="r" t="t"/>
              <a:pathLst>
                <a:path extrusionOk="0" h="4" w="36">
                  <a:moveTo>
                    <a:pt x="0" y="4"/>
                  </a:moveTo>
                  <a:lnTo>
                    <a:pt x="3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2" name="Google Shape;6802;p72"/>
            <p:cNvSpPr/>
            <p:nvPr/>
          </p:nvSpPr>
          <p:spPr>
            <a:xfrm>
              <a:off x="2722588" y="1828946"/>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3" name="Google Shape;6803;p72"/>
            <p:cNvSpPr/>
            <p:nvPr/>
          </p:nvSpPr>
          <p:spPr>
            <a:xfrm>
              <a:off x="2723349" y="1829190"/>
              <a:ext cx="204" cy="54"/>
            </a:xfrm>
            <a:custGeom>
              <a:rect b="b" l="l" r="r" t="t"/>
              <a:pathLst>
                <a:path extrusionOk="0" h="4" w="15">
                  <a:moveTo>
                    <a:pt x="1" y="0"/>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4" name="Google Shape;6804;p72"/>
            <p:cNvSpPr/>
            <p:nvPr/>
          </p:nvSpPr>
          <p:spPr>
            <a:xfrm>
              <a:off x="2722969" y="1829041"/>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5" name="Google Shape;6805;p72"/>
            <p:cNvSpPr/>
            <p:nvPr/>
          </p:nvSpPr>
          <p:spPr>
            <a:xfrm>
              <a:off x="2723783" y="1829380"/>
              <a:ext cx="204" cy="109"/>
            </a:xfrm>
            <a:custGeom>
              <a:rect b="b" l="l" r="r" t="t"/>
              <a:pathLst>
                <a:path extrusionOk="0" h="8" w="15">
                  <a:moveTo>
                    <a:pt x="0" y="0"/>
                  </a:moveTo>
                  <a:lnTo>
                    <a:pt x="1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6" name="Google Shape;6806;p72"/>
            <p:cNvSpPr/>
            <p:nvPr/>
          </p:nvSpPr>
          <p:spPr>
            <a:xfrm>
              <a:off x="2720878" y="1828851"/>
              <a:ext cx="204" cy="14"/>
            </a:xfrm>
            <a:custGeom>
              <a:rect b="b" l="l" r="r" t="t"/>
              <a:pathLst>
                <a:path extrusionOk="0" h="1" w="15">
                  <a:moveTo>
                    <a:pt x="1" y="1"/>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7" name="Google Shape;6807;p72"/>
            <p:cNvSpPr/>
            <p:nvPr/>
          </p:nvSpPr>
          <p:spPr>
            <a:xfrm>
              <a:off x="2721217" y="182881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8" name="Google Shape;6808;p72"/>
            <p:cNvSpPr/>
            <p:nvPr/>
          </p:nvSpPr>
          <p:spPr>
            <a:xfrm>
              <a:off x="2721882" y="1828810"/>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9" name="Google Shape;6809;p72"/>
            <p:cNvSpPr/>
            <p:nvPr/>
          </p:nvSpPr>
          <p:spPr>
            <a:xfrm>
              <a:off x="2725155" y="1830181"/>
              <a:ext cx="258" cy="163"/>
            </a:xfrm>
            <a:custGeom>
              <a:rect b="b" l="l" r="r" t="t"/>
              <a:pathLst>
                <a:path extrusionOk="0" h="12" w="19">
                  <a:moveTo>
                    <a:pt x="1" y="1"/>
                  </a:moveTo>
                  <a:lnTo>
                    <a:pt x="1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0" name="Google Shape;6810;p72"/>
            <p:cNvSpPr/>
            <p:nvPr/>
          </p:nvSpPr>
          <p:spPr>
            <a:xfrm>
              <a:off x="2721543" y="182881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1" name="Google Shape;6811;p72"/>
            <p:cNvSpPr/>
            <p:nvPr/>
          </p:nvSpPr>
          <p:spPr>
            <a:xfrm>
              <a:off x="2725630" y="1830616"/>
              <a:ext cx="258" cy="204"/>
            </a:xfrm>
            <a:custGeom>
              <a:rect b="b" l="l" r="r" t="t"/>
              <a:pathLst>
                <a:path extrusionOk="0" h="15" w="19">
                  <a:moveTo>
                    <a:pt x="1" y="0"/>
                  </a:moveTo>
                  <a:lnTo>
                    <a:pt x="1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2" name="Google Shape;6812;p72"/>
            <p:cNvSpPr/>
            <p:nvPr/>
          </p:nvSpPr>
          <p:spPr>
            <a:xfrm>
              <a:off x="2704530" y="183388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3" name="Google Shape;6813;p72"/>
            <p:cNvSpPr/>
            <p:nvPr/>
          </p:nvSpPr>
          <p:spPr>
            <a:xfrm>
              <a:off x="2801976" y="1871403"/>
              <a:ext cx="109" cy="54"/>
            </a:xfrm>
            <a:custGeom>
              <a:rect b="b" l="l" r="r" t="t"/>
              <a:pathLst>
                <a:path extrusionOk="0" h="4" w="8">
                  <a:moveTo>
                    <a:pt x="7"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4" name="Google Shape;6814;p72"/>
            <p:cNvSpPr/>
            <p:nvPr/>
          </p:nvSpPr>
          <p:spPr>
            <a:xfrm>
              <a:off x="2821894" y="1866270"/>
              <a:ext cx="815" cy="339"/>
            </a:xfrm>
            <a:custGeom>
              <a:rect b="b" l="l" r="r" t="t"/>
              <a:pathLst>
                <a:path extrusionOk="0" h="25" w="60">
                  <a:moveTo>
                    <a:pt x="60" y="25"/>
                  </a:moveTo>
                  <a:cubicBezTo>
                    <a:pt x="42" y="11"/>
                    <a:pt x="21" y="0"/>
                    <a:pt x="0" y="0"/>
                  </a:cubicBezTo>
                  <a:cubicBezTo>
                    <a:pt x="21" y="0"/>
                    <a:pt x="42" y="11"/>
                    <a:pt x="6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5" name="Google Shape;6815;p72"/>
            <p:cNvSpPr/>
            <p:nvPr/>
          </p:nvSpPr>
          <p:spPr>
            <a:xfrm>
              <a:off x="2797414" y="1872774"/>
              <a:ext cx="434" cy="299"/>
            </a:xfrm>
            <a:custGeom>
              <a:rect b="b" l="l" r="r" t="t"/>
              <a:pathLst>
                <a:path extrusionOk="0" h="22" w="32">
                  <a:moveTo>
                    <a:pt x="32" y="1"/>
                  </a:moveTo>
                  <a:cubicBezTo>
                    <a:pt x="21" y="8"/>
                    <a:pt x="11" y="15"/>
                    <a:pt x="0" y="22"/>
                  </a:cubicBezTo>
                  <a:cubicBezTo>
                    <a:pt x="11" y="18"/>
                    <a:pt x="21" y="1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6" name="Google Shape;6816;p72"/>
            <p:cNvSpPr/>
            <p:nvPr/>
          </p:nvSpPr>
          <p:spPr>
            <a:xfrm>
              <a:off x="2804108" y="1870452"/>
              <a:ext cx="1874" cy="1100"/>
            </a:xfrm>
            <a:custGeom>
              <a:rect b="b" l="l" r="r" t="t"/>
              <a:pathLst>
                <a:path extrusionOk="0" h="81" w="138">
                  <a:moveTo>
                    <a:pt x="1" y="81"/>
                  </a:moveTo>
                  <a:cubicBezTo>
                    <a:pt x="29" y="32"/>
                    <a:pt x="81" y="0"/>
                    <a:pt x="137" y="0"/>
                  </a:cubicBezTo>
                  <a:cubicBezTo>
                    <a:pt x="81" y="0"/>
                    <a:pt x="29" y="32"/>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7" name="Google Shape;6817;p72"/>
            <p:cNvSpPr/>
            <p:nvPr/>
          </p:nvSpPr>
          <p:spPr>
            <a:xfrm>
              <a:off x="2837902" y="1879617"/>
              <a:ext cx="353" cy="109"/>
            </a:xfrm>
            <a:custGeom>
              <a:rect b="b" l="l" r="r" t="t"/>
              <a:pathLst>
                <a:path extrusionOk="0" h="8" w="26">
                  <a:moveTo>
                    <a:pt x="1" y="1"/>
                  </a:moveTo>
                  <a:cubicBezTo>
                    <a:pt x="8" y="4"/>
                    <a:pt x="18" y="4"/>
                    <a:pt x="25" y="8"/>
                  </a:cubicBezTo>
                  <a:cubicBezTo>
                    <a:pt x="18" y="4"/>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8" name="Google Shape;6818;p72"/>
            <p:cNvSpPr/>
            <p:nvPr/>
          </p:nvSpPr>
          <p:spPr>
            <a:xfrm>
              <a:off x="2822750" y="1866596"/>
              <a:ext cx="109" cy="109"/>
            </a:xfrm>
            <a:custGeom>
              <a:rect b="b" l="l" r="r" t="t"/>
              <a:pathLst>
                <a:path extrusionOk="0" h="8" w="8">
                  <a:moveTo>
                    <a:pt x="7"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9" name="Google Shape;6819;p72"/>
            <p:cNvSpPr/>
            <p:nvPr/>
          </p:nvSpPr>
          <p:spPr>
            <a:xfrm>
              <a:off x="2838282" y="1879712"/>
              <a:ext cx="353" cy="204"/>
            </a:xfrm>
            <a:custGeom>
              <a:rect b="b" l="l" r="r" t="t"/>
              <a:pathLst>
                <a:path extrusionOk="0" h="15" w="26">
                  <a:moveTo>
                    <a:pt x="25" y="15"/>
                  </a:moveTo>
                  <a:cubicBezTo>
                    <a:pt x="18" y="8"/>
                    <a:pt x="8" y="4"/>
                    <a:pt x="1" y="1"/>
                  </a:cubicBezTo>
                  <a:cubicBezTo>
                    <a:pt x="8" y="4"/>
                    <a:pt x="18" y="8"/>
                    <a:pt x="2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0" name="Google Shape;6820;p72"/>
            <p:cNvSpPr/>
            <p:nvPr/>
          </p:nvSpPr>
          <p:spPr>
            <a:xfrm>
              <a:off x="2796939" y="1873113"/>
              <a:ext cx="434" cy="244"/>
            </a:xfrm>
            <a:custGeom>
              <a:rect b="b" l="l" r="r" t="t"/>
              <a:pathLst>
                <a:path extrusionOk="0" h="18" w="32">
                  <a:moveTo>
                    <a:pt x="32" y="0"/>
                  </a:moveTo>
                  <a:lnTo>
                    <a:pt x="7" y="14"/>
                  </a:lnTo>
                  <a:lnTo>
                    <a:pt x="0" y="18"/>
                  </a:lnTo>
                  <a:cubicBezTo>
                    <a:pt x="11" y="14"/>
                    <a:pt x="21" y="7"/>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1" name="Google Shape;6821;p72"/>
            <p:cNvSpPr/>
            <p:nvPr/>
          </p:nvSpPr>
          <p:spPr>
            <a:xfrm>
              <a:off x="2797889" y="1872543"/>
              <a:ext cx="299" cy="244"/>
            </a:xfrm>
            <a:custGeom>
              <a:rect b="b" l="l" r="r" t="t"/>
              <a:pathLst>
                <a:path extrusionOk="0" h="18" w="22">
                  <a:moveTo>
                    <a:pt x="21" y="0"/>
                  </a:moveTo>
                  <a:cubicBezTo>
                    <a:pt x="14" y="4"/>
                    <a:pt x="7" y="11"/>
                    <a:pt x="0" y="18"/>
                  </a:cubicBezTo>
                  <a:cubicBezTo>
                    <a:pt x="7" y="11"/>
                    <a:pt x="14" y="4"/>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2" name="Google Shape;6822;p72"/>
            <p:cNvSpPr/>
            <p:nvPr/>
          </p:nvSpPr>
          <p:spPr>
            <a:xfrm>
              <a:off x="2838662" y="1879956"/>
              <a:ext cx="828" cy="720"/>
            </a:xfrm>
            <a:custGeom>
              <a:rect b="b" l="l" r="r" t="t"/>
              <a:pathLst>
                <a:path extrusionOk="0" h="53" w="61">
                  <a:moveTo>
                    <a:pt x="1" y="0"/>
                  </a:moveTo>
                  <a:cubicBezTo>
                    <a:pt x="22" y="14"/>
                    <a:pt x="43" y="32"/>
                    <a:pt x="60" y="53"/>
                  </a:cubicBezTo>
                  <a:cubicBezTo>
                    <a:pt x="43" y="32"/>
                    <a:pt x="22"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3" name="Google Shape;6823;p72"/>
            <p:cNvSpPr/>
            <p:nvPr/>
          </p:nvSpPr>
          <p:spPr>
            <a:xfrm>
              <a:off x="2796178" y="187368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4" name="Google Shape;6824;p72"/>
            <p:cNvSpPr/>
            <p:nvPr/>
          </p:nvSpPr>
          <p:spPr>
            <a:xfrm>
              <a:off x="2795798" y="187377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5" name="Google Shape;6825;p72"/>
            <p:cNvSpPr/>
            <p:nvPr/>
          </p:nvSpPr>
          <p:spPr>
            <a:xfrm>
              <a:off x="2795459" y="187377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6" name="Google Shape;6826;p72"/>
            <p:cNvSpPr/>
            <p:nvPr/>
          </p:nvSpPr>
          <p:spPr>
            <a:xfrm>
              <a:off x="2789661" y="1879671"/>
              <a:ext cx="3476" cy="3476"/>
            </a:xfrm>
            <a:custGeom>
              <a:rect b="b" l="l" r="r" t="t"/>
              <a:pathLst>
                <a:path extrusionOk="0" h="256" w="256">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7" name="Google Shape;6827;p72"/>
            <p:cNvSpPr/>
            <p:nvPr/>
          </p:nvSpPr>
          <p:spPr>
            <a:xfrm>
              <a:off x="2796559" y="1873399"/>
              <a:ext cx="299" cy="149"/>
            </a:xfrm>
            <a:custGeom>
              <a:rect b="b" l="l" r="r" t="t"/>
              <a:pathLst>
                <a:path extrusionOk="0" h="11" w="22">
                  <a:moveTo>
                    <a:pt x="0" y="11"/>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8" name="Google Shape;6828;p72"/>
            <p:cNvSpPr/>
            <p:nvPr/>
          </p:nvSpPr>
          <p:spPr>
            <a:xfrm>
              <a:off x="2794984" y="1873724"/>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9" name="Google Shape;6829;p72"/>
            <p:cNvSpPr/>
            <p:nvPr/>
          </p:nvSpPr>
          <p:spPr>
            <a:xfrm>
              <a:off x="2789661" y="1879671"/>
              <a:ext cx="54" cy="14"/>
            </a:xfrm>
            <a:custGeom>
              <a:rect b="b" l="l" r="r" t="t"/>
              <a:pathLst>
                <a:path extrusionOk="0" h="1" w="4">
                  <a:moveTo>
                    <a:pt x="4" y="0"/>
                  </a:moveTo>
                  <a:lnTo>
                    <a:pt x="4" y="0"/>
                  </a:ln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0" name="Google Shape;6830;p72"/>
            <p:cNvSpPr/>
            <p:nvPr/>
          </p:nvSpPr>
          <p:spPr>
            <a:xfrm>
              <a:off x="2796980" y="1873303"/>
              <a:ext cx="109" cy="54"/>
            </a:xfrm>
            <a:custGeom>
              <a:rect b="b" l="l" r="r" t="t"/>
              <a:pathLst>
                <a:path extrusionOk="0" h="4" w="8">
                  <a:moveTo>
                    <a:pt x="8"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1" name="Google Shape;6831;p72"/>
            <p:cNvSpPr/>
            <p:nvPr/>
          </p:nvSpPr>
          <p:spPr>
            <a:xfrm>
              <a:off x="2959964" y="1971102"/>
              <a:ext cx="4345" cy="3082"/>
            </a:xfrm>
            <a:custGeom>
              <a:rect b="b" l="l" r="r" t="t"/>
              <a:pathLst>
                <a:path extrusionOk="0" h="227" w="32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2" name="Google Shape;6832;p72"/>
            <p:cNvSpPr/>
            <p:nvPr/>
          </p:nvSpPr>
          <p:spPr>
            <a:xfrm>
              <a:off x="2945287" y="1972446"/>
              <a:ext cx="34378" cy="30916"/>
            </a:xfrm>
            <a:custGeom>
              <a:rect b="b" l="l" r="r" t="t"/>
              <a:pathLst>
                <a:path extrusionOk="0" h="2277" w="2532">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3" name="Google Shape;6833;p72"/>
            <p:cNvSpPr/>
            <p:nvPr/>
          </p:nvSpPr>
          <p:spPr>
            <a:xfrm>
              <a:off x="2934927" y="1945305"/>
              <a:ext cx="6191" cy="6463"/>
            </a:xfrm>
            <a:custGeom>
              <a:rect b="b" l="l" r="r" t="t"/>
              <a:pathLst>
                <a:path extrusionOk="0" h="476" w="456">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4" name="Google Shape;6834;p72"/>
            <p:cNvSpPr/>
            <p:nvPr/>
          </p:nvSpPr>
          <p:spPr>
            <a:xfrm>
              <a:off x="2944567" y="1938516"/>
              <a:ext cx="27875" cy="31432"/>
            </a:xfrm>
            <a:custGeom>
              <a:rect b="b" l="l" r="r" t="t"/>
              <a:pathLst>
                <a:path extrusionOk="0" h="2315" w="2053">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5" name="Google Shape;6835;p72"/>
            <p:cNvSpPr/>
            <p:nvPr/>
          </p:nvSpPr>
          <p:spPr>
            <a:xfrm>
              <a:off x="2944187" y="1956588"/>
              <a:ext cx="15030" cy="20258"/>
            </a:xfrm>
            <a:custGeom>
              <a:rect b="b" l="l" r="r" t="t"/>
              <a:pathLst>
                <a:path extrusionOk="0" h="1492" w="1107">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6" name="Google Shape;6836;p72"/>
            <p:cNvSpPr/>
            <p:nvPr/>
          </p:nvSpPr>
          <p:spPr>
            <a:xfrm>
              <a:off x="2930066" y="1906039"/>
              <a:ext cx="18126" cy="34270"/>
            </a:xfrm>
            <a:custGeom>
              <a:rect b="b" l="l" r="r" t="t"/>
              <a:pathLst>
                <a:path extrusionOk="0" h="2524" w="1335">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7" name="Google Shape;6837;p72"/>
            <p:cNvSpPr/>
            <p:nvPr/>
          </p:nvSpPr>
          <p:spPr>
            <a:xfrm>
              <a:off x="2911587" y="1962426"/>
              <a:ext cx="15410" cy="19171"/>
            </a:xfrm>
            <a:custGeom>
              <a:rect b="b" l="l" r="r" t="t"/>
              <a:pathLst>
                <a:path extrusionOk="0" h="1412" w="1135">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8" name="Google Shape;6838;p72"/>
            <p:cNvSpPr/>
            <p:nvPr/>
          </p:nvSpPr>
          <p:spPr>
            <a:xfrm>
              <a:off x="3088163" y="2067136"/>
              <a:ext cx="69218" cy="57636"/>
            </a:xfrm>
            <a:custGeom>
              <a:rect b="b" l="l" r="r" t="t"/>
              <a:pathLst>
                <a:path extrusionOk="0" h="4245" w="5098">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9" name="Google Shape;6839;p72"/>
            <p:cNvSpPr/>
            <p:nvPr/>
          </p:nvSpPr>
          <p:spPr>
            <a:xfrm>
              <a:off x="2639603" y="1973302"/>
              <a:ext cx="14229" cy="26680"/>
            </a:xfrm>
            <a:custGeom>
              <a:rect b="b" l="l" r="r" t="t"/>
              <a:pathLst>
                <a:path extrusionOk="0" h="1965" w="1048">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0" name="Google Shape;6840;p72"/>
            <p:cNvSpPr/>
            <p:nvPr/>
          </p:nvSpPr>
          <p:spPr>
            <a:xfrm>
              <a:off x="2363531" y="2134820"/>
              <a:ext cx="53061" cy="102877"/>
            </a:xfrm>
            <a:custGeom>
              <a:rect b="b" l="l" r="r" t="t"/>
              <a:pathLst>
                <a:path extrusionOk="0" h="7577" w="3908">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1" name="Google Shape;6841;p72"/>
            <p:cNvSpPr/>
            <p:nvPr/>
          </p:nvSpPr>
          <p:spPr>
            <a:xfrm>
              <a:off x="2441765" y="1949718"/>
              <a:ext cx="5621" cy="1466"/>
            </a:xfrm>
            <a:custGeom>
              <a:rect b="b" l="l" r="r" t="t"/>
              <a:pathLst>
                <a:path extrusionOk="0" h="108" w="414">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2" name="Google Shape;6842;p72"/>
            <p:cNvSpPr/>
            <p:nvPr/>
          </p:nvSpPr>
          <p:spPr>
            <a:xfrm>
              <a:off x="2361345" y="1900730"/>
              <a:ext cx="77012" cy="46109"/>
            </a:xfrm>
            <a:custGeom>
              <a:rect b="b" l="l" r="r" t="t"/>
              <a:pathLst>
                <a:path extrusionOk="0" h="3396" w="5672">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3" name="Google Shape;6843;p72"/>
            <p:cNvSpPr/>
            <p:nvPr/>
          </p:nvSpPr>
          <p:spPr>
            <a:xfrm>
              <a:off x="2379743" y="1913221"/>
              <a:ext cx="5146" cy="1018"/>
            </a:xfrm>
            <a:custGeom>
              <a:rect b="b" l="l" r="r" t="t"/>
              <a:pathLst>
                <a:path extrusionOk="0" h="75" w="379">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4" name="Google Shape;6844;p72"/>
            <p:cNvSpPr/>
            <p:nvPr/>
          </p:nvSpPr>
          <p:spPr>
            <a:xfrm>
              <a:off x="2364237" y="1918829"/>
              <a:ext cx="109" cy="68"/>
            </a:xfrm>
            <a:custGeom>
              <a:rect b="b" l="l" r="r" t="t"/>
              <a:pathLst>
                <a:path extrusionOk="0" h="5" w="8">
                  <a:moveTo>
                    <a:pt x="1" y="4"/>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5" name="Google Shape;6845;p72"/>
            <p:cNvSpPr/>
            <p:nvPr/>
          </p:nvSpPr>
          <p:spPr>
            <a:xfrm>
              <a:off x="2364713" y="191850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6" name="Google Shape;6846;p72"/>
            <p:cNvSpPr/>
            <p:nvPr/>
          </p:nvSpPr>
          <p:spPr>
            <a:xfrm>
              <a:off x="2364102" y="1918978"/>
              <a:ext cx="109" cy="54"/>
            </a:xfrm>
            <a:custGeom>
              <a:rect b="b" l="l" r="r" t="t"/>
              <a:pathLst>
                <a:path extrusionOk="0" h="4" w="8">
                  <a:moveTo>
                    <a:pt x="0" y="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7" name="Google Shape;6847;p72"/>
            <p:cNvSpPr/>
            <p:nvPr/>
          </p:nvSpPr>
          <p:spPr>
            <a:xfrm>
              <a:off x="2364672" y="1918544"/>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8" name="Google Shape;6848;p72"/>
            <p:cNvSpPr/>
            <p:nvPr/>
          </p:nvSpPr>
          <p:spPr>
            <a:xfrm>
              <a:off x="2364523" y="1918693"/>
              <a:ext cx="14" cy="14"/>
            </a:xfrm>
            <a:custGeom>
              <a:rect b="b" l="l" r="r" t="t"/>
              <a:pathLst>
                <a:path extrusionOk="0" h="1"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9" name="Google Shape;6849;p72"/>
            <p:cNvSpPr/>
            <p:nvPr/>
          </p:nvSpPr>
          <p:spPr>
            <a:xfrm>
              <a:off x="2364387" y="1918734"/>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0" name="Google Shape;6850;p72"/>
            <p:cNvSpPr/>
            <p:nvPr/>
          </p:nvSpPr>
          <p:spPr>
            <a:xfrm>
              <a:off x="2363857" y="191907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1" name="Google Shape;6851;p72"/>
            <p:cNvSpPr/>
            <p:nvPr/>
          </p:nvSpPr>
          <p:spPr>
            <a:xfrm>
              <a:off x="2363341" y="1919358"/>
              <a:ext cx="204" cy="109"/>
            </a:xfrm>
            <a:custGeom>
              <a:rect b="b" l="l" r="r" t="t"/>
              <a:pathLst>
                <a:path extrusionOk="0" h="8" w="15">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2" name="Google Shape;6852;p72"/>
            <p:cNvSpPr/>
            <p:nvPr/>
          </p:nvSpPr>
          <p:spPr>
            <a:xfrm>
              <a:off x="2362242" y="1919508"/>
              <a:ext cx="1018" cy="530"/>
            </a:xfrm>
            <a:custGeom>
              <a:rect b="b" l="l" r="r" t="t"/>
              <a:pathLst>
                <a:path extrusionOk="0" h="39" w="75">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3" name="Google Shape;6853;p72"/>
            <p:cNvSpPr/>
            <p:nvPr/>
          </p:nvSpPr>
          <p:spPr>
            <a:xfrm>
              <a:off x="2363626" y="1919209"/>
              <a:ext cx="149" cy="68"/>
            </a:xfrm>
            <a:custGeom>
              <a:rect b="b" l="l" r="r" t="t"/>
              <a:pathLst>
                <a:path extrusionOk="0" h="5" w="11">
                  <a:moveTo>
                    <a:pt x="0" y="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4" name="Google Shape;6854;p72"/>
            <p:cNvSpPr/>
            <p:nvPr/>
          </p:nvSpPr>
          <p:spPr>
            <a:xfrm>
              <a:off x="2361766" y="1920024"/>
              <a:ext cx="394" cy="204"/>
            </a:xfrm>
            <a:custGeom>
              <a:rect b="b" l="l" r="r" t="t"/>
              <a:pathLst>
                <a:path extrusionOk="0" h="15" w="29">
                  <a:moveTo>
                    <a:pt x="1" y="15"/>
                  </a:move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5" name="Google Shape;6855;p72"/>
            <p:cNvSpPr/>
            <p:nvPr/>
          </p:nvSpPr>
          <p:spPr>
            <a:xfrm>
              <a:off x="2423463" y="1902672"/>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6" name="Google Shape;6856;p72"/>
            <p:cNvSpPr/>
            <p:nvPr/>
          </p:nvSpPr>
          <p:spPr>
            <a:xfrm>
              <a:off x="2367333" y="1912040"/>
              <a:ext cx="1100" cy="244"/>
            </a:xfrm>
            <a:custGeom>
              <a:rect b="b" l="l" r="r" t="t"/>
              <a:pathLst>
                <a:path extrusionOk="0" h="18" w="81">
                  <a:moveTo>
                    <a:pt x="81" y="18"/>
                  </a:moveTo>
                  <a:cubicBezTo>
                    <a:pt x="56" y="7"/>
                    <a:pt x="28" y="0"/>
                    <a:pt x="0" y="0"/>
                  </a:cubicBezTo>
                  <a:cubicBezTo>
                    <a:pt x="28" y="0"/>
                    <a:pt x="56" y="7"/>
                    <a:pt x="8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7" name="Google Shape;6857;p72"/>
            <p:cNvSpPr/>
            <p:nvPr/>
          </p:nvSpPr>
          <p:spPr>
            <a:xfrm>
              <a:off x="2364618" y="191859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8" name="Google Shape;6858;p72"/>
            <p:cNvSpPr/>
            <p:nvPr/>
          </p:nvSpPr>
          <p:spPr>
            <a:xfrm>
              <a:off x="2364767" y="191840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9" name="Google Shape;6859;p72"/>
            <p:cNvSpPr/>
            <p:nvPr/>
          </p:nvSpPr>
          <p:spPr>
            <a:xfrm>
              <a:off x="2414298" y="1903201"/>
              <a:ext cx="3286" cy="54"/>
            </a:xfrm>
            <a:custGeom>
              <a:rect b="b" l="l" r="r" t="t"/>
              <a:pathLst>
                <a:path extrusionOk="0" h="4" w="242">
                  <a:moveTo>
                    <a:pt x="0" y="4"/>
                  </a:moveTo>
                  <a:cubicBezTo>
                    <a:pt x="81" y="4"/>
                    <a:pt x="161" y="4"/>
                    <a:pt x="242" y="0"/>
                  </a:cubicBezTo>
                  <a:cubicBezTo>
                    <a:pt x="161" y="4"/>
                    <a:pt x="81" y="4"/>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0" name="Google Shape;6860;p72"/>
            <p:cNvSpPr/>
            <p:nvPr/>
          </p:nvSpPr>
          <p:spPr>
            <a:xfrm>
              <a:off x="2373131" y="1912746"/>
              <a:ext cx="1779" cy="109"/>
            </a:xfrm>
            <a:custGeom>
              <a:rect b="b" l="l" r="r" t="t"/>
              <a:pathLst>
                <a:path extrusionOk="0" h="8" w="131">
                  <a:moveTo>
                    <a:pt x="1" y="8"/>
                  </a:moveTo>
                  <a:cubicBezTo>
                    <a:pt x="43" y="4"/>
                    <a:pt x="88" y="1"/>
                    <a:pt x="130" y="4"/>
                  </a:cubicBezTo>
                  <a:cubicBezTo>
                    <a:pt x="88" y="1"/>
                    <a:pt x="43" y="4"/>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1" name="Google Shape;6861;p72"/>
            <p:cNvSpPr/>
            <p:nvPr/>
          </p:nvSpPr>
          <p:spPr>
            <a:xfrm>
              <a:off x="2437773" y="1917172"/>
              <a:ext cx="394" cy="774"/>
            </a:xfrm>
            <a:custGeom>
              <a:rect b="b" l="l" r="r" t="t"/>
              <a:pathLst>
                <a:path extrusionOk="0" h="57" w="29">
                  <a:moveTo>
                    <a:pt x="1" y="0"/>
                  </a:moveTo>
                  <a:lnTo>
                    <a:pt x="29"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2" name="Google Shape;6862;p72"/>
            <p:cNvSpPr/>
            <p:nvPr/>
          </p:nvSpPr>
          <p:spPr>
            <a:xfrm>
              <a:off x="2437203" y="1916032"/>
              <a:ext cx="448" cy="774"/>
            </a:xfrm>
            <a:custGeom>
              <a:rect b="b" l="l" r="r" t="t"/>
              <a:pathLst>
                <a:path extrusionOk="0" h="57" w="33">
                  <a:moveTo>
                    <a:pt x="1" y="0"/>
                  </a:moveTo>
                  <a:lnTo>
                    <a:pt x="32"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3" name="Google Shape;6863;p72"/>
            <p:cNvSpPr/>
            <p:nvPr/>
          </p:nvSpPr>
          <p:spPr>
            <a:xfrm>
              <a:off x="2436062" y="1913656"/>
              <a:ext cx="394" cy="774"/>
            </a:xfrm>
            <a:custGeom>
              <a:rect b="b" l="l" r="r" t="t"/>
              <a:pathLst>
                <a:path extrusionOk="0" h="57" w="29">
                  <a:moveTo>
                    <a:pt x="1" y="0"/>
                  </a:moveTo>
                  <a:lnTo>
                    <a:pt x="29" y="5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4" name="Google Shape;6864;p72"/>
            <p:cNvSpPr/>
            <p:nvPr/>
          </p:nvSpPr>
          <p:spPr>
            <a:xfrm>
              <a:off x="2436687" y="1914932"/>
              <a:ext cx="394" cy="733"/>
            </a:xfrm>
            <a:custGeom>
              <a:rect b="b" l="l" r="r" t="t"/>
              <a:pathLst>
                <a:path extrusionOk="0" h="54" w="29">
                  <a:moveTo>
                    <a:pt x="0" y="1"/>
                  </a:moveTo>
                  <a:lnTo>
                    <a:pt x="28" y="5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5" name="Google Shape;6865;p72"/>
            <p:cNvSpPr/>
            <p:nvPr/>
          </p:nvSpPr>
          <p:spPr>
            <a:xfrm>
              <a:off x="2429885" y="1900825"/>
              <a:ext cx="6096" cy="12600"/>
            </a:xfrm>
            <a:custGeom>
              <a:rect b="b" l="l" r="r" t="t"/>
              <a:pathLst>
                <a:path extrusionOk="0" h="928" w="449">
                  <a:moveTo>
                    <a:pt x="1" y="0"/>
                  </a:moveTo>
                  <a:lnTo>
                    <a:pt x="1" y="0"/>
                  </a:lnTo>
                  <a:cubicBezTo>
                    <a:pt x="123" y="259"/>
                    <a:pt x="288" y="595"/>
                    <a:pt x="449" y="928"/>
                  </a:cubicBezTo>
                  <a:cubicBezTo>
                    <a:pt x="288" y="595"/>
                    <a:pt x="123" y="25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6" name="Google Shape;6866;p72"/>
            <p:cNvSpPr/>
            <p:nvPr/>
          </p:nvSpPr>
          <p:spPr>
            <a:xfrm>
              <a:off x="3053662" y="2325828"/>
              <a:ext cx="6762" cy="1426"/>
            </a:xfrm>
            <a:custGeom>
              <a:rect b="b" l="l" r="r" t="t"/>
              <a:pathLst>
                <a:path extrusionOk="0" h="105" w="498">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7" name="Google Shape;6867;p72"/>
            <p:cNvSpPr/>
            <p:nvPr/>
          </p:nvSpPr>
          <p:spPr>
            <a:xfrm>
              <a:off x="2878838" y="2126931"/>
              <a:ext cx="301597" cy="226799"/>
            </a:xfrm>
            <a:custGeom>
              <a:rect b="b" l="l" r="r" t="t"/>
              <a:pathLst>
                <a:path extrusionOk="0" h="16704" w="22213">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8" name="Google Shape;6868;p72"/>
            <p:cNvSpPr/>
            <p:nvPr/>
          </p:nvSpPr>
          <p:spPr>
            <a:xfrm>
              <a:off x="3006548" y="2132321"/>
              <a:ext cx="7861" cy="1765"/>
            </a:xfrm>
            <a:custGeom>
              <a:rect b="b" l="l" r="r" t="t"/>
              <a:pathLst>
                <a:path extrusionOk="0" h="130" w="579">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9" name="Google Shape;6869;p72"/>
            <p:cNvSpPr/>
            <p:nvPr/>
          </p:nvSpPr>
          <p:spPr>
            <a:xfrm>
              <a:off x="3116594" y="2348014"/>
              <a:ext cx="679" cy="1344"/>
            </a:xfrm>
            <a:custGeom>
              <a:rect b="b" l="l" r="r" t="t"/>
              <a:pathLst>
                <a:path extrusionOk="0" h="99" w="5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0" name="Google Shape;6870;p72"/>
            <p:cNvSpPr/>
            <p:nvPr/>
          </p:nvSpPr>
          <p:spPr>
            <a:xfrm>
              <a:off x="3114883" y="2370254"/>
              <a:ext cx="25675" cy="24575"/>
            </a:xfrm>
            <a:custGeom>
              <a:rect b="b" l="l" r="r" t="t"/>
              <a:pathLst>
                <a:path extrusionOk="0" h="1810" w="1891">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1" name="Google Shape;6871;p72"/>
            <p:cNvSpPr/>
            <p:nvPr/>
          </p:nvSpPr>
          <p:spPr>
            <a:xfrm>
              <a:off x="3286190" y="2425120"/>
              <a:ext cx="2770" cy="2322"/>
            </a:xfrm>
            <a:custGeom>
              <a:rect b="b" l="l" r="r" t="t"/>
              <a:pathLst>
                <a:path extrusionOk="0" h="171" w="204">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2" name="Google Shape;6872;p72"/>
            <p:cNvSpPr/>
            <p:nvPr/>
          </p:nvSpPr>
          <p:spPr>
            <a:xfrm>
              <a:off x="3278682" y="2370688"/>
              <a:ext cx="55858" cy="52287"/>
            </a:xfrm>
            <a:custGeom>
              <a:rect b="b" l="l" r="r" t="t"/>
              <a:pathLst>
                <a:path extrusionOk="0" h="3851" w="4114">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3" name="Google Shape;6873;p72"/>
            <p:cNvSpPr/>
            <p:nvPr/>
          </p:nvSpPr>
          <p:spPr>
            <a:xfrm>
              <a:off x="3327113" y="2318822"/>
              <a:ext cx="40271" cy="57243"/>
            </a:xfrm>
            <a:custGeom>
              <a:rect b="b" l="l" r="r" t="t"/>
              <a:pathLst>
                <a:path extrusionOk="0" h="4216" w="2966">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4" name="Google Shape;6874;p72"/>
            <p:cNvSpPr/>
            <p:nvPr/>
          </p:nvSpPr>
          <p:spPr>
            <a:xfrm>
              <a:off x="2437868" y="1704617"/>
              <a:ext cx="103542" cy="63855"/>
            </a:xfrm>
            <a:custGeom>
              <a:rect b="b" l="l" r="r" t="t"/>
              <a:pathLst>
                <a:path extrusionOk="0" h="4703" w="7626">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5" name="Google Shape;6875;p72"/>
            <p:cNvSpPr/>
            <p:nvPr/>
          </p:nvSpPr>
          <p:spPr>
            <a:xfrm>
              <a:off x="2461928" y="1715967"/>
              <a:ext cx="204" cy="109"/>
            </a:xfrm>
            <a:custGeom>
              <a:rect b="b" l="l" r="r" t="t"/>
              <a:pathLst>
                <a:path extrusionOk="0" h="8" w="15">
                  <a:moveTo>
                    <a:pt x="1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6" name="Google Shape;6876;p72"/>
            <p:cNvSpPr/>
            <p:nvPr/>
          </p:nvSpPr>
          <p:spPr>
            <a:xfrm>
              <a:off x="2465159" y="1716823"/>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7" name="Google Shape;6877;p72"/>
            <p:cNvSpPr/>
            <p:nvPr/>
          </p:nvSpPr>
          <p:spPr>
            <a:xfrm>
              <a:off x="2462498" y="1716157"/>
              <a:ext cx="244" cy="109"/>
            </a:xfrm>
            <a:custGeom>
              <a:rect b="b" l="l" r="r" t="t"/>
              <a:pathLst>
                <a:path extrusionOk="0" h="8" w="18">
                  <a:moveTo>
                    <a:pt x="18"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8" name="Google Shape;6878;p72"/>
            <p:cNvSpPr/>
            <p:nvPr/>
          </p:nvSpPr>
          <p:spPr>
            <a:xfrm>
              <a:off x="2463733" y="1716538"/>
              <a:ext cx="299" cy="109"/>
            </a:xfrm>
            <a:custGeom>
              <a:rect b="b" l="l" r="r" t="t"/>
              <a:pathLst>
                <a:path extrusionOk="0" h="8" w="22">
                  <a:moveTo>
                    <a:pt x="2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9" name="Google Shape;6879;p72"/>
            <p:cNvSpPr/>
            <p:nvPr/>
          </p:nvSpPr>
          <p:spPr>
            <a:xfrm>
              <a:off x="2463109" y="1716388"/>
              <a:ext cx="258" cy="68"/>
            </a:xfrm>
            <a:custGeom>
              <a:rect b="b" l="l" r="r" t="t"/>
              <a:pathLst>
                <a:path extrusionOk="0" h="5" w="19">
                  <a:moveTo>
                    <a:pt x="1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0" name="Google Shape;6880;p72"/>
            <p:cNvSpPr/>
            <p:nvPr/>
          </p:nvSpPr>
          <p:spPr>
            <a:xfrm>
              <a:off x="2464399" y="1716728"/>
              <a:ext cx="299" cy="54"/>
            </a:xfrm>
            <a:custGeom>
              <a:rect b="b" l="l" r="r" t="t"/>
              <a:pathLst>
                <a:path extrusionOk="0" h="4" w="22">
                  <a:moveTo>
                    <a:pt x="2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1" name="Google Shape;6881;p72"/>
            <p:cNvSpPr/>
            <p:nvPr/>
          </p:nvSpPr>
          <p:spPr>
            <a:xfrm>
              <a:off x="2541071" y="1746150"/>
              <a:ext cx="394" cy="3530"/>
            </a:xfrm>
            <a:custGeom>
              <a:rect b="b" l="l" r="r" t="t"/>
              <a:pathLst>
                <a:path extrusionOk="0" h="260" w="29">
                  <a:moveTo>
                    <a:pt x="0" y="0"/>
                  </a:moveTo>
                  <a:lnTo>
                    <a:pt x="28" y="259"/>
                  </a:lnTo>
                  <a:lnTo>
                    <a:pt x="28" y="25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2" name="Google Shape;6882;p72"/>
            <p:cNvSpPr/>
            <p:nvPr/>
          </p:nvSpPr>
          <p:spPr>
            <a:xfrm>
              <a:off x="2465919" y="1716959"/>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3" name="Google Shape;6883;p72"/>
            <p:cNvSpPr/>
            <p:nvPr/>
          </p:nvSpPr>
          <p:spPr>
            <a:xfrm>
              <a:off x="2373470" y="1729138"/>
              <a:ext cx="143134" cy="121505"/>
            </a:xfrm>
            <a:custGeom>
              <a:rect b="b" l="l" r="r" t="t"/>
              <a:pathLst>
                <a:path extrusionOk="0" h="8949" w="10542">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4" name="Google Shape;6884;p72"/>
            <p:cNvSpPr/>
            <p:nvPr/>
          </p:nvSpPr>
          <p:spPr>
            <a:xfrm>
              <a:off x="2377313" y="1749667"/>
              <a:ext cx="299" cy="584"/>
            </a:xfrm>
            <a:custGeom>
              <a:rect b="b" l="l" r="r" t="t"/>
              <a:pathLst>
                <a:path extrusionOk="0" h="43" w="22">
                  <a:moveTo>
                    <a:pt x="1" y="0"/>
                  </a:moveTo>
                  <a:cubicBezTo>
                    <a:pt x="11" y="14"/>
                    <a:pt x="18" y="32"/>
                    <a:pt x="22" y="43"/>
                  </a:cubicBezTo>
                  <a:cubicBezTo>
                    <a:pt x="18" y="32"/>
                    <a:pt x="11" y="1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5" name="Google Shape;6885;p72"/>
            <p:cNvSpPr/>
            <p:nvPr/>
          </p:nvSpPr>
          <p:spPr>
            <a:xfrm>
              <a:off x="2378073" y="1751907"/>
              <a:ext cx="14" cy="204"/>
            </a:xfrm>
            <a:custGeom>
              <a:rect b="b" l="l" r="r" t="t"/>
              <a:pathLst>
                <a:path extrusionOk="0" h="15" w="1">
                  <a:moveTo>
                    <a:pt x="1" y="0"/>
                  </a:moveTo>
                  <a:cubicBezTo>
                    <a:pt x="1" y="4"/>
                    <a:pt x="1" y="11"/>
                    <a:pt x="1" y="14"/>
                  </a:cubicBezTo>
                  <a:cubicBezTo>
                    <a:pt x="1" y="11"/>
                    <a:pt x="1"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6" name="Google Shape;6886;p72"/>
            <p:cNvSpPr/>
            <p:nvPr/>
          </p:nvSpPr>
          <p:spPr>
            <a:xfrm>
              <a:off x="2377978" y="1751282"/>
              <a:ext cx="68" cy="353"/>
            </a:xfrm>
            <a:custGeom>
              <a:rect b="b" l="l" r="r" t="t"/>
              <a:pathLst>
                <a:path extrusionOk="0" h="26" w="5">
                  <a:moveTo>
                    <a:pt x="1" y="1"/>
                  </a:moveTo>
                  <a:cubicBezTo>
                    <a:pt x="1" y="8"/>
                    <a:pt x="4" y="18"/>
                    <a:pt x="4" y="25"/>
                  </a:cubicBezTo>
                  <a:cubicBezTo>
                    <a:pt x="4" y="18"/>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7" name="Google Shape;6887;p72"/>
            <p:cNvSpPr/>
            <p:nvPr/>
          </p:nvSpPr>
          <p:spPr>
            <a:xfrm>
              <a:off x="2373755" y="1729233"/>
              <a:ext cx="1629" cy="3761"/>
            </a:xfrm>
            <a:custGeom>
              <a:rect b="b" l="l" r="r" t="t"/>
              <a:pathLst>
                <a:path extrusionOk="0" h="277" w="12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8" name="Google Shape;6888;p72"/>
            <p:cNvSpPr/>
            <p:nvPr/>
          </p:nvSpPr>
          <p:spPr>
            <a:xfrm>
              <a:off x="2378032" y="1751622"/>
              <a:ext cx="14" cy="299"/>
            </a:xfrm>
            <a:custGeom>
              <a:rect b="b" l="l" r="r" t="t"/>
              <a:pathLst>
                <a:path extrusionOk="0" h="22" w="1">
                  <a:moveTo>
                    <a:pt x="0" y="0"/>
                  </a:moveTo>
                  <a:cubicBezTo>
                    <a:pt x="0" y="7"/>
                    <a:pt x="0" y="14"/>
                    <a:pt x="0" y="21"/>
                  </a:cubicBezTo>
                  <a:cubicBezTo>
                    <a:pt x="0" y="14"/>
                    <a:pt x="0"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9" name="Google Shape;6889;p72"/>
            <p:cNvSpPr/>
            <p:nvPr/>
          </p:nvSpPr>
          <p:spPr>
            <a:xfrm>
              <a:off x="2374135" y="1744385"/>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0" name="Google Shape;6890;p72"/>
            <p:cNvSpPr/>
            <p:nvPr/>
          </p:nvSpPr>
          <p:spPr>
            <a:xfrm>
              <a:off x="2377842" y="1750862"/>
              <a:ext cx="149" cy="394"/>
            </a:xfrm>
            <a:custGeom>
              <a:rect b="b" l="l" r="r" t="t"/>
              <a:pathLst>
                <a:path extrusionOk="0" h="29" w="11">
                  <a:moveTo>
                    <a:pt x="0" y="0"/>
                  </a:moveTo>
                  <a:cubicBezTo>
                    <a:pt x="4" y="11"/>
                    <a:pt x="7" y="21"/>
                    <a:pt x="11" y="28"/>
                  </a:cubicBezTo>
                  <a:cubicBezTo>
                    <a:pt x="7" y="21"/>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1" name="Google Shape;6891;p72"/>
            <p:cNvSpPr/>
            <p:nvPr/>
          </p:nvSpPr>
          <p:spPr>
            <a:xfrm>
              <a:off x="2373470" y="1733034"/>
              <a:ext cx="244" cy="14"/>
            </a:xfrm>
            <a:custGeom>
              <a:rect b="b" l="l" r="r" t="t"/>
              <a:pathLst>
                <a:path extrusionOk="0" h="1" w="18">
                  <a:moveTo>
                    <a:pt x="18" y="0"/>
                  </a:moveTo>
                  <a:cubicBezTo>
                    <a:pt x="11" y="0"/>
                    <a:pt x="7" y="0"/>
                    <a:pt x="0" y="0"/>
                  </a:cubicBezTo>
                  <a:cubicBezTo>
                    <a:pt x="7" y="0"/>
                    <a:pt x="11" y="0"/>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2" name="Google Shape;6892;p72"/>
            <p:cNvSpPr/>
            <p:nvPr/>
          </p:nvSpPr>
          <p:spPr>
            <a:xfrm>
              <a:off x="2374135" y="1745485"/>
              <a:ext cx="2295" cy="2485"/>
            </a:xfrm>
            <a:custGeom>
              <a:rect b="b" l="l" r="r" t="t"/>
              <a:pathLst>
                <a:path extrusionOk="0" h="183" w="169">
                  <a:moveTo>
                    <a:pt x="168" y="182"/>
                  </a:moveTo>
                  <a:cubicBezTo>
                    <a:pt x="123" y="109"/>
                    <a:pt x="60" y="28"/>
                    <a:pt x="0" y="0"/>
                  </a:cubicBezTo>
                  <a:lnTo>
                    <a:pt x="0" y="0"/>
                  </a:lnTo>
                  <a:cubicBezTo>
                    <a:pt x="60" y="28"/>
                    <a:pt x="123" y="109"/>
                    <a:pt x="168" y="1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3" name="Google Shape;6893;p72"/>
            <p:cNvSpPr/>
            <p:nvPr/>
          </p:nvSpPr>
          <p:spPr>
            <a:xfrm>
              <a:off x="2377652" y="1750291"/>
              <a:ext cx="204" cy="530"/>
            </a:xfrm>
            <a:custGeom>
              <a:rect b="b" l="l" r="r" t="t"/>
              <a:pathLst>
                <a:path extrusionOk="0" h="39" w="15">
                  <a:moveTo>
                    <a:pt x="0" y="0"/>
                  </a:moveTo>
                  <a:cubicBezTo>
                    <a:pt x="4" y="14"/>
                    <a:pt x="11" y="28"/>
                    <a:pt x="14" y="39"/>
                  </a:cubicBezTo>
                  <a:cubicBezTo>
                    <a:pt x="11" y="28"/>
                    <a:pt x="4" y="14"/>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4" name="Google Shape;6894;p72"/>
            <p:cNvSpPr/>
            <p:nvPr/>
          </p:nvSpPr>
          <p:spPr>
            <a:xfrm>
              <a:off x="2376932" y="1748852"/>
              <a:ext cx="394" cy="774"/>
            </a:xfrm>
            <a:custGeom>
              <a:rect b="b" l="l" r="r" t="t"/>
              <a:pathLst>
                <a:path extrusionOk="0" h="57" w="29">
                  <a:moveTo>
                    <a:pt x="1" y="1"/>
                  </a:moveTo>
                  <a:cubicBezTo>
                    <a:pt x="11" y="22"/>
                    <a:pt x="22" y="39"/>
                    <a:pt x="29" y="57"/>
                  </a:cubicBezTo>
                  <a:cubicBezTo>
                    <a:pt x="22" y="39"/>
                    <a:pt x="11" y="2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5" name="Google Shape;6895;p72"/>
            <p:cNvSpPr/>
            <p:nvPr/>
          </p:nvSpPr>
          <p:spPr>
            <a:xfrm>
              <a:off x="2374135" y="1742063"/>
              <a:ext cx="244" cy="2335"/>
            </a:xfrm>
            <a:custGeom>
              <a:rect b="b" l="l" r="r" t="t"/>
              <a:pathLst>
                <a:path extrusionOk="0" h="172" w="18">
                  <a:moveTo>
                    <a:pt x="18" y="0"/>
                  </a:moveTo>
                  <a:cubicBezTo>
                    <a:pt x="14" y="46"/>
                    <a:pt x="4" y="116"/>
                    <a:pt x="0" y="172"/>
                  </a:cubicBezTo>
                  <a:cubicBezTo>
                    <a:pt x="4" y="116"/>
                    <a:pt x="14" y="49"/>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6" name="Google Shape;6896;p72"/>
            <p:cNvSpPr/>
            <p:nvPr/>
          </p:nvSpPr>
          <p:spPr>
            <a:xfrm>
              <a:off x="2378073" y="1752138"/>
              <a:ext cx="14" cy="109"/>
            </a:xfrm>
            <a:custGeom>
              <a:rect b="b" l="l" r="r" t="t"/>
              <a:pathLst>
                <a:path extrusionOk="0" h="8" w="1">
                  <a:moveTo>
                    <a:pt x="1" y="1"/>
                  </a:moveTo>
                  <a:cubicBezTo>
                    <a:pt x="1" y="1"/>
                    <a:pt x="1" y="4"/>
                    <a:pt x="1" y="8"/>
                  </a:cubicBezTo>
                  <a:cubicBezTo>
                    <a:pt x="1" y="4"/>
                    <a:pt x="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7" name="Google Shape;6897;p72"/>
            <p:cNvSpPr/>
            <p:nvPr/>
          </p:nvSpPr>
          <p:spPr>
            <a:xfrm>
              <a:off x="2374135" y="174482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8" name="Google Shape;6898;p72"/>
            <p:cNvSpPr/>
            <p:nvPr/>
          </p:nvSpPr>
          <p:spPr>
            <a:xfrm>
              <a:off x="2402173" y="1806665"/>
              <a:ext cx="109" cy="190"/>
            </a:xfrm>
            <a:custGeom>
              <a:rect b="b" l="l" r="r" t="t"/>
              <a:pathLst>
                <a:path extrusionOk="0" h="14" w="8">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9" name="Google Shape;6899;p72"/>
            <p:cNvSpPr/>
            <p:nvPr/>
          </p:nvSpPr>
          <p:spPr>
            <a:xfrm>
              <a:off x="2402458" y="1807181"/>
              <a:ext cx="163" cy="204"/>
            </a:xfrm>
            <a:custGeom>
              <a:rect b="b" l="l" r="r" t="t"/>
              <a:pathLst>
                <a:path extrusionOk="0" h="15" w="12">
                  <a:moveTo>
                    <a:pt x="1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0" name="Google Shape;6900;p72"/>
            <p:cNvSpPr/>
            <p:nvPr/>
          </p:nvSpPr>
          <p:spPr>
            <a:xfrm>
              <a:off x="2403218" y="1808186"/>
              <a:ext cx="109" cy="149"/>
            </a:xfrm>
            <a:custGeom>
              <a:rect b="b" l="l" r="r" t="t"/>
              <a:pathLst>
                <a:path extrusionOk="0" h="11" w="8">
                  <a:moveTo>
                    <a:pt x="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1" name="Google Shape;6901;p72"/>
            <p:cNvSpPr/>
            <p:nvPr/>
          </p:nvSpPr>
          <p:spPr>
            <a:xfrm>
              <a:off x="2403504" y="1808566"/>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2" name="Google Shape;6902;p72"/>
            <p:cNvSpPr/>
            <p:nvPr/>
          </p:nvSpPr>
          <p:spPr>
            <a:xfrm>
              <a:off x="2402132" y="1806421"/>
              <a:ext cx="14" cy="149"/>
            </a:xfrm>
            <a:custGeom>
              <a:rect b="b" l="l" r="r" t="t"/>
              <a:pathLst>
                <a:path extrusionOk="0" h="11" w="1">
                  <a:moveTo>
                    <a:pt x="0" y="11"/>
                  </a:moveTo>
                  <a:cubicBezTo>
                    <a:pt x="0" y="7"/>
                    <a:pt x="0" y="4"/>
                    <a:pt x="0" y="0"/>
                  </a:cubicBezTo>
                  <a:cubicBezTo>
                    <a:pt x="0" y="4"/>
                    <a:pt x="0"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3" name="Google Shape;6903;p72"/>
            <p:cNvSpPr/>
            <p:nvPr/>
          </p:nvSpPr>
          <p:spPr>
            <a:xfrm>
              <a:off x="2403789" y="1808892"/>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4" name="Google Shape;6904;p72"/>
            <p:cNvSpPr/>
            <p:nvPr/>
          </p:nvSpPr>
          <p:spPr>
            <a:xfrm>
              <a:off x="2402078" y="1806136"/>
              <a:ext cx="14" cy="204"/>
            </a:xfrm>
            <a:custGeom>
              <a:rect b="b" l="l" r="r" t="t"/>
              <a:pathLst>
                <a:path extrusionOk="0" h="15" w="1">
                  <a:moveTo>
                    <a:pt x="1" y="14"/>
                  </a:moveTo>
                  <a:cubicBezTo>
                    <a:pt x="1" y="11"/>
                    <a:pt x="1" y="4"/>
                    <a:pt x="1" y="0"/>
                  </a:cubicBezTo>
                  <a:cubicBezTo>
                    <a:pt x="1" y="4"/>
                    <a:pt x="1" y="11"/>
                    <a:pt x="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5" name="Google Shape;6905;p72"/>
            <p:cNvSpPr/>
            <p:nvPr/>
          </p:nvSpPr>
          <p:spPr>
            <a:xfrm>
              <a:off x="2404508" y="180965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6" name="Google Shape;6906;p72"/>
            <p:cNvSpPr/>
            <p:nvPr/>
          </p:nvSpPr>
          <p:spPr>
            <a:xfrm>
              <a:off x="2402703" y="1807520"/>
              <a:ext cx="109" cy="149"/>
            </a:xfrm>
            <a:custGeom>
              <a:rect b="b" l="l" r="r" t="t"/>
              <a:pathLst>
                <a:path extrusionOk="0" h="11" w="8">
                  <a:moveTo>
                    <a:pt x="7"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7" name="Google Shape;6907;p72"/>
            <p:cNvSpPr/>
            <p:nvPr/>
          </p:nvSpPr>
          <p:spPr>
            <a:xfrm>
              <a:off x="2402933" y="1807901"/>
              <a:ext cx="109" cy="149"/>
            </a:xfrm>
            <a:custGeom>
              <a:rect b="b" l="l" r="r" t="t"/>
              <a:pathLst>
                <a:path extrusionOk="0" h="11" w="8">
                  <a:moveTo>
                    <a:pt x="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8" name="Google Shape;6908;p72"/>
            <p:cNvSpPr/>
            <p:nvPr/>
          </p:nvSpPr>
          <p:spPr>
            <a:xfrm>
              <a:off x="2404128" y="1809272"/>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9" name="Google Shape;6909;p72"/>
            <p:cNvSpPr/>
            <p:nvPr/>
          </p:nvSpPr>
          <p:spPr>
            <a:xfrm>
              <a:off x="2378697" y="1753468"/>
              <a:ext cx="204" cy="299"/>
            </a:xfrm>
            <a:custGeom>
              <a:rect b="b" l="l" r="r" t="t"/>
              <a:pathLst>
                <a:path extrusionOk="0" h="22" w="15">
                  <a:moveTo>
                    <a:pt x="14"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0" name="Google Shape;6910;p72"/>
            <p:cNvSpPr/>
            <p:nvPr/>
          </p:nvSpPr>
          <p:spPr>
            <a:xfrm>
              <a:off x="2388487" y="1786652"/>
              <a:ext cx="6476" cy="3910"/>
            </a:xfrm>
            <a:custGeom>
              <a:rect b="b" l="l" r="r" t="t"/>
              <a:pathLst>
                <a:path extrusionOk="0" h="288" w="477">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1" name="Google Shape;6911;p72"/>
            <p:cNvSpPr/>
            <p:nvPr/>
          </p:nvSpPr>
          <p:spPr>
            <a:xfrm>
              <a:off x="2378032" y="1752233"/>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2" name="Google Shape;6912;p72"/>
            <p:cNvSpPr/>
            <p:nvPr/>
          </p:nvSpPr>
          <p:spPr>
            <a:xfrm>
              <a:off x="2402268" y="1806896"/>
              <a:ext cx="109" cy="204"/>
            </a:xfrm>
            <a:custGeom>
              <a:rect b="b" l="l" r="r" t="t"/>
              <a:pathLst>
                <a:path extrusionOk="0" h="15" w="8">
                  <a:moveTo>
                    <a:pt x="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3" name="Google Shape;6913;p72"/>
            <p:cNvSpPr/>
            <p:nvPr/>
          </p:nvSpPr>
          <p:spPr>
            <a:xfrm>
              <a:off x="2449043" y="1751187"/>
              <a:ext cx="299" cy="68"/>
            </a:xfrm>
            <a:custGeom>
              <a:rect b="b" l="l" r="r" t="t"/>
              <a:pathLst>
                <a:path extrusionOk="0" h="5" w="22">
                  <a:moveTo>
                    <a:pt x="2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4" name="Google Shape;6914;p72"/>
            <p:cNvSpPr/>
            <p:nvPr/>
          </p:nvSpPr>
          <p:spPr>
            <a:xfrm>
              <a:off x="2452559" y="1750088"/>
              <a:ext cx="54" cy="68"/>
            </a:xfrm>
            <a:custGeom>
              <a:rect b="b" l="l" r="r" t="t"/>
              <a:pathLst>
                <a:path extrusionOk="0" h="5" w="4">
                  <a:moveTo>
                    <a:pt x="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5" name="Google Shape;6915;p72"/>
            <p:cNvSpPr/>
            <p:nvPr/>
          </p:nvSpPr>
          <p:spPr>
            <a:xfrm>
              <a:off x="2448418" y="1751242"/>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6" name="Google Shape;6916;p72"/>
            <p:cNvSpPr/>
            <p:nvPr/>
          </p:nvSpPr>
          <p:spPr>
            <a:xfrm>
              <a:off x="2451419" y="1750712"/>
              <a:ext cx="149" cy="54"/>
            </a:xfrm>
            <a:custGeom>
              <a:rect b="b" l="l" r="r" t="t"/>
              <a:pathLst>
                <a:path extrusionOk="0" h="4" w="11">
                  <a:moveTo>
                    <a:pt x="11"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7" name="Google Shape;6917;p72"/>
            <p:cNvSpPr/>
            <p:nvPr/>
          </p:nvSpPr>
          <p:spPr>
            <a:xfrm>
              <a:off x="2451038" y="1750807"/>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8" name="Google Shape;6918;p72"/>
            <p:cNvSpPr/>
            <p:nvPr/>
          </p:nvSpPr>
          <p:spPr>
            <a:xfrm>
              <a:off x="2452179" y="1750332"/>
              <a:ext cx="109" cy="54"/>
            </a:xfrm>
            <a:custGeom>
              <a:rect b="b" l="l" r="r" t="t"/>
              <a:pathLst>
                <a:path extrusionOk="0" h="4"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9" name="Google Shape;6919;p72"/>
            <p:cNvSpPr/>
            <p:nvPr/>
          </p:nvSpPr>
          <p:spPr>
            <a:xfrm>
              <a:off x="2447658" y="1751282"/>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0" name="Google Shape;6920;p72"/>
            <p:cNvSpPr/>
            <p:nvPr/>
          </p:nvSpPr>
          <p:spPr>
            <a:xfrm>
              <a:off x="2446857" y="1751337"/>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1" name="Google Shape;6921;p72"/>
            <p:cNvSpPr/>
            <p:nvPr/>
          </p:nvSpPr>
          <p:spPr>
            <a:xfrm>
              <a:off x="2500610" y="1758560"/>
              <a:ext cx="14" cy="149"/>
            </a:xfrm>
            <a:custGeom>
              <a:rect b="b" l="l" r="r" t="t"/>
              <a:pathLst>
                <a:path extrusionOk="0" h="11" w="1">
                  <a:moveTo>
                    <a:pt x="1" y="11"/>
                  </a:moveTo>
                  <a:lnTo>
                    <a:pt x="1" y="0"/>
                  </a:lnTo>
                  <a:cubicBezTo>
                    <a:pt x="1" y="4"/>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2" name="Google Shape;6922;p72"/>
            <p:cNvSpPr/>
            <p:nvPr/>
          </p:nvSpPr>
          <p:spPr>
            <a:xfrm>
              <a:off x="2500610" y="1758886"/>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3" name="Google Shape;6923;p72"/>
            <p:cNvSpPr/>
            <p:nvPr/>
          </p:nvSpPr>
          <p:spPr>
            <a:xfrm>
              <a:off x="2450658" y="1750902"/>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4" name="Google Shape;6924;p72"/>
            <p:cNvSpPr/>
            <p:nvPr/>
          </p:nvSpPr>
          <p:spPr>
            <a:xfrm>
              <a:off x="2451989" y="1750481"/>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5" name="Google Shape;6925;p72"/>
            <p:cNvSpPr/>
            <p:nvPr/>
          </p:nvSpPr>
          <p:spPr>
            <a:xfrm>
              <a:off x="2449654" y="1751092"/>
              <a:ext cx="258" cy="68"/>
            </a:xfrm>
            <a:custGeom>
              <a:rect b="b" l="l" r="r" t="t"/>
              <a:pathLst>
                <a:path extrusionOk="0" h="5" w="19">
                  <a:moveTo>
                    <a:pt x="18"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6" name="Google Shape;6926;p72"/>
            <p:cNvSpPr/>
            <p:nvPr/>
          </p:nvSpPr>
          <p:spPr>
            <a:xfrm>
              <a:off x="2500664" y="1759266"/>
              <a:ext cx="14" cy="258"/>
            </a:xfrm>
            <a:custGeom>
              <a:rect b="b" l="l" r="r" t="t"/>
              <a:pathLst>
                <a:path extrusionOk="0" h="19" w="1">
                  <a:moveTo>
                    <a:pt x="0"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7" name="Google Shape;6927;p72"/>
            <p:cNvSpPr/>
            <p:nvPr/>
          </p:nvSpPr>
          <p:spPr>
            <a:xfrm>
              <a:off x="2500800" y="1760787"/>
              <a:ext cx="14" cy="299"/>
            </a:xfrm>
            <a:custGeom>
              <a:rect b="b" l="l" r="r" t="t"/>
              <a:pathLst>
                <a:path extrusionOk="0" h="22" w="1">
                  <a:moveTo>
                    <a:pt x="1"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8" name="Google Shape;6928;p72"/>
            <p:cNvSpPr/>
            <p:nvPr/>
          </p:nvSpPr>
          <p:spPr>
            <a:xfrm>
              <a:off x="2500664" y="1759741"/>
              <a:ext cx="54" cy="258"/>
            </a:xfrm>
            <a:custGeom>
              <a:rect b="b" l="l" r="r" t="t"/>
              <a:pathLst>
                <a:path extrusionOk="0" h="19" w="4">
                  <a:moveTo>
                    <a:pt x="4" y="1"/>
                  </a:moveTo>
                  <a:cubicBezTo>
                    <a:pt x="0" y="4"/>
                    <a:pt x="4" y="11"/>
                    <a:pt x="4" y="18"/>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9" name="Google Shape;6929;p72"/>
            <p:cNvSpPr/>
            <p:nvPr/>
          </p:nvSpPr>
          <p:spPr>
            <a:xfrm>
              <a:off x="2500759" y="1760216"/>
              <a:ext cx="14" cy="353"/>
            </a:xfrm>
            <a:custGeom>
              <a:rect b="b" l="l" r="r" t="t"/>
              <a:pathLst>
                <a:path extrusionOk="0" h="26" w="1">
                  <a:moveTo>
                    <a:pt x="0"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0" name="Google Shape;6930;p72"/>
            <p:cNvSpPr/>
            <p:nvPr/>
          </p:nvSpPr>
          <p:spPr>
            <a:xfrm>
              <a:off x="2451704" y="1750576"/>
              <a:ext cx="149" cy="95"/>
            </a:xfrm>
            <a:custGeom>
              <a:rect b="b" l="l" r="r" t="t"/>
              <a:pathLst>
                <a:path extrusionOk="0" h="7"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1" name="Google Shape;6931;p72"/>
            <p:cNvSpPr/>
            <p:nvPr/>
          </p:nvSpPr>
          <p:spPr>
            <a:xfrm>
              <a:off x="2450183" y="1750997"/>
              <a:ext cx="204" cy="54"/>
            </a:xfrm>
            <a:custGeom>
              <a:rect b="b" l="l" r="r" t="t"/>
              <a:pathLst>
                <a:path extrusionOk="0" h="4" w="15">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2" name="Google Shape;6932;p72"/>
            <p:cNvSpPr/>
            <p:nvPr/>
          </p:nvSpPr>
          <p:spPr>
            <a:xfrm>
              <a:off x="2452695" y="1749952"/>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3" name="Google Shape;6933;p72"/>
            <p:cNvSpPr/>
            <p:nvPr/>
          </p:nvSpPr>
          <p:spPr>
            <a:xfrm>
              <a:off x="2501044" y="1763312"/>
              <a:ext cx="54" cy="339"/>
            </a:xfrm>
            <a:custGeom>
              <a:rect b="b" l="l" r="r" t="t"/>
              <a:pathLst>
                <a:path extrusionOk="0" h="25" w="4">
                  <a:moveTo>
                    <a:pt x="4"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4" name="Google Shape;6934;p72"/>
            <p:cNvSpPr/>
            <p:nvPr/>
          </p:nvSpPr>
          <p:spPr>
            <a:xfrm>
              <a:off x="2501275" y="1764683"/>
              <a:ext cx="68" cy="299"/>
            </a:xfrm>
            <a:custGeom>
              <a:rect b="b" l="l" r="r" t="t"/>
              <a:pathLst>
                <a:path extrusionOk="0" h="22" w="5">
                  <a:moveTo>
                    <a:pt x="4"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5" name="Google Shape;6935;p72"/>
            <p:cNvSpPr/>
            <p:nvPr/>
          </p:nvSpPr>
          <p:spPr>
            <a:xfrm>
              <a:off x="2501180" y="1763977"/>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6" name="Google Shape;6936;p72"/>
            <p:cNvSpPr/>
            <p:nvPr/>
          </p:nvSpPr>
          <p:spPr>
            <a:xfrm>
              <a:off x="2452369" y="1750237"/>
              <a:ext cx="109" cy="54"/>
            </a:xfrm>
            <a:custGeom>
              <a:rect b="b" l="l" r="r" t="t"/>
              <a:pathLst>
                <a:path extrusionOk="0" h="4"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7" name="Google Shape;6937;p72"/>
            <p:cNvSpPr/>
            <p:nvPr/>
          </p:nvSpPr>
          <p:spPr>
            <a:xfrm>
              <a:off x="2501425" y="1765403"/>
              <a:ext cx="54" cy="244"/>
            </a:xfrm>
            <a:custGeom>
              <a:rect b="b" l="l" r="r" t="t"/>
              <a:pathLst>
                <a:path extrusionOk="0" h="18" w="4">
                  <a:moveTo>
                    <a:pt x="4"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8" name="Google Shape;6938;p72"/>
            <p:cNvSpPr/>
            <p:nvPr/>
          </p:nvSpPr>
          <p:spPr>
            <a:xfrm>
              <a:off x="2500800" y="1761357"/>
              <a:ext cx="68" cy="353"/>
            </a:xfrm>
            <a:custGeom>
              <a:rect b="b" l="l" r="r" t="t"/>
              <a:pathLst>
                <a:path extrusionOk="0" h="26" w="5">
                  <a:moveTo>
                    <a:pt x="4"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9" name="Google Shape;6939;p72"/>
            <p:cNvSpPr/>
            <p:nvPr/>
          </p:nvSpPr>
          <p:spPr>
            <a:xfrm>
              <a:off x="2500895" y="1761982"/>
              <a:ext cx="68" cy="339"/>
            </a:xfrm>
            <a:custGeom>
              <a:rect b="b" l="l" r="r" t="t"/>
              <a:pathLst>
                <a:path extrusionOk="0" h="25" w="5">
                  <a:moveTo>
                    <a:pt x="4"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0" name="Google Shape;6940;p72"/>
            <p:cNvSpPr/>
            <p:nvPr/>
          </p:nvSpPr>
          <p:spPr>
            <a:xfrm>
              <a:off x="2500949" y="1762647"/>
              <a:ext cx="54" cy="339"/>
            </a:xfrm>
            <a:custGeom>
              <a:rect b="b" l="l" r="r" t="t"/>
              <a:pathLst>
                <a:path extrusionOk="0" h="25" w="4">
                  <a:moveTo>
                    <a:pt x="4"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1" name="Google Shape;6941;p72"/>
            <p:cNvSpPr/>
            <p:nvPr/>
          </p:nvSpPr>
          <p:spPr>
            <a:xfrm>
              <a:off x="2501615" y="1766258"/>
              <a:ext cx="54" cy="204"/>
            </a:xfrm>
            <a:custGeom>
              <a:rect b="b" l="l" r="r" t="t"/>
              <a:pathLst>
                <a:path extrusionOk="0" h="15" w="4">
                  <a:moveTo>
                    <a:pt x="4"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2" name="Google Shape;6942;p72"/>
            <p:cNvSpPr/>
            <p:nvPr/>
          </p:nvSpPr>
          <p:spPr>
            <a:xfrm>
              <a:off x="2391759" y="1582202"/>
              <a:ext cx="300144" cy="138721"/>
            </a:xfrm>
            <a:custGeom>
              <a:rect b="b" l="l" r="r" t="t"/>
              <a:pathLst>
                <a:path extrusionOk="0" h="10217" w="22106">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3" name="Google Shape;6943;p72"/>
            <p:cNvSpPr/>
            <p:nvPr/>
          </p:nvSpPr>
          <p:spPr>
            <a:xfrm>
              <a:off x="2571159" y="1710115"/>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4" name="Google Shape;6944;p72"/>
            <p:cNvSpPr/>
            <p:nvPr/>
          </p:nvSpPr>
          <p:spPr>
            <a:xfrm>
              <a:off x="2571960" y="1708839"/>
              <a:ext cx="109" cy="109"/>
            </a:xfrm>
            <a:custGeom>
              <a:rect b="b" l="l" r="r" t="t"/>
              <a:pathLst>
                <a:path extrusionOk="0" h="8" w="8">
                  <a:moveTo>
                    <a:pt x="1" y="7"/>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5" name="Google Shape;6945;p72"/>
            <p:cNvSpPr/>
            <p:nvPr/>
          </p:nvSpPr>
          <p:spPr>
            <a:xfrm>
              <a:off x="2572340" y="1708500"/>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6" name="Google Shape;6946;p72"/>
            <p:cNvSpPr/>
            <p:nvPr/>
          </p:nvSpPr>
          <p:spPr>
            <a:xfrm>
              <a:off x="2572245" y="1708595"/>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7" name="Google Shape;6947;p72"/>
            <p:cNvSpPr/>
            <p:nvPr/>
          </p:nvSpPr>
          <p:spPr>
            <a:xfrm>
              <a:off x="2571539" y="1709505"/>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8" name="Google Shape;6948;p72"/>
            <p:cNvSpPr/>
            <p:nvPr/>
          </p:nvSpPr>
          <p:spPr>
            <a:xfrm>
              <a:off x="2571729" y="1709219"/>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9" name="Google Shape;6949;p72"/>
            <p:cNvSpPr/>
            <p:nvPr/>
          </p:nvSpPr>
          <p:spPr>
            <a:xfrm>
              <a:off x="2571349" y="170979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0" name="Google Shape;6950;p72"/>
            <p:cNvSpPr/>
            <p:nvPr/>
          </p:nvSpPr>
          <p:spPr>
            <a:xfrm>
              <a:off x="2572109" y="1708690"/>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1" name="Google Shape;6951;p72"/>
            <p:cNvSpPr/>
            <p:nvPr/>
          </p:nvSpPr>
          <p:spPr>
            <a:xfrm>
              <a:off x="2570968" y="171055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2" name="Google Shape;6952;p72"/>
            <p:cNvSpPr/>
            <p:nvPr/>
          </p:nvSpPr>
          <p:spPr>
            <a:xfrm>
              <a:off x="2641218" y="170617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3" name="Google Shape;6953;p72"/>
            <p:cNvSpPr/>
            <p:nvPr/>
          </p:nvSpPr>
          <p:spPr>
            <a:xfrm>
              <a:off x="2572584" y="1708364"/>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4" name="Google Shape;6954;p72"/>
            <p:cNvSpPr/>
            <p:nvPr/>
          </p:nvSpPr>
          <p:spPr>
            <a:xfrm>
              <a:off x="2641829" y="1706178"/>
              <a:ext cx="204" cy="14"/>
            </a:xfrm>
            <a:custGeom>
              <a:rect b="b" l="l" r="r" t="t"/>
              <a:pathLst>
                <a:path extrusionOk="0" h="1" w="15">
                  <a:moveTo>
                    <a:pt x="1" y="0"/>
                  </a:moveTo>
                  <a:lnTo>
                    <a:pt x="1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5" name="Google Shape;6955;p72"/>
            <p:cNvSpPr/>
            <p:nvPr/>
          </p:nvSpPr>
          <p:spPr>
            <a:xfrm>
              <a:off x="2571824" y="1709029"/>
              <a:ext cx="109" cy="109"/>
            </a:xfrm>
            <a:custGeom>
              <a:rect b="b" l="l" r="r" t="t"/>
              <a:pathLst>
                <a:path extrusionOk="0" h="8" w="8">
                  <a:moveTo>
                    <a:pt x="0" y="7"/>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6" name="Google Shape;6956;p72"/>
            <p:cNvSpPr/>
            <p:nvPr/>
          </p:nvSpPr>
          <p:spPr>
            <a:xfrm>
              <a:off x="2642305" y="1706219"/>
              <a:ext cx="258" cy="68"/>
            </a:xfrm>
            <a:custGeom>
              <a:rect b="b" l="l" r="r" t="t"/>
              <a:pathLst>
                <a:path extrusionOk="0" h="5" w="19">
                  <a:moveTo>
                    <a:pt x="1"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7" name="Google Shape;6957;p72"/>
            <p:cNvSpPr/>
            <p:nvPr/>
          </p:nvSpPr>
          <p:spPr>
            <a:xfrm>
              <a:off x="2642780" y="1706273"/>
              <a:ext cx="353" cy="149"/>
            </a:xfrm>
            <a:custGeom>
              <a:rect b="b" l="l" r="r" t="t"/>
              <a:pathLst>
                <a:path extrusionOk="0" h="11" w="26">
                  <a:moveTo>
                    <a:pt x="1" y="0"/>
                  </a:moveTo>
                  <a:cubicBezTo>
                    <a:pt x="8" y="4"/>
                    <a:pt x="18" y="7"/>
                    <a:pt x="25" y="11"/>
                  </a:cubicBezTo>
                  <a:cubicBezTo>
                    <a:pt x="18" y="7"/>
                    <a:pt x="8"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8" name="Google Shape;6958;p72"/>
            <p:cNvSpPr/>
            <p:nvPr/>
          </p:nvSpPr>
          <p:spPr>
            <a:xfrm>
              <a:off x="2634756" y="1702852"/>
              <a:ext cx="4005" cy="2200"/>
            </a:xfrm>
            <a:custGeom>
              <a:rect b="b" l="l" r="r" t="t"/>
              <a:pathLst>
                <a:path extrusionOk="0" h="162" w="295">
                  <a:moveTo>
                    <a:pt x="0" y="0"/>
                  </a:moveTo>
                  <a:cubicBezTo>
                    <a:pt x="91" y="0"/>
                    <a:pt x="175" y="28"/>
                    <a:pt x="294" y="161"/>
                  </a:cubicBezTo>
                  <a:cubicBezTo>
                    <a:pt x="175" y="28"/>
                    <a:pt x="95"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9" name="Google Shape;6959;p72"/>
            <p:cNvSpPr/>
            <p:nvPr/>
          </p:nvSpPr>
          <p:spPr>
            <a:xfrm>
              <a:off x="2572489" y="1708459"/>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0" name="Google Shape;6960;p72"/>
            <p:cNvSpPr/>
            <p:nvPr/>
          </p:nvSpPr>
          <p:spPr>
            <a:xfrm>
              <a:off x="2506177" y="1694053"/>
              <a:ext cx="244" cy="299"/>
            </a:xfrm>
            <a:custGeom>
              <a:rect b="b" l="l" r="r" t="t"/>
              <a:pathLst>
                <a:path extrusionOk="0" h="22" w="18">
                  <a:moveTo>
                    <a:pt x="0" y="1"/>
                  </a:moveTo>
                  <a:lnTo>
                    <a:pt x="18"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1" name="Google Shape;6961;p72"/>
            <p:cNvSpPr/>
            <p:nvPr/>
          </p:nvSpPr>
          <p:spPr>
            <a:xfrm>
              <a:off x="2504602" y="1692152"/>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2" name="Google Shape;6962;p72"/>
            <p:cNvSpPr/>
            <p:nvPr/>
          </p:nvSpPr>
          <p:spPr>
            <a:xfrm>
              <a:off x="2505172" y="1692818"/>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3" name="Google Shape;6963;p72"/>
            <p:cNvSpPr/>
            <p:nvPr/>
          </p:nvSpPr>
          <p:spPr>
            <a:xfrm>
              <a:off x="2503325" y="1690768"/>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4" name="Google Shape;6964;p72"/>
            <p:cNvSpPr/>
            <p:nvPr/>
          </p:nvSpPr>
          <p:spPr>
            <a:xfrm>
              <a:off x="2568497" y="1712166"/>
              <a:ext cx="244" cy="54"/>
            </a:xfrm>
            <a:custGeom>
              <a:rect b="b" l="l" r="r" t="t"/>
              <a:pathLst>
                <a:path extrusionOk="0" h="4" w="18">
                  <a:moveTo>
                    <a:pt x="0" y="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5" name="Google Shape;6965;p72"/>
            <p:cNvSpPr/>
            <p:nvPr/>
          </p:nvSpPr>
          <p:spPr>
            <a:xfrm>
              <a:off x="2567778" y="171235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6" name="Google Shape;6966;p72"/>
            <p:cNvSpPr/>
            <p:nvPr/>
          </p:nvSpPr>
          <p:spPr>
            <a:xfrm>
              <a:off x="2461873" y="1676280"/>
              <a:ext cx="19022" cy="5051"/>
            </a:xfrm>
            <a:custGeom>
              <a:rect b="b" l="l" r="r" t="t"/>
              <a:pathLst>
                <a:path extrusionOk="0" h="372" w="1401">
                  <a:moveTo>
                    <a:pt x="1401" y="0"/>
                  </a:moveTo>
                  <a:lnTo>
                    <a:pt x="1" y="37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7" name="Google Shape;6967;p72"/>
            <p:cNvSpPr/>
            <p:nvPr/>
          </p:nvSpPr>
          <p:spPr>
            <a:xfrm>
              <a:off x="2516061" y="1694583"/>
              <a:ext cx="394" cy="95"/>
            </a:xfrm>
            <a:custGeom>
              <a:rect b="b" l="l" r="r" t="t"/>
              <a:pathLst>
                <a:path extrusionOk="0" h="7" w="29">
                  <a:moveTo>
                    <a:pt x="1" y="0"/>
                  </a:moveTo>
                  <a:cubicBezTo>
                    <a:pt x="11" y="0"/>
                    <a:pt x="18" y="4"/>
                    <a:pt x="29" y="7"/>
                  </a:cubicBezTo>
                  <a:cubicBezTo>
                    <a:pt x="18" y="4"/>
                    <a:pt x="1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8" name="Google Shape;6968;p72"/>
            <p:cNvSpPr/>
            <p:nvPr/>
          </p:nvSpPr>
          <p:spPr>
            <a:xfrm>
              <a:off x="2515260" y="1694529"/>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9" name="Google Shape;6969;p72"/>
            <p:cNvSpPr/>
            <p:nvPr/>
          </p:nvSpPr>
          <p:spPr>
            <a:xfrm>
              <a:off x="2514690" y="1694624"/>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0" name="Google Shape;6970;p72"/>
            <p:cNvSpPr/>
            <p:nvPr/>
          </p:nvSpPr>
          <p:spPr>
            <a:xfrm>
              <a:off x="2514119" y="1694678"/>
              <a:ext cx="149" cy="0"/>
            </a:xfrm>
            <a:custGeom>
              <a:rect b="b" l="l" r="r" t="t"/>
              <a:pathLst>
                <a:path extrusionOk="0" h="0"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1" name="Google Shape;6971;p72"/>
            <p:cNvSpPr/>
            <p:nvPr/>
          </p:nvSpPr>
          <p:spPr>
            <a:xfrm>
              <a:off x="2499374" y="1686830"/>
              <a:ext cx="299" cy="299"/>
            </a:xfrm>
            <a:custGeom>
              <a:rect b="b" l="l" r="r" t="t"/>
              <a:pathLst>
                <a:path extrusionOk="0" h="22" w="22">
                  <a:moveTo>
                    <a:pt x="1" y="0"/>
                  </a:moveTo>
                  <a:lnTo>
                    <a:pt x="22"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2" name="Google Shape;6972;p72"/>
            <p:cNvSpPr/>
            <p:nvPr/>
          </p:nvSpPr>
          <p:spPr>
            <a:xfrm>
              <a:off x="2505742" y="1693483"/>
              <a:ext cx="258" cy="299"/>
            </a:xfrm>
            <a:custGeom>
              <a:rect b="b" l="l" r="r" t="t"/>
              <a:pathLst>
                <a:path extrusionOk="0" h="22" w="19">
                  <a:moveTo>
                    <a:pt x="1"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3" name="Google Shape;6973;p72"/>
            <p:cNvSpPr/>
            <p:nvPr/>
          </p:nvSpPr>
          <p:spPr>
            <a:xfrm>
              <a:off x="2498804" y="1686301"/>
              <a:ext cx="258" cy="258"/>
            </a:xfrm>
            <a:custGeom>
              <a:rect b="b" l="l" r="r" t="t"/>
              <a:pathLst>
                <a:path extrusionOk="0" h="19" w="19">
                  <a:moveTo>
                    <a:pt x="1" y="1"/>
                  </a:moveTo>
                  <a:lnTo>
                    <a:pt x="1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4" name="Google Shape;6974;p72"/>
            <p:cNvSpPr/>
            <p:nvPr/>
          </p:nvSpPr>
          <p:spPr>
            <a:xfrm>
              <a:off x="2507168" y="1695574"/>
              <a:ext cx="109" cy="163"/>
            </a:xfrm>
            <a:custGeom>
              <a:rect b="b" l="l" r="r" t="t"/>
              <a:pathLst>
                <a:path extrusionOk="0" h="12" w="8">
                  <a:moveTo>
                    <a:pt x="1" y="1"/>
                  </a:moveTo>
                  <a:cubicBezTo>
                    <a:pt x="1" y="4"/>
                    <a:pt x="4" y="8"/>
                    <a:pt x="8" y="11"/>
                  </a:cubicBezTo>
                  <a:cubicBezTo>
                    <a:pt x="8" y="8"/>
                    <a:pt x="4"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5" name="Google Shape;6975;p72"/>
            <p:cNvSpPr/>
            <p:nvPr/>
          </p:nvSpPr>
          <p:spPr>
            <a:xfrm>
              <a:off x="2501329" y="1688677"/>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6" name="Google Shape;6976;p72"/>
            <p:cNvSpPr/>
            <p:nvPr/>
          </p:nvSpPr>
          <p:spPr>
            <a:xfrm>
              <a:off x="2557133" y="1719389"/>
              <a:ext cx="910" cy="1249"/>
            </a:xfrm>
            <a:custGeom>
              <a:rect b="b" l="l" r="r" t="t"/>
              <a:pathLst>
                <a:path extrusionOk="0" h="92" w="67">
                  <a:moveTo>
                    <a:pt x="67" y="0"/>
                  </a:moveTo>
                  <a:cubicBezTo>
                    <a:pt x="56" y="39"/>
                    <a:pt x="32" y="70"/>
                    <a:pt x="0" y="91"/>
                  </a:cubicBezTo>
                  <a:cubicBezTo>
                    <a:pt x="32" y="70"/>
                    <a:pt x="56" y="39"/>
                    <a:pt x="6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7" name="Google Shape;6977;p72"/>
            <p:cNvSpPr/>
            <p:nvPr/>
          </p:nvSpPr>
          <p:spPr>
            <a:xfrm>
              <a:off x="2501995" y="1689342"/>
              <a:ext cx="339" cy="353"/>
            </a:xfrm>
            <a:custGeom>
              <a:rect b="b" l="l" r="r" t="t"/>
              <a:pathLst>
                <a:path extrusionOk="0" h="26" w="25">
                  <a:moveTo>
                    <a:pt x="0" y="1"/>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8" name="Google Shape;6978;p72"/>
            <p:cNvSpPr/>
            <p:nvPr/>
          </p:nvSpPr>
          <p:spPr>
            <a:xfrm>
              <a:off x="2500664" y="1688011"/>
              <a:ext cx="299" cy="299"/>
            </a:xfrm>
            <a:custGeom>
              <a:rect b="b" l="l" r="r" t="t"/>
              <a:pathLst>
                <a:path extrusionOk="0" h="22" w="22">
                  <a:moveTo>
                    <a:pt x="0" y="1"/>
                  </a:moveTo>
                  <a:lnTo>
                    <a:pt x="2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9" name="Google Shape;6979;p72"/>
            <p:cNvSpPr/>
            <p:nvPr/>
          </p:nvSpPr>
          <p:spPr>
            <a:xfrm>
              <a:off x="2506937" y="1695153"/>
              <a:ext cx="149" cy="204"/>
            </a:xfrm>
            <a:custGeom>
              <a:rect b="b" l="l" r="r" t="t"/>
              <a:pathLst>
                <a:path extrusionOk="0" h="15" w="11">
                  <a:moveTo>
                    <a:pt x="0" y="0"/>
                  </a:moveTo>
                  <a:lnTo>
                    <a:pt x="1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0" name="Google Shape;6980;p72"/>
            <p:cNvSpPr/>
            <p:nvPr/>
          </p:nvSpPr>
          <p:spPr>
            <a:xfrm>
              <a:off x="2503991" y="1691487"/>
              <a:ext cx="299" cy="339"/>
            </a:xfrm>
            <a:custGeom>
              <a:rect b="b" l="l" r="r" t="t"/>
              <a:pathLst>
                <a:path extrusionOk="0" h="25" w="22">
                  <a:moveTo>
                    <a:pt x="0" y="0"/>
                  </a:moveTo>
                  <a:lnTo>
                    <a:pt x="2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1" name="Google Shape;6981;p72"/>
            <p:cNvSpPr/>
            <p:nvPr/>
          </p:nvSpPr>
          <p:spPr>
            <a:xfrm>
              <a:off x="2506598" y="1694624"/>
              <a:ext cx="204" cy="258"/>
            </a:xfrm>
            <a:custGeom>
              <a:rect b="b" l="l" r="r" t="t"/>
              <a:pathLst>
                <a:path extrusionOk="0" h="19" w="15">
                  <a:moveTo>
                    <a:pt x="1" y="1"/>
                  </a:moveTo>
                  <a:lnTo>
                    <a:pt x="15"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2" name="Google Shape;6982;p72"/>
            <p:cNvSpPr/>
            <p:nvPr/>
          </p:nvSpPr>
          <p:spPr>
            <a:xfrm>
              <a:off x="2515640" y="1694529"/>
              <a:ext cx="299" cy="14"/>
            </a:xfrm>
            <a:custGeom>
              <a:rect b="b" l="l" r="r" t="t"/>
              <a:pathLst>
                <a:path extrusionOk="0" h="1" w="22">
                  <a:moveTo>
                    <a:pt x="0" y="1"/>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3" name="Google Shape;6983;p72"/>
            <p:cNvSpPr/>
            <p:nvPr/>
          </p:nvSpPr>
          <p:spPr>
            <a:xfrm>
              <a:off x="2568973" y="1712111"/>
              <a:ext cx="1344" cy="109"/>
            </a:xfrm>
            <a:custGeom>
              <a:rect b="b" l="l" r="r" t="t"/>
              <a:pathLst>
                <a:path extrusionOk="0" h="8" w="99">
                  <a:moveTo>
                    <a:pt x="98" y="8"/>
                  </a:moveTo>
                  <a:lnTo>
                    <a:pt x="98" y="8"/>
                  </a:lnTo>
                  <a:cubicBezTo>
                    <a:pt x="67" y="1"/>
                    <a:pt x="35" y="1"/>
                    <a:pt x="0" y="4"/>
                  </a:cubicBezTo>
                  <a:cubicBezTo>
                    <a:pt x="35" y="1"/>
                    <a:pt x="67" y="1"/>
                    <a:pt x="98"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4" name="Google Shape;6984;p72"/>
            <p:cNvSpPr/>
            <p:nvPr/>
          </p:nvSpPr>
          <p:spPr>
            <a:xfrm>
              <a:off x="2512640" y="1694909"/>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5" name="Google Shape;6985;p72"/>
            <p:cNvSpPr/>
            <p:nvPr/>
          </p:nvSpPr>
          <p:spPr>
            <a:xfrm>
              <a:off x="2499999" y="1687400"/>
              <a:ext cx="299" cy="299"/>
            </a:xfrm>
            <a:custGeom>
              <a:rect b="b" l="l" r="r" t="t"/>
              <a:pathLst>
                <a:path extrusionOk="0" h="22" w="22">
                  <a:moveTo>
                    <a:pt x="0" y="0"/>
                  </a:moveTo>
                  <a:lnTo>
                    <a:pt x="21"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6" name="Google Shape;6986;p72"/>
            <p:cNvSpPr/>
            <p:nvPr/>
          </p:nvSpPr>
          <p:spPr>
            <a:xfrm>
              <a:off x="2513400" y="1694773"/>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7" name="Google Shape;6987;p72"/>
            <p:cNvSpPr/>
            <p:nvPr/>
          </p:nvSpPr>
          <p:spPr>
            <a:xfrm>
              <a:off x="2566963" y="1712546"/>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8" name="Google Shape;6988;p72"/>
            <p:cNvSpPr/>
            <p:nvPr/>
          </p:nvSpPr>
          <p:spPr>
            <a:xfrm>
              <a:off x="2502660" y="1690062"/>
              <a:ext cx="339" cy="339"/>
            </a:xfrm>
            <a:custGeom>
              <a:rect b="b" l="l" r="r" t="t"/>
              <a:pathLst>
                <a:path extrusionOk="0" h="25" w="25">
                  <a:moveTo>
                    <a:pt x="0" y="0"/>
                  </a:moveTo>
                  <a:lnTo>
                    <a:pt x="25"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9" name="Google Shape;6989;p72"/>
            <p:cNvSpPr/>
            <p:nvPr/>
          </p:nvSpPr>
          <p:spPr>
            <a:xfrm>
              <a:off x="2690844" y="1643097"/>
              <a:ext cx="339" cy="489"/>
            </a:xfrm>
            <a:custGeom>
              <a:rect b="b" l="l" r="r" t="t"/>
              <a:pathLst>
                <a:path extrusionOk="0" h="36" w="25">
                  <a:moveTo>
                    <a:pt x="25" y="1"/>
                  </a:moveTo>
                  <a:lnTo>
                    <a:pt x="0" y="36"/>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0" name="Google Shape;6990;p72"/>
            <p:cNvSpPr/>
            <p:nvPr/>
          </p:nvSpPr>
          <p:spPr>
            <a:xfrm>
              <a:off x="2691319" y="1642622"/>
              <a:ext cx="244" cy="353"/>
            </a:xfrm>
            <a:custGeom>
              <a:rect b="b" l="l" r="r" t="t"/>
              <a:pathLst>
                <a:path extrusionOk="0" h="26" w="18">
                  <a:moveTo>
                    <a:pt x="18" y="1"/>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1" name="Google Shape;6991;p72"/>
            <p:cNvSpPr/>
            <p:nvPr/>
          </p:nvSpPr>
          <p:spPr>
            <a:xfrm>
              <a:off x="2691645" y="1642147"/>
              <a:ext cx="204" cy="353"/>
            </a:xfrm>
            <a:custGeom>
              <a:rect b="b" l="l" r="r" t="t"/>
              <a:pathLst>
                <a:path extrusionOk="0" h="26" w="15">
                  <a:moveTo>
                    <a:pt x="15" y="1"/>
                  </a:moveTo>
                  <a:cubicBezTo>
                    <a:pt x="11" y="8"/>
                    <a:pt x="4" y="15"/>
                    <a:pt x="1" y="25"/>
                  </a:cubicBezTo>
                  <a:cubicBezTo>
                    <a:pt x="8" y="15"/>
                    <a:pt x="11" y="8"/>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2" name="Google Shape;6992;p72"/>
            <p:cNvSpPr/>
            <p:nvPr/>
          </p:nvSpPr>
          <p:spPr>
            <a:xfrm>
              <a:off x="2655339" y="1679838"/>
              <a:ext cx="4141" cy="1113"/>
            </a:xfrm>
            <a:custGeom>
              <a:rect b="b" l="l" r="r" t="t"/>
              <a:pathLst>
                <a:path extrusionOk="0" h="82" w="305">
                  <a:moveTo>
                    <a:pt x="305" y="81"/>
                  </a:moveTo>
                  <a:cubicBezTo>
                    <a:pt x="116" y="78"/>
                    <a:pt x="35" y="36"/>
                    <a:pt x="0" y="1"/>
                  </a:cubicBezTo>
                  <a:cubicBezTo>
                    <a:pt x="35" y="36"/>
                    <a:pt x="116" y="78"/>
                    <a:pt x="305"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3" name="Google Shape;6993;p72"/>
            <p:cNvSpPr/>
            <p:nvPr/>
          </p:nvSpPr>
          <p:spPr>
            <a:xfrm>
              <a:off x="2691930" y="1641861"/>
              <a:ext cx="68" cy="109"/>
            </a:xfrm>
            <a:custGeom>
              <a:rect b="b" l="l" r="r" t="t"/>
              <a:pathLst>
                <a:path extrusionOk="0" h="8" w="5">
                  <a:moveTo>
                    <a:pt x="4" y="1"/>
                  </a:moveTo>
                  <a:lnTo>
                    <a:pt x="1" y="8"/>
                  </a:lnTo>
                  <a:cubicBezTo>
                    <a:pt x="4" y="4"/>
                    <a:pt x="4" y="4"/>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4" name="Google Shape;6994;p72"/>
            <p:cNvSpPr/>
            <p:nvPr/>
          </p:nvSpPr>
          <p:spPr>
            <a:xfrm>
              <a:off x="2643255" y="1705934"/>
              <a:ext cx="14" cy="163"/>
            </a:xfrm>
            <a:custGeom>
              <a:rect b="b" l="l" r="r" t="t"/>
              <a:pathLst>
                <a:path extrusionOk="0" h="12" w="1">
                  <a:moveTo>
                    <a:pt x="1" y="1"/>
                  </a:moveTo>
                  <a:lnTo>
                    <a:pt x="1" y="11"/>
                  </a:lnTo>
                  <a:cubicBezTo>
                    <a:pt x="1"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5" name="Google Shape;6995;p72"/>
            <p:cNvSpPr/>
            <p:nvPr/>
          </p:nvSpPr>
          <p:spPr>
            <a:xfrm>
              <a:off x="2438968" y="1708269"/>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6" name="Google Shape;6996;p72"/>
            <p:cNvSpPr/>
            <p:nvPr/>
          </p:nvSpPr>
          <p:spPr>
            <a:xfrm>
              <a:off x="2438873" y="1708554"/>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7" name="Google Shape;6997;p72"/>
            <p:cNvSpPr/>
            <p:nvPr/>
          </p:nvSpPr>
          <p:spPr>
            <a:xfrm>
              <a:off x="2438819" y="1710401"/>
              <a:ext cx="68" cy="204"/>
            </a:xfrm>
            <a:custGeom>
              <a:rect b="b" l="l" r="r" t="t"/>
              <a:pathLst>
                <a:path extrusionOk="0" h="15" w="5">
                  <a:moveTo>
                    <a:pt x="1" y="1"/>
                  </a:moveTo>
                  <a:cubicBezTo>
                    <a:pt x="1" y="4"/>
                    <a:pt x="1" y="8"/>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8" name="Google Shape;6998;p72"/>
            <p:cNvSpPr/>
            <p:nvPr/>
          </p:nvSpPr>
          <p:spPr>
            <a:xfrm>
              <a:off x="2438683" y="1709545"/>
              <a:ext cx="14" cy="163"/>
            </a:xfrm>
            <a:custGeom>
              <a:rect b="b" l="l" r="r" t="t"/>
              <a:pathLst>
                <a:path extrusionOk="0" h="12" w="1">
                  <a:moveTo>
                    <a:pt x="0"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9" name="Google Shape;6999;p72"/>
            <p:cNvSpPr/>
            <p:nvPr/>
          </p:nvSpPr>
          <p:spPr>
            <a:xfrm>
              <a:off x="2438778" y="1708785"/>
              <a:ext cx="14" cy="204"/>
            </a:xfrm>
            <a:custGeom>
              <a:rect b="b" l="l" r="r" t="t"/>
              <a:pathLst>
                <a:path extrusionOk="0" h="15" w="1">
                  <a:moveTo>
                    <a:pt x="0" y="15"/>
                  </a:moveTo>
                  <a:lnTo>
                    <a:pt x="0" y="4"/>
                  </a:lnTo>
                  <a:cubicBezTo>
                    <a:pt x="0" y="1"/>
                    <a:pt x="0" y="11"/>
                    <a:pt x="0"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0" name="Google Shape;7000;p72"/>
            <p:cNvSpPr/>
            <p:nvPr/>
          </p:nvSpPr>
          <p:spPr>
            <a:xfrm>
              <a:off x="2438724" y="1709165"/>
              <a:ext cx="14" cy="163"/>
            </a:xfrm>
            <a:custGeom>
              <a:rect b="b" l="l" r="r" t="t"/>
              <a:pathLst>
                <a:path extrusionOk="0" h="12" w="1">
                  <a:moveTo>
                    <a:pt x="1" y="11"/>
                  </a:moveTo>
                  <a:lnTo>
                    <a:pt x="1" y="1"/>
                  </a:lnTo>
                  <a:cubicBezTo>
                    <a:pt x="1" y="4"/>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1" name="Google Shape;7001;p72"/>
            <p:cNvSpPr/>
            <p:nvPr/>
          </p:nvSpPr>
          <p:spPr>
            <a:xfrm>
              <a:off x="2438724" y="1709925"/>
              <a:ext cx="14" cy="204"/>
            </a:xfrm>
            <a:custGeom>
              <a:rect b="b" l="l" r="r" t="t"/>
              <a:pathLst>
                <a:path extrusionOk="0" h="15" w="1">
                  <a:moveTo>
                    <a:pt x="1" y="15"/>
                  </a:moveTo>
                  <a:lnTo>
                    <a:pt x="1" y="1"/>
                  </a:lnTo>
                  <a:cubicBezTo>
                    <a:pt x="1" y="8"/>
                    <a:pt x="1" y="11"/>
                    <a:pt x="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2" name="Google Shape;7002;p72"/>
            <p:cNvSpPr/>
            <p:nvPr/>
          </p:nvSpPr>
          <p:spPr>
            <a:xfrm>
              <a:off x="3083315" y="1349877"/>
              <a:ext cx="6436" cy="2648"/>
            </a:xfrm>
            <a:custGeom>
              <a:rect b="b" l="l" r="r" t="t"/>
              <a:pathLst>
                <a:path extrusionOk="0" h="195" w="474">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3" name="Google Shape;7003;p72"/>
            <p:cNvSpPr/>
            <p:nvPr/>
          </p:nvSpPr>
          <p:spPr>
            <a:xfrm>
              <a:off x="2740470" y="1256152"/>
              <a:ext cx="41452" cy="20869"/>
            </a:xfrm>
            <a:custGeom>
              <a:rect b="b" l="l" r="r" t="t"/>
              <a:pathLst>
                <a:path extrusionOk="0" h="1537" w="3053">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4" name="Google Shape;7004;p72"/>
            <p:cNvSpPr/>
            <p:nvPr/>
          </p:nvSpPr>
          <p:spPr>
            <a:xfrm>
              <a:off x="2779112" y="1267720"/>
              <a:ext cx="44453" cy="23136"/>
            </a:xfrm>
            <a:custGeom>
              <a:rect b="b" l="l" r="r" t="t"/>
              <a:pathLst>
                <a:path extrusionOk="0" h="1704" w="3274">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5" name="Google Shape;7005;p72"/>
            <p:cNvSpPr/>
            <p:nvPr/>
          </p:nvSpPr>
          <p:spPr>
            <a:xfrm>
              <a:off x="3087022" y="1356164"/>
              <a:ext cx="21412" cy="7834"/>
            </a:xfrm>
            <a:custGeom>
              <a:rect b="b" l="l" r="r" t="t"/>
              <a:pathLst>
                <a:path extrusionOk="0" h="577" w="1577">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6" name="Google Shape;7006;p72"/>
            <p:cNvSpPr/>
            <p:nvPr/>
          </p:nvSpPr>
          <p:spPr>
            <a:xfrm>
              <a:off x="2249874" y="1296871"/>
              <a:ext cx="1208533" cy="418540"/>
            </a:xfrm>
            <a:custGeom>
              <a:rect b="b" l="l" r="r" t="t"/>
              <a:pathLst>
                <a:path extrusionOk="0" h="30826" w="8901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7" name="Google Shape;7007;p72"/>
            <p:cNvSpPr/>
            <p:nvPr/>
          </p:nvSpPr>
          <p:spPr>
            <a:xfrm>
              <a:off x="2192984" y="1581360"/>
              <a:ext cx="21262" cy="7753"/>
            </a:xfrm>
            <a:custGeom>
              <a:rect b="b" l="l" r="r" t="t"/>
              <a:pathLst>
                <a:path extrusionOk="0" h="571" w="1566">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8" name="Google Shape;7008;p72"/>
            <p:cNvSpPr/>
            <p:nvPr/>
          </p:nvSpPr>
          <p:spPr>
            <a:xfrm>
              <a:off x="2688889" y="1342735"/>
              <a:ext cx="3394" cy="828"/>
            </a:xfrm>
            <a:custGeom>
              <a:rect b="b" l="l" r="r" t="t"/>
              <a:pathLst>
                <a:path extrusionOk="0" h="61" w="25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9" name="Google Shape;7009;p72"/>
            <p:cNvSpPr/>
            <p:nvPr/>
          </p:nvSpPr>
          <p:spPr>
            <a:xfrm>
              <a:off x="3095345" y="1594612"/>
              <a:ext cx="18737" cy="78777"/>
            </a:xfrm>
            <a:custGeom>
              <a:rect b="b" l="l" r="r" t="t"/>
              <a:pathLst>
                <a:path extrusionOk="0" h="5802" w="138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0" name="Google Shape;7010;p72"/>
            <p:cNvSpPr/>
            <p:nvPr/>
          </p:nvSpPr>
          <p:spPr>
            <a:xfrm>
              <a:off x="2726485" y="1235772"/>
              <a:ext cx="39185" cy="27603"/>
            </a:xfrm>
            <a:custGeom>
              <a:rect b="b" l="l" r="r" t="t"/>
              <a:pathLst>
                <a:path extrusionOk="0" h="2033" w="2886">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1" name="Google Shape;7011;p72"/>
            <p:cNvSpPr/>
            <p:nvPr/>
          </p:nvSpPr>
          <p:spPr>
            <a:xfrm>
              <a:off x="2452749" y="1237876"/>
              <a:ext cx="24249" cy="7875"/>
            </a:xfrm>
            <a:custGeom>
              <a:rect b="b" l="l" r="r" t="t"/>
              <a:pathLst>
                <a:path extrusionOk="0" h="580" w="1786">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2" name="Google Shape;7012;p72"/>
            <p:cNvSpPr/>
            <p:nvPr/>
          </p:nvSpPr>
          <p:spPr>
            <a:xfrm>
              <a:off x="2405554" y="1415592"/>
              <a:ext cx="14406" cy="8065"/>
            </a:xfrm>
            <a:custGeom>
              <a:rect b="b" l="l" r="r" t="t"/>
              <a:pathLst>
                <a:path extrusionOk="0" h="594" w="1061">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3" name="Google Shape;7013;p72"/>
            <p:cNvSpPr/>
            <p:nvPr/>
          </p:nvSpPr>
          <p:spPr>
            <a:xfrm>
              <a:off x="2399471" y="1241556"/>
              <a:ext cx="30047" cy="12613"/>
            </a:xfrm>
            <a:custGeom>
              <a:rect b="b" l="l" r="r" t="t"/>
              <a:pathLst>
                <a:path extrusionOk="0" h="929" w="2213">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4" name="Google Shape;7014;p72"/>
            <p:cNvSpPr/>
            <p:nvPr/>
          </p:nvSpPr>
          <p:spPr>
            <a:xfrm>
              <a:off x="2429179" y="1308887"/>
              <a:ext cx="131865" cy="90535"/>
            </a:xfrm>
            <a:custGeom>
              <a:rect b="b" l="l" r="r" t="t"/>
              <a:pathLst>
                <a:path extrusionOk="0" h="6668" w="9712">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5" name="Google Shape;7015;p72"/>
            <p:cNvSpPr/>
            <p:nvPr/>
          </p:nvSpPr>
          <p:spPr>
            <a:xfrm>
              <a:off x="2439104" y="1251861"/>
              <a:ext cx="6857" cy="1833"/>
            </a:xfrm>
            <a:custGeom>
              <a:rect b="b" l="l" r="r" t="t"/>
              <a:pathLst>
                <a:path extrusionOk="0" h="135" w="505">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6" name="Google Shape;7016;p72"/>
            <p:cNvSpPr/>
            <p:nvPr/>
          </p:nvSpPr>
          <p:spPr>
            <a:xfrm>
              <a:off x="2870271" y="1345763"/>
              <a:ext cx="11758" cy="4576"/>
            </a:xfrm>
            <a:custGeom>
              <a:rect b="b" l="l" r="r" t="t"/>
              <a:pathLst>
                <a:path extrusionOk="0" h="337" w="866">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7" name="Google Shape;7017;p72"/>
            <p:cNvSpPr/>
            <p:nvPr/>
          </p:nvSpPr>
          <p:spPr>
            <a:xfrm>
              <a:off x="2384020" y="1243620"/>
              <a:ext cx="22783" cy="4983"/>
            </a:xfrm>
            <a:custGeom>
              <a:rect b="b" l="l" r="r" t="t"/>
              <a:pathLst>
                <a:path extrusionOk="0" h="367" w="1678">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8" name="Google Shape;7018;p72"/>
            <p:cNvSpPr/>
            <p:nvPr/>
          </p:nvSpPr>
          <p:spPr>
            <a:xfrm>
              <a:off x="2517202" y="1238691"/>
              <a:ext cx="17406" cy="5404"/>
            </a:xfrm>
            <a:custGeom>
              <a:rect b="b" l="l" r="r" t="t"/>
              <a:pathLst>
                <a:path extrusionOk="0" h="398" w="1282">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9" name="Google Shape;7019;p72"/>
            <p:cNvSpPr/>
            <p:nvPr/>
          </p:nvSpPr>
          <p:spPr>
            <a:xfrm>
              <a:off x="2718026" y="1237646"/>
              <a:ext cx="8757" cy="2403"/>
            </a:xfrm>
            <a:custGeom>
              <a:rect b="b" l="l" r="r" t="t"/>
              <a:pathLst>
                <a:path extrusionOk="0" h="177" w="645">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0" name="Google Shape;7020;p72"/>
            <p:cNvSpPr/>
            <p:nvPr/>
          </p:nvSpPr>
          <p:spPr>
            <a:xfrm>
              <a:off x="2570534" y="1361377"/>
              <a:ext cx="11229" cy="4209"/>
            </a:xfrm>
            <a:custGeom>
              <a:rect b="b" l="l" r="r" t="t"/>
              <a:pathLst>
                <a:path extrusionOk="0" h="310" w="827">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1" name="Google Shape;7021;p72"/>
            <p:cNvSpPr/>
            <p:nvPr/>
          </p:nvSpPr>
          <p:spPr>
            <a:xfrm>
              <a:off x="2635516" y="1366890"/>
              <a:ext cx="4616" cy="2865"/>
            </a:xfrm>
            <a:custGeom>
              <a:rect b="b" l="l" r="r" t="t"/>
              <a:pathLst>
                <a:path extrusionOk="0" h="211" w="34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2" name="Google Shape;7022;p72"/>
            <p:cNvSpPr/>
            <p:nvPr/>
          </p:nvSpPr>
          <p:spPr>
            <a:xfrm>
              <a:off x="2491961" y="1240701"/>
              <a:ext cx="20176" cy="8119"/>
            </a:xfrm>
            <a:custGeom>
              <a:rect b="b" l="l" r="r" t="t"/>
              <a:pathLst>
                <a:path extrusionOk="0" h="598" w="1486">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3" name="Google Shape;7023;p72"/>
            <p:cNvSpPr/>
            <p:nvPr/>
          </p:nvSpPr>
          <p:spPr>
            <a:xfrm>
              <a:off x="2465159" y="1249621"/>
              <a:ext cx="23394" cy="6734"/>
            </a:xfrm>
            <a:custGeom>
              <a:rect b="b" l="l" r="r" t="t"/>
              <a:pathLst>
                <a:path extrusionOk="0" h="496" w="1723">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4" name="Google Shape;7024;p72"/>
            <p:cNvSpPr/>
            <p:nvPr/>
          </p:nvSpPr>
          <p:spPr>
            <a:xfrm>
              <a:off x="2466530" y="1232500"/>
              <a:ext cx="20597" cy="4358"/>
            </a:xfrm>
            <a:custGeom>
              <a:rect b="b" l="l" r="r" t="t"/>
              <a:pathLst>
                <a:path extrusionOk="0" h="321" w="1517">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5" name="Google Shape;7025;p72"/>
            <p:cNvSpPr/>
            <p:nvPr/>
          </p:nvSpPr>
          <p:spPr>
            <a:xfrm>
              <a:off x="2698353" y="1642147"/>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6" name="Google Shape;7026;p72"/>
            <p:cNvSpPr/>
            <p:nvPr/>
          </p:nvSpPr>
          <p:spPr>
            <a:xfrm>
              <a:off x="2818038" y="1630266"/>
              <a:ext cx="3625" cy="530"/>
            </a:xfrm>
            <a:custGeom>
              <a:rect b="b" l="l" r="r" t="t"/>
              <a:pathLst>
                <a:path extrusionOk="0" h="39" w="267">
                  <a:moveTo>
                    <a:pt x="0" y="39"/>
                  </a:moveTo>
                  <a:cubicBezTo>
                    <a:pt x="88" y="21"/>
                    <a:pt x="179" y="7"/>
                    <a:pt x="267" y="0"/>
                  </a:cubicBezTo>
                  <a:cubicBezTo>
                    <a:pt x="179" y="7"/>
                    <a:pt x="88" y="21"/>
                    <a:pt x="0"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7" name="Google Shape;7027;p72"/>
            <p:cNvSpPr/>
            <p:nvPr/>
          </p:nvSpPr>
          <p:spPr>
            <a:xfrm>
              <a:off x="2835580" y="1633878"/>
              <a:ext cx="2430" cy="815"/>
            </a:xfrm>
            <a:custGeom>
              <a:rect b="b" l="l" r="r" t="t"/>
              <a:pathLst>
                <a:path extrusionOk="0" h="60" w="179">
                  <a:moveTo>
                    <a:pt x="0" y="0"/>
                  </a:moveTo>
                  <a:cubicBezTo>
                    <a:pt x="18" y="18"/>
                    <a:pt x="119" y="42"/>
                    <a:pt x="179" y="60"/>
                  </a:cubicBezTo>
                  <a:cubicBezTo>
                    <a:pt x="119" y="42"/>
                    <a:pt x="18"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8" name="Google Shape;7028;p72"/>
            <p:cNvSpPr/>
            <p:nvPr/>
          </p:nvSpPr>
          <p:spPr>
            <a:xfrm>
              <a:off x="2863808" y="1641861"/>
              <a:ext cx="584" cy="299"/>
            </a:xfrm>
            <a:custGeom>
              <a:rect b="b" l="l" r="r" t="t"/>
              <a:pathLst>
                <a:path extrusionOk="0" h="22" w="43">
                  <a:moveTo>
                    <a:pt x="1" y="22"/>
                  </a:moveTo>
                  <a:cubicBezTo>
                    <a:pt x="15" y="15"/>
                    <a:pt x="25" y="8"/>
                    <a:pt x="43" y="1"/>
                  </a:cubicBezTo>
                  <a:cubicBezTo>
                    <a:pt x="25" y="8"/>
                    <a:pt x="15"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9" name="Google Shape;7029;p72"/>
            <p:cNvSpPr/>
            <p:nvPr/>
          </p:nvSpPr>
          <p:spPr>
            <a:xfrm>
              <a:off x="2807149" y="1632778"/>
              <a:ext cx="2729" cy="1059"/>
            </a:xfrm>
            <a:custGeom>
              <a:rect b="b" l="l" r="r" t="t"/>
              <a:pathLst>
                <a:path extrusionOk="0" h="78" w="201">
                  <a:moveTo>
                    <a:pt x="1" y="1"/>
                  </a:moveTo>
                  <a:cubicBezTo>
                    <a:pt x="64" y="32"/>
                    <a:pt x="130" y="60"/>
                    <a:pt x="200" y="78"/>
                  </a:cubicBezTo>
                  <a:cubicBezTo>
                    <a:pt x="130" y="60"/>
                    <a:pt x="64" y="3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0" name="Google Shape;7030;p72"/>
            <p:cNvSpPr/>
            <p:nvPr/>
          </p:nvSpPr>
          <p:spPr>
            <a:xfrm>
              <a:off x="2901553" y="1635249"/>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1" name="Google Shape;7031;p72"/>
            <p:cNvSpPr/>
            <p:nvPr/>
          </p:nvSpPr>
          <p:spPr>
            <a:xfrm>
              <a:off x="2907351" y="1636064"/>
              <a:ext cx="584" cy="299"/>
            </a:xfrm>
            <a:custGeom>
              <a:rect b="b" l="l" r="r" t="t"/>
              <a:pathLst>
                <a:path extrusionOk="0" h="22" w="43">
                  <a:moveTo>
                    <a:pt x="1" y="0"/>
                  </a:moveTo>
                  <a:cubicBezTo>
                    <a:pt x="15" y="7"/>
                    <a:pt x="29" y="14"/>
                    <a:pt x="39" y="21"/>
                  </a:cubicBezTo>
                  <a:lnTo>
                    <a:pt x="43" y="18"/>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2" name="Google Shape;7032;p72"/>
            <p:cNvSpPr/>
            <p:nvPr/>
          </p:nvSpPr>
          <p:spPr>
            <a:xfrm>
              <a:off x="2902355" y="16351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3" name="Google Shape;7033;p72"/>
            <p:cNvSpPr/>
            <p:nvPr/>
          </p:nvSpPr>
          <p:spPr>
            <a:xfrm>
              <a:off x="2873367" y="1638915"/>
              <a:ext cx="3286" cy="1018"/>
            </a:xfrm>
            <a:custGeom>
              <a:rect b="b" l="l" r="r" t="t"/>
              <a:pathLst>
                <a:path extrusionOk="0" h="75" w="242">
                  <a:moveTo>
                    <a:pt x="242" y="1"/>
                  </a:moveTo>
                  <a:lnTo>
                    <a:pt x="242" y="1"/>
                  </a:lnTo>
                  <a:cubicBezTo>
                    <a:pt x="151" y="15"/>
                    <a:pt x="60" y="29"/>
                    <a:pt x="0" y="74"/>
                  </a:cubicBezTo>
                  <a:cubicBezTo>
                    <a:pt x="60" y="29"/>
                    <a:pt x="154" y="15"/>
                    <a:pt x="2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4" name="Google Shape;7034;p72"/>
            <p:cNvSpPr/>
            <p:nvPr/>
          </p:nvSpPr>
          <p:spPr>
            <a:xfrm>
              <a:off x="2746879" y="1634258"/>
              <a:ext cx="3299" cy="1494"/>
            </a:xfrm>
            <a:custGeom>
              <a:rect b="b" l="l" r="r" t="t"/>
              <a:pathLst>
                <a:path extrusionOk="0" h="110" w="243">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5" name="Google Shape;7035;p72"/>
            <p:cNvSpPr/>
            <p:nvPr/>
          </p:nvSpPr>
          <p:spPr>
            <a:xfrm>
              <a:off x="2716221" y="1632113"/>
              <a:ext cx="2444" cy="1534"/>
            </a:xfrm>
            <a:custGeom>
              <a:rect b="b" l="l" r="r" t="t"/>
              <a:pathLst>
                <a:path extrusionOk="0" h="113" w="180">
                  <a:moveTo>
                    <a:pt x="1" y="113"/>
                  </a:moveTo>
                  <a:cubicBezTo>
                    <a:pt x="57" y="67"/>
                    <a:pt x="116" y="29"/>
                    <a:pt x="179" y="1"/>
                  </a:cubicBezTo>
                  <a:cubicBezTo>
                    <a:pt x="116" y="29"/>
                    <a:pt x="57" y="67"/>
                    <a:pt x="1" y="11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6" name="Google Shape;7036;p72"/>
            <p:cNvSpPr/>
            <p:nvPr/>
          </p:nvSpPr>
          <p:spPr>
            <a:xfrm>
              <a:off x="2699059" y="1641440"/>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7" name="Google Shape;7037;p72"/>
            <p:cNvSpPr/>
            <p:nvPr/>
          </p:nvSpPr>
          <p:spPr>
            <a:xfrm>
              <a:off x="2698869" y="1641576"/>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8" name="Google Shape;7038;p72"/>
            <p:cNvSpPr/>
            <p:nvPr/>
          </p:nvSpPr>
          <p:spPr>
            <a:xfrm>
              <a:off x="2698678" y="1641726"/>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9" name="Google Shape;7039;p72"/>
            <p:cNvSpPr/>
            <p:nvPr/>
          </p:nvSpPr>
          <p:spPr>
            <a:xfrm>
              <a:off x="2698543" y="1641916"/>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0" name="Google Shape;7040;p72"/>
            <p:cNvSpPr/>
            <p:nvPr/>
          </p:nvSpPr>
          <p:spPr>
            <a:xfrm>
              <a:off x="2700348" y="1640870"/>
              <a:ext cx="54" cy="14"/>
            </a:xfrm>
            <a:custGeom>
              <a:rect b="b" l="l" r="r" t="t"/>
              <a:pathLst>
                <a:path extrusionOk="0" h="1" w="4">
                  <a:moveTo>
                    <a:pt x="0"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1" name="Google Shape;7041;p72"/>
            <p:cNvSpPr/>
            <p:nvPr/>
          </p:nvSpPr>
          <p:spPr>
            <a:xfrm>
              <a:off x="2699629" y="1641155"/>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2" name="Google Shape;7042;p72"/>
            <p:cNvSpPr/>
            <p:nvPr/>
          </p:nvSpPr>
          <p:spPr>
            <a:xfrm>
              <a:off x="2698448" y="1642051"/>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3" name="Google Shape;7043;p72"/>
            <p:cNvSpPr/>
            <p:nvPr/>
          </p:nvSpPr>
          <p:spPr>
            <a:xfrm>
              <a:off x="2699968" y="1641006"/>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4" name="Google Shape;7044;p72"/>
            <p:cNvSpPr/>
            <p:nvPr/>
          </p:nvSpPr>
          <p:spPr>
            <a:xfrm>
              <a:off x="2699303" y="1641291"/>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5" name="Google Shape;7045;p72"/>
            <p:cNvSpPr/>
            <p:nvPr/>
          </p:nvSpPr>
          <p:spPr>
            <a:xfrm>
              <a:off x="2750164" y="1633688"/>
              <a:ext cx="6952" cy="2050"/>
            </a:xfrm>
            <a:custGeom>
              <a:rect b="b" l="l" r="r" t="t"/>
              <a:pathLst>
                <a:path extrusionOk="0" h="151" w="512">
                  <a:moveTo>
                    <a:pt x="511" y="116"/>
                  </a:moveTo>
                  <a:cubicBezTo>
                    <a:pt x="319" y="0"/>
                    <a:pt x="98" y="74"/>
                    <a:pt x="0" y="151"/>
                  </a:cubicBezTo>
                  <a:lnTo>
                    <a:pt x="0" y="151"/>
                  </a:lnTo>
                  <a:cubicBezTo>
                    <a:pt x="98" y="74"/>
                    <a:pt x="319" y="0"/>
                    <a:pt x="511" y="11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6" name="Google Shape;7046;p72"/>
            <p:cNvSpPr/>
            <p:nvPr/>
          </p:nvSpPr>
          <p:spPr>
            <a:xfrm>
              <a:off x="2757102" y="1635249"/>
              <a:ext cx="3666" cy="2009"/>
            </a:xfrm>
            <a:custGeom>
              <a:rect b="b" l="l" r="r" t="t"/>
              <a:pathLst>
                <a:path extrusionOk="0" h="148" w="27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7" name="Google Shape;7047;p72"/>
            <p:cNvSpPr/>
            <p:nvPr/>
          </p:nvSpPr>
          <p:spPr>
            <a:xfrm>
              <a:off x="2728291" y="1626980"/>
              <a:ext cx="3489" cy="204"/>
            </a:xfrm>
            <a:custGeom>
              <a:rect b="b" l="l" r="r" t="t"/>
              <a:pathLst>
                <a:path extrusionOk="0" h="15" w="257">
                  <a:moveTo>
                    <a:pt x="256" y="15"/>
                  </a:moveTo>
                  <a:cubicBezTo>
                    <a:pt x="172" y="1"/>
                    <a:pt x="85" y="1"/>
                    <a:pt x="1" y="11"/>
                  </a:cubicBezTo>
                  <a:cubicBezTo>
                    <a:pt x="85" y="1"/>
                    <a:pt x="172" y="1"/>
                    <a:pt x="256"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8" name="Google Shape;7048;p72"/>
            <p:cNvSpPr/>
            <p:nvPr/>
          </p:nvSpPr>
          <p:spPr>
            <a:xfrm>
              <a:off x="2720688" y="1629126"/>
              <a:ext cx="3340" cy="1670"/>
            </a:xfrm>
            <a:custGeom>
              <a:rect b="b" l="l" r="r" t="t"/>
              <a:pathLst>
                <a:path extrusionOk="0" h="123" w="246">
                  <a:moveTo>
                    <a:pt x="246" y="0"/>
                  </a:moveTo>
                  <a:cubicBezTo>
                    <a:pt x="144" y="21"/>
                    <a:pt x="39" y="42"/>
                    <a:pt x="1" y="123"/>
                  </a:cubicBezTo>
                  <a:cubicBezTo>
                    <a:pt x="39" y="46"/>
                    <a:pt x="144" y="21"/>
                    <a:pt x="2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9" name="Google Shape;7049;p72"/>
            <p:cNvSpPr/>
            <p:nvPr/>
          </p:nvSpPr>
          <p:spPr>
            <a:xfrm>
              <a:off x="2697877" y="1642337"/>
              <a:ext cx="434" cy="109"/>
            </a:xfrm>
            <a:custGeom>
              <a:rect b="b" l="l" r="r" t="t"/>
              <a:pathLst>
                <a:path extrusionOk="0" h="8" w="32">
                  <a:moveTo>
                    <a:pt x="25" y="8"/>
                  </a:moveTo>
                  <a:lnTo>
                    <a:pt x="32" y="8"/>
                  </a:lnTo>
                  <a:lnTo>
                    <a:pt x="32" y="1"/>
                  </a:lnTo>
                  <a:lnTo>
                    <a:pt x="32" y="8"/>
                  </a:lnTo>
                  <a:cubicBezTo>
                    <a:pt x="21" y="8"/>
                    <a:pt x="11" y="8"/>
                    <a:pt x="0" y="8"/>
                  </a:cubicBez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0" name="Google Shape;7050;p72"/>
            <p:cNvSpPr/>
            <p:nvPr/>
          </p:nvSpPr>
          <p:spPr>
            <a:xfrm>
              <a:off x="2761094" y="1634923"/>
              <a:ext cx="3666" cy="2200"/>
            </a:xfrm>
            <a:custGeom>
              <a:rect b="b" l="l" r="r" t="t"/>
              <a:pathLst>
                <a:path extrusionOk="0" h="162" w="270">
                  <a:moveTo>
                    <a:pt x="270" y="0"/>
                  </a:moveTo>
                  <a:cubicBezTo>
                    <a:pt x="154" y="42"/>
                    <a:pt x="46" y="84"/>
                    <a:pt x="0" y="161"/>
                  </a:cubicBezTo>
                  <a:cubicBezTo>
                    <a:pt x="46" y="84"/>
                    <a:pt x="154" y="42"/>
                    <a:pt x="27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1" name="Google Shape;7051;p72"/>
            <p:cNvSpPr/>
            <p:nvPr/>
          </p:nvSpPr>
          <p:spPr>
            <a:xfrm>
              <a:off x="2741991" y="1628963"/>
              <a:ext cx="2240" cy="2688"/>
            </a:xfrm>
            <a:custGeom>
              <a:rect b="b" l="l" r="r" t="t"/>
              <a:pathLst>
                <a:path extrusionOk="0" h="198" w="165">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2" name="Google Shape;7052;p72"/>
            <p:cNvSpPr/>
            <p:nvPr/>
          </p:nvSpPr>
          <p:spPr>
            <a:xfrm>
              <a:off x="2895851" y="1634774"/>
              <a:ext cx="3571" cy="964"/>
            </a:xfrm>
            <a:custGeom>
              <a:rect b="b" l="l" r="r" t="t"/>
              <a:pathLst>
                <a:path extrusionOk="0" h="71" w="263">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3" name="Google Shape;7053;p72"/>
            <p:cNvSpPr/>
            <p:nvPr/>
          </p:nvSpPr>
          <p:spPr>
            <a:xfrm>
              <a:off x="2850271" y="1641576"/>
              <a:ext cx="6191" cy="1208"/>
            </a:xfrm>
            <a:custGeom>
              <a:rect b="b" l="l" r="r" t="t"/>
              <a:pathLst>
                <a:path extrusionOk="0" h="89" w="456">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4" name="Google Shape;7054;p72"/>
            <p:cNvSpPr/>
            <p:nvPr/>
          </p:nvSpPr>
          <p:spPr>
            <a:xfrm>
              <a:off x="2868370" y="1640300"/>
              <a:ext cx="3965" cy="774"/>
            </a:xfrm>
            <a:custGeom>
              <a:rect b="b" l="l" r="r" t="t"/>
              <a:pathLst>
                <a:path extrusionOk="0" h="57" w="292">
                  <a:moveTo>
                    <a:pt x="291" y="0"/>
                  </a:moveTo>
                  <a:cubicBezTo>
                    <a:pt x="211" y="21"/>
                    <a:pt x="95" y="39"/>
                    <a:pt x="1" y="56"/>
                  </a:cubicBezTo>
                  <a:cubicBezTo>
                    <a:pt x="95" y="42"/>
                    <a:pt x="211" y="21"/>
                    <a:pt x="29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5" name="Google Shape;7055;p72"/>
            <p:cNvSpPr/>
            <p:nvPr/>
          </p:nvSpPr>
          <p:spPr>
            <a:xfrm>
              <a:off x="2799315" y="1625840"/>
              <a:ext cx="394" cy="2824"/>
            </a:xfrm>
            <a:custGeom>
              <a:rect b="b" l="l" r="r" t="t"/>
              <a:pathLst>
                <a:path extrusionOk="0" h="208" w="29">
                  <a:moveTo>
                    <a:pt x="28" y="207"/>
                  </a:moveTo>
                  <a:cubicBezTo>
                    <a:pt x="0" y="176"/>
                    <a:pt x="4" y="78"/>
                    <a:pt x="4" y="1"/>
                  </a:cubicBezTo>
                  <a:cubicBezTo>
                    <a:pt x="4" y="78"/>
                    <a:pt x="0" y="176"/>
                    <a:pt x="28" y="20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6" name="Google Shape;7056;p72"/>
            <p:cNvSpPr/>
            <p:nvPr/>
          </p:nvSpPr>
          <p:spPr>
            <a:xfrm>
              <a:off x="2845696" y="1640911"/>
              <a:ext cx="4290" cy="638"/>
            </a:xfrm>
            <a:custGeom>
              <a:rect b="b" l="l" r="r" t="t"/>
              <a:pathLst>
                <a:path extrusionOk="0" h="47" w="316">
                  <a:moveTo>
                    <a:pt x="316" y="46"/>
                  </a:moveTo>
                  <a:cubicBezTo>
                    <a:pt x="211" y="43"/>
                    <a:pt x="22" y="36"/>
                    <a:pt x="1" y="1"/>
                  </a:cubicBezTo>
                  <a:cubicBezTo>
                    <a:pt x="22" y="36"/>
                    <a:pt x="211" y="43"/>
                    <a:pt x="316" y="4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7" name="Google Shape;7057;p72"/>
            <p:cNvSpPr/>
            <p:nvPr/>
          </p:nvSpPr>
          <p:spPr>
            <a:xfrm>
              <a:off x="2342147" y="1694393"/>
              <a:ext cx="190" cy="54"/>
            </a:xfrm>
            <a:custGeom>
              <a:rect b="b" l="l" r="r" t="t"/>
              <a:pathLst>
                <a:path extrusionOk="0" h="4" w="14">
                  <a:moveTo>
                    <a:pt x="0" y="4"/>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8" name="Google Shape;7058;p72"/>
            <p:cNvSpPr/>
            <p:nvPr/>
          </p:nvSpPr>
          <p:spPr>
            <a:xfrm>
              <a:off x="2342527" y="1694243"/>
              <a:ext cx="109" cy="54"/>
            </a:xfrm>
            <a:custGeom>
              <a:rect b="b" l="l" r="r" t="t"/>
              <a:pathLst>
                <a:path extrusionOk="0" h="4"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9" name="Google Shape;7059;p72"/>
            <p:cNvSpPr/>
            <p:nvPr/>
          </p:nvSpPr>
          <p:spPr>
            <a:xfrm>
              <a:off x="2342812" y="1694148"/>
              <a:ext cx="109" cy="54"/>
            </a:xfrm>
            <a:custGeom>
              <a:rect b="b" l="l" r="r" t="t"/>
              <a:pathLst>
                <a:path extrusionOk="0" h="4"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0" name="Google Shape;7060;p72"/>
            <p:cNvSpPr/>
            <p:nvPr/>
          </p:nvSpPr>
          <p:spPr>
            <a:xfrm>
              <a:off x="2341767" y="1694529"/>
              <a:ext cx="190" cy="109"/>
            </a:xfrm>
            <a:custGeom>
              <a:rect b="b" l="l" r="r" t="t"/>
              <a:pathLst>
                <a:path extrusionOk="0" h="8" w="14">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1" name="Google Shape;7061;p72"/>
            <p:cNvSpPr/>
            <p:nvPr/>
          </p:nvSpPr>
          <p:spPr>
            <a:xfrm>
              <a:off x="2341278" y="1694773"/>
              <a:ext cx="258" cy="109"/>
            </a:xfrm>
            <a:custGeom>
              <a:rect b="b" l="l" r="r" t="t"/>
              <a:pathLst>
                <a:path extrusionOk="0" h="8" w="19">
                  <a:moveTo>
                    <a:pt x="1" y="7"/>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2" name="Google Shape;7062;p72"/>
            <p:cNvSpPr/>
            <p:nvPr/>
          </p:nvSpPr>
          <p:spPr>
            <a:xfrm>
              <a:off x="2371230" y="1702227"/>
              <a:ext cx="1208" cy="923"/>
            </a:xfrm>
            <a:custGeom>
              <a:rect b="b" l="l" r="r" t="t"/>
              <a:pathLst>
                <a:path extrusionOk="0" h="68" w="89">
                  <a:moveTo>
                    <a:pt x="1" y="1"/>
                  </a:moveTo>
                  <a:cubicBezTo>
                    <a:pt x="29" y="25"/>
                    <a:pt x="57" y="50"/>
                    <a:pt x="88" y="67"/>
                  </a:cubicBezTo>
                  <a:cubicBezTo>
                    <a:pt x="57" y="50"/>
                    <a:pt x="29"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3" name="Google Shape;7063;p72"/>
            <p:cNvSpPr/>
            <p:nvPr/>
          </p:nvSpPr>
          <p:spPr>
            <a:xfrm>
              <a:off x="2343043" y="1694148"/>
              <a:ext cx="68" cy="14"/>
            </a:xfrm>
            <a:custGeom>
              <a:rect b="b" l="l" r="r" t="t"/>
              <a:pathLst>
                <a:path extrusionOk="0" h="1" w="5">
                  <a:moveTo>
                    <a:pt x="1"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4" name="Google Shape;7064;p72"/>
            <p:cNvSpPr/>
            <p:nvPr/>
          </p:nvSpPr>
          <p:spPr>
            <a:xfrm>
              <a:off x="2385676" y="1707223"/>
              <a:ext cx="14" cy="54"/>
            </a:xfrm>
            <a:custGeom>
              <a:rect b="b" l="l" r="r" t="t"/>
              <a:pathLst>
                <a:path extrusionOk="0" h="4" w="1">
                  <a:moveTo>
                    <a:pt x="1"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5" name="Google Shape;7065;p72"/>
            <p:cNvSpPr/>
            <p:nvPr/>
          </p:nvSpPr>
          <p:spPr>
            <a:xfrm>
              <a:off x="2340708" y="1695058"/>
              <a:ext cx="299" cy="149"/>
            </a:xfrm>
            <a:custGeom>
              <a:rect b="b" l="l" r="r" t="t"/>
              <a:pathLst>
                <a:path extrusionOk="0" h="11" w="22">
                  <a:moveTo>
                    <a:pt x="1" y="11"/>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6" name="Google Shape;7066;p72"/>
            <p:cNvSpPr/>
            <p:nvPr/>
          </p:nvSpPr>
          <p:spPr>
            <a:xfrm>
              <a:off x="2372520" y="1702892"/>
              <a:ext cx="489" cy="299"/>
            </a:xfrm>
            <a:custGeom>
              <a:rect b="b" l="l" r="r" t="t"/>
              <a:pathLst>
                <a:path extrusionOk="0" h="22" w="36">
                  <a:moveTo>
                    <a:pt x="0" y="22"/>
                  </a:moveTo>
                  <a:cubicBezTo>
                    <a:pt x="11" y="11"/>
                    <a:pt x="21" y="4"/>
                    <a:pt x="35" y="1"/>
                  </a:cubicBezTo>
                  <a:cubicBezTo>
                    <a:pt x="21" y="4"/>
                    <a:pt x="11" y="11"/>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7" name="Google Shape;7067;p72"/>
            <p:cNvSpPr/>
            <p:nvPr/>
          </p:nvSpPr>
          <p:spPr>
            <a:xfrm>
              <a:off x="2372995" y="1701942"/>
              <a:ext cx="7617" cy="923"/>
            </a:xfrm>
            <a:custGeom>
              <a:rect b="b" l="l" r="r" t="t"/>
              <a:pathLst>
                <a:path extrusionOk="0" h="68" w="561">
                  <a:moveTo>
                    <a:pt x="560" y="1"/>
                  </a:moveTo>
                  <a:cubicBezTo>
                    <a:pt x="273" y="1"/>
                    <a:pt x="91" y="25"/>
                    <a:pt x="0" y="67"/>
                  </a:cubicBezTo>
                  <a:cubicBezTo>
                    <a:pt x="91" y="25"/>
                    <a:pt x="273" y="4"/>
                    <a:pt x="56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8" name="Google Shape;7068;p72"/>
            <p:cNvSpPr/>
            <p:nvPr/>
          </p:nvSpPr>
          <p:spPr>
            <a:xfrm>
              <a:off x="2343287" y="1694040"/>
              <a:ext cx="9518" cy="2878"/>
            </a:xfrm>
            <a:custGeom>
              <a:rect b="b" l="l" r="r" t="t"/>
              <a:pathLst>
                <a:path extrusionOk="0" h="212" w="701">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9" name="Google Shape;7069;p72"/>
            <p:cNvSpPr/>
            <p:nvPr/>
          </p:nvSpPr>
          <p:spPr>
            <a:xfrm>
              <a:off x="2385771" y="1707509"/>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0" name="Google Shape;7070;p72"/>
            <p:cNvSpPr/>
            <p:nvPr/>
          </p:nvSpPr>
          <p:spPr>
            <a:xfrm>
              <a:off x="2386667" y="1707807"/>
              <a:ext cx="3870" cy="2227"/>
            </a:xfrm>
            <a:custGeom>
              <a:rect b="b" l="l" r="r" t="t"/>
              <a:pathLst>
                <a:path extrusionOk="0" h="164" w="285">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1" name="Google Shape;7071;p72"/>
            <p:cNvSpPr/>
            <p:nvPr/>
          </p:nvSpPr>
          <p:spPr>
            <a:xfrm>
              <a:off x="2210472" y="158934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2" name="Google Shape;7072;p72"/>
            <p:cNvSpPr/>
            <p:nvPr/>
          </p:nvSpPr>
          <p:spPr>
            <a:xfrm>
              <a:off x="2211138" y="158934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3" name="Google Shape;7073;p72"/>
            <p:cNvSpPr/>
            <p:nvPr/>
          </p:nvSpPr>
          <p:spPr>
            <a:xfrm>
              <a:off x="2198728" y="1588678"/>
              <a:ext cx="353" cy="54"/>
            </a:xfrm>
            <a:custGeom>
              <a:rect b="b" l="l" r="r" t="t"/>
              <a:pathLst>
                <a:path extrusionOk="0" h="4" w="26">
                  <a:moveTo>
                    <a:pt x="2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4" name="Google Shape;7074;p72"/>
            <p:cNvSpPr/>
            <p:nvPr/>
          </p:nvSpPr>
          <p:spPr>
            <a:xfrm>
              <a:off x="2198253" y="1588678"/>
              <a:ext cx="258" cy="14"/>
            </a:xfrm>
            <a:custGeom>
              <a:rect b="b" l="l" r="r" t="t"/>
              <a:pathLst>
                <a:path extrusionOk="0" h="1" w="19">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5" name="Google Shape;7075;p72"/>
            <p:cNvSpPr/>
            <p:nvPr/>
          </p:nvSpPr>
          <p:spPr>
            <a:xfrm>
              <a:off x="2194071" y="1587579"/>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6" name="Google Shape;7076;p72"/>
            <p:cNvSpPr/>
            <p:nvPr/>
          </p:nvSpPr>
          <p:spPr>
            <a:xfrm>
              <a:off x="2193650" y="1587443"/>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7" name="Google Shape;7077;p72"/>
            <p:cNvSpPr/>
            <p:nvPr/>
          </p:nvSpPr>
          <p:spPr>
            <a:xfrm>
              <a:off x="2197777" y="1588583"/>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8" name="Google Shape;7078;p72"/>
            <p:cNvSpPr/>
            <p:nvPr/>
          </p:nvSpPr>
          <p:spPr>
            <a:xfrm>
              <a:off x="2209807" y="158938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9" name="Google Shape;7079;p72"/>
            <p:cNvSpPr/>
            <p:nvPr/>
          </p:nvSpPr>
          <p:spPr>
            <a:xfrm>
              <a:off x="2199298" y="1588719"/>
              <a:ext cx="353" cy="68"/>
            </a:xfrm>
            <a:custGeom>
              <a:rect b="b" l="l" r="r" t="t"/>
              <a:pathLst>
                <a:path extrusionOk="0" h="5" w="26">
                  <a:moveTo>
                    <a:pt x="25"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0" name="Google Shape;7080;p72"/>
            <p:cNvSpPr/>
            <p:nvPr/>
          </p:nvSpPr>
          <p:spPr>
            <a:xfrm>
              <a:off x="2208436" y="1589344"/>
              <a:ext cx="679" cy="14"/>
            </a:xfrm>
            <a:custGeom>
              <a:rect b="b" l="l" r="r" t="t"/>
              <a:pathLst>
                <a:path extrusionOk="0" h="1" w="50">
                  <a:moveTo>
                    <a:pt x="49"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1" name="Google Shape;7081;p72"/>
            <p:cNvSpPr/>
            <p:nvPr/>
          </p:nvSpPr>
          <p:spPr>
            <a:xfrm>
              <a:off x="2202448" y="1589004"/>
              <a:ext cx="5947" cy="353"/>
            </a:xfrm>
            <a:custGeom>
              <a:rect b="b" l="l" r="r" t="t"/>
              <a:pathLst>
                <a:path extrusionOk="0" h="26" w="438">
                  <a:moveTo>
                    <a:pt x="438" y="25"/>
                  </a:moveTo>
                  <a:cubicBezTo>
                    <a:pt x="294" y="22"/>
                    <a:pt x="140" y="11"/>
                    <a:pt x="0" y="1"/>
                  </a:cubicBezTo>
                  <a:cubicBezTo>
                    <a:pt x="140" y="11"/>
                    <a:pt x="294" y="22"/>
                    <a:pt x="43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2" name="Google Shape;7082;p72"/>
            <p:cNvSpPr/>
            <p:nvPr/>
          </p:nvSpPr>
          <p:spPr>
            <a:xfrm>
              <a:off x="2213228" y="1589194"/>
              <a:ext cx="299" cy="14"/>
            </a:xfrm>
            <a:custGeom>
              <a:rect b="b" l="l" r="r" t="t"/>
              <a:pathLst>
                <a:path extrusionOk="0" h="1" w="22">
                  <a:moveTo>
                    <a:pt x="22"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3" name="Google Shape;7083;p72"/>
            <p:cNvSpPr/>
            <p:nvPr/>
          </p:nvSpPr>
          <p:spPr>
            <a:xfrm>
              <a:off x="2212047" y="1589289"/>
              <a:ext cx="339" cy="14"/>
            </a:xfrm>
            <a:custGeom>
              <a:rect b="b" l="l" r="r" t="t"/>
              <a:pathLst>
                <a:path extrusionOk="0" h="1" w="25">
                  <a:moveTo>
                    <a:pt x="25"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4" name="Google Shape;7084;p72"/>
            <p:cNvSpPr/>
            <p:nvPr/>
          </p:nvSpPr>
          <p:spPr>
            <a:xfrm>
              <a:off x="2211382" y="1589289"/>
              <a:ext cx="394" cy="14"/>
            </a:xfrm>
            <a:custGeom>
              <a:rect b="b" l="l" r="r" t="t"/>
              <a:pathLst>
                <a:path extrusionOk="0" h="1" w="29">
                  <a:moveTo>
                    <a:pt x="2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5" name="Google Shape;7085;p72"/>
            <p:cNvSpPr/>
            <p:nvPr/>
          </p:nvSpPr>
          <p:spPr>
            <a:xfrm>
              <a:off x="2195876" y="1588244"/>
              <a:ext cx="109" cy="68"/>
            </a:xfrm>
            <a:custGeom>
              <a:rect b="b" l="l" r="r" t="t"/>
              <a:pathLst>
                <a:path extrusionOk="0" h="5" w="8">
                  <a:moveTo>
                    <a:pt x="8"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6" name="Google Shape;7086;p72"/>
            <p:cNvSpPr/>
            <p:nvPr/>
          </p:nvSpPr>
          <p:spPr>
            <a:xfrm>
              <a:off x="2195456" y="1588108"/>
              <a:ext cx="149" cy="109"/>
            </a:xfrm>
            <a:custGeom>
              <a:rect b="b" l="l" r="r" t="t"/>
              <a:pathLst>
                <a:path extrusionOk="0" h="8" w="11">
                  <a:moveTo>
                    <a:pt x="11"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7" name="Google Shape;7087;p72"/>
            <p:cNvSpPr/>
            <p:nvPr/>
          </p:nvSpPr>
          <p:spPr>
            <a:xfrm>
              <a:off x="2196067" y="1588339"/>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8" name="Google Shape;7088;p72"/>
            <p:cNvSpPr/>
            <p:nvPr/>
          </p:nvSpPr>
          <p:spPr>
            <a:xfrm>
              <a:off x="2212658" y="1589249"/>
              <a:ext cx="299" cy="14"/>
            </a:xfrm>
            <a:custGeom>
              <a:rect b="b" l="l" r="r" t="t"/>
              <a:pathLst>
                <a:path extrusionOk="0" h="1" w="22">
                  <a:moveTo>
                    <a:pt x="22"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9" name="Google Shape;7089;p72"/>
            <p:cNvSpPr/>
            <p:nvPr/>
          </p:nvSpPr>
          <p:spPr>
            <a:xfrm>
              <a:off x="2196352" y="1588393"/>
              <a:ext cx="109" cy="14"/>
            </a:xfrm>
            <a:custGeom>
              <a:rect b="b" l="l" r="r" t="t"/>
              <a:pathLst>
                <a:path extrusionOk="0" h="1" w="8">
                  <a:moveTo>
                    <a:pt x="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0" name="Google Shape;7090;p72"/>
            <p:cNvSpPr/>
            <p:nvPr/>
          </p:nvSpPr>
          <p:spPr>
            <a:xfrm>
              <a:off x="2194641" y="1587769"/>
              <a:ext cx="258" cy="109"/>
            </a:xfrm>
            <a:custGeom>
              <a:rect b="b" l="l" r="r" t="t"/>
              <a:pathLst>
                <a:path extrusionOk="0" h="8" w="19">
                  <a:moveTo>
                    <a:pt x="1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1" name="Google Shape;7091;p72"/>
            <p:cNvSpPr/>
            <p:nvPr/>
          </p:nvSpPr>
          <p:spPr>
            <a:xfrm>
              <a:off x="2196976" y="1588488"/>
              <a:ext cx="149" cy="14"/>
            </a:xfrm>
            <a:custGeom>
              <a:rect b="b" l="l" r="r" t="t"/>
              <a:pathLst>
                <a:path extrusionOk="0" h="1" w="11">
                  <a:moveTo>
                    <a:pt x="1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2" name="Google Shape;7092;p72"/>
            <p:cNvSpPr/>
            <p:nvPr/>
          </p:nvSpPr>
          <p:spPr>
            <a:xfrm>
              <a:off x="2195075" y="1587959"/>
              <a:ext cx="204" cy="68"/>
            </a:xfrm>
            <a:custGeom>
              <a:rect b="b" l="l" r="r" t="t"/>
              <a:pathLst>
                <a:path extrusionOk="0" h="5" w="15">
                  <a:moveTo>
                    <a:pt x="1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3" name="Google Shape;7093;p72"/>
            <p:cNvSpPr/>
            <p:nvPr/>
          </p:nvSpPr>
          <p:spPr>
            <a:xfrm>
              <a:off x="2197356" y="1588529"/>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4" name="Google Shape;7094;p72"/>
            <p:cNvSpPr/>
            <p:nvPr/>
          </p:nvSpPr>
          <p:spPr>
            <a:xfrm>
              <a:off x="2196637" y="1588434"/>
              <a:ext cx="163" cy="14"/>
            </a:xfrm>
            <a:custGeom>
              <a:rect b="b" l="l" r="r" t="t"/>
              <a:pathLst>
                <a:path extrusionOk="0" h="1" w="12">
                  <a:moveTo>
                    <a:pt x="11"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5" name="Google Shape;7095;p72"/>
            <p:cNvSpPr/>
            <p:nvPr/>
          </p:nvSpPr>
          <p:spPr>
            <a:xfrm>
              <a:off x="2201783" y="1588963"/>
              <a:ext cx="625" cy="54"/>
            </a:xfrm>
            <a:custGeom>
              <a:rect b="b" l="l" r="r" t="t"/>
              <a:pathLst>
                <a:path extrusionOk="0" h="4" w="46">
                  <a:moveTo>
                    <a:pt x="46"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6" name="Google Shape;7096;p72"/>
            <p:cNvSpPr/>
            <p:nvPr/>
          </p:nvSpPr>
          <p:spPr>
            <a:xfrm>
              <a:off x="2201117" y="1588909"/>
              <a:ext cx="530" cy="68"/>
            </a:xfrm>
            <a:custGeom>
              <a:rect b="b" l="l" r="r" t="t"/>
              <a:pathLst>
                <a:path extrusionOk="0" h="5" w="39">
                  <a:moveTo>
                    <a:pt x="39"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7" name="Google Shape;7097;p72"/>
            <p:cNvSpPr/>
            <p:nvPr/>
          </p:nvSpPr>
          <p:spPr>
            <a:xfrm>
              <a:off x="2199868" y="1588814"/>
              <a:ext cx="394" cy="14"/>
            </a:xfrm>
            <a:custGeom>
              <a:rect b="b" l="l" r="r" t="t"/>
              <a:pathLst>
                <a:path extrusionOk="0" h="1" w="29">
                  <a:moveTo>
                    <a:pt x="29"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8" name="Google Shape;7098;p72"/>
            <p:cNvSpPr/>
            <p:nvPr/>
          </p:nvSpPr>
          <p:spPr>
            <a:xfrm>
              <a:off x="2200493" y="1588868"/>
              <a:ext cx="489" cy="54"/>
            </a:xfrm>
            <a:custGeom>
              <a:rect b="b" l="l" r="r" t="t"/>
              <a:pathLst>
                <a:path extrusionOk="0" h="4" w="36">
                  <a:moveTo>
                    <a:pt x="36"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9" name="Google Shape;7099;p72"/>
            <p:cNvSpPr/>
            <p:nvPr/>
          </p:nvSpPr>
          <p:spPr>
            <a:xfrm>
              <a:off x="2213799" y="1589154"/>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0" name="Google Shape;7100;p72"/>
            <p:cNvSpPr/>
            <p:nvPr/>
          </p:nvSpPr>
          <p:spPr>
            <a:xfrm>
              <a:off x="2328882" y="1660259"/>
              <a:ext cx="54" cy="149"/>
            </a:xfrm>
            <a:custGeom>
              <a:rect b="b" l="l" r="r" t="t"/>
              <a:pathLst>
                <a:path extrusionOk="0" h="11" w="4">
                  <a:moveTo>
                    <a:pt x="4"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1" name="Google Shape;7101;p72"/>
            <p:cNvSpPr/>
            <p:nvPr/>
          </p:nvSpPr>
          <p:spPr>
            <a:xfrm>
              <a:off x="2335860" y="1655032"/>
              <a:ext cx="1534" cy="204"/>
            </a:xfrm>
            <a:custGeom>
              <a:rect b="b" l="l" r="r" t="t"/>
              <a:pathLst>
                <a:path extrusionOk="0" h="15" w="113">
                  <a:moveTo>
                    <a:pt x="113"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2" name="Google Shape;7102;p72"/>
            <p:cNvSpPr/>
            <p:nvPr/>
          </p:nvSpPr>
          <p:spPr>
            <a:xfrm>
              <a:off x="2341468" y="1648039"/>
              <a:ext cx="964" cy="1344"/>
            </a:xfrm>
            <a:custGeom>
              <a:rect b="b" l="l" r="r" t="t"/>
              <a:pathLst>
                <a:path extrusionOk="0" h="99" w="71">
                  <a:moveTo>
                    <a:pt x="1" y="1"/>
                  </a:moveTo>
                  <a:cubicBezTo>
                    <a:pt x="29" y="29"/>
                    <a:pt x="54" y="64"/>
                    <a:pt x="71" y="99"/>
                  </a:cubicBezTo>
                  <a:cubicBezTo>
                    <a:pt x="54" y="64"/>
                    <a:pt x="29" y="2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3" name="Google Shape;7103;p72"/>
            <p:cNvSpPr/>
            <p:nvPr/>
          </p:nvSpPr>
          <p:spPr>
            <a:xfrm>
              <a:off x="2309574" y="1627510"/>
              <a:ext cx="14" cy="434"/>
            </a:xfrm>
            <a:custGeom>
              <a:rect b="b" l="l" r="r" t="t"/>
              <a:pathLst>
                <a:path extrusionOk="0" h="32" w="1">
                  <a:moveTo>
                    <a:pt x="1" y="0"/>
                  </a:moveTo>
                  <a:cubicBezTo>
                    <a:pt x="1" y="11"/>
                    <a:pt x="1" y="21"/>
                    <a:pt x="1" y="32"/>
                  </a:cubicBezTo>
                  <a:cubicBezTo>
                    <a:pt x="1" y="21"/>
                    <a:pt x="1"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4" name="Google Shape;7104;p72"/>
            <p:cNvSpPr/>
            <p:nvPr/>
          </p:nvSpPr>
          <p:spPr>
            <a:xfrm>
              <a:off x="2281483" y="1611298"/>
              <a:ext cx="1303" cy="475"/>
            </a:xfrm>
            <a:custGeom>
              <a:rect b="b" l="l" r="r" t="t"/>
              <a:pathLst>
                <a:path extrusionOk="0" h="35" w="96">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5" name="Google Shape;7105;p72"/>
            <p:cNvSpPr/>
            <p:nvPr/>
          </p:nvSpPr>
          <p:spPr>
            <a:xfrm>
              <a:off x="2284714" y="1609778"/>
              <a:ext cx="1833" cy="1113"/>
            </a:xfrm>
            <a:custGeom>
              <a:rect b="b" l="l" r="r" t="t"/>
              <a:pathLst>
                <a:path extrusionOk="0" h="82" w="135">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6" name="Google Shape;7106;p72"/>
            <p:cNvSpPr/>
            <p:nvPr/>
          </p:nvSpPr>
          <p:spPr>
            <a:xfrm>
              <a:off x="2314625" y="1629832"/>
              <a:ext cx="1860" cy="1018"/>
            </a:xfrm>
            <a:custGeom>
              <a:rect b="b" l="l" r="r" t="t"/>
              <a:pathLst>
                <a:path extrusionOk="0" h="75" w="137">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7" name="Google Shape;7107;p72"/>
            <p:cNvSpPr/>
            <p:nvPr/>
          </p:nvSpPr>
          <p:spPr>
            <a:xfrm>
              <a:off x="2299079" y="1615860"/>
              <a:ext cx="339" cy="1494"/>
            </a:xfrm>
            <a:custGeom>
              <a:rect b="b" l="l" r="r" t="t"/>
              <a:pathLst>
                <a:path extrusionOk="0" h="110" w="25">
                  <a:moveTo>
                    <a:pt x="25" y="1"/>
                  </a:moveTo>
                  <a:cubicBezTo>
                    <a:pt x="25" y="39"/>
                    <a:pt x="14" y="78"/>
                    <a:pt x="0" y="109"/>
                  </a:cubicBezTo>
                  <a:cubicBezTo>
                    <a:pt x="14" y="78"/>
                    <a:pt x="25" y="39"/>
                    <a:pt x="2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8" name="Google Shape;7108;p72"/>
            <p:cNvSpPr/>
            <p:nvPr/>
          </p:nvSpPr>
          <p:spPr>
            <a:xfrm>
              <a:off x="2291136" y="1609398"/>
              <a:ext cx="2824" cy="339"/>
            </a:xfrm>
            <a:custGeom>
              <a:rect b="b" l="l" r="r" t="t"/>
              <a:pathLst>
                <a:path extrusionOk="0" h="25" w="208">
                  <a:moveTo>
                    <a:pt x="1" y="25"/>
                  </a:moveTo>
                  <a:cubicBezTo>
                    <a:pt x="67" y="8"/>
                    <a:pt x="137" y="1"/>
                    <a:pt x="207" y="1"/>
                  </a:cubicBezTo>
                  <a:cubicBezTo>
                    <a:pt x="137" y="1"/>
                    <a:pt x="67" y="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9" name="Google Shape;7109;p72"/>
            <p:cNvSpPr/>
            <p:nvPr/>
          </p:nvSpPr>
          <p:spPr>
            <a:xfrm>
              <a:off x="2341862" y="1642581"/>
              <a:ext cx="339" cy="339"/>
            </a:xfrm>
            <a:custGeom>
              <a:rect b="b" l="l" r="r" t="t"/>
              <a:pathLst>
                <a:path extrusionOk="0" h="25" w="25">
                  <a:moveTo>
                    <a:pt x="25"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0" name="Google Shape;7110;p72"/>
            <p:cNvSpPr/>
            <p:nvPr/>
          </p:nvSpPr>
          <p:spPr>
            <a:xfrm>
              <a:off x="2337476" y="165522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1" name="Google Shape;7111;p72"/>
            <p:cNvSpPr/>
            <p:nvPr/>
          </p:nvSpPr>
          <p:spPr>
            <a:xfrm>
              <a:off x="2328692" y="1659023"/>
              <a:ext cx="14" cy="149"/>
            </a:xfrm>
            <a:custGeom>
              <a:rect b="b" l="l" r="r" t="t"/>
              <a:pathLst>
                <a:path extrusionOk="0" h="11" w="1">
                  <a:moveTo>
                    <a:pt x="0"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2" name="Google Shape;7112;p72"/>
            <p:cNvSpPr/>
            <p:nvPr/>
          </p:nvSpPr>
          <p:spPr>
            <a:xfrm>
              <a:off x="2328787" y="1659594"/>
              <a:ext cx="14" cy="204"/>
            </a:xfrm>
            <a:custGeom>
              <a:rect b="b" l="l" r="r" t="t"/>
              <a:pathLst>
                <a:path extrusionOk="0" h="15" w="1">
                  <a:moveTo>
                    <a:pt x="0"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3" name="Google Shape;7113;p72"/>
            <p:cNvSpPr/>
            <p:nvPr/>
          </p:nvSpPr>
          <p:spPr>
            <a:xfrm>
              <a:off x="2328692" y="1658779"/>
              <a:ext cx="14" cy="163"/>
            </a:xfrm>
            <a:custGeom>
              <a:rect b="b" l="l" r="r" t="t"/>
              <a:pathLst>
                <a:path extrusionOk="0" h="12" w="1">
                  <a:moveTo>
                    <a:pt x="0" y="11"/>
                  </a:moveTo>
                  <a:cubicBezTo>
                    <a:pt x="0" y="8"/>
                    <a:pt x="0" y="4"/>
                    <a:pt x="0" y="1"/>
                  </a:cubicBezTo>
                  <a:cubicBezTo>
                    <a:pt x="0" y="4"/>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4" name="Google Shape;7114;p72"/>
            <p:cNvSpPr/>
            <p:nvPr/>
          </p:nvSpPr>
          <p:spPr>
            <a:xfrm>
              <a:off x="2328827" y="1659919"/>
              <a:ext cx="68" cy="163"/>
            </a:xfrm>
            <a:custGeom>
              <a:rect b="b" l="l" r="r" t="t"/>
              <a:pathLst>
                <a:path extrusionOk="0" h="12" w="5">
                  <a:moveTo>
                    <a:pt x="1" y="1"/>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5" name="Google Shape;7115;p72"/>
            <p:cNvSpPr/>
            <p:nvPr/>
          </p:nvSpPr>
          <p:spPr>
            <a:xfrm>
              <a:off x="2328732" y="1659254"/>
              <a:ext cx="14" cy="258"/>
            </a:xfrm>
            <a:custGeom>
              <a:rect b="b" l="l" r="r" t="t"/>
              <a:pathLst>
                <a:path extrusionOk="0" h="19" w="1">
                  <a:moveTo>
                    <a:pt x="1" y="1"/>
                  </a:moveTo>
                  <a:cubicBezTo>
                    <a:pt x="1" y="8"/>
                    <a:pt x="1" y="11"/>
                    <a:pt x="1" y="18"/>
                  </a:cubicBezTo>
                  <a:cubicBezTo>
                    <a:pt x="1" y="11"/>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6" name="Google Shape;7116;p72"/>
            <p:cNvSpPr/>
            <p:nvPr/>
          </p:nvSpPr>
          <p:spPr>
            <a:xfrm>
              <a:off x="2341957" y="1637680"/>
              <a:ext cx="1914" cy="3489"/>
            </a:xfrm>
            <a:custGeom>
              <a:rect b="b" l="l" r="r" t="t"/>
              <a:pathLst>
                <a:path extrusionOk="0" h="257" w="141">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7" name="Google Shape;7117;p72"/>
            <p:cNvSpPr/>
            <p:nvPr/>
          </p:nvSpPr>
          <p:spPr>
            <a:xfrm>
              <a:off x="2282908" y="1603600"/>
              <a:ext cx="448" cy="14"/>
            </a:xfrm>
            <a:custGeom>
              <a:rect b="b" l="l" r="r" t="t"/>
              <a:pathLst>
                <a:path extrusionOk="0" h="1" w="33">
                  <a:moveTo>
                    <a:pt x="32" y="0"/>
                  </a:moveTo>
                  <a:cubicBezTo>
                    <a:pt x="22" y="0"/>
                    <a:pt x="8" y="0"/>
                    <a:pt x="1" y="0"/>
                  </a:cubicBezTo>
                  <a:cubicBezTo>
                    <a:pt x="8" y="0"/>
                    <a:pt x="22" y="0"/>
                    <a:pt x="3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8" name="Google Shape;7118;p72"/>
            <p:cNvSpPr/>
            <p:nvPr/>
          </p:nvSpPr>
          <p:spPr>
            <a:xfrm>
              <a:off x="2279161" y="1602364"/>
              <a:ext cx="109" cy="14"/>
            </a:xfrm>
            <a:custGeom>
              <a:rect b="b" l="l" r="r" t="t"/>
              <a:pathLst>
                <a:path extrusionOk="0" h="1" w="8">
                  <a:moveTo>
                    <a:pt x="0" y="0"/>
                  </a:moveTo>
                  <a:cubicBezTo>
                    <a:pt x="4" y="0"/>
                    <a:pt x="7" y="0"/>
                    <a:pt x="7" y="0"/>
                  </a:cubicBezTo>
                  <a:cubicBezTo>
                    <a:pt x="7" y="0"/>
                    <a:pt x="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9" name="Google Shape;7119;p72"/>
            <p:cNvSpPr/>
            <p:nvPr/>
          </p:nvSpPr>
          <p:spPr>
            <a:xfrm>
              <a:off x="2283438" y="159432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0" name="Google Shape;7120;p72"/>
            <p:cNvSpPr/>
            <p:nvPr/>
          </p:nvSpPr>
          <p:spPr>
            <a:xfrm>
              <a:off x="2280342" y="1602690"/>
              <a:ext cx="2580" cy="869"/>
            </a:xfrm>
            <a:custGeom>
              <a:rect b="b" l="l" r="r" t="t"/>
              <a:pathLst>
                <a:path extrusionOk="0" h="64" w="190">
                  <a:moveTo>
                    <a:pt x="1" y="1"/>
                  </a:moveTo>
                  <a:lnTo>
                    <a:pt x="32" y="15"/>
                  </a:lnTo>
                  <a:cubicBezTo>
                    <a:pt x="81" y="39"/>
                    <a:pt x="134" y="57"/>
                    <a:pt x="190" y="64"/>
                  </a:cubicBezTo>
                  <a:cubicBezTo>
                    <a:pt x="134" y="57"/>
                    <a:pt x="81" y="39"/>
                    <a:pt x="32"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1" name="Google Shape;7121;p72"/>
            <p:cNvSpPr/>
            <p:nvPr/>
          </p:nvSpPr>
          <p:spPr>
            <a:xfrm>
              <a:off x="2280532" y="1608488"/>
              <a:ext cx="964" cy="2824"/>
            </a:xfrm>
            <a:custGeom>
              <a:rect b="b" l="l" r="r" t="t"/>
              <a:pathLst>
                <a:path extrusionOk="0" h="208" w="71">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2" name="Google Shape;7122;p72"/>
            <p:cNvSpPr/>
            <p:nvPr/>
          </p:nvSpPr>
          <p:spPr>
            <a:xfrm>
              <a:off x="2278631" y="1589724"/>
              <a:ext cx="869" cy="679"/>
            </a:xfrm>
            <a:custGeom>
              <a:rect b="b" l="l" r="r" t="t"/>
              <a:pathLst>
                <a:path extrusionOk="0" h="50" w="64">
                  <a:moveTo>
                    <a:pt x="1" y="0"/>
                  </a:moveTo>
                  <a:lnTo>
                    <a:pt x="1" y="0"/>
                  </a:lnTo>
                  <a:cubicBezTo>
                    <a:pt x="15" y="25"/>
                    <a:pt x="39" y="42"/>
                    <a:pt x="64" y="49"/>
                  </a:cubicBezTo>
                  <a:cubicBezTo>
                    <a:pt x="39" y="42"/>
                    <a:pt x="18" y="2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3" name="Google Shape;7123;p72"/>
            <p:cNvSpPr/>
            <p:nvPr/>
          </p:nvSpPr>
          <p:spPr>
            <a:xfrm>
              <a:off x="2256066" y="1570376"/>
              <a:ext cx="149" cy="244"/>
            </a:xfrm>
            <a:custGeom>
              <a:rect b="b" l="l" r="r" t="t"/>
              <a:pathLst>
                <a:path extrusionOk="0" h="18" w="11">
                  <a:moveTo>
                    <a:pt x="0" y="0"/>
                  </a:moveTo>
                  <a:lnTo>
                    <a:pt x="7" y="14"/>
                  </a:lnTo>
                  <a:cubicBezTo>
                    <a:pt x="7" y="14"/>
                    <a:pt x="7" y="18"/>
                    <a:pt x="10" y="18"/>
                  </a:cubicBezTo>
                  <a:cubicBezTo>
                    <a:pt x="7" y="11"/>
                    <a:pt x="3"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4" name="Google Shape;7124;p72"/>
            <p:cNvSpPr/>
            <p:nvPr/>
          </p:nvSpPr>
          <p:spPr>
            <a:xfrm>
              <a:off x="2276215" y="1585868"/>
              <a:ext cx="1724" cy="2349"/>
            </a:xfrm>
            <a:custGeom>
              <a:rect b="b" l="l" r="r" t="t"/>
              <a:pathLst>
                <a:path extrusionOk="0" h="173" w="127">
                  <a:moveTo>
                    <a:pt x="126" y="172"/>
                  </a:moveTo>
                  <a:cubicBezTo>
                    <a:pt x="105" y="102"/>
                    <a:pt x="60" y="43"/>
                    <a:pt x="0" y="1"/>
                  </a:cubicBezTo>
                  <a:cubicBezTo>
                    <a:pt x="60" y="43"/>
                    <a:pt x="105" y="102"/>
                    <a:pt x="126" y="17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5" name="Google Shape;7125;p72"/>
            <p:cNvSpPr/>
            <p:nvPr/>
          </p:nvSpPr>
          <p:spPr>
            <a:xfrm>
              <a:off x="2281293" y="1611013"/>
              <a:ext cx="299" cy="394"/>
            </a:xfrm>
            <a:custGeom>
              <a:rect b="b" l="l" r="r" t="t"/>
              <a:pathLst>
                <a:path extrusionOk="0" h="29" w="22">
                  <a:moveTo>
                    <a:pt x="1" y="1"/>
                  </a:moveTo>
                  <a:lnTo>
                    <a:pt x="1" y="1"/>
                  </a:lnTo>
                  <a:cubicBezTo>
                    <a:pt x="8" y="11"/>
                    <a:pt x="15" y="22"/>
                    <a:pt x="22" y="29"/>
                  </a:cubicBezTo>
                  <a:lnTo>
                    <a:pt x="15"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6" name="Google Shape;7126;p72"/>
            <p:cNvSpPr/>
            <p:nvPr/>
          </p:nvSpPr>
          <p:spPr>
            <a:xfrm>
              <a:off x="2250879" y="1556826"/>
              <a:ext cx="299" cy="353"/>
            </a:xfrm>
            <a:custGeom>
              <a:rect b="b" l="l" r="r" t="t"/>
              <a:pathLst>
                <a:path extrusionOk="0" h="26" w="22">
                  <a:moveTo>
                    <a:pt x="0" y="1"/>
                  </a:moveTo>
                  <a:cubicBezTo>
                    <a:pt x="4" y="11"/>
                    <a:pt x="14" y="18"/>
                    <a:pt x="21" y="25"/>
                  </a:cubicBezTo>
                  <a:cubicBezTo>
                    <a:pt x="14" y="18"/>
                    <a:pt x="7" y="1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7" name="Google Shape;7127;p72"/>
            <p:cNvSpPr/>
            <p:nvPr/>
          </p:nvSpPr>
          <p:spPr>
            <a:xfrm>
              <a:off x="2250539" y="1556445"/>
              <a:ext cx="258" cy="299"/>
            </a:xfrm>
            <a:custGeom>
              <a:rect b="b" l="l" r="r" t="t"/>
              <a:pathLst>
                <a:path extrusionOk="0" h="22" w="19">
                  <a:moveTo>
                    <a:pt x="1" y="1"/>
                  </a:moveTo>
                  <a:cubicBezTo>
                    <a:pt x="4" y="8"/>
                    <a:pt x="11" y="15"/>
                    <a:pt x="18" y="22"/>
                  </a:cubicBezTo>
                  <a:cubicBezTo>
                    <a:pt x="11" y="15"/>
                    <a:pt x="4"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8" name="Google Shape;7128;p72"/>
            <p:cNvSpPr/>
            <p:nvPr/>
          </p:nvSpPr>
          <p:spPr>
            <a:xfrm>
              <a:off x="2255577" y="1568760"/>
              <a:ext cx="489" cy="1629"/>
            </a:xfrm>
            <a:custGeom>
              <a:rect b="b" l="l" r="r" t="t"/>
              <a:pathLst>
                <a:path extrusionOk="0" h="120" w="36">
                  <a:moveTo>
                    <a:pt x="1" y="0"/>
                  </a:moveTo>
                  <a:cubicBezTo>
                    <a:pt x="8" y="42"/>
                    <a:pt x="18" y="81"/>
                    <a:pt x="36" y="119"/>
                  </a:cubicBezTo>
                  <a:lnTo>
                    <a:pt x="29" y="102"/>
                  </a:lnTo>
                  <a:cubicBezTo>
                    <a:pt x="18" y="70"/>
                    <a:pt x="8" y="3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9" name="Google Shape;7129;p72"/>
            <p:cNvSpPr/>
            <p:nvPr/>
          </p:nvSpPr>
          <p:spPr>
            <a:xfrm>
              <a:off x="2250119" y="1555590"/>
              <a:ext cx="394" cy="828"/>
            </a:xfrm>
            <a:custGeom>
              <a:rect b="b" l="l" r="r" t="t"/>
              <a:pathLst>
                <a:path extrusionOk="0" h="61" w="29">
                  <a:moveTo>
                    <a:pt x="0" y="1"/>
                  </a:moveTo>
                  <a:lnTo>
                    <a:pt x="4" y="15"/>
                  </a:lnTo>
                  <a:cubicBezTo>
                    <a:pt x="11" y="32"/>
                    <a:pt x="21" y="46"/>
                    <a:pt x="28" y="60"/>
                  </a:cubicBezTo>
                  <a:cubicBezTo>
                    <a:pt x="18" y="39"/>
                    <a:pt x="7"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0" name="Google Shape;7130;p72"/>
            <p:cNvSpPr/>
            <p:nvPr/>
          </p:nvSpPr>
          <p:spPr>
            <a:xfrm>
              <a:off x="2255957" y="1570131"/>
              <a:ext cx="204" cy="448"/>
            </a:xfrm>
            <a:custGeom>
              <a:rect b="b" l="l" r="r" t="t"/>
              <a:pathLst>
                <a:path extrusionOk="0" h="33" w="15">
                  <a:moveTo>
                    <a:pt x="1" y="1"/>
                  </a:moveTo>
                  <a:lnTo>
                    <a:pt x="1" y="1"/>
                  </a:lnTo>
                  <a:cubicBezTo>
                    <a:pt x="4" y="11"/>
                    <a:pt x="8" y="22"/>
                    <a:pt x="15" y="32"/>
                  </a:cubicBezTo>
                  <a:lnTo>
                    <a:pt x="8" y="1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1" name="Google Shape;7131;p72"/>
            <p:cNvSpPr/>
            <p:nvPr/>
          </p:nvSpPr>
          <p:spPr>
            <a:xfrm>
              <a:off x="2211667" y="158330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2" name="Google Shape;7132;p72"/>
            <p:cNvSpPr/>
            <p:nvPr/>
          </p:nvSpPr>
          <p:spPr>
            <a:xfrm>
              <a:off x="2211898" y="1583356"/>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3" name="Google Shape;7133;p72"/>
            <p:cNvSpPr/>
            <p:nvPr/>
          </p:nvSpPr>
          <p:spPr>
            <a:xfrm>
              <a:off x="2211382" y="158330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4" name="Google Shape;7134;p72"/>
            <p:cNvSpPr/>
            <p:nvPr/>
          </p:nvSpPr>
          <p:spPr>
            <a:xfrm>
              <a:off x="2211477" y="158330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5" name="Google Shape;7135;p72"/>
            <p:cNvSpPr/>
            <p:nvPr/>
          </p:nvSpPr>
          <p:spPr>
            <a:xfrm>
              <a:off x="2212753" y="1583736"/>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6" name="Google Shape;7136;p72"/>
            <p:cNvSpPr/>
            <p:nvPr/>
          </p:nvSpPr>
          <p:spPr>
            <a:xfrm>
              <a:off x="2212427" y="1583546"/>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7" name="Google Shape;7137;p72"/>
            <p:cNvSpPr/>
            <p:nvPr/>
          </p:nvSpPr>
          <p:spPr>
            <a:xfrm>
              <a:off x="2212142" y="1583451"/>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8" name="Google Shape;7138;p72"/>
            <p:cNvSpPr/>
            <p:nvPr/>
          </p:nvSpPr>
          <p:spPr>
            <a:xfrm>
              <a:off x="2213093" y="1583872"/>
              <a:ext cx="339" cy="258"/>
            </a:xfrm>
            <a:custGeom>
              <a:rect b="b" l="l" r="r" t="t"/>
              <a:pathLst>
                <a:path extrusionOk="0" h="19" w="25">
                  <a:moveTo>
                    <a:pt x="0" y="1"/>
                  </a:moveTo>
                  <a:lnTo>
                    <a:pt x="0" y="1"/>
                  </a:lnTo>
                  <a:cubicBezTo>
                    <a:pt x="7" y="8"/>
                    <a:pt x="14" y="11"/>
                    <a:pt x="25" y="18"/>
                  </a:cubicBezTo>
                  <a:cubicBezTo>
                    <a:pt x="14" y="11"/>
                    <a:pt x="7"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9" name="Google Shape;7139;p72"/>
            <p:cNvSpPr/>
            <p:nvPr/>
          </p:nvSpPr>
          <p:spPr>
            <a:xfrm>
              <a:off x="2213853" y="1584972"/>
              <a:ext cx="394" cy="4195"/>
            </a:xfrm>
            <a:custGeom>
              <a:rect b="b" l="l" r="r" t="t"/>
              <a:pathLst>
                <a:path extrusionOk="0" h="309" w="29">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0" name="Google Shape;7140;p72"/>
            <p:cNvSpPr/>
            <p:nvPr/>
          </p:nvSpPr>
          <p:spPr>
            <a:xfrm>
              <a:off x="2204009" y="1581143"/>
              <a:ext cx="774" cy="27"/>
            </a:xfrm>
            <a:custGeom>
              <a:rect b="b" l="l" r="r" t="t"/>
              <a:pathLst>
                <a:path extrusionOk="0" h="2" w="57">
                  <a:moveTo>
                    <a:pt x="38" y="0"/>
                  </a:moveTo>
                  <a:cubicBezTo>
                    <a:pt x="25" y="0"/>
                    <a:pt x="12" y="2"/>
                    <a:pt x="1" y="2"/>
                  </a:cubicBezTo>
                  <a:lnTo>
                    <a:pt x="57" y="2"/>
                  </a:lnTo>
                  <a:cubicBezTo>
                    <a:pt x="51" y="1"/>
                    <a:pt x="45" y="0"/>
                    <a:pt x="3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1" name="Google Shape;7141;p72"/>
            <p:cNvSpPr/>
            <p:nvPr/>
          </p:nvSpPr>
          <p:spPr>
            <a:xfrm>
              <a:off x="2205815" y="1581360"/>
              <a:ext cx="5485" cy="2172"/>
            </a:xfrm>
            <a:custGeom>
              <a:rect b="b" l="l" r="r" t="t"/>
              <a:pathLst>
                <a:path extrusionOk="0" h="160" w="404">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2" name="Google Shape;7142;p72"/>
            <p:cNvSpPr/>
            <p:nvPr/>
          </p:nvSpPr>
          <p:spPr>
            <a:xfrm>
              <a:off x="2204824" y="1581116"/>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3" name="Google Shape;7143;p72"/>
            <p:cNvSpPr/>
            <p:nvPr/>
          </p:nvSpPr>
          <p:spPr>
            <a:xfrm>
              <a:off x="2205720" y="1581265"/>
              <a:ext cx="14" cy="0"/>
            </a:xfrm>
            <a:custGeom>
              <a:rect b="b" l="l" r="r" t="t"/>
              <a:pathLst>
                <a:path extrusionOk="0" h="0" w="1">
                  <a:moveTo>
                    <a:pt x="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4" name="Google Shape;7144;p72"/>
            <p:cNvSpPr/>
            <p:nvPr/>
          </p:nvSpPr>
          <p:spPr>
            <a:xfrm>
              <a:off x="2205530" y="1581211"/>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5" name="Google Shape;7145;p72"/>
            <p:cNvSpPr/>
            <p:nvPr/>
          </p:nvSpPr>
          <p:spPr>
            <a:xfrm>
              <a:off x="2205055" y="1581156"/>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6" name="Google Shape;7146;p72"/>
            <p:cNvSpPr/>
            <p:nvPr/>
          </p:nvSpPr>
          <p:spPr>
            <a:xfrm>
              <a:off x="2205299" y="1581156"/>
              <a:ext cx="149" cy="14"/>
            </a:xfrm>
            <a:custGeom>
              <a:rect b="b" l="l" r="r" t="t"/>
              <a:pathLst>
                <a:path extrusionOk="0" h="1" w="11">
                  <a:moveTo>
                    <a:pt x="0"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7" name="Google Shape;7147;p72"/>
            <p:cNvSpPr/>
            <p:nvPr/>
          </p:nvSpPr>
          <p:spPr>
            <a:xfrm>
              <a:off x="2213894" y="158915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8" name="Google Shape;7148;p72"/>
            <p:cNvSpPr/>
            <p:nvPr/>
          </p:nvSpPr>
          <p:spPr>
            <a:xfrm>
              <a:off x="2269276" y="1477017"/>
              <a:ext cx="1629" cy="1303"/>
            </a:xfrm>
            <a:custGeom>
              <a:rect b="b" l="l" r="r" t="t"/>
              <a:pathLst>
                <a:path extrusionOk="0" h="96" w="120">
                  <a:moveTo>
                    <a:pt x="0" y="1"/>
                  </a:moveTo>
                  <a:cubicBezTo>
                    <a:pt x="32" y="43"/>
                    <a:pt x="74" y="74"/>
                    <a:pt x="119" y="95"/>
                  </a:cubicBezTo>
                  <a:cubicBezTo>
                    <a:pt x="74" y="74"/>
                    <a:pt x="32" y="43"/>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9" name="Google Shape;7149;p72"/>
            <p:cNvSpPr/>
            <p:nvPr/>
          </p:nvSpPr>
          <p:spPr>
            <a:xfrm>
              <a:off x="2260193" y="1430147"/>
              <a:ext cx="3394" cy="1398"/>
            </a:xfrm>
            <a:custGeom>
              <a:rect b="b" l="l" r="r" t="t"/>
              <a:pathLst>
                <a:path extrusionOk="0" h="103" w="25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0" name="Google Shape;7150;p72"/>
            <p:cNvSpPr/>
            <p:nvPr/>
          </p:nvSpPr>
          <p:spPr>
            <a:xfrm>
              <a:off x="2262664" y="1417466"/>
              <a:ext cx="1344" cy="2009"/>
            </a:xfrm>
            <a:custGeom>
              <a:rect b="b" l="l" r="r" t="t"/>
              <a:pathLst>
                <a:path extrusionOk="0" h="148" w="99">
                  <a:moveTo>
                    <a:pt x="99" y="0"/>
                  </a:moveTo>
                  <a:lnTo>
                    <a:pt x="81" y="18"/>
                  </a:lnTo>
                  <a:cubicBezTo>
                    <a:pt x="46" y="53"/>
                    <a:pt x="18" y="98"/>
                    <a:pt x="1" y="147"/>
                  </a:cubicBezTo>
                  <a:cubicBezTo>
                    <a:pt x="22" y="91"/>
                    <a:pt x="57" y="42"/>
                    <a:pt x="9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1" name="Google Shape;7151;p72"/>
            <p:cNvSpPr/>
            <p:nvPr/>
          </p:nvSpPr>
          <p:spPr>
            <a:xfrm>
              <a:off x="2263520" y="1448640"/>
              <a:ext cx="6246" cy="10047"/>
            </a:xfrm>
            <a:custGeom>
              <a:rect b="b" l="l" r="r" t="t"/>
              <a:pathLst>
                <a:path extrusionOk="0" h="740" w="460">
                  <a:moveTo>
                    <a:pt x="1" y="1"/>
                  </a:moveTo>
                  <a:lnTo>
                    <a:pt x="1" y="1"/>
                  </a:lnTo>
                  <a:cubicBezTo>
                    <a:pt x="113" y="169"/>
                    <a:pt x="316" y="477"/>
                    <a:pt x="459" y="739"/>
                  </a:cubicBezTo>
                  <a:cubicBezTo>
                    <a:pt x="316" y="477"/>
                    <a:pt x="113" y="16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2" name="Google Shape;7152;p72"/>
            <p:cNvSpPr/>
            <p:nvPr/>
          </p:nvSpPr>
          <p:spPr>
            <a:xfrm>
              <a:off x="2269127" y="1476542"/>
              <a:ext cx="14" cy="163"/>
            </a:xfrm>
            <a:custGeom>
              <a:rect b="b" l="l" r="r" t="t"/>
              <a:pathLst>
                <a:path extrusionOk="0" h="12" w="1">
                  <a:moveTo>
                    <a:pt x="1" y="11"/>
                  </a:moveTo>
                  <a:cubicBezTo>
                    <a:pt x="1" y="8"/>
                    <a:pt x="1" y="4"/>
                    <a:pt x="1" y="1"/>
                  </a:cubicBezTo>
                  <a:cubicBezTo>
                    <a:pt x="1" y="4"/>
                    <a:pt x="1" y="8"/>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3" name="Google Shape;7153;p72"/>
            <p:cNvSpPr/>
            <p:nvPr/>
          </p:nvSpPr>
          <p:spPr>
            <a:xfrm>
              <a:off x="2257002" y="1519610"/>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4" name="Google Shape;7154;p72"/>
            <p:cNvSpPr/>
            <p:nvPr/>
          </p:nvSpPr>
          <p:spPr>
            <a:xfrm>
              <a:off x="2271082" y="1504593"/>
              <a:ext cx="3476" cy="2716"/>
            </a:xfrm>
            <a:custGeom>
              <a:rect b="b" l="l" r="r" t="t"/>
              <a:pathLst>
                <a:path extrusionOk="0" h="200" w="256">
                  <a:moveTo>
                    <a:pt x="0" y="200"/>
                  </a:moveTo>
                  <a:cubicBezTo>
                    <a:pt x="81" y="130"/>
                    <a:pt x="168" y="63"/>
                    <a:pt x="256" y="0"/>
                  </a:cubicBezTo>
                  <a:cubicBezTo>
                    <a:pt x="168" y="63"/>
                    <a:pt x="81" y="130"/>
                    <a:pt x="0" y="20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5" name="Google Shape;7155;p72"/>
            <p:cNvSpPr/>
            <p:nvPr/>
          </p:nvSpPr>
          <p:spPr>
            <a:xfrm>
              <a:off x="2268801" y="1485625"/>
              <a:ext cx="3286" cy="2295"/>
            </a:xfrm>
            <a:custGeom>
              <a:rect b="b" l="l" r="r" t="t"/>
              <a:pathLst>
                <a:path extrusionOk="0" h="169" w="242">
                  <a:moveTo>
                    <a:pt x="0" y="0"/>
                  </a:moveTo>
                  <a:cubicBezTo>
                    <a:pt x="25" y="39"/>
                    <a:pt x="154" y="116"/>
                    <a:pt x="242" y="168"/>
                  </a:cubicBezTo>
                  <a:cubicBezTo>
                    <a:pt x="154" y="116"/>
                    <a:pt x="25" y="39"/>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6" name="Google Shape;7156;p72"/>
            <p:cNvSpPr/>
            <p:nvPr/>
          </p:nvSpPr>
          <p:spPr>
            <a:xfrm>
              <a:off x="2257966" y="1513187"/>
              <a:ext cx="8282" cy="5580"/>
            </a:xfrm>
            <a:custGeom>
              <a:rect b="b" l="l" r="r" t="t"/>
              <a:pathLst>
                <a:path extrusionOk="0" h="411" w="61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7" name="Google Shape;7157;p72"/>
            <p:cNvSpPr/>
            <p:nvPr/>
          </p:nvSpPr>
          <p:spPr>
            <a:xfrm>
              <a:off x="2256581" y="1520126"/>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8" name="Google Shape;7158;p72"/>
            <p:cNvSpPr/>
            <p:nvPr/>
          </p:nvSpPr>
          <p:spPr>
            <a:xfrm>
              <a:off x="2274449" y="1489372"/>
              <a:ext cx="6056" cy="6816"/>
            </a:xfrm>
            <a:custGeom>
              <a:rect b="b" l="l" r="r" t="t"/>
              <a:pathLst>
                <a:path extrusionOk="0" h="502" w="446">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9" name="Google Shape;7159;p72"/>
            <p:cNvSpPr/>
            <p:nvPr/>
          </p:nvSpPr>
          <p:spPr>
            <a:xfrm>
              <a:off x="2275929" y="1499121"/>
              <a:ext cx="4195" cy="4481"/>
            </a:xfrm>
            <a:custGeom>
              <a:rect b="b" l="l" r="r" t="t"/>
              <a:pathLst>
                <a:path extrusionOk="0" h="330" w="309">
                  <a:moveTo>
                    <a:pt x="308" y="1"/>
                  </a:moveTo>
                  <a:lnTo>
                    <a:pt x="308" y="1"/>
                  </a:lnTo>
                  <a:cubicBezTo>
                    <a:pt x="263" y="120"/>
                    <a:pt x="144" y="225"/>
                    <a:pt x="0" y="330"/>
                  </a:cubicBezTo>
                  <a:cubicBezTo>
                    <a:pt x="144" y="225"/>
                    <a:pt x="266" y="120"/>
                    <a:pt x="30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0" name="Google Shape;7160;p72"/>
            <p:cNvSpPr/>
            <p:nvPr/>
          </p:nvSpPr>
          <p:spPr>
            <a:xfrm>
              <a:off x="2249874" y="1554544"/>
              <a:ext cx="258" cy="1059"/>
            </a:xfrm>
            <a:custGeom>
              <a:rect b="b" l="l" r="r" t="t"/>
              <a:pathLst>
                <a:path extrusionOk="0" h="78" w="19">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1" name="Google Shape;7161;p72"/>
            <p:cNvSpPr/>
            <p:nvPr/>
          </p:nvSpPr>
          <p:spPr>
            <a:xfrm>
              <a:off x="2251965" y="1550498"/>
              <a:ext cx="774" cy="1724"/>
            </a:xfrm>
            <a:custGeom>
              <a:rect b="b" l="l" r="r" t="t"/>
              <a:pathLst>
                <a:path extrusionOk="0" h="127" w="57">
                  <a:moveTo>
                    <a:pt x="1" y="1"/>
                  </a:moveTo>
                  <a:lnTo>
                    <a:pt x="22" y="29"/>
                  </a:lnTo>
                  <a:cubicBezTo>
                    <a:pt x="43" y="57"/>
                    <a:pt x="57" y="88"/>
                    <a:pt x="57" y="127"/>
                  </a:cubicBezTo>
                  <a:cubicBezTo>
                    <a:pt x="57" y="88"/>
                    <a:pt x="43" y="57"/>
                    <a:pt x="22"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2" name="Google Shape;7162;p72"/>
            <p:cNvSpPr/>
            <p:nvPr/>
          </p:nvSpPr>
          <p:spPr>
            <a:xfrm>
              <a:off x="2254871" y="1536147"/>
              <a:ext cx="14" cy="14"/>
            </a:xfrm>
            <a:custGeom>
              <a:rect b="b" l="l" r="r" t="t"/>
              <a:pathLst>
                <a:path extrusionOk="0" h="1" w="1">
                  <a:moveTo>
                    <a:pt x="0" y="1"/>
                  </a:moveTo>
                  <a:lnTo>
                    <a:pt x="0" y="1"/>
                  </a:lnTo>
                  <a:cubicBezTo>
                    <a:pt x="0" y="1"/>
                    <a:pt x="0"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3" name="Google Shape;7163;p72"/>
            <p:cNvSpPr/>
            <p:nvPr/>
          </p:nvSpPr>
          <p:spPr>
            <a:xfrm>
              <a:off x="2254681" y="1537002"/>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4" name="Google Shape;7164;p72"/>
            <p:cNvSpPr/>
            <p:nvPr/>
          </p:nvSpPr>
          <p:spPr>
            <a:xfrm>
              <a:off x="2253961" y="1538048"/>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5" name="Google Shape;7165;p72"/>
            <p:cNvSpPr/>
            <p:nvPr/>
          </p:nvSpPr>
          <p:spPr>
            <a:xfrm>
              <a:off x="2254110" y="1537858"/>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6" name="Google Shape;7166;p72"/>
            <p:cNvSpPr/>
            <p:nvPr/>
          </p:nvSpPr>
          <p:spPr>
            <a:xfrm>
              <a:off x="2253825" y="1538238"/>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7" name="Google Shape;7167;p72"/>
            <p:cNvSpPr/>
            <p:nvPr/>
          </p:nvSpPr>
          <p:spPr>
            <a:xfrm>
              <a:off x="2250974" y="1540519"/>
              <a:ext cx="1249" cy="1629"/>
            </a:xfrm>
            <a:custGeom>
              <a:rect b="b" l="l" r="r" t="t"/>
              <a:pathLst>
                <a:path extrusionOk="0" h="120" w="92">
                  <a:moveTo>
                    <a:pt x="0" y="120"/>
                  </a:moveTo>
                  <a:cubicBezTo>
                    <a:pt x="35" y="85"/>
                    <a:pt x="67" y="43"/>
                    <a:pt x="91" y="1"/>
                  </a:cubicBezTo>
                  <a:cubicBezTo>
                    <a:pt x="67" y="43"/>
                    <a:pt x="35" y="85"/>
                    <a:pt x="0" y="12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8" name="Google Shape;7168;p72"/>
            <p:cNvSpPr/>
            <p:nvPr/>
          </p:nvSpPr>
          <p:spPr>
            <a:xfrm>
              <a:off x="2252875" y="1538428"/>
              <a:ext cx="774" cy="923"/>
            </a:xfrm>
            <a:custGeom>
              <a:rect b="b" l="l" r="r" t="t"/>
              <a:pathLst>
                <a:path extrusionOk="0" h="68" w="57">
                  <a:moveTo>
                    <a:pt x="0" y="67"/>
                  </a:moveTo>
                  <a:cubicBezTo>
                    <a:pt x="18" y="43"/>
                    <a:pt x="35" y="22"/>
                    <a:pt x="56" y="1"/>
                  </a:cubicBezTo>
                  <a:cubicBezTo>
                    <a:pt x="35" y="22"/>
                    <a:pt x="18" y="43"/>
                    <a:pt x="0"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9" name="Google Shape;7169;p72"/>
            <p:cNvSpPr/>
            <p:nvPr/>
          </p:nvSpPr>
          <p:spPr>
            <a:xfrm>
              <a:off x="2254300" y="1537668"/>
              <a:ext cx="54" cy="68"/>
            </a:xfrm>
            <a:custGeom>
              <a:rect b="b" l="l" r="r" t="t"/>
              <a:pathLst>
                <a:path extrusionOk="0" h="5" w="4">
                  <a:moveTo>
                    <a:pt x="0"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0" name="Google Shape;7170;p72"/>
            <p:cNvSpPr/>
            <p:nvPr/>
          </p:nvSpPr>
          <p:spPr>
            <a:xfrm>
              <a:off x="2252820" y="1539378"/>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1" name="Google Shape;7171;p72"/>
            <p:cNvSpPr/>
            <p:nvPr/>
          </p:nvSpPr>
          <p:spPr>
            <a:xfrm>
              <a:off x="2254531" y="1534721"/>
              <a:ext cx="68" cy="163"/>
            </a:xfrm>
            <a:custGeom>
              <a:rect b="b" l="l" r="r" t="t"/>
              <a:pathLst>
                <a:path extrusionOk="0" h="12" w="5">
                  <a:moveTo>
                    <a:pt x="4"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2" name="Google Shape;7172;p72"/>
            <p:cNvSpPr/>
            <p:nvPr/>
          </p:nvSpPr>
          <p:spPr>
            <a:xfrm>
              <a:off x="2254776" y="1535427"/>
              <a:ext cx="54" cy="163"/>
            </a:xfrm>
            <a:custGeom>
              <a:rect b="b" l="l" r="r" t="t"/>
              <a:pathLst>
                <a:path extrusionOk="0" h="12" w="4">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3" name="Google Shape;7173;p72"/>
            <p:cNvSpPr/>
            <p:nvPr/>
          </p:nvSpPr>
          <p:spPr>
            <a:xfrm>
              <a:off x="2254436" y="1537437"/>
              <a:ext cx="68" cy="109"/>
            </a:xfrm>
            <a:custGeom>
              <a:rect b="b" l="l" r="r" t="t"/>
              <a:pathLst>
                <a:path extrusionOk="0" h="8" w="5">
                  <a:moveTo>
                    <a:pt x="1"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4" name="Google Shape;7174;p72"/>
            <p:cNvSpPr/>
            <p:nvPr/>
          </p:nvSpPr>
          <p:spPr>
            <a:xfrm>
              <a:off x="2254871" y="1535767"/>
              <a:ext cx="14" cy="163"/>
            </a:xfrm>
            <a:custGeom>
              <a:rect b="b" l="l" r="r" t="t"/>
              <a:pathLst>
                <a:path extrusionOk="0" h="12" w="1">
                  <a:moveTo>
                    <a:pt x="0"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5" name="Google Shape;7175;p72"/>
            <p:cNvSpPr/>
            <p:nvPr/>
          </p:nvSpPr>
          <p:spPr>
            <a:xfrm>
              <a:off x="2254681" y="1535102"/>
              <a:ext cx="54" cy="163"/>
            </a:xfrm>
            <a:custGeom>
              <a:rect b="b" l="l" r="r" t="t"/>
              <a:pathLst>
                <a:path extrusionOk="0" h="12" w="4">
                  <a:moveTo>
                    <a:pt x="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6" name="Google Shape;7176;p72"/>
            <p:cNvSpPr/>
            <p:nvPr/>
          </p:nvSpPr>
          <p:spPr>
            <a:xfrm>
              <a:off x="2254816" y="1536432"/>
              <a:ext cx="14" cy="109"/>
            </a:xfrm>
            <a:custGeom>
              <a:rect b="b" l="l" r="r" t="t"/>
              <a:pathLst>
                <a:path extrusionOk="0" h="8" w="1">
                  <a:moveTo>
                    <a:pt x="1" y="8"/>
                  </a:moveTo>
                  <a:lnTo>
                    <a:pt x="1" y="4"/>
                  </a:lnTo>
                  <a:cubicBezTo>
                    <a:pt x="1" y="1"/>
                    <a:pt x="1" y="8"/>
                    <a:pt x="1"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7" name="Google Shape;7177;p72"/>
            <p:cNvSpPr/>
            <p:nvPr/>
          </p:nvSpPr>
          <p:spPr>
            <a:xfrm>
              <a:off x="2254531" y="1537192"/>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8" name="Google Shape;7178;p72"/>
            <p:cNvSpPr/>
            <p:nvPr/>
          </p:nvSpPr>
          <p:spPr>
            <a:xfrm>
              <a:off x="2254776" y="1536717"/>
              <a:ext cx="54" cy="109"/>
            </a:xfrm>
            <a:custGeom>
              <a:rect b="b" l="l" r="r" t="t"/>
              <a:pathLst>
                <a:path extrusionOk="0" h="8" w="4">
                  <a:moveTo>
                    <a:pt x="0"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9" name="Google Shape;7179;p72"/>
            <p:cNvSpPr/>
            <p:nvPr/>
          </p:nvSpPr>
          <p:spPr>
            <a:xfrm>
              <a:off x="2250024" y="1555359"/>
              <a:ext cx="149" cy="489"/>
            </a:xfrm>
            <a:custGeom>
              <a:rect b="b" l="l" r="r" t="t"/>
              <a:pathLst>
                <a:path extrusionOk="0" h="36" w="11">
                  <a:moveTo>
                    <a:pt x="0" y="0"/>
                  </a:moveTo>
                  <a:cubicBezTo>
                    <a:pt x="4" y="11"/>
                    <a:pt x="7" y="25"/>
                    <a:pt x="11" y="35"/>
                  </a:cubicBezTo>
                  <a:lnTo>
                    <a:pt x="7" y="18"/>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0" name="Google Shape;7180;p72"/>
            <p:cNvSpPr/>
            <p:nvPr/>
          </p:nvSpPr>
          <p:spPr>
            <a:xfrm>
              <a:off x="2263995" y="1416040"/>
              <a:ext cx="2770" cy="1439"/>
            </a:xfrm>
            <a:custGeom>
              <a:rect b="b" l="l" r="r" t="t"/>
              <a:pathLst>
                <a:path extrusionOk="0" h="106" w="204">
                  <a:moveTo>
                    <a:pt x="204" y="0"/>
                  </a:moveTo>
                  <a:lnTo>
                    <a:pt x="204" y="0"/>
                  </a:lnTo>
                  <a:cubicBezTo>
                    <a:pt x="127" y="7"/>
                    <a:pt x="53" y="46"/>
                    <a:pt x="1" y="105"/>
                  </a:cubicBezTo>
                  <a:lnTo>
                    <a:pt x="18" y="88"/>
                  </a:lnTo>
                  <a:cubicBezTo>
                    <a:pt x="67" y="39"/>
                    <a:pt x="134" y="7"/>
                    <a:pt x="20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1" name="Google Shape;7181;p72"/>
            <p:cNvSpPr/>
            <p:nvPr/>
          </p:nvSpPr>
          <p:spPr>
            <a:xfrm>
              <a:off x="2276350" y="1412130"/>
              <a:ext cx="258" cy="258"/>
            </a:xfrm>
            <a:custGeom>
              <a:rect b="b" l="l" r="r" t="t"/>
              <a:pathLst>
                <a:path extrusionOk="0" h="19" w="19">
                  <a:moveTo>
                    <a:pt x="18" y="1"/>
                  </a:moveTo>
                  <a:cubicBezTo>
                    <a:pt x="11" y="8"/>
                    <a:pt x="4" y="15"/>
                    <a:pt x="1" y="19"/>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2" name="Google Shape;7182;p72"/>
            <p:cNvSpPr/>
            <p:nvPr/>
          </p:nvSpPr>
          <p:spPr>
            <a:xfrm>
              <a:off x="2276921" y="1411139"/>
              <a:ext cx="258" cy="489"/>
            </a:xfrm>
            <a:custGeom>
              <a:rect b="b" l="l" r="r" t="t"/>
              <a:pathLst>
                <a:path extrusionOk="0" h="36" w="19">
                  <a:moveTo>
                    <a:pt x="1" y="35"/>
                  </a:moveTo>
                  <a:cubicBezTo>
                    <a:pt x="8" y="25"/>
                    <a:pt x="15" y="14"/>
                    <a:pt x="18" y="0"/>
                  </a:cubicBezTo>
                  <a:cubicBezTo>
                    <a:pt x="15" y="14"/>
                    <a:pt x="8" y="25"/>
                    <a:pt x="1" y="3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3" name="Google Shape;7183;p72"/>
            <p:cNvSpPr/>
            <p:nvPr/>
          </p:nvSpPr>
          <p:spPr>
            <a:xfrm>
              <a:off x="2275875" y="1412470"/>
              <a:ext cx="394" cy="299"/>
            </a:xfrm>
            <a:custGeom>
              <a:rect b="b" l="l" r="r" t="t"/>
              <a:pathLst>
                <a:path extrusionOk="0" h="22" w="29">
                  <a:moveTo>
                    <a:pt x="1" y="22"/>
                  </a:moveTo>
                  <a:cubicBezTo>
                    <a:pt x="11" y="15"/>
                    <a:pt x="18" y="8"/>
                    <a:pt x="29" y="1"/>
                  </a:cubicBezTo>
                  <a:cubicBezTo>
                    <a:pt x="18" y="8"/>
                    <a:pt x="11"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4" name="Google Shape;7184;p72"/>
            <p:cNvSpPr/>
            <p:nvPr/>
          </p:nvSpPr>
          <p:spPr>
            <a:xfrm>
              <a:off x="2276690" y="1411709"/>
              <a:ext cx="204" cy="339"/>
            </a:xfrm>
            <a:custGeom>
              <a:rect b="b" l="l" r="r" t="t"/>
              <a:pathLst>
                <a:path extrusionOk="0" h="25" w="15">
                  <a:moveTo>
                    <a:pt x="0" y="25"/>
                  </a:moveTo>
                  <a:cubicBezTo>
                    <a:pt x="4" y="14"/>
                    <a:pt x="11" y="7"/>
                    <a:pt x="14" y="0"/>
                  </a:cubicBezTo>
                  <a:cubicBezTo>
                    <a:pt x="11" y="7"/>
                    <a:pt x="4" y="14"/>
                    <a:pt x="0"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5" name="Google Shape;7185;p72"/>
            <p:cNvSpPr/>
            <p:nvPr/>
          </p:nvSpPr>
          <p:spPr>
            <a:xfrm>
              <a:off x="2263764" y="1417222"/>
              <a:ext cx="434" cy="448"/>
            </a:xfrm>
            <a:custGeom>
              <a:rect b="b" l="l" r="r" t="t"/>
              <a:pathLst>
                <a:path extrusionOk="0" h="33" w="32">
                  <a:moveTo>
                    <a:pt x="32" y="1"/>
                  </a:moveTo>
                  <a:lnTo>
                    <a:pt x="18" y="15"/>
                  </a:lnTo>
                  <a:lnTo>
                    <a:pt x="0" y="32"/>
                  </a:lnTo>
                  <a:cubicBezTo>
                    <a:pt x="14" y="22"/>
                    <a:pt x="21" y="11"/>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6" name="Google Shape;7186;p72"/>
            <p:cNvSpPr/>
            <p:nvPr/>
          </p:nvSpPr>
          <p:spPr>
            <a:xfrm>
              <a:off x="3015482" y="1689586"/>
              <a:ext cx="163" cy="1195"/>
            </a:xfrm>
            <a:custGeom>
              <a:rect b="b" l="l" r="r" t="t"/>
              <a:pathLst>
                <a:path extrusionOk="0" h="88" w="12">
                  <a:moveTo>
                    <a:pt x="1" y="0"/>
                  </a:moveTo>
                  <a:cubicBezTo>
                    <a:pt x="8" y="28"/>
                    <a:pt x="11" y="56"/>
                    <a:pt x="11" y="88"/>
                  </a:cubicBezTo>
                  <a:cubicBezTo>
                    <a:pt x="11" y="56"/>
                    <a:pt x="8" y="2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7" name="Google Shape;7187;p72"/>
            <p:cNvSpPr/>
            <p:nvPr/>
          </p:nvSpPr>
          <p:spPr>
            <a:xfrm>
              <a:off x="2958307" y="1600694"/>
              <a:ext cx="3150" cy="353"/>
            </a:xfrm>
            <a:custGeom>
              <a:rect b="b" l="l" r="r" t="t"/>
              <a:pathLst>
                <a:path extrusionOk="0" h="26" w="232">
                  <a:moveTo>
                    <a:pt x="0" y="8"/>
                  </a:moveTo>
                  <a:cubicBezTo>
                    <a:pt x="77" y="1"/>
                    <a:pt x="154" y="8"/>
                    <a:pt x="231" y="25"/>
                  </a:cubicBezTo>
                  <a:cubicBezTo>
                    <a:pt x="154" y="8"/>
                    <a:pt x="77" y="1"/>
                    <a:pt x="0"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8" name="Google Shape;7188;p72"/>
            <p:cNvSpPr/>
            <p:nvPr/>
          </p:nvSpPr>
          <p:spPr>
            <a:xfrm>
              <a:off x="2924961" y="1625555"/>
              <a:ext cx="3408" cy="7671"/>
            </a:xfrm>
            <a:custGeom>
              <a:rect b="b" l="l" r="r" t="t"/>
              <a:pathLst>
                <a:path extrusionOk="0" h="565" w="251">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9" name="Google Shape;7189;p72"/>
            <p:cNvSpPr/>
            <p:nvPr/>
          </p:nvSpPr>
          <p:spPr>
            <a:xfrm>
              <a:off x="2928546" y="1617856"/>
              <a:ext cx="4535" cy="7196"/>
            </a:xfrm>
            <a:custGeom>
              <a:rect b="b" l="l" r="r" t="t"/>
              <a:pathLst>
                <a:path extrusionOk="0" h="530" w="334">
                  <a:moveTo>
                    <a:pt x="1" y="529"/>
                  </a:moveTo>
                  <a:cubicBezTo>
                    <a:pt x="32" y="410"/>
                    <a:pt x="214" y="102"/>
                    <a:pt x="333" y="1"/>
                  </a:cubicBezTo>
                  <a:cubicBezTo>
                    <a:pt x="214" y="102"/>
                    <a:pt x="32" y="410"/>
                    <a:pt x="1" y="5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0" name="Google Shape;7190;p72"/>
            <p:cNvSpPr/>
            <p:nvPr/>
          </p:nvSpPr>
          <p:spPr>
            <a:xfrm>
              <a:off x="2906265" y="1635629"/>
              <a:ext cx="339" cy="109"/>
            </a:xfrm>
            <a:custGeom>
              <a:rect b="b" l="l" r="r" t="t"/>
              <a:pathLst>
                <a:path extrusionOk="0" h="8" w="25">
                  <a:moveTo>
                    <a:pt x="0" y="1"/>
                  </a:moveTo>
                  <a:lnTo>
                    <a:pt x="0" y="1"/>
                  </a:lnTo>
                  <a:lnTo>
                    <a:pt x="25"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1" name="Google Shape;7191;p72"/>
            <p:cNvSpPr/>
            <p:nvPr/>
          </p:nvSpPr>
          <p:spPr>
            <a:xfrm>
              <a:off x="2908301" y="1636634"/>
              <a:ext cx="638" cy="625"/>
            </a:xfrm>
            <a:custGeom>
              <a:rect b="b" l="l" r="r" t="t"/>
              <a:pathLst>
                <a:path extrusionOk="0" h="46" w="47">
                  <a:moveTo>
                    <a:pt x="1" y="1"/>
                  </a:moveTo>
                  <a:cubicBezTo>
                    <a:pt x="18" y="11"/>
                    <a:pt x="32" y="29"/>
                    <a:pt x="46" y="46"/>
                  </a:cubicBezTo>
                  <a:cubicBezTo>
                    <a:pt x="36" y="29"/>
                    <a:pt x="18" y="1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2" name="Google Shape;7192;p72"/>
            <p:cNvSpPr/>
            <p:nvPr/>
          </p:nvSpPr>
          <p:spPr>
            <a:xfrm>
              <a:off x="2908967" y="1637299"/>
              <a:ext cx="258" cy="339"/>
            </a:xfrm>
            <a:custGeom>
              <a:rect b="b" l="l" r="r" t="t"/>
              <a:pathLst>
                <a:path extrusionOk="0" h="25" w="19">
                  <a:moveTo>
                    <a:pt x="18" y="25"/>
                  </a:moveTo>
                  <a:cubicBezTo>
                    <a:pt x="11" y="14"/>
                    <a:pt x="8" y="7"/>
                    <a:pt x="1" y="0"/>
                  </a:cubicBezTo>
                  <a:cubicBezTo>
                    <a:pt x="8" y="7"/>
                    <a:pt x="11" y="14"/>
                    <a:pt x="1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3" name="Google Shape;7193;p72"/>
            <p:cNvSpPr/>
            <p:nvPr/>
          </p:nvSpPr>
          <p:spPr>
            <a:xfrm>
              <a:off x="2935633" y="1611163"/>
              <a:ext cx="828" cy="3530"/>
            </a:xfrm>
            <a:custGeom>
              <a:rect b="b" l="l" r="r" t="t"/>
              <a:pathLst>
                <a:path extrusionOk="0" h="260" w="61">
                  <a:moveTo>
                    <a:pt x="1" y="0"/>
                  </a:moveTo>
                  <a:cubicBezTo>
                    <a:pt x="29" y="84"/>
                    <a:pt x="50" y="172"/>
                    <a:pt x="60" y="259"/>
                  </a:cubicBezTo>
                  <a:cubicBezTo>
                    <a:pt x="50" y="172"/>
                    <a:pt x="29" y="8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4" name="Google Shape;7194;p72"/>
            <p:cNvSpPr/>
            <p:nvPr/>
          </p:nvSpPr>
          <p:spPr>
            <a:xfrm>
              <a:off x="2907976" y="1636390"/>
              <a:ext cx="244" cy="204"/>
            </a:xfrm>
            <a:custGeom>
              <a:rect b="b" l="l" r="r" t="t"/>
              <a:pathLst>
                <a:path extrusionOk="0" h="15" w="18">
                  <a:moveTo>
                    <a:pt x="0" y="1"/>
                  </a:moveTo>
                  <a:lnTo>
                    <a:pt x="18" y="15"/>
                  </a:lnTo>
                  <a:cubicBezTo>
                    <a:pt x="14" y="8"/>
                    <a:pt x="7"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5" name="Google Shape;7195;p72"/>
            <p:cNvSpPr/>
            <p:nvPr/>
          </p:nvSpPr>
          <p:spPr>
            <a:xfrm>
              <a:off x="2695420" y="1641956"/>
              <a:ext cx="2417" cy="448"/>
            </a:xfrm>
            <a:custGeom>
              <a:rect b="b" l="l" r="r" t="t"/>
              <a:pathLst>
                <a:path extrusionOk="0" h="33" w="178">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6" name="Google Shape;7196;p72"/>
            <p:cNvSpPr/>
            <p:nvPr/>
          </p:nvSpPr>
          <p:spPr>
            <a:xfrm>
              <a:off x="2693641" y="1641060"/>
              <a:ext cx="1208" cy="869"/>
            </a:xfrm>
            <a:custGeom>
              <a:rect b="b" l="l" r="r" t="t"/>
              <a:pathLst>
                <a:path extrusionOk="0" h="64" w="89">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7" name="Google Shape;7197;p72"/>
            <p:cNvSpPr/>
            <p:nvPr/>
          </p:nvSpPr>
          <p:spPr>
            <a:xfrm>
              <a:off x="2974655" y="1606071"/>
              <a:ext cx="3584" cy="4481"/>
            </a:xfrm>
            <a:custGeom>
              <a:rect b="b" l="l" r="r" t="t"/>
              <a:pathLst>
                <a:path extrusionOk="0" h="330" w="264">
                  <a:moveTo>
                    <a:pt x="1" y="0"/>
                  </a:moveTo>
                  <a:cubicBezTo>
                    <a:pt x="113" y="77"/>
                    <a:pt x="263" y="175"/>
                    <a:pt x="246" y="330"/>
                  </a:cubicBezTo>
                  <a:cubicBezTo>
                    <a:pt x="263" y="175"/>
                    <a:pt x="113" y="7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8" name="Google Shape;7198;p72"/>
            <p:cNvSpPr/>
            <p:nvPr/>
          </p:nvSpPr>
          <p:spPr>
            <a:xfrm>
              <a:off x="3023194" y="1657313"/>
              <a:ext cx="1100" cy="54"/>
            </a:xfrm>
            <a:custGeom>
              <a:rect b="b" l="l" r="r" t="t"/>
              <a:pathLst>
                <a:path extrusionOk="0" h="4" w="81">
                  <a:moveTo>
                    <a:pt x="81" y="4"/>
                  </a:moveTo>
                  <a:cubicBezTo>
                    <a:pt x="56" y="4"/>
                    <a:pt x="32" y="4"/>
                    <a:pt x="0" y="0"/>
                  </a:cubicBezTo>
                  <a:cubicBezTo>
                    <a:pt x="32" y="4"/>
                    <a:pt x="56" y="4"/>
                    <a:pt x="81"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9" name="Google Shape;7199;p72"/>
            <p:cNvSpPr/>
            <p:nvPr/>
          </p:nvSpPr>
          <p:spPr>
            <a:xfrm>
              <a:off x="3010594" y="1646478"/>
              <a:ext cx="1874" cy="2620"/>
            </a:xfrm>
            <a:custGeom>
              <a:rect b="b" l="l" r="r" t="t"/>
              <a:pathLst>
                <a:path extrusionOk="0" h="193" w="138">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0" name="Google Shape;7200;p72"/>
            <p:cNvSpPr/>
            <p:nvPr/>
          </p:nvSpPr>
          <p:spPr>
            <a:xfrm>
              <a:off x="3041863" y="1659634"/>
              <a:ext cx="163" cy="448"/>
            </a:xfrm>
            <a:custGeom>
              <a:rect b="b" l="l" r="r" t="t"/>
              <a:pathLst>
                <a:path extrusionOk="0" h="33" w="12">
                  <a:moveTo>
                    <a:pt x="11" y="32"/>
                  </a:moveTo>
                  <a:cubicBezTo>
                    <a:pt x="8" y="22"/>
                    <a:pt x="4" y="11"/>
                    <a:pt x="1" y="1"/>
                  </a:cubicBezTo>
                  <a:cubicBezTo>
                    <a:pt x="4" y="11"/>
                    <a:pt x="8" y="22"/>
                    <a:pt x="11"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1" name="Google Shape;7201;p72"/>
            <p:cNvSpPr/>
            <p:nvPr/>
          </p:nvSpPr>
          <p:spPr>
            <a:xfrm>
              <a:off x="3006888" y="1644862"/>
              <a:ext cx="1534" cy="964"/>
            </a:xfrm>
            <a:custGeom>
              <a:rect b="b" l="l" r="r" t="t"/>
              <a:pathLst>
                <a:path extrusionOk="0" h="71" w="113">
                  <a:moveTo>
                    <a:pt x="112" y="70"/>
                  </a:moveTo>
                  <a:cubicBezTo>
                    <a:pt x="70" y="56"/>
                    <a:pt x="32" y="32"/>
                    <a:pt x="0" y="0"/>
                  </a:cubicBezTo>
                  <a:cubicBezTo>
                    <a:pt x="32" y="32"/>
                    <a:pt x="70" y="56"/>
                    <a:pt x="112"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2" name="Google Shape;7202;p72"/>
            <p:cNvSpPr/>
            <p:nvPr/>
          </p:nvSpPr>
          <p:spPr>
            <a:xfrm>
              <a:off x="3014722" y="1656362"/>
              <a:ext cx="5159" cy="1154"/>
            </a:xfrm>
            <a:custGeom>
              <a:rect b="b" l="l" r="r" t="t"/>
              <a:pathLst>
                <a:path extrusionOk="0" h="85" w="380">
                  <a:moveTo>
                    <a:pt x="1" y="0"/>
                  </a:moveTo>
                  <a:cubicBezTo>
                    <a:pt x="116" y="60"/>
                    <a:pt x="249" y="84"/>
                    <a:pt x="379" y="74"/>
                  </a:cubicBezTo>
                  <a:cubicBezTo>
                    <a:pt x="249" y="84"/>
                    <a:pt x="116" y="6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3" name="Google Shape;7203;p72"/>
            <p:cNvSpPr/>
            <p:nvPr/>
          </p:nvSpPr>
          <p:spPr>
            <a:xfrm>
              <a:off x="3033880" y="1652031"/>
              <a:ext cx="3680" cy="1113"/>
            </a:xfrm>
            <a:custGeom>
              <a:rect b="b" l="l" r="r" t="t"/>
              <a:pathLst>
                <a:path extrusionOk="0" h="82" w="271">
                  <a:moveTo>
                    <a:pt x="1" y="81"/>
                  </a:moveTo>
                  <a:cubicBezTo>
                    <a:pt x="81" y="32"/>
                    <a:pt x="176" y="4"/>
                    <a:pt x="270" y="1"/>
                  </a:cubicBezTo>
                  <a:cubicBezTo>
                    <a:pt x="176" y="4"/>
                    <a:pt x="81" y="32"/>
                    <a:pt x="1" y="8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4" name="Google Shape;7204;p72"/>
            <p:cNvSpPr/>
            <p:nvPr/>
          </p:nvSpPr>
          <p:spPr>
            <a:xfrm>
              <a:off x="3018632" y="1682254"/>
              <a:ext cx="2715" cy="1494"/>
            </a:xfrm>
            <a:custGeom>
              <a:rect b="b" l="l" r="r" t="t"/>
              <a:pathLst>
                <a:path extrusionOk="0" h="110" w="20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5" name="Google Shape;7205;p72"/>
            <p:cNvSpPr/>
            <p:nvPr/>
          </p:nvSpPr>
          <p:spPr>
            <a:xfrm>
              <a:off x="2985965" y="1626560"/>
              <a:ext cx="3720" cy="8608"/>
            </a:xfrm>
            <a:custGeom>
              <a:rect b="b" l="l" r="r" t="t"/>
              <a:pathLst>
                <a:path extrusionOk="0" h="634" w="274">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6" name="Google Shape;7206;p72"/>
            <p:cNvSpPr/>
            <p:nvPr/>
          </p:nvSpPr>
          <p:spPr>
            <a:xfrm>
              <a:off x="2972944" y="1604741"/>
              <a:ext cx="1724" cy="1344"/>
            </a:xfrm>
            <a:custGeom>
              <a:rect b="b" l="l" r="r" t="t"/>
              <a:pathLst>
                <a:path extrusionOk="0" h="99" w="127">
                  <a:moveTo>
                    <a:pt x="1" y="0"/>
                  </a:moveTo>
                  <a:cubicBezTo>
                    <a:pt x="39" y="39"/>
                    <a:pt x="81" y="74"/>
                    <a:pt x="127" y="98"/>
                  </a:cubicBezTo>
                  <a:cubicBezTo>
                    <a:pt x="81" y="74"/>
                    <a:pt x="39"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7" name="Google Shape;7207;p72"/>
            <p:cNvSpPr/>
            <p:nvPr/>
          </p:nvSpPr>
          <p:spPr>
            <a:xfrm>
              <a:off x="3042013" y="1660069"/>
              <a:ext cx="54" cy="434"/>
            </a:xfrm>
            <a:custGeom>
              <a:rect b="b" l="l" r="r" t="t"/>
              <a:pathLst>
                <a:path extrusionOk="0" h="32" w="4">
                  <a:moveTo>
                    <a:pt x="0" y="0"/>
                  </a:moveTo>
                  <a:cubicBezTo>
                    <a:pt x="4" y="11"/>
                    <a:pt x="4" y="21"/>
                    <a:pt x="4" y="32"/>
                  </a:cubicBezTo>
                  <a:cubicBezTo>
                    <a:pt x="4" y="21"/>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8" name="Google Shape;7208;p72"/>
            <p:cNvSpPr/>
            <p:nvPr/>
          </p:nvSpPr>
          <p:spPr>
            <a:xfrm>
              <a:off x="3015876" y="1695628"/>
              <a:ext cx="475" cy="4046"/>
            </a:xfrm>
            <a:custGeom>
              <a:rect b="b" l="l" r="r" t="t"/>
              <a:pathLst>
                <a:path extrusionOk="0" h="298" w="35">
                  <a:moveTo>
                    <a:pt x="0" y="1"/>
                  </a:moveTo>
                  <a:lnTo>
                    <a:pt x="0" y="1"/>
                  </a:lnTo>
                  <a:cubicBezTo>
                    <a:pt x="31" y="74"/>
                    <a:pt x="31" y="179"/>
                    <a:pt x="35" y="298"/>
                  </a:cubicBezTo>
                  <a:cubicBezTo>
                    <a:pt x="31" y="175"/>
                    <a:pt x="31" y="7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9" name="Google Shape;7209;p72"/>
            <p:cNvSpPr/>
            <p:nvPr/>
          </p:nvSpPr>
          <p:spPr>
            <a:xfrm>
              <a:off x="2961824" y="1601129"/>
              <a:ext cx="339" cy="109"/>
            </a:xfrm>
            <a:custGeom>
              <a:rect b="b" l="l" r="r" t="t"/>
              <a:pathLst>
                <a:path extrusionOk="0" h="8" w="25">
                  <a:moveTo>
                    <a:pt x="2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0" name="Google Shape;7210;p72"/>
            <p:cNvSpPr/>
            <p:nvPr/>
          </p:nvSpPr>
          <p:spPr>
            <a:xfrm>
              <a:off x="2989291" y="1637109"/>
              <a:ext cx="68" cy="299"/>
            </a:xfrm>
            <a:custGeom>
              <a:rect b="b" l="l" r="r" t="t"/>
              <a:pathLst>
                <a:path extrusionOk="0" h="22" w="5">
                  <a:moveTo>
                    <a:pt x="4" y="21"/>
                  </a:moveTo>
                  <a:cubicBezTo>
                    <a:pt x="4" y="14"/>
                    <a:pt x="1" y="7"/>
                    <a:pt x="1" y="0"/>
                  </a:cubicBezTo>
                  <a:cubicBezTo>
                    <a:pt x="1" y="7"/>
                    <a:pt x="4" y="14"/>
                    <a:pt x="4"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1" name="Google Shape;7211;p72"/>
            <p:cNvSpPr/>
            <p:nvPr/>
          </p:nvSpPr>
          <p:spPr>
            <a:xfrm>
              <a:off x="2977845" y="1610973"/>
              <a:ext cx="109" cy="394"/>
            </a:xfrm>
            <a:custGeom>
              <a:rect b="b" l="l" r="r" t="t"/>
              <a:pathLst>
                <a:path extrusionOk="0" h="29" w="8">
                  <a:moveTo>
                    <a:pt x="0" y="28"/>
                  </a:moveTo>
                  <a:cubicBezTo>
                    <a:pt x="4" y="18"/>
                    <a:pt x="4" y="11"/>
                    <a:pt x="7" y="0"/>
                  </a:cubicBezTo>
                  <a:cubicBezTo>
                    <a:pt x="4" y="11"/>
                    <a:pt x="4" y="18"/>
                    <a:pt x="0"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2" name="Google Shape;7212;p72"/>
            <p:cNvSpPr/>
            <p:nvPr/>
          </p:nvSpPr>
          <p:spPr>
            <a:xfrm>
              <a:off x="2962829" y="1601509"/>
              <a:ext cx="54" cy="14"/>
            </a:xfrm>
            <a:custGeom>
              <a:rect b="b" l="l" r="r" t="t"/>
              <a:pathLst>
                <a:path extrusionOk="0" h="1" w="4">
                  <a:moveTo>
                    <a:pt x="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3" name="Google Shape;7213;p72"/>
            <p:cNvSpPr/>
            <p:nvPr/>
          </p:nvSpPr>
          <p:spPr>
            <a:xfrm>
              <a:off x="2955117" y="1600464"/>
              <a:ext cx="2444" cy="339"/>
            </a:xfrm>
            <a:custGeom>
              <a:rect b="b" l="l" r="r" t="t"/>
              <a:pathLst>
                <a:path extrusionOk="0" h="25" w="180">
                  <a:moveTo>
                    <a:pt x="179" y="25"/>
                  </a:moveTo>
                  <a:cubicBezTo>
                    <a:pt x="120" y="25"/>
                    <a:pt x="60" y="18"/>
                    <a:pt x="1" y="0"/>
                  </a:cubicBezTo>
                  <a:cubicBezTo>
                    <a:pt x="60" y="18"/>
                    <a:pt x="120" y="25"/>
                    <a:pt x="179"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4" name="Google Shape;7214;p72"/>
            <p:cNvSpPr/>
            <p:nvPr/>
          </p:nvSpPr>
          <p:spPr>
            <a:xfrm>
              <a:off x="2998429" y="1641250"/>
              <a:ext cx="149" cy="54"/>
            </a:xfrm>
            <a:custGeom>
              <a:rect b="b" l="l" r="r" t="t"/>
              <a:pathLst>
                <a:path extrusionOk="0" h="4" w="11">
                  <a:moveTo>
                    <a:pt x="11" y="4"/>
                  </a:moveTo>
                  <a:lnTo>
                    <a:pt x="11" y="4"/>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5" name="Google Shape;7215;p72"/>
            <p:cNvSpPr/>
            <p:nvPr/>
          </p:nvSpPr>
          <p:spPr>
            <a:xfrm>
              <a:off x="2694931" y="1641956"/>
              <a:ext cx="434" cy="14"/>
            </a:xfrm>
            <a:custGeom>
              <a:rect b="b" l="l" r="r" t="t"/>
              <a:pathLst>
                <a:path extrusionOk="0" h="1" w="32">
                  <a:moveTo>
                    <a:pt x="0" y="1"/>
                  </a:moveTo>
                  <a:lnTo>
                    <a:pt x="32" y="1"/>
                  </a:lnTo>
                  <a:cubicBezTo>
                    <a:pt x="21" y="1"/>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6" name="Google Shape;7216;p72"/>
            <p:cNvSpPr/>
            <p:nvPr/>
          </p:nvSpPr>
          <p:spPr>
            <a:xfrm>
              <a:off x="2697538" y="1642337"/>
              <a:ext cx="679" cy="109"/>
            </a:xfrm>
            <a:custGeom>
              <a:rect b="b" l="l" r="r" t="t"/>
              <a:pathLst>
                <a:path extrusionOk="0" h="8" w="50">
                  <a:moveTo>
                    <a:pt x="1" y="1"/>
                  </a:moveTo>
                  <a:lnTo>
                    <a:pt x="1" y="1"/>
                  </a:lnTo>
                  <a:cubicBezTo>
                    <a:pt x="15" y="4"/>
                    <a:pt x="32" y="8"/>
                    <a:pt x="50" y="8"/>
                  </a:cubicBezTo>
                  <a:lnTo>
                    <a:pt x="25" y="4"/>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7" name="Google Shape;7217;p72"/>
            <p:cNvSpPr/>
            <p:nvPr/>
          </p:nvSpPr>
          <p:spPr>
            <a:xfrm>
              <a:off x="2409736" y="1625609"/>
              <a:ext cx="1534" cy="1344"/>
            </a:xfrm>
            <a:custGeom>
              <a:rect b="b" l="l" r="r" t="t"/>
              <a:pathLst>
                <a:path extrusionOk="0" h="99" w="113">
                  <a:moveTo>
                    <a:pt x="112" y="0"/>
                  </a:moveTo>
                  <a:cubicBezTo>
                    <a:pt x="95" y="53"/>
                    <a:pt x="53" y="88"/>
                    <a:pt x="0" y="98"/>
                  </a:cubicBezTo>
                  <a:cubicBezTo>
                    <a:pt x="53" y="88"/>
                    <a:pt x="95" y="53"/>
                    <a:pt x="11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8" name="Google Shape;7218;p72"/>
            <p:cNvSpPr/>
            <p:nvPr/>
          </p:nvSpPr>
          <p:spPr>
            <a:xfrm>
              <a:off x="2425798" y="1617761"/>
              <a:ext cx="2824" cy="828"/>
            </a:xfrm>
            <a:custGeom>
              <a:rect b="b" l="l" r="r" t="t"/>
              <a:pathLst>
                <a:path extrusionOk="0" h="61" w="208">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9" name="Google Shape;7219;p72"/>
            <p:cNvSpPr/>
            <p:nvPr/>
          </p:nvSpPr>
          <p:spPr>
            <a:xfrm>
              <a:off x="2458167" y="1627035"/>
              <a:ext cx="4440" cy="828"/>
            </a:xfrm>
            <a:custGeom>
              <a:rect b="b" l="l" r="r" t="t"/>
              <a:pathLst>
                <a:path extrusionOk="0" h="61" w="327">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0" name="Google Shape;7220;p72"/>
            <p:cNvSpPr/>
            <p:nvPr/>
          </p:nvSpPr>
          <p:spPr>
            <a:xfrm>
              <a:off x="2567398" y="1580681"/>
              <a:ext cx="5051" cy="1303"/>
            </a:xfrm>
            <a:custGeom>
              <a:rect b="b" l="l" r="r" t="t"/>
              <a:pathLst>
                <a:path extrusionOk="0" h="96" w="372">
                  <a:moveTo>
                    <a:pt x="372" y="61"/>
                  </a:moveTo>
                  <a:cubicBezTo>
                    <a:pt x="291" y="96"/>
                    <a:pt x="155" y="71"/>
                    <a:pt x="1" y="1"/>
                  </a:cubicBezTo>
                  <a:cubicBezTo>
                    <a:pt x="155" y="71"/>
                    <a:pt x="291" y="96"/>
                    <a:pt x="372" y="6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1" name="Google Shape;7221;p72"/>
            <p:cNvSpPr/>
            <p:nvPr/>
          </p:nvSpPr>
          <p:spPr>
            <a:xfrm>
              <a:off x="2468336" y="1623505"/>
              <a:ext cx="4100" cy="638"/>
            </a:xfrm>
            <a:custGeom>
              <a:rect b="b" l="l" r="r" t="t"/>
              <a:pathLst>
                <a:path extrusionOk="0" h="47" w="302">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2" name="Google Shape;7222;p72"/>
            <p:cNvSpPr/>
            <p:nvPr/>
          </p:nvSpPr>
          <p:spPr>
            <a:xfrm>
              <a:off x="2501995" y="1594001"/>
              <a:ext cx="1914" cy="434"/>
            </a:xfrm>
            <a:custGeom>
              <a:rect b="b" l="l" r="r" t="t"/>
              <a:pathLst>
                <a:path extrusionOk="0" h="32" w="141">
                  <a:moveTo>
                    <a:pt x="140" y="4"/>
                  </a:moveTo>
                  <a:cubicBezTo>
                    <a:pt x="91" y="0"/>
                    <a:pt x="42" y="11"/>
                    <a:pt x="0" y="32"/>
                  </a:cubicBezTo>
                  <a:cubicBezTo>
                    <a:pt x="42" y="11"/>
                    <a:pt x="91" y="0"/>
                    <a:pt x="14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3" name="Google Shape;7223;p72"/>
            <p:cNvSpPr/>
            <p:nvPr/>
          </p:nvSpPr>
          <p:spPr>
            <a:xfrm>
              <a:off x="2407020" y="1631787"/>
              <a:ext cx="448" cy="1154"/>
            </a:xfrm>
            <a:custGeom>
              <a:rect b="b" l="l" r="r" t="t"/>
              <a:pathLst>
                <a:path extrusionOk="0" h="85" w="33">
                  <a:moveTo>
                    <a:pt x="1" y="0"/>
                  </a:moveTo>
                  <a:lnTo>
                    <a:pt x="4" y="14"/>
                  </a:lnTo>
                  <a:cubicBezTo>
                    <a:pt x="11" y="39"/>
                    <a:pt x="22" y="63"/>
                    <a:pt x="32" y="84"/>
                  </a:cubicBezTo>
                  <a:cubicBezTo>
                    <a:pt x="22" y="63"/>
                    <a:pt x="11" y="39"/>
                    <a:pt x="4"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4" name="Google Shape;7224;p72"/>
            <p:cNvSpPr/>
            <p:nvPr/>
          </p:nvSpPr>
          <p:spPr>
            <a:xfrm>
              <a:off x="2480882" y="1622989"/>
              <a:ext cx="638" cy="109"/>
            </a:xfrm>
            <a:custGeom>
              <a:rect b="b" l="l" r="r" t="t"/>
              <a:pathLst>
                <a:path extrusionOk="0" h="8" w="47">
                  <a:moveTo>
                    <a:pt x="1" y="1"/>
                  </a:moveTo>
                  <a:cubicBezTo>
                    <a:pt x="15" y="4"/>
                    <a:pt x="32" y="8"/>
                    <a:pt x="46" y="8"/>
                  </a:cubicBezTo>
                  <a:cubicBezTo>
                    <a:pt x="32" y="4"/>
                    <a:pt x="15"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5" name="Google Shape;7225;p72"/>
            <p:cNvSpPr/>
            <p:nvPr/>
          </p:nvSpPr>
          <p:spPr>
            <a:xfrm>
              <a:off x="2472898" y="1624509"/>
              <a:ext cx="2634" cy="1208"/>
            </a:xfrm>
            <a:custGeom>
              <a:rect b="b" l="l" r="r" t="t"/>
              <a:pathLst>
                <a:path extrusionOk="0" h="89" w="194">
                  <a:moveTo>
                    <a:pt x="193" y="1"/>
                  </a:moveTo>
                  <a:cubicBezTo>
                    <a:pt x="106" y="88"/>
                    <a:pt x="95" y="81"/>
                    <a:pt x="1" y="1"/>
                  </a:cubicBezTo>
                  <a:cubicBezTo>
                    <a:pt x="95" y="81"/>
                    <a:pt x="106" y="88"/>
                    <a:pt x="19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6" name="Google Shape;7226;p72"/>
            <p:cNvSpPr/>
            <p:nvPr/>
          </p:nvSpPr>
          <p:spPr>
            <a:xfrm>
              <a:off x="2643499" y="1625270"/>
              <a:ext cx="1059" cy="1629"/>
            </a:xfrm>
            <a:custGeom>
              <a:rect b="b" l="l" r="r" t="t"/>
              <a:pathLst>
                <a:path extrusionOk="0" h="120" w="78">
                  <a:moveTo>
                    <a:pt x="77" y="1"/>
                  </a:moveTo>
                  <a:cubicBezTo>
                    <a:pt x="56" y="43"/>
                    <a:pt x="32" y="85"/>
                    <a:pt x="0" y="120"/>
                  </a:cubicBezTo>
                  <a:cubicBezTo>
                    <a:pt x="32" y="85"/>
                    <a:pt x="56" y="46"/>
                    <a:pt x="7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7" name="Google Shape;7227;p72"/>
            <p:cNvSpPr/>
            <p:nvPr/>
          </p:nvSpPr>
          <p:spPr>
            <a:xfrm>
              <a:off x="2626772" y="1600559"/>
              <a:ext cx="9708" cy="13415"/>
            </a:xfrm>
            <a:custGeom>
              <a:rect b="b" l="l" r="r" t="t"/>
              <a:pathLst>
                <a:path extrusionOk="0" h="988" w="715">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8" name="Google Shape;7228;p72"/>
            <p:cNvSpPr/>
            <p:nvPr/>
          </p:nvSpPr>
          <p:spPr>
            <a:xfrm>
              <a:off x="2691319" y="1637245"/>
              <a:ext cx="910" cy="1208"/>
            </a:xfrm>
            <a:custGeom>
              <a:rect b="b" l="l" r="r" t="t"/>
              <a:pathLst>
                <a:path extrusionOk="0" h="89" w="67">
                  <a:moveTo>
                    <a:pt x="67" y="89"/>
                  </a:moveTo>
                  <a:cubicBezTo>
                    <a:pt x="60" y="50"/>
                    <a:pt x="35" y="15"/>
                    <a:pt x="0" y="1"/>
                  </a:cubicBezTo>
                  <a:cubicBezTo>
                    <a:pt x="35" y="15"/>
                    <a:pt x="60" y="50"/>
                    <a:pt x="67" y="8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9" name="Google Shape;7229;p72"/>
            <p:cNvSpPr/>
            <p:nvPr/>
          </p:nvSpPr>
          <p:spPr>
            <a:xfrm>
              <a:off x="2692216" y="1638494"/>
              <a:ext cx="1398" cy="2580"/>
            </a:xfrm>
            <a:custGeom>
              <a:rect b="b" l="l" r="r" t="t"/>
              <a:pathLst>
                <a:path extrusionOk="0" h="190" w="103">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0" name="Google Shape;7230;p72"/>
            <p:cNvSpPr/>
            <p:nvPr/>
          </p:nvSpPr>
          <p:spPr>
            <a:xfrm>
              <a:off x="2584125" y="1590959"/>
              <a:ext cx="2390" cy="1005"/>
            </a:xfrm>
            <a:custGeom>
              <a:rect b="b" l="l" r="r" t="t"/>
              <a:pathLst>
                <a:path extrusionOk="0" h="74" w="176">
                  <a:moveTo>
                    <a:pt x="176" y="25"/>
                  </a:moveTo>
                  <a:cubicBezTo>
                    <a:pt x="113" y="0"/>
                    <a:pt x="43" y="21"/>
                    <a:pt x="1" y="74"/>
                  </a:cubicBezTo>
                  <a:cubicBezTo>
                    <a:pt x="43" y="21"/>
                    <a:pt x="113" y="0"/>
                    <a:pt x="176"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1" name="Google Shape;7231;p72"/>
            <p:cNvSpPr/>
            <p:nvPr/>
          </p:nvSpPr>
          <p:spPr>
            <a:xfrm>
              <a:off x="2673723" y="1629737"/>
              <a:ext cx="3815" cy="3245"/>
            </a:xfrm>
            <a:custGeom>
              <a:rect b="b" l="l" r="r" t="t"/>
              <a:pathLst>
                <a:path extrusionOk="0" h="239" w="281">
                  <a:moveTo>
                    <a:pt x="1" y="1"/>
                  </a:moveTo>
                  <a:lnTo>
                    <a:pt x="1" y="1"/>
                  </a:lnTo>
                  <a:cubicBezTo>
                    <a:pt x="88" y="211"/>
                    <a:pt x="214" y="239"/>
                    <a:pt x="281" y="239"/>
                  </a:cubicBezTo>
                  <a:cubicBezTo>
                    <a:pt x="214" y="239"/>
                    <a:pt x="88" y="207"/>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2" name="Google Shape;7232;p72"/>
            <p:cNvSpPr/>
            <p:nvPr/>
          </p:nvSpPr>
          <p:spPr>
            <a:xfrm>
              <a:off x="2619345" y="1593335"/>
              <a:ext cx="1208" cy="2050"/>
            </a:xfrm>
            <a:custGeom>
              <a:rect b="b" l="l" r="r" t="t"/>
              <a:pathLst>
                <a:path extrusionOk="0" h="151" w="89">
                  <a:moveTo>
                    <a:pt x="15" y="151"/>
                  </a:moveTo>
                  <a:cubicBezTo>
                    <a:pt x="1" y="98"/>
                    <a:pt x="53" y="35"/>
                    <a:pt x="88" y="0"/>
                  </a:cubicBezTo>
                  <a:cubicBezTo>
                    <a:pt x="53" y="35"/>
                    <a:pt x="1" y="98"/>
                    <a:pt x="15" y="15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3" name="Google Shape;7233;p72"/>
            <p:cNvSpPr/>
            <p:nvPr/>
          </p:nvSpPr>
          <p:spPr>
            <a:xfrm>
              <a:off x="2593969" y="159470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4" name="Google Shape;7234;p72"/>
            <p:cNvSpPr/>
            <p:nvPr/>
          </p:nvSpPr>
          <p:spPr>
            <a:xfrm>
              <a:off x="2594919" y="1599269"/>
              <a:ext cx="299" cy="448"/>
            </a:xfrm>
            <a:custGeom>
              <a:rect b="b" l="l" r="r" t="t"/>
              <a:pathLst>
                <a:path extrusionOk="0" h="33" w="22">
                  <a:moveTo>
                    <a:pt x="0" y="32"/>
                  </a:moveTo>
                  <a:cubicBezTo>
                    <a:pt x="4" y="18"/>
                    <a:pt x="11" y="8"/>
                    <a:pt x="21" y="1"/>
                  </a:cubicBezTo>
                  <a:cubicBezTo>
                    <a:pt x="11" y="8"/>
                    <a:pt x="4" y="18"/>
                    <a:pt x="0"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5" name="Google Shape;7235;p72"/>
            <p:cNvSpPr/>
            <p:nvPr/>
          </p:nvSpPr>
          <p:spPr>
            <a:xfrm>
              <a:off x="2600391" y="1598413"/>
              <a:ext cx="1195" cy="163"/>
            </a:xfrm>
            <a:custGeom>
              <a:rect b="b" l="l" r="r" t="t"/>
              <a:pathLst>
                <a:path extrusionOk="0" h="12" w="88">
                  <a:moveTo>
                    <a:pt x="88" y="1"/>
                  </a:moveTo>
                  <a:cubicBezTo>
                    <a:pt x="60" y="11"/>
                    <a:pt x="28" y="11"/>
                    <a:pt x="0" y="1"/>
                  </a:cubicBezTo>
                  <a:cubicBezTo>
                    <a:pt x="28" y="11"/>
                    <a:pt x="60" y="11"/>
                    <a:pt x="8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6" name="Google Shape;7236;p72"/>
            <p:cNvSpPr/>
            <p:nvPr/>
          </p:nvSpPr>
          <p:spPr>
            <a:xfrm>
              <a:off x="2607994" y="1592711"/>
              <a:ext cx="4576" cy="2444"/>
            </a:xfrm>
            <a:custGeom>
              <a:rect b="b" l="l" r="r" t="t"/>
              <a:pathLst>
                <a:path extrusionOk="0" h="180" w="337">
                  <a:moveTo>
                    <a:pt x="0" y="179"/>
                  </a:moveTo>
                  <a:cubicBezTo>
                    <a:pt x="109" y="155"/>
                    <a:pt x="228" y="74"/>
                    <a:pt x="336" y="1"/>
                  </a:cubicBezTo>
                  <a:cubicBezTo>
                    <a:pt x="228" y="74"/>
                    <a:pt x="109" y="155"/>
                    <a:pt x="0" y="17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7" name="Google Shape;7237;p72"/>
            <p:cNvSpPr/>
            <p:nvPr/>
          </p:nvSpPr>
          <p:spPr>
            <a:xfrm>
              <a:off x="2408921" y="1669763"/>
              <a:ext cx="1113" cy="638"/>
            </a:xfrm>
            <a:custGeom>
              <a:rect b="b" l="l" r="r" t="t"/>
              <a:pathLst>
                <a:path extrusionOk="0" h="47" w="82">
                  <a:moveTo>
                    <a:pt x="1" y="1"/>
                  </a:moveTo>
                  <a:cubicBezTo>
                    <a:pt x="25" y="15"/>
                    <a:pt x="53" y="29"/>
                    <a:pt x="81" y="46"/>
                  </a:cubicBezTo>
                  <a:lnTo>
                    <a:pt x="81" y="46"/>
                  </a:lnTo>
                  <a:cubicBezTo>
                    <a:pt x="53" y="29"/>
                    <a:pt x="25" y="1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8" name="Google Shape;7238;p72"/>
            <p:cNvSpPr/>
            <p:nvPr/>
          </p:nvSpPr>
          <p:spPr>
            <a:xfrm>
              <a:off x="2397041" y="1656498"/>
              <a:ext cx="3965" cy="489"/>
            </a:xfrm>
            <a:custGeom>
              <a:rect b="b" l="l" r="r" t="t"/>
              <a:pathLst>
                <a:path extrusionOk="0" h="36" w="292">
                  <a:moveTo>
                    <a:pt x="0" y="36"/>
                  </a:moveTo>
                  <a:cubicBezTo>
                    <a:pt x="95" y="8"/>
                    <a:pt x="193" y="1"/>
                    <a:pt x="291" y="11"/>
                  </a:cubicBezTo>
                  <a:cubicBezTo>
                    <a:pt x="193" y="1"/>
                    <a:pt x="95" y="8"/>
                    <a:pt x="0" y="3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9" name="Google Shape;7239;p72"/>
            <p:cNvSpPr/>
            <p:nvPr/>
          </p:nvSpPr>
          <p:spPr>
            <a:xfrm>
              <a:off x="2395045" y="1656742"/>
              <a:ext cx="2009" cy="530"/>
            </a:xfrm>
            <a:custGeom>
              <a:rect b="b" l="l" r="r" t="t"/>
              <a:pathLst>
                <a:path extrusionOk="0" h="39" w="148">
                  <a:moveTo>
                    <a:pt x="0" y="0"/>
                  </a:moveTo>
                  <a:cubicBezTo>
                    <a:pt x="42" y="32"/>
                    <a:pt x="98" y="39"/>
                    <a:pt x="147" y="18"/>
                  </a:cubicBezTo>
                  <a:cubicBezTo>
                    <a:pt x="98" y="39"/>
                    <a:pt x="42" y="32"/>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0" name="Google Shape;7240;p72"/>
            <p:cNvSpPr/>
            <p:nvPr/>
          </p:nvSpPr>
          <p:spPr>
            <a:xfrm>
              <a:off x="2498668" y="1608732"/>
              <a:ext cx="679" cy="2919"/>
            </a:xfrm>
            <a:custGeom>
              <a:rect b="b" l="l" r="r" t="t"/>
              <a:pathLst>
                <a:path extrusionOk="0" h="215" w="50">
                  <a:moveTo>
                    <a:pt x="49" y="214"/>
                  </a:moveTo>
                  <a:cubicBezTo>
                    <a:pt x="21" y="148"/>
                    <a:pt x="7" y="74"/>
                    <a:pt x="0" y="0"/>
                  </a:cubicBezTo>
                  <a:cubicBezTo>
                    <a:pt x="7" y="74"/>
                    <a:pt x="21" y="148"/>
                    <a:pt x="49" y="2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1" name="Google Shape;7241;p72"/>
            <p:cNvSpPr/>
            <p:nvPr/>
          </p:nvSpPr>
          <p:spPr>
            <a:xfrm>
              <a:off x="2403748" y="1658684"/>
              <a:ext cx="2240" cy="2960"/>
            </a:xfrm>
            <a:custGeom>
              <a:rect b="b" l="l" r="r" t="t"/>
              <a:pathLst>
                <a:path extrusionOk="0" h="218" w="165">
                  <a:moveTo>
                    <a:pt x="165" y="218"/>
                  </a:moveTo>
                  <a:cubicBezTo>
                    <a:pt x="105" y="148"/>
                    <a:pt x="49" y="74"/>
                    <a:pt x="0" y="1"/>
                  </a:cubicBezTo>
                  <a:cubicBezTo>
                    <a:pt x="49" y="74"/>
                    <a:pt x="105" y="148"/>
                    <a:pt x="165" y="2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2" name="Google Shape;7242;p72"/>
            <p:cNvSpPr/>
            <p:nvPr/>
          </p:nvSpPr>
          <p:spPr>
            <a:xfrm>
              <a:off x="2475519" y="1622853"/>
              <a:ext cx="4521" cy="1670"/>
            </a:xfrm>
            <a:custGeom>
              <a:rect b="b" l="l" r="r" t="t"/>
              <a:pathLst>
                <a:path extrusionOk="0" h="123" w="333">
                  <a:moveTo>
                    <a:pt x="0" y="123"/>
                  </a:moveTo>
                  <a:cubicBezTo>
                    <a:pt x="88" y="42"/>
                    <a:pt x="210" y="0"/>
                    <a:pt x="333" y="7"/>
                  </a:cubicBezTo>
                  <a:cubicBezTo>
                    <a:pt x="210" y="0"/>
                    <a:pt x="88" y="42"/>
                    <a:pt x="0" y="12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3" name="Google Shape;7243;p72"/>
            <p:cNvSpPr/>
            <p:nvPr/>
          </p:nvSpPr>
          <p:spPr>
            <a:xfrm>
              <a:off x="2428608" y="1618576"/>
              <a:ext cx="1195" cy="584"/>
            </a:xfrm>
            <a:custGeom>
              <a:rect b="b" l="l" r="r" t="t"/>
              <a:pathLst>
                <a:path extrusionOk="0" h="43" w="88">
                  <a:moveTo>
                    <a:pt x="0" y="0"/>
                  </a:moveTo>
                  <a:cubicBezTo>
                    <a:pt x="28" y="18"/>
                    <a:pt x="56" y="32"/>
                    <a:pt x="88" y="42"/>
                  </a:cubicBezTo>
                  <a:cubicBezTo>
                    <a:pt x="56" y="32"/>
                    <a:pt x="28" y="18"/>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4" name="Google Shape;7244;p72"/>
            <p:cNvSpPr/>
            <p:nvPr/>
          </p:nvSpPr>
          <p:spPr>
            <a:xfrm>
              <a:off x="2493862" y="1615480"/>
              <a:ext cx="204" cy="828"/>
            </a:xfrm>
            <a:custGeom>
              <a:rect b="b" l="l" r="r" t="t"/>
              <a:pathLst>
                <a:path extrusionOk="0" h="61" w="15">
                  <a:moveTo>
                    <a:pt x="1" y="60"/>
                  </a:moveTo>
                  <a:cubicBezTo>
                    <a:pt x="1" y="39"/>
                    <a:pt x="4" y="22"/>
                    <a:pt x="15" y="1"/>
                  </a:cubicBezTo>
                  <a:cubicBezTo>
                    <a:pt x="4" y="22"/>
                    <a:pt x="1" y="39"/>
                    <a:pt x="1"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5" name="Google Shape;7245;p72"/>
            <p:cNvSpPr/>
            <p:nvPr/>
          </p:nvSpPr>
          <p:spPr>
            <a:xfrm>
              <a:off x="2578667" y="1593050"/>
              <a:ext cx="1249" cy="339"/>
            </a:xfrm>
            <a:custGeom>
              <a:rect b="b" l="l" r="r" t="t"/>
              <a:pathLst>
                <a:path extrusionOk="0" h="25" w="92">
                  <a:moveTo>
                    <a:pt x="91" y="21"/>
                  </a:moveTo>
                  <a:lnTo>
                    <a:pt x="91" y="21"/>
                  </a:lnTo>
                  <a:cubicBezTo>
                    <a:pt x="60" y="25"/>
                    <a:pt x="32" y="21"/>
                    <a:pt x="7" y="7"/>
                  </a:cubicBezTo>
                  <a:lnTo>
                    <a:pt x="0" y="0"/>
                  </a:lnTo>
                  <a:lnTo>
                    <a:pt x="7" y="7"/>
                  </a:lnTo>
                  <a:cubicBezTo>
                    <a:pt x="32" y="21"/>
                    <a:pt x="60" y="25"/>
                    <a:pt x="9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6" name="Google Shape;7246;p72"/>
            <p:cNvSpPr/>
            <p:nvPr/>
          </p:nvSpPr>
          <p:spPr>
            <a:xfrm>
              <a:off x="2601667" y="1598318"/>
              <a:ext cx="204" cy="109"/>
            </a:xfrm>
            <a:custGeom>
              <a:rect b="b" l="l" r="r" t="t"/>
              <a:pathLst>
                <a:path extrusionOk="0" h="8" w="15">
                  <a:moveTo>
                    <a:pt x="1" y="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7" name="Google Shape;7247;p72"/>
            <p:cNvSpPr/>
            <p:nvPr/>
          </p:nvSpPr>
          <p:spPr>
            <a:xfrm>
              <a:off x="2398561" y="1629913"/>
              <a:ext cx="3340" cy="787"/>
            </a:xfrm>
            <a:custGeom>
              <a:rect b="b" l="l" r="r" t="t"/>
              <a:pathLst>
                <a:path extrusionOk="0" h="58" w="246">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8" name="Google Shape;7248;p72"/>
            <p:cNvSpPr/>
            <p:nvPr/>
          </p:nvSpPr>
          <p:spPr>
            <a:xfrm>
              <a:off x="2603473" y="1596798"/>
              <a:ext cx="1208" cy="774"/>
            </a:xfrm>
            <a:custGeom>
              <a:rect b="b" l="l" r="r" t="t"/>
              <a:pathLst>
                <a:path extrusionOk="0" h="57" w="89">
                  <a:moveTo>
                    <a:pt x="1" y="57"/>
                  </a:moveTo>
                  <a:cubicBezTo>
                    <a:pt x="32" y="39"/>
                    <a:pt x="60" y="18"/>
                    <a:pt x="88" y="1"/>
                  </a:cubicBezTo>
                  <a:cubicBezTo>
                    <a:pt x="60" y="18"/>
                    <a:pt x="32" y="39"/>
                    <a:pt x="1" y="5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9" name="Google Shape;7249;p72"/>
            <p:cNvSpPr/>
            <p:nvPr/>
          </p:nvSpPr>
          <p:spPr>
            <a:xfrm>
              <a:off x="2501370" y="1605066"/>
              <a:ext cx="733" cy="109"/>
            </a:xfrm>
            <a:custGeom>
              <a:rect b="b" l="l" r="r" t="t"/>
              <a:pathLst>
                <a:path extrusionOk="0" h="8" w="54">
                  <a:moveTo>
                    <a:pt x="1" y="8"/>
                  </a:moveTo>
                  <a:lnTo>
                    <a:pt x="53"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0" name="Google Shape;7250;p72"/>
            <p:cNvSpPr/>
            <p:nvPr/>
          </p:nvSpPr>
          <p:spPr>
            <a:xfrm>
              <a:off x="2590398" y="159324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1" name="Google Shape;7251;p72"/>
            <p:cNvSpPr/>
            <p:nvPr/>
          </p:nvSpPr>
          <p:spPr>
            <a:xfrm>
              <a:off x="2693587" y="1641047"/>
              <a:ext cx="122" cy="122"/>
            </a:xfrm>
            <a:custGeom>
              <a:rect b="b" l="l" r="r" t="t"/>
              <a:pathLst>
                <a:path extrusionOk="0" h="9" w="9">
                  <a:moveTo>
                    <a:pt x="1" y="1"/>
                  </a:moveTo>
                  <a:lnTo>
                    <a:pt x="1" y="1"/>
                  </a:lnTo>
                  <a:lnTo>
                    <a:pt x="8" y="8"/>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2" name="Google Shape;7252;p72"/>
            <p:cNvSpPr/>
            <p:nvPr/>
          </p:nvSpPr>
          <p:spPr>
            <a:xfrm>
              <a:off x="2139177" y="2004096"/>
              <a:ext cx="134295" cy="138844"/>
            </a:xfrm>
            <a:custGeom>
              <a:rect b="b" l="l" r="r" t="t"/>
              <a:pathLst>
                <a:path extrusionOk="0" h="10226" w="9891">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3" name="Google Shape;7253;p72"/>
            <p:cNvSpPr/>
            <p:nvPr/>
          </p:nvSpPr>
          <p:spPr>
            <a:xfrm>
              <a:off x="2142218" y="2087909"/>
              <a:ext cx="584" cy="339"/>
            </a:xfrm>
            <a:custGeom>
              <a:rect b="b" l="l" r="r" t="t"/>
              <a:pathLst>
                <a:path extrusionOk="0" h="25" w="43">
                  <a:moveTo>
                    <a:pt x="42" y="0"/>
                  </a:move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4" name="Google Shape;7254;p72"/>
            <p:cNvSpPr/>
            <p:nvPr/>
          </p:nvSpPr>
          <p:spPr>
            <a:xfrm>
              <a:off x="2143834" y="2087244"/>
              <a:ext cx="339" cy="109"/>
            </a:xfrm>
            <a:custGeom>
              <a:rect b="b" l="l" r="r" t="t"/>
              <a:pathLst>
                <a:path extrusionOk="0" h="8" w="25">
                  <a:moveTo>
                    <a:pt x="25"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5" name="Google Shape;7255;p72"/>
            <p:cNvSpPr/>
            <p:nvPr/>
          </p:nvSpPr>
          <p:spPr>
            <a:xfrm>
              <a:off x="2143399" y="2087380"/>
              <a:ext cx="448" cy="204"/>
            </a:xfrm>
            <a:custGeom>
              <a:rect b="b" l="l" r="r" t="t"/>
              <a:pathLst>
                <a:path extrusionOk="0" h="15" w="33">
                  <a:moveTo>
                    <a:pt x="32"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6" name="Google Shape;7256;p72"/>
            <p:cNvSpPr/>
            <p:nvPr/>
          </p:nvSpPr>
          <p:spPr>
            <a:xfrm>
              <a:off x="2141553" y="2088235"/>
              <a:ext cx="679" cy="448"/>
            </a:xfrm>
            <a:custGeom>
              <a:rect b="b" l="l" r="r" t="t"/>
              <a:pathLst>
                <a:path extrusionOk="0" h="33" w="50">
                  <a:moveTo>
                    <a:pt x="49" y="1"/>
                  </a:moveTo>
                  <a:lnTo>
                    <a:pt x="0" y="33"/>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7" name="Google Shape;7257;p72"/>
            <p:cNvSpPr/>
            <p:nvPr/>
          </p:nvSpPr>
          <p:spPr>
            <a:xfrm>
              <a:off x="2142829" y="2087624"/>
              <a:ext cx="489" cy="244"/>
            </a:xfrm>
            <a:custGeom>
              <a:rect b="b" l="l" r="r" t="t"/>
              <a:pathLst>
                <a:path extrusionOk="0" h="18" w="36">
                  <a:moveTo>
                    <a:pt x="36" y="0"/>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8" name="Google Shape;7258;p72"/>
            <p:cNvSpPr/>
            <p:nvPr/>
          </p:nvSpPr>
          <p:spPr>
            <a:xfrm>
              <a:off x="2144214" y="2087095"/>
              <a:ext cx="299" cy="109"/>
            </a:xfrm>
            <a:custGeom>
              <a:rect b="b" l="l" r="r" t="t"/>
              <a:pathLst>
                <a:path extrusionOk="0" h="8" w="22">
                  <a:moveTo>
                    <a:pt x="22"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9" name="Google Shape;7259;p72"/>
            <p:cNvSpPr/>
            <p:nvPr/>
          </p:nvSpPr>
          <p:spPr>
            <a:xfrm>
              <a:off x="2144554" y="2087054"/>
              <a:ext cx="244" cy="54"/>
            </a:xfrm>
            <a:custGeom>
              <a:rect b="b" l="l" r="r" t="t"/>
              <a:pathLst>
                <a:path extrusionOk="0" h="4" w="18">
                  <a:moveTo>
                    <a:pt x="18"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0" name="Google Shape;7260;p72"/>
            <p:cNvSpPr/>
            <p:nvPr/>
          </p:nvSpPr>
          <p:spPr>
            <a:xfrm>
              <a:off x="2144839" y="2087000"/>
              <a:ext cx="190" cy="68"/>
            </a:xfrm>
            <a:custGeom>
              <a:rect b="b" l="l" r="r" t="t"/>
              <a:pathLst>
                <a:path extrusionOk="0" h="5" w="14">
                  <a:moveTo>
                    <a:pt x="14"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1" name="Google Shape;7261;p72"/>
            <p:cNvSpPr/>
            <p:nvPr/>
          </p:nvSpPr>
          <p:spPr>
            <a:xfrm>
              <a:off x="2222597" y="2124039"/>
              <a:ext cx="584" cy="339"/>
            </a:xfrm>
            <a:custGeom>
              <a:rect b="b" l="l" r="r" t="t"/>
              <a:pathLst>
                <a:path extrusionOk="0" h="25" w="43">
                  <a:moveTo>
                    <a:pt x="1" y="0"/>
                  </a:moveTo>
                  <a:cubicBezTo>
                    <a:pt x="15" y="7"/>
                    <a:pt x="29" y="14"/>
                    <a:pt x="42" y="25"/>
                  </a:cubicBezTo>
                  <a:lnTo>
                    <a:pt x="42" y="21"/>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2" name="Google Shape;7262;p72"/>
            <p:cNvSpPr/>
            <p:nvPr/>
          </p:nvSpPr>
          <p:spPr>
            <a:xfrm>
              <a:off x="2254816" y="2135539"/>
              <a:ext cx="258" cy="204"/>
            </a:xfrm>
            <a:custGeom>
              <a:rect b="b" l="l" r="r" t="t"/>
              <a:pathLst>
                <a:path extrusionOk="0" h="15" w="19">
                  <a:moveTo>
                    <a:pt x="1" y="0"/>
                  </a:moveTo>
                  <a:cubicBezTo>
                    <a:pt x="8" y="4"/>
                    <a:pt x="15" y="11"/>
                    <a:pt x="18" y="14"/>
                  </a:cubicBezTo>
                  <a:cubicBezTo>
                    <a:pt x="15" y="11"/>
                    <a:pt x="8"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3" name="Google Shape;7263;p72"/>
            <p:cNvSpPr/>
            <p:nvPr/>
          </p:nvSpPr>
          <p:spPr>
            <a:xfrm>
              <a:off x="2249168" y="2134725"/>
              <a:ext cx="5621" cy="828"/>
            </a:xfrm>
            <a:custGeom>
              <a:rect b="b" l="l" r="r" t="t"/>
              <a:pathLst>
                <a:path extrusionOk="0" h="61" w="414">
                  <a:moveTo>
                    <a:pt x="0" y="1"/>
                  </a:moveTo>
                  <a:cubicBezTo>
                    <a:pt x="88" y="1"/>
                    <a:pt x="175" y="4"/>
                    <a:pt x="263" y="15"/>
                  </a:cubicBezTo>
                  <a:cubicBezTo>
                    <a:pt x="315" y="22"/>
                    <a:pt x="368" y="36"/>
                    <a:pt x="413" y="60"/>
                  </a:cubicBezTo>
                  <a:cubicBezTo>
                    <a:pt x="326" y="8"/>
                    <a:pt x="16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4" name="Google Shape;7264;p72"/>
            <p:cNvSpPr/>
            <p:nvPr/>
          </p:nvSpPr>
          <p:spPr>
            <a:xfrm>
              <a:off x="2245787" y="2130597"/>
              <a:ext cx="258" cy="394"/>
            </a:xfrm>
            <a:custGeom>
              <a:rect b="b" l="l" r="r" t="t"/>
              <a:pathLst>
                <a:path extrusionOk="0" h="29" w="19">
                  <a:moveTo>
                    <a:pt x="1" y="0"/>
                  </a:moveTo>
                  <a:cubicBezTo>
                    <a:pt x="8" y="7"/>
                    <a:pt x="15" y="18"/>
                    <a:pt x="18" y="28"/>
                  </a:cubicBezTo>
                  <a:cubicBezTo>
                    <a:pt x="15" y="18"/>
                    <a:pt x="8"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5" name="Google Shape;7265;p72"/>
            <p:cNvSpPr/>
            <p:nvPr/>
          </p:nvSpPr>
          <p:spPr>
            <a:xfrm>
              <a:off x="2255387" y="2136110"/>
              <a:ext cx="109" cy="109"/>
            </a:xfrm>
            <a:custGeom>
              <a:rect b="b" l="l" r="r" t="t"/>
              <a:pathLst>
                <a:path extrusionOk="0" h="8" w="8">
                  <a:moveTo>
                    <a:pt x="1" y="0"/>
                  </a:moveTo>
                  <a:cubicBezTo>
                    <a:pt x="4" y="0"/>
                    <a:pt x="8" y="4"/>
                    <a:pt x="8" y="7"/>
                  </a:cubicBezTo>
                  <a:cubicBezTo>
                    <a:pt x="8" y="4"/>
                    <a:pt x="4"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6" name="Google Shape;7266;p72"/>
            <p:cNvSpPr/>
            <p:nvPr/>
          </p:nvSpPr>
          <p:spPr>
            <a:xfrm>
              <a:off x="2255577" y="2136340"/>
              <a:ext cx="68" cy="204"/>
            </a:xfrm>
            <a:custGeom>
              <a:rect b="b" l="l" r="r" t="t"/>
              <a:pathLst>
                <a:path extrusionOk="0" h="15" w="5">
                  <a:moveTo>
                    <a:pt x="1" y="1"/>
                  </a:moveTo>
                  <a:cubicBezTo>
                    <a:pt x="1" y="4"/>
                    <a:pt x="4" y="8"/>
                    <a:pt x="4" y="15"/>
                  </a:cubicBezTo>
                  <a:cubicBezTo>
                    <a:pt x="4" y="8"/>
                    <a:pt x="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7" name="Google Shape;7267;p72"/>
            <p:cNvSpPr/>
            <p:nvPr/>
          </p:nvSpPr>
          <p:spPr>
            <a:xfrm>
              <a:off x="2253866" y="2114331"/>
              <a:ext cx="1154" cy="1684"/>
            </a:xfrm>
            <a:custGeom>
              <a:rect b="b" l="l" r="r" t="t"/>
              <a:pathLst>
                <a:path extrusionOk="0" h="124" w="85">
                  <a:moveTo>
                    <a:pt x="1" y="1"/>
                  </a:moveTo>
                  <a:cubicBezTo>
                    <a:pt x="8" y="53"/>
                    <a:pt x="36" y="99"/>
                    <a:pt x="85" y="123"/>
                  </a:cubicBezTo>
                  <a:cubicBezTo>
                    <a:pt x="36" y="99"/>
                    <a:pt x="8" y="5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8" name="Google Shape;7268;p72"/>
            <p:cNvSpPr/>
            <p:nvPr/>
          </p:nvSpPr>
          <p:spPr>
            <a:xfrm>
              <a:off x="2266710" y="2104216"/>
              <a:ext cx="204" cy="204"/>
            </a:xfrm>
            <a:custGeom>
              <a:rect b="b" l="l" r="r" t="t"/>
              <a:pathLst>
                <a:path extrusionOk="0" h="15" w="15">
                  <a:moveTo>
                    <a:pt x="14" y="0"/>
                  </a:moveTo>
                  <a:lnTo>
                    <a:pt x="14" y="0"/>
                  </a:lnTo>
                  <a:lnTo>
                    <a:pt x="0" y="14"/>
                  </a:lnTo>
                  <a:lnTo>
                    <a:pt x="1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9" name="Google Shape;7269;p72"/>
            <p:cNvSpPr/>
            <p:nvPr/>
          </p:nvSpPr>
          <p:spPr>
            <a:xfrm>
              <a:off x="2254246" y="2120468"/>
              <a:ext cx="394" cy="3014"/>
            </a:xfrm>
            <a:custGeom>
              <a:rect b="b" l="l" r="r" t="t"/>
              <a:pathLst>
                <a:path extrusionOk="0" h="222" w="29">
                  <a:moveTo>
                    <a:pt x="1" y="221"/>
                  </a:moveTo>
                  <a:cubicBezTo>
                    <a:pt x="4" y="148"/>
                    <a:pt x="15" y="74"/>
                    <a:pt x="29" y="1"/>
                  </a:cubicBezTo>
                  <a:cubicBezTo>
                    <a:pt x="15" y="74"/>
                    <a:pt x="4" y="148"/>
                    <a:pt x="1" y="2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0" name="Google Shape;7270;p72"/>
            <p:cNvSpPr/>
            <p:nvPr/>
          </p:nvSpPr>
          <p:spPr>
            <a:xfrm>
              <a:off x="2223167" y="2124365"/>
              <a:ext cx="1724" cy="1819"/>
            </a:xfrm>
            <a:custGeom>
              <a:rect b="b" l="l" r="r" t="t"/>
              <a:pathLst>
                <a:path extrusionOk="0" h="134" w="127">
                  <a:moveTo>
                    <a:pt x="126" y="134"/>
                  </a:moveTo>
                  <a:cubicBezTo>
                    <a:pt x="95" y="81"/>
                    <a:pt x="49" y="36"/>
                    <a:pt x="0" y="1"/>
                  </a:cubicBezTo>
                  <a:lnTo>
                    <a:pt x="0" y="1"/>
                  </a:lnTo>
                  <a:cubicBezTo>
                    <a:pt x="49" y="36"/>
                    <a:pt x="95" y="81"/>
                    <a:pt x="126" y="13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1" name="Google Shape;7271;p72"/>
            <p:cNvSpPr/>
            <p:nvPr/>
          </p:nvSpPr>
          <p:spPr>
            <a:xfrm>
              <a:off x="2232196" y="2130353"/>
              <a:ext cx="489" cy="543"/>
            </a:xfrm>
            <a:custGeom>
              <a:rect b="b" l="l" r="r" t="t"/>
              <a:pathLst>
                <a:path extrusionOk="0" h="40" w="36">
                  <a:moveTo>
                    <a:pt x="1" y="1"/>
                  </a:moveTo>
                  <a:lnTo>
                    <a:pt x="1" y="1"/>
                  </a:lnTo>
                  <a:cubicBezTo>
                    <a:pt x="18" y="32"/>
                    <a:pt x="32" y="39"/>
                    <a:pt x="36" y="39"/>
                  </a:cubicBezTo>
                  <a:cubicBezTo>
                    <a:pt x="36" y="39"/>
                    <a:pt x="18" y="32"/>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2" name="Google Shape;7272;p72"/>
            <p:cNvSpPr/>
            <p:nvPr/>
          </p:nvSpPr>
          <p:spPr>
            <a:xfrm>
              <a:off x="2255156" y="2135770"/>
              <a:ext cx="204" cy="204"/>
            </a:xfrm>
            <a:custGeom>
              <a:rect b="b" l="l" r="r" t="t"/>
              <a:pathLst>
                <a:path extrusionOk="0" h="15" w="15">
                  <a:moveTo>
                    <a:pt x="0" y="1"/>
                  </a:moveTo>
                  <a:cubicBezTo>
                    <a:pt x="4" y="4"/>
                    <a:pt x="11" y="11"/>
                    <a:pt x="14" y="15"/>
                  </a:cubicBezTo>
                  <a:cubicBezTo>
                    <a:pt x="11" y="11"/>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3" name="Google Shape;7273;p72"/>
            <p:cNvSpPr/>
            <p:nvPr/>
          </p:nvSpPr>
          <p:spPr>
            <a:xfrm>
              <a:off x="2245027" y="2130068"/>
              <a:ext cx="353" cy="163"/>
            </a:xfrm>
            <a:custGeom>
              <a:rect b="b" l="l" r="r" t="t"/>
              <a:pathLst>
                <a:path extrusionOk="0" h="12" w="26">
                  <a:moveTo>
                    <a:pt x="1" y="1"/>
                  </a:moveTo>
                  <a:cubicBezTo>
                    <a:pt x="8" y="1"/>
                    <a:pt x="18" y="4"/>
                    <a:pt x="25" y="11"/>
                  </a:cubicBezTo>
                  <a:cubicBezTo>
                    <a:pt x="18" y="4"/>
                    <a:pt x="8"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4" name="Google Shape;7274;p72"/>
            <p:cNvSpPr/>
            <p:nvPr/>
          </p:nvSpPr>
          <p:spPr>
            <a:xfrm>
              <a:off x="2221497" y="2123510"/>
              <a:ext cx="1208" cy="584"/>
            </a:xfrm>
            <a:custGeom>
              <a:rect b="b" l="l" r="r" t="t"/>
              <a:pathLst>
                <a:path extrusionOk="0" h="43" w="89">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5" name="Google Shape;7275;p72"/>
            <p:cNvSpPr/>
            <p:nvPr/>
          </p:nvSpPr>
          <p:spPr>
            <a:xfrm>
              <a:off x="2244552" y="2129973"/>
              <a:ext cx="448" cy="68"/>
            </a:xfrm>
            <a:custGeom>
              <a:rect b="b" l="l" r="r" t="t"/>
              <a:pathLst>
                <a:path extrusionOk="0" h="5" w="33">
                  <a:moveTo>
                    <a:pt x="1" y="1"/>
                  </a:moveTo>
                  <a:cubicBezTo>
                    <a:pt x="11" y="1"/>
                    <a:pt x="22" y="4"/>
                    <a:pt x="32" y="4"/>
                  </a:cubicBezTo>
                  <a:cubicBezTo>
                    <a:pt x="22" y="4"/>
                    <a:pt x="11"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6" name="Google Shape;7276;p72"/>
            <p:cNvSpPr/>
            <p:nvPr/>
          </p:nvSpPr>
          <p:spPr>
            <a:xfrm>
              <a:off x="2244036" y="2130027"/>
              <a:ext cx="434" cy="54"/>
            </a:xfrm>
            <a:custGeom>
              <a:rect b="b" l="l" r="r" t="t"/>
              <a:pathLst>
                <a:path extrusionOk="0" h="4" w="32">
                  <a:moveTo>
                    <a:pt x="0" y="4"/>
                  </a:moveTo>
                  <a:cubicBezTo>
                    <a:pt x="11" y="0"/>
                    <a:pt x="21" y="0"/>
                    <a:pt x="32" y="0"/>
                  </a:cubicBezTo>
                  <a:cubicBezTo>
                    <a:pt x="21" y="0"/>
                    <a:pt x="11" y="0"/>
                    <a:pt x="0"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7" name="Google Shape;7277;p72"/>
            <p:cNvSpPr/>
            <p:nvPr/>
          </p:nvSpPr>
          <p:spPr>
            <a:xfrm>
              <a:off x="2255672" y="2136625"/>
              <a:ext cx="14" cy="353"/>
            </a:xfrm>
            <a:custGeom>
              <a:rect b="b" l="l" r="r" t="t"/>
              <a:pathLst>
                <a:path extrusionOk="0" h="26" w="1">
                  <a:moveTo>
                    <a:pt x="1" y="1"/>
                  </a:moveTo>
                  <a:cubicBezTo>
                    <a:pt x="1" y="8"/>
                    <a:pt x="1" y="18"/>
                    <a:pt x="1" y="25"/>
                  </a:cubicBezTo>
                  <a:cubicBezTo>
                    <a:pt x="1" y="18"/>
                    <a:pt x="1"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8" name="Google Shape;7278;p72"/>
            <p:cNvSpPr/>
            <p:nvPr/>
          </p:nvSpPr>
          <p:spPr>
            <a:xfrm>
              <a:off x="2245407" y="2130258"/>
              <a:ext cx="353" cy="258"/>
            </a:xfrm>
            <a:custGeom>
              <a:rect b="b" l="l" r="r" t="t"/>
              <a:pathLst>
                <a:path extrusionOk="0" h="19" w="26">
                  <a:moveTo>
                    <a:pt x="1" y="1"/>
                  </a:moveTo>
                  <a:cubicBezTo>
                    <a:pt x="11" y="4"/>
                    <a:pt x="18" y="11"/>
                    <a:pt x="25" y="18"/>
                  </a:cubicBezTo>
                  <a:cubicBezTo>
                    <a:pt x="18" y="11"/>
                    <a:pt x="11" y="4"/>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9" name="Google Shape;7279;p72"/>
            <p:cNvSpPr/>
            <p:nvPr/>
          </p:nvSpPr>
          <p:spPr>
            <a:xfrm>
              <a:off x="2222638" y="2124039"/>
              <a:ext cx="543" cy="339"/>
            </a:xfrm>
            <a:custGeom>
              <a:rect b="b" l="l" r="r" t="t"/>
              <a:pathLst>
                <a:path extrusionOk="0" h="25" w="40">
                  <a:moveTo>
                    <a:pt x="1" y="0"/>
                  </a:moveTo>
                  <a:lnTo>
                    <a:pt x="1" y="0"/>
                  </a:lnTo>
                  <a:cubicBezTo>
                    <a:pt x="15" y="7"/>
                    <a:pt x="29" y="18"/>
                    <a:pt x="39" y="25"/>
                  </a:cubicBezTo>
                  <a:lnTo>
                    <a:pt x="39" y="25"/>
                  </a:lnTo>
                  <a:cubicBezTo>
                    <a:pt x="29" y="18"/>
                    <a:pt x="15"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0" name="Google Shape;7280;p72"/>
            <p:cNvSpPr/>
            <p:nvPr/>
          </p:nvSpPr>
          <p:spPr>
            <a:xfrm>
              <a:off x="2257057" y="2062194"/>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1" name="Google Shape;7281;p72"/>
            <p:cNvSpPr/>
            <p:nvPr/>
          </p:nvSpPr>
          <p:spPr>
            <a:xfrm>
              <a:off x="2256907" y="2061678"/>
              <a:ext cx="14" cy="149"/>
            </a:xfrm>
            <a:custGeom>
              <a:rect b="b" l="l" r="r" t="t"/>
              <a:pathLst>
                <a:path extrusionOk="0" h="11" w="1">
                  <a:moveTo>
                    <a:pt x="1" y="11"/>
                  </a:moveTo>
                  <a:lnTo>
                    <a:pt x="1" y="4"/>
                  </a:lnTo>
                  <a:cubicBezTo>
                    <a:pt x="1" y="0"/>
                    <a:pt x="1" y="7"/>
                    <a:pt x="1"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2" name="Google Shape;7282;p72"/>
            <p:cNvSpPr/>
            <p:nvPr/>
          </p:nvSpPr>
          <p:spPr>
            <a:xfrm>
              <a:off x="2215659" y="2008291"/>
              <a:ext cx="3802" cy="380"/>
            </a:xfrm>
            <a:custGeom>
              <a:rect b="b" l="l" r="r" t="t"/>
              <a:pathLst>
                <a:path extrusionOk="0" h="28" w="28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3" name="Google Shape;7283;p72"/>
            <p:cNvSpPr/>
            <p:nvPr/>
          </p:nvSpPr>
          <p:spPr>
            <a:xfrm>
              <a:off x="2196121" y="2010572"/>
              <a:ext cx="15601" cy="3014"/>
            </a:xfrm>
            <a:custGeom>
              <a:rect b="b" l="l" r="r" t="t"/>
              <a:pathLst>
                <a:path extrusionOk="0" h="222" w="1149">
                  <a:moveTo>
                    <a:pt x="0" y="1"/>
                  </a:moveTo>
                  <a:lnTo>
                    <a:pt x="1135" y="221"/>
                  </a:lnTo>
                  <a:lnTo>
                    <a:pt x="1149" y="158"/>
                  </a:lnTo>
                  <a:lnTo>
                    <a:pt x="1135" y="2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4" name="Google Shape;7284;p72"/>
            <p:cNvSpPr/>
            <p:nvPr/>
          </p:nvSpPr>
          <p:spPr>
            <a:xfrm>
              <a:off x="2183955" y="2018040"/>
              <a:ext cx="14" cy="299"/>
            </a:xfrm>
            <a:custGeom>
              <a:rect b="b" l="l" r="r" t="t"/>
              <a:pathLst>
                <a:path extrusionOk="0" h="22" w="1">
                  <a:moveTo>
                    <a:pt x="0" y="21"/>
                  </a:moveTo>
                  <a:lnTo>
                    <a:pt x="0" y="0"/>
                  </a:lnTo>
                  <a:cubicBezTo>
                    <a:pt x="0"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5" name="Google Shape;7285;p72"/>
            <p:cNvSpPr/>
            <p:nvPr/>
          </p:nvSpPr>
          <p:spPr>
            <a:xfrm>
              <a:off x="2183806" y="2016845"/>
              <a:ext cx="68" cy="258"/>
            </a:xfrm>
            <a:custGeom>
              <a:rect b="b" l="l" r="r" t="t"/>
              <a:pathLst>
                <a:path extrusionOk="0" h="19" w="5">
                  <a:moveTo>
                    <a:pt x="4" y="18"/>
                  </a:moveTo>
                  <a:cubicBezTo>
                    <a:pt x="4" y="11"/>
                    <a:pt x="4" y="4"/>
                    <a:pt x="1" y="1"/>
                  </a:cubicBezTo>
                  <a:cubicBezTo>
                    <a:pt x="4" y="4"/>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6" name="Google Shape;7286;p72"/>
            <p:cNvSpPr/>
            <p:nvPr/>
          </p:nvSpPr>
          <p:spPr>
            <a:xfrm>
              <a:off x="2183901" y="2017469"/>
              <a:ext cx="68" cy="244"/>
            </a:xfrm>
            <a:custGeom>
              <a:rect b="b" l="l" r="r" t="t"/>
              <a:pathLst>
                <a:path extrusionOk="0" h="18" w="5">
                  <a:moveTo>
                    <a:pt x="4" y="0"/>
                  </a:moveTo>
                  <a:cubicBezTo>
                    <a:pt x="1" y="4"/>
                    <a:pt x="1" y="11"/>
                    <a:pt x="4" y="18"/>
                  </a:cubicBez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7" name="Google Shape;7287;p72"/>
            <p:cNvSpPr/>
            <p:nvPr/>
          </p:nvSpPr>
          <p:spPr>
            <a:xfrm>
              <a:off x="2183955" y="2018651"/>
              <a:ext cx="14" cy="299"/>
            </a:xfrm>
            <a:custGeom>
              <a:rect b="b" l="l" r="r" t="t"/>
              <a:pathLst>
                <a:path extrusionOk="0" h="22" w="1">
                  <a:moveTo>
                    <a:pt x="0" y="1"/>
                  </a:moveTo>
                  <a:lnTo>
                    <a:pt x="0"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8" name="Google Shape;7288;p72"/>
            <p:cNvSpPr/>
            <p:nvPr/>
          </p:nvSpPr>
          <p:spPr>
            <a:xfrm>
              <a:off x="2139218" y="208154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9" name="Google Shape;7289;p72"/>
            <p:cNvSpPr/>
            <p:nvPr/>
          </p:nvSpPr>
          <p:spPr>
            <a:xfrm>
              <a:off x="2144404" y="2078500"/>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0" name="Google Shape;7290;p72"/>
            <p:cNvSpPr/>
            <p:nvPr/>
          </p:nvSpPr>
          <p:spPr>
            <a:xfrm>
              <a:off x="2143644" y="2078785"/>
              <a:ext cx="204" cy="109"/>
            </a:xfrm>
            <a:custGeom>
              <a:rect b="b" l="l" r="r" t="t"/>
              <a:pathLst>
                <a:path extrusionOk="0" h="8" w="15">
                  <a:moveTo>
                    <a:pt x="0" y="7"/>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1" name="Google Shape;7291;p72"/>
            <p:cNvSpPr/>
            <p:nvPr/>
          </p:nvSpPr>
          <p:spPr>
            <a:xfrm>
              <a:off x="2182910" y="2023783"/>
              <a:ext cx="149" cy="299"/>
            </a:xfrm>
            <a:custGeom>
              <a:rect b="b" l="l" r="r" t="t"/>
              <a:pathLst>
                <a:path extrusionOk="0" h="22" w="11">
                  <a:moveTo>
                    <a:pt x="0" y="22"/>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2" name="Google Shape;7292;p72"/>
            <p:cNvSpPr/>
            <p:nvPr/>
          </p:nvSpPr>
          <p:spPr>
            <a:xfrm>
              <a:off x="2143929" y="2078690"/>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3" name="Google Shape;7293;p72"/>
            <p:cNvSpPr/>
            <p:nvPr/>
          </p:nvSpPr>
          <p:spPr>
            <a:xfrm>
              <a:off x="2182720" y="2024163"/>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4" name="Google Shape;7294;p72"/>
            <p:cNvSpPr/>
            <p:nvPr/>
          </p:nvSpPr>
          <p:spPr>
            <a:xfrm>
              <a:off x="2183765" y="2020932"/>
              <a:ext cx="54" cy="299"/>
            </a:xfrm>
            <a:custGeom>
              <a:rect b="b" l="l" r="r" t="t"/>
              <a:pathLst>
                <a:path extrusionOk="0" h="22" w="4">
                  <a:moveTo>
                    <a:pt x="0" y="22"/>
                  </a:moveTo>
                  <a:cubicBezTo>
                    <a:pt x="0" y="15"/>
                    <a:pt x="4" y="8"/>
                    <a:pt x="4" y="1"/>
                  </a:cubicBezTo>
                  <a:cubicBezTo>
                    <a:pt x="4" y="8"/>
                    <a:pt x="0"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5" name="Google Shape;7295;p72"/>
            <p:cNvSpPr/>
            <p:nvPr/>
          </p:nvSpPr>
          <p:spPr>
            <a:xfrm>
              <a:off x="2144839" y="2078405"/>
              <a:ext cx="774" cy="489"/>
            </a:xfrm>
            <a:custGeom>
              <a:rect b="b" l="l" r="r" t="t"/>
              <a:pathLst>
                <a:path extrusionOk="0" h="36" w="57">
                  <a:moveTo>
                    <a:pt x="0" y="0"/>
                  </a:moveTo>
                  <a:cubicBezTo>
                    <a:pt x="21" y="11"/>
                    <a:pt x="39" y="21"/>
                    <a:pt x="56" y="35"/>
                  </a:cubicBezTo>
                  <a:cubicBezTo>
                    <a:pt x="39" y="21"/>
                    <a:pt x="2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6" name="Google Shape;7296;p72"/>
            <p:cNvSpPr/>
            <p:nvPr/>
          </p:nvSpPr>
          <p:spPr>
            <a:xfrm>
              <a:off x="2183670" y="2021461"/>
              <a:ext cx="54" cy="299"/>
            </a:xfrm>
            <a:custGeom>
              <a:rect b="b" l="l" r="r" t="t"/>
              <a:pathLst>
                <a:path extrusionOk="0" h="22" w="4">
                  <a:moveTo>
                    <a:pt x="0" y="21"/>
                  </a:moveTo>
                  <a:cubicBezTo>
                    <a:pt x="0" y="14"/>
                    <a:pt x="4" y="7"/>
                    <a:pt x="4" y="0"/>
                  </a:cubicBezTo>
                  <a:cubicBezTo>
                    <a:pt x="4" y="7"/>
                    <a:pt x="0"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7" name="Google Shape;7297;p72"/>
            <p:cNvSpPr/>
            <p:nvPr/>
          </p:nvSpPr>
          <p:spPr>
            <a:xfrm>
              <a:off x="2143359" y="2078975"/>
              <a:ext cx="149" cy="54"/>
            </a:xfrm>
            <a:custGeom>
              <a:rect b="b" l="l" r="r" t="t"/>
              <a:pathLst>
                <a:path extrusionOk="0" h="4" w="11">
                  <a:moveTo>
                    <a:pt x="0"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8" name="Google Shape;7298;p72"/>
            <p:cNvSpPr/>
            <p:nvPr/>
          </p:nvSpPr>
          <p:spPr>
            <a:xfrm>
              <a:off x="2183236" y="2022928"/>
              <a:ext cx="109" cy="299"/>
            </a:xfrm>
            <a:custGeom>
              <a:rect b="b" l="l" r="r" t="t"/>
              <a:pathLst>
                <a:path extrusionOk="0" h="22" w="8">
                  <a:moveTo>
                    <a:pt x="1" y="22"/>
                  </a:moveTo>
                  <a:cubicBezTo>
                    <a:pt x="4" y="15"/>
                    <a:pt x="8" y="8"/>
                    <a:pt x="8" y="1"/>
                  </a:cubicBezTo>
                  <a:cubicBezTo>
                    <a:pt x="8" y="8"/>
                    <a:pt x="4" y="15"/>
                    <a:pt x="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9" name="Google Shape;7299;p72"/>
            <p:cNvSpPr/>
            <p:nvPr/>
          </p:nvSpPr>
          <p:spPr>
            <a:xfrm>
              <a:off x="2142979" y="2079111"/>
              <a:ext cx="204" cy="109"/>
            </a:xfrm>
            <a:custGeom>
              <a:rect b="b" l="l" r="r" t="t"/>
              <a:pathLst>
                <a:path extrusionOk="0" h="8" w="15">
                  <a:moveTo>
                    <a:pt x="0" y="8"/>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0" name="Google Shape;7300;p72"/>
            <p:cNvSpPr/>
            <p:nvPr/>
          </p:nvSpPr>
          <p:spPr>
            <a:xfrm>
              <a:off x="2183521" y="2021977"/>
              <a:ext cx="109" cy="299"/>
            </a:xfrm>
            <a:custGeom>
              <a:rect b="b" l="l" r="r" t="t"/>
              <a:pathLst>
                <a:path extrusionOk="0" h="22" w="8">
                  <a:moveTo>
                    <a:pt x="8" y="1"/>
                  </a:moveTo>
                  <a:cubicBezTo>
                    <a:pt x="4" y="8"/>
                    <a:pt x="1" y="15"/>
                    <a:pt x="1" y="22"/>
                  </a:cubicBezTo>
                  <a:cubicBezTo>
                    <a:pt x="4" y="15"/>
                    <a:pt x="4" y="8"/>
                    <a:pt x="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1" name="Google Shape;7301;p72"/>
            <p:cNvSpPr/>
            <p:nvPr/>
          </p:nvSpPr>
          <p:spPr>
            <a:xfrm>
              <a:off x="2183385" y="2022452"/>
              <a:ext cx="109" cy="299"/>
            </a:xfrm>
            <a:custGeom>
              <a:rect b="b" l="l" r="r" t="t"/>
              <a:pathLst>
                <a:path extrusionOk="0" h="22" w="8">
                  <a:moveTo>
                    <a:pt x="0" y="22"/>
                  </a:moveTo>
                  <a:cubicBezTo>
                    <a:pt x="4" y="15"/>
                    <a:pt x="7" y="8"/>
                    <a:pt x="7" y="1"/>
                  </a:cubicBezTo>
                  <a:cubicBezTo>
                    <a:pt x="7" y="8"/>
                    <a:pt x="4"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2" name="Google Shape;7302;p72"/>
            <p:cNvSpPr/>
            <p:nvPr/>
          </p:nvSpPr>
          <p:spPr>
            <a:xfrm>
              <a:off x="2183100" y="2023362"/>
              <a:ext cx="109" cy="299"/>
            </a:xfrm>
            <a:custGeom>
              <a:rect b="b" l="l" r="r" t="t"/>
              <a:pathLst>
                <a:path extrusionOk="0" h="22" w="8">
                  <a:moveTo>
                    <a:pt x="0" y="21"/>
                  </a:moveTo>
                  <a:cubicBezTo>
                    <a:pt x="4" y="14"/>
                    <a:pt x="4" y="7"/>
                    <a:pt x="7" y="0"/>
                  </a:cubicBezTo>
                  <a:cubicBezTo>
                    <a:pt x="4" y="7"/>
                    <a:pt x="4" y="14"/>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3" name="Google Shape;7303;p72"/>
            <p:cNvSpPr/>
            <p:nvPr/>
          </p:nvSpPr>
          <p:spPr>
            <a:xfrm>
              <a:off x="2139462" y="2081107"/>
              <a:ext cx="394" cy="299"/>
            </a:xfrm>
            <a:custGeom>
              <a:rect b="b" l="l" r="r" t="t"/>
              <a:pathLst>
                <a:path extrusionOk="0" h="22" w="29">
                  <a:moveTo>
                    <a:pt x="0" y="22"/>
                  </a:moveTo>
                  <a:lnTo>
                    <a:pt x="2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4" name="Google Shape;7304;p72"/>
            <p:cNvSpPr/>
            <p:nvPr/>
          </p:nvSpPr>
          <p:spPr>
            <a:xfrm>
              <a:off x="2140127" y="2080727"/>
              <a:ext cx="339" cy="258"/>
            </a:xfrm>
            <a:custGeom>
              <a:rect b="b" l="l" r="r" t="t"/>
              <a:pathLst>
                <a:path extrusionOk="0" h="19" w="25">
                  <a:moveTo>
                    <a:pt x="0" y="18"/>
                  </a:moveTo>
                  <a:lnTo>
                    <a:pt x="2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5" name="Google Shape;7305;p72"/>
            <p:cNvSpPr/>
            <p:nvPr/>
          </p:nvSpPr>
          <p:spPr>
            <a:xfrm>
              <a:off x="2140697" y="2080401"/>
              <a:ext cx="299" cy="204"/>
            </a:xfrm>
            <a:custGeom>
              <a:rect b="b" l="l" r="r" t="t"/>
              <a:pathLst>
                <a:path extrusionOk="0" h="15" w="22">
                  <a:moveTo>
                    <a:pt x="0" y="14"/>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6" name="Google Shape;7306;p72"/>
            <p:cNvSpPr/>
            <p:nvPr/>
          </p:nvSpPr>
          <p:spPr>
            <a:xfrm>
              <a:off x="2183860" y="2020361"/>
              <a:ext cx="14" cy="299"/>
            </a:xfrm>
            <a:custGeom>
              <a:rect b="b" l="l" r="r" t="t"/>
              <a:pathLst>
                <a:path extrusionOk="0" h="22" w="1">
                  <a:moveTo>
                    <a:pt x="0" y="22"/>
                  </a:moveTo>
                  <a:cubicBezTo>
                    <a:pt x="0" y="15"/>
                    <a:pt x="0" y="8"/>
                    <a:pt x="0" y="1"/>
                  </a:cubicBezTo>
                  <a:cubicBezTo>
                    <a:pt x="0" y="8"/>
                    <a:pt x="0" y="15"/>
                    <a:pt x="0"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7" name="Google Shape;7307;p72"/>
            <p:cNvSpPr/>
            <p:nvPr/>
          </p:nvSpPr>
          <p:spPr>
            <a:xfrm>
              <a:off x="2141213" y="2080062"/>
              <a:ext cx="299" cy="204"/>
            </a:xfrm>
            <a:custGeom>
              <a:rect b="b" l="l" r="r" t="t"/>
              <a:pathLst>
                <a:path extrusionOk="0" h="15" w="22">
                  <a:moveTo>
                    <a:pt x="1" y="15"/>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8" name="Google Shape;7308;p72"/>
            <p:cNvSpPr/>
            <p:nvPr/>
          </p:nvSpPr>
          <p:spPr>
            <a:xfrm>
              <a:off x="2183955" y="2019275"/>
              <a:ext cx="14" cy="299"/>
            </a:xfrm>
            <a:custGeom>
              <a:rect b="b" l="l" r="r" t="t"/>
              <a:pathLst>
                <a:path extrusionOk="0" h="22" w="1">
                  <a:moveTo>
                    <a:pt x="0" y="21"/>
                  </a:moveTo>
                  <a:lnTo>
                    <a:pt x="0" y="0"/>
                  </a:lnTo>
                  <a:cubicBezTo>
                    <a:pt x="0" y="4"/>
                    <a:pt x="0" y="11"/>
                    <a:pt x="0"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9" name="Google Shape;7309;p72"/>
            <p:cNvSpPr/>
            <p:nvPr/>
          </p:nvSpPr>
          <p:spPr>
            <a:xfrm>
              <a:off x="2141743" y="2079777"/>
              <a:ext cx="244" cy="204"/>
            </a:xfrm>
            <a:custGeom>
              <a:rect b="b" l="l" r="r" t="t"/>
              <a:pathLst>
                <a:path extrusionOk="0" h="15" w="18">
                  <a:moveTo>
                    <a:pt x="0" y="15"/>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0" name="Google Shape;7310;p72"/>
            <p:cNvSpPr/>
            <p:nvPr/>
          </p:nvSpPr>
          <p:spPr>
            <a:xfrm>
              <a:off x="2144214" y="2078595"/>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1" name="Google Shape;7311;p72"/>
            <p:cNvSpPr/>
            <p:nvPr/>
          </p:nvSpPr>
          <p:spPr>
            <a:xfrm>
              <a:off x="2142164" y="2079546"/>
              <a:ext cx="258" cy="149"/>
            </a:xfrm>
            <a:custGeom>
              <a:rect b="b" l="l" r="r" t="t"/>
              <a:pathLst>
                <a:path extrusionOk="0" h="11" w="19">
                  <a:moveTo>
                    <a:pt x="1" y="11"/>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2" name="Google Shape;7312;p72"/>
            <p:cNvSpPr/>
            <p:nvPr/>
          </p:nvSpPr>
          <p:spPr>
            <a:xfrm>
              <a:off x="2142598" y="2079301"/>
              <a:ext cx="244" cy="163"/>
            </a:xfrm>
            <a:custGeom>
              <a:rect b="b" l="l" r="r" t="t"/>
              <a:pathLst>
                <a:path extrusionOk="0" h="12" w="18">
                  <a:moveTo>
                    <a:pt x="0" y="1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3" name="Google Shape;7313;p72"/>
            <p:cNvSpPr/>
            <p:nvPr/>
          </p:nvSpPr>
          <p:spPr>
            <a:xfrm>
              <a:off x="2144594" y="2078500"/>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4" name="Google Shape;7314;p72"/>
            <p:cNvSpPr/>
            <p:nvPr/>
          </p:nvSpPr>
          <p:spPr>
            <a:xfrm>
              <a:off x="2144744" y="2078446"/>
              <a:ext cx="95" cy="14"/>
            </a:xfrm>
            <a:custGeom>
              <a:rect b="b" l="l" r="r" t="t"/>
              <a:pathLst>
                <a:path extrusionOk="0" h="1" w="7">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5" name="Google Shape;7315;p72"/>
            <p:cNvSpPr/>
            <p:nvPr/>
          </p:nvSpPr>
          <p:spPr>
            <a:xfrm>
              <a:off x="2183901" y="2019845"/>
              <a:ext cx="14" cy="244"/>
            </a:xfrm>
            <a:custGeom>
              <a:rect b="b" l="l" r="r" t="t"/>
              <a:pathLst>
                <a:path extrusionOk="0" h="18" w="1">
                  <a:moveTo>
                    <a:pt x="1" y="18"/>
                  </a:moveTo>
                  <a:lnTo>
                    <a:pt x="1" y="0"/>
                  </a:lnTo>
                  <a:cubicBezTo>
                    <a:pt x="1" y="7"/>
                    <a:pt x="1"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6" name="Google Shape;7316;p72"/>
            <p:cNvSpPr/>
            <p:nvPr/>
          </p:nvSpPr>
          <p:spPr>
            <a:xfrm>
              <a:off x="2246887" y="2005399"/>
              <a:ext cx="109" cy="54"/>
            </a:xfrm>
            <a:custGeom>
              <a:rect b="b" l="l" r="r" t="t"/>
              <a:pathLst>
                <a:path extrusionOk="0" h="4" w="8">
                  <a:moveTo>
                    <a:pt x="0" y="0"/>
                  </a:moveTo>
                  <a:lnTo>
                    <a:pt x="7"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7" name="Google Shape;7317;p72"/>
            <p:cNvSpPr/>
            <p:nvPr/>
          </p:nvSpPr>
          <p:spPr>
            <a:xfrm>
              <a:off x="2263194" y="2009812"/>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8" name="Google Shape;7318;p72"/>
            <p:cNvSpPr/>
            <p:nvPr/>
          </p:nvSpPr>
          <p:spPr>
            <a:xfrm>
              <a:off x="2260818" y="2010572"/>
              <a:ext cx="299" cy="258"/>
            </a:xfrm>
            <a:custGeom>
              <a:rect b="b" l="l" r="r" t="t"/>
              <a:pathLst>
                <a:path extrusionOk="0" h="19" w="22">
                  <a:moveTo>
                    <a:pt x="0" y="18"/>
                  </a:moveTo>
                  <a:lnTo>
                    <a:pt x="0" y="18"/>
                  </a:lnTo>
                  <a:lnTo>
                    <a:pt x="21" y="1"/>
                  </a:ln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9" name="Google Shape;7319;p72"/>
            <p:cNvSpPr/>
            <p:nvPr/>
          </p:nvSpPr>
          <p:spPr>
            <a:xfrm>
              <a:off x="2266235" y="2012093"/>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0" name="Google Shape;7320;p72"/>
            <p:cNvSpPr/>
            <p:nvPr/>
          </p:nvSpPr>
          <p:spPr>
            <a:xfrm>
              <a:off x="2265665" y="2011617"/>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1" name="Google Shape;7321;p72"/>
            <p:cNvSpPr/>
            <p:nvPr/>
          </p:nvSpPr>
          <p:spPr>
            <a:xfrm>
              <a:off x="2265190" y="2011197"/>
              <a:ext cx="339" cy="339"/>
            </a:xfrm>
            <a:custGeom>
              <a:rect b="b" l="l" r="r" t="t"/>
              <a:pathLst>
                <a:path extrusionOk="0" h="25" w="25">
                  <a:moveTo>
                    <a:pt x="25"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2" name="Google Shape;7322;p72"/>
            <p:cNvSpPr/>
            <p:nvPr/>
          </p:nvSpPr>
          <p:spPr>
            <a:xfrm>
              <a:off x="2246643" y="2005155"/>
              <a:ext cx="68" cy="68"/>
            </a:xfrm>
            <a:custGeom>
              <a:rect b="b" l="l" r="r" t="t"/>
              <a:pathLst>
                <a:path extrusionOk="0" h="5" w="5">
                  <a:moveTo>
                    <a:pt x="1" y="1"/>
                  </a:moveTo>
                  <a:lnTo>
                    <a:pt x="4" y="4"/>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3" name="Google Shape;7323;p72"/>
            <p:cNvSpPr/>
            <p:nvPr/>
          </p:nvSpPr>
          <p:spPr>
            <a:xfrm>
              <a:off x="2263995" y="2010287"/>
              <a:ext cx="258" cy="204"/>
            </a:xfrm>
            <a:custGeom>
              <a:rect b="b" l="l" r="r" t="t"/>
              <a:pathLst>
                <a:path extrusionOk="0" h="15" w="19">
                  <a:moveTo>
                    <a:pt x="18"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4" name="Google Shape;7324;p72"/>
            <p:cNvSpPr/>
            <p:nvPr/>
          </p:nvSpPr>
          <p:spPr>
            <a:xfrm>
              <a:off x="2266805" y="2012527"/>
              <a:ext cx="394" cy="394"/>
            </a:xfrm>
            <a:custGeom>
              <a:rect b="b" l="l" r="r" t="t"/>
              <a:pathLst>
                <a:path extrusionOk="0" h="29" w="29">
                  <a:moveTo>
                    <a:pt x="28" y="2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5" name="Google Shape;7325;p72"/>
            <p:cNvSpPr/>
            <p:nvPr/>
          </p:nvSpPr>
          <p:spPr>
            <a:xfrm>
              <a:off x="2263710" y="2010056"/>
              <a:ext cx="258" cy="149"/>
            </a:xfrm>
            <a:custGeom>
              <a:rect b="b" l="l" r="r" t="t"/>
              <a:pathLst>
                <a:path extrusionOk="0" h="11" w="19">
                  <a:moveTo>
                    <a:pt x="18"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6" name="Google Shape;7326;p72"/>
            <p:cNvSpPr/>
            <p:nvPr/>
          </p:nvSpPr>
          <p:spPr>
            <a:xfrm>
              <a:off x="2261429" y="201034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7" name="Google Shape;7327;p72"/>
            <p:cNvSpPr/>
            <p:nvPr/>
          </p:nvSpPr>
          <p:spPr>
            <a:xfrm>
              <a:off x="2264334" y="2010531"/>
              <a:ext cx="299" cy="244"/>
            </a:xfrm>
            <a:custGeom>
              <a:rect b="b" l="l" r="r" t="t"/>
              <a:pathLst>
                <a:path extrusionOk="0" h="18" w="22">
                  <a:moveTo>
                    <a:pt x="21"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8" name="Google Shape;7328;p72"/>
            <p:cNvSpPr/>
            <p:nvPr/>
          </p:nvSpPr>
          <p:spPr>
            <a:xfrm>
              <a:off x="2264714" y="2010857"/>
              <a:ext cx="339" cy="258"/>
            </a:xfrm>
            <a:custGeom>
              <a:rect b="b" l="l" r="r" t="t"/>
              <a:pathLst>
                <a:path extrusionOk="0" h="19" w="25">
                  <a:moveTo>
                    <a:pt x="25"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9" name="Google Shape;7329;p72"/>
            <p:cNvSpPr/>
            <p:nvPr/>
          </p:nvSpPr>
          <p:spPr>
            <a:xfrm>
              <a:off x="2263479" y="2009907"/>
              <a:ext cx="204" cy="163"/>
            </a:xfrm>
            <a:custGeom>
              <a:rect b="b" l="l" r="r" t="t"/>
              <a:pathLst>
                <a:path extrusionOk="0" h="12" w="15">
                  <a:moveTo>
                    <a:pt x="1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0" name="Google Shape;7330;p72"/>
            <p:cNvSpPr/>
            <p:nvPr/>
          </p:nvSpPr>
          <p:spPr>
            <a:xfrm>
              <a:off x="2262528" y="2009866"/>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1" name="Google Shape;7331;p72"/>
            <p:cNvSpPr/>
            <p:nvPr/>
          </p:nvSpPr>
          <p:spPr>
            <a:xfrm>
              <a:off x="2262814" y="2009812"/>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2" name="Google Shape;7332;p72"/>
            <p:cNvSpPr/>
            <p:nvPr/>
          </p:nvSpPr>
          <p:spPr>
            <a:xfrm>
              <a:off x="2268706" y="2014143"/>
              <a:ext cx="394" cy="339"/>
            </a:xfrm>
            <a:custGeom>
              <a:rect b="b" l="l" r="r" t="t"/>
              <a:pathLst>
                <a:path extrusionOk="0" h="25" w="29">
                  <a:moveTo>
                    <a:pt x="28"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3" name="Google Shape;7333;p72"/>
            <p:cNvSpPr/>
            <p:nvPr/>
          </p:nvSpPr>
          <p:spPr>
            <a:xfrm>
              <a:off x="2251069" y="2010341"/>
              <a:ext cx="3001" cy="964"/>
            </a:xfrm>
            <a:custGeom>
              <a:rect b="b" l="l" r="r" t="t"/>
              <a:pathLst>
                <a:path extrusionOk="0" h="71" w="221">
                  <a:moveTo>
                    <a:pt x="221" y="70"/>
                  </a:moveTo>
                  <a:cubicBezTo>
                    <a:pt x="144" y="67"/>
                    <a:pt x="67" y="42"/>
                    <a:pt x="0" y="0"/>
                  </a:cubicBezTo>
                  <a:cubicBezTo>
                    <a:pt x="67" y="42"/>
                    <a:pt x="144" y="67"/>
                    <a:pt x="221" y="7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4" name="Google Shape;7334;p72"/>
            <p:cNvSpPr/>
            <p:nvPr/>
          </p:nvSpPr>
          <p:spPr>
            <a:xfrm>
              <a:off x="2268041" y="2013613"/>
              <a:ext cx="394" cy="353"/>
            </a:xfrm>
            <a:custGeom>
              <a:rect b="b" l="l" r="r" t="t"/>
              <a:pathLst>
                <a:path extrusionOk="0" h="26" w="29">
                  <a:moveTo>
                    <a:pt x="28"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5" name="Google Shape;7335;p72"/>
            <p:cNvSpPr/>
            <p:nvPr/>
          </p:nvSpPr>
          <p:spPr>
            <a:xfrm>
              <a:off x="2271367" y="2016560"/>
              <a:ext cx="149" cy="109"/>
            </a:xfrm>
            <a:custGeom>
              <a:rect b="b" l="l" r="r" t="t"/>
              <a:pathLst>
                <a:path extrusionOk="0" h="8" w="11">
                  <a:moveTo>
                    <a:pt x="0" y="1"/>
                  </a:moveTo>
                  <a:lnTo>
                    <a:pt x="11" y="8"/>
                  </a:ln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6" name="Google Shape;7336;p72"/>
            <p:cNvSpPr/>
            <p:nvPr/>
          </p:nvSpPr>
          <p:spPr>
            <a:xfrm>
              <a:off x="2269371" y="2014754"/>
              <a:ext cx="339" cy="299"/>
            </a:xfrm>
            <a:custGeom>
              <a:rect b="b" l="l" r="r" t="t"/>
              <a:pathLst>
                <a:path extrusionOk="0" h="22" w="25">
                  <a:moveTo>
                    <a:pt x="25" y="22"/>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7" name="Google Shape;7337;p72"/>
            <p:cNvSpPr/>
            <p:nvPr/>
          </p:nvSpPr>
          <p:spPr>
            <a:xfrm>
              <a:off x="2270743" y="2015949"/>
              <a:ext cx="353" cy="299"/>
            </a:xfrm>
            <a:custGeom>
              <a:rect b="b" l="l" r="r" t="t"/>
              <a:pathLst>
                <a:path extrusionOk="0" h="22" w="26">
                  <a:moveTo>
                    <a:pt x="25"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8" name="Google Shape;7338;p72"/>
            <p:cNvSpPr/>
            <p:nvPr/>
          </p:nvSpPr>
          <p:spPr>
            <a:xfrm>
              <a:off x="2270037" y="2015324"/>
              <a:ext cx="339" cy="353"/>
            </a:xfrm>
            <a:custGeom>
              <a:rect b="b" l="l" r="r" t="t"/>
              <a:pathLst>
                <a:path extrusionOk="0" h="26" w="25">
                  <a:moveTo>
                    <a:pt x="25"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9" name="Google Shape;7339;p72"/>
            <p:cNvSpPr/>
            <p:nvPr/>
          </p:nvSpPr>
          <p:spPr>
            <a:xfrm>
              <a:off x="2247172" y="2005684"/>
              <a:ext cx="54" cy="54"/>
            </a:xfrm>
            <a:custGeom>
              <a:rect b="b" l="l" r="r" t="t"/>
              <a:pathLst>
                <a:path extrusionOk="0" h="4" w="4">
                  <a:moveTo>
                    <a:pt x="4"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0" name="Google Shape;7340;p72"/>
            <p:cNvSpPr/>
            <p:nvPr/>
          </p:nvSpPr>
          <p:spPr>
            <a:xfrm>
              <a:off x="2267416" y="2013043"/>
              <a:ext cx="394" cy="353"/>
            </a:xfrm>
            <a:custGeom>
              <a:rect b="b" l="l" r="r" t="t"/>
              <a:pathLst>
                <a:path extrusionOk="0" h="26" w="29">
                  <a:moveTo>
                    <a:pt x="29"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1" name="Google Shape;7341;p72"/>
            <p:cNvSpPr/>
            <p:nvPr/>
          </p:nvSpPr>
          <p:spPr>
            <a:xfrm>
              <a:off x="2247362" y="2005915"/>
              <a:ext cx="54" cy="68"/>
            </a:xfrm>
            <a:custGeom>
              <a:rect b="b" l="l" r="r" t="t"/>
              <a:pathLst>
                <a:path extrusionOk="0" h="5" w="4">
                  <a:moveTo>
                    <a:pt x="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2" name="Google Shape;7342;p72"/>
            <p:cNvSpPr/>
            <p:nvPr/>
          </p:nvSpPr>
          <p:spPr>
            <a:xfrm>
              <a:off x="2271028" y="2020511"/>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3" name="Google Shape;7343;p72"/>
            <p:cNvSpPr/>
            <p:nvPr/>
          </p:nvSpPr>
          <p:spPr>
            <a:xfrm>
              <a:off x="2271367" y="2016655"/>
              <a:ext cx="149" cy="1059"/>
            </a:xfrm>
            <a:custGeom>
              <a:rect b="b" l="l" r="r" t="t"/>
              <a:pathLst>
                <a:path extrusionOk="0" h="78" w="11">
                  <a:moveTo>
                    <a:pt x="11" y="1"/>
                  </a:moveTo>
                  <a:lnTo>
                    <a:pt x="11" y="1"/>
                  </a:lnTo>
                  <a:cubicBezTo>
                    <a:pt x="7" y="18"/>
                    <a:pt x="4" y="43"/>
                    <a:pt x="0" y="78"/>
                  </a:cubicBezTo>
                  <a:cubicBezTo>
                    <a:pt x="4" y="46"/>
                    <a:pt x="7" y="18"/>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4" name="Google Shape;7344;p72"/>
            <p:cNvSpPr/>
            <p:nvPr/>
          </p:nvSpPr>
          <p:spPr>
            <a:xfrm>
              <a:off x="2270987" y="2020986"/>
              <a:ext cx="14" cy="204"/>
            </a:xfrm>
            <a:custGeom>
              <a:rect b="b" l="l" r="r" t="t"/>
              <a:pathLst>
                <a:path extrusionOk="0" h="15" w="1">
                  <a:moveTo>
                    <a:pt x="0"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5" name="Google Shape;7345;p72"/>
            <p:cNvSpPr/>
            <p:nvPr/>
          </p:nvSpPr>
          <p:spPr>
            <a:xfrm>
              <a:off x="2271082" y="201998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6" name="Google Shape;7346;p72"/>
            <p:cNvSpPr/>
            <p:nvPr/>
          </p:nvSpPr>
          <p:spPr>
            <a:xfrm>
              <a:off x="2271313" y="2017890"/>
              <a:ext cx="14" cy="204"/>
            </a:xfrm>
            <a:custGeom>
              <a:rect b="b" l="l" r="r" t="t"/>
              <a:pathLst>
                <a:path extrusionOk="0" h="15" w="1">
                  <a:moveTo>
                    <a:pt x="1"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7" name="Google Shape;7347;p72"/>
            <p:cNvSpPr/>
            <p:nvPr/>
          </p:nvSpPr>
          <p:spPr>
            <a:xfrm>
              <a:off x="2270933" y="2021461"/>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8" name="Google Shape;7348;p72"/>
            <p:cNvSpPr/>
            <p:nvPr/>
          </p:nvSpPr>
          <p:spPr>
            <a:xfrm>
              <a:off x="2261143" y="2049037"/>
              <a:ext cx="1018" cy="3992"/>
            </a:xfrm>
            <a:custGeom>
              <a:rect b="b" l="l" r="r" t="t"/>
              <a:pathLst>
                <a:path extrusionOk="0" h="294" w="75">
                  <a:moveTo>
                    <a:pt x="74" y="0"/>
                  </a:moveTo>
                  <a:cubicBezTo>
                    <a:pt x="67" y="137"/>
                    <a:pt x="39" y="241"/>
                    <a:pt x="1" y="294"/>
                  </a:cubicBezTo>
                  <a:cubicBezTo>
                    <a:pt x="43" y="241"/>
                    <a:pt x="67" y="137"/>
                    <a:pt x="7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9" name="Google Shape;7349;p72"/>
            <p:cNvSpPr/>
            <p:nvPr/>
          </p:nvSpPr>
          <p:spPr>
            <a:xfrm>
              <a:off x="2271272" y="2018325"/>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0" name="Google Shape;7350;p72"/>
            <p:cNvSpPr/>
            <p:nvPr/>
          </p:nvSpPr>
          <p:spPr>
            <a:xfrm>
              <a:off x="2271123" y="2019370"/>
              <a:ext cx="14" cy="204"/>
            </a:xfrm>
            <a:custGeom>
              <a:rect b="b" l="l" r="r" t="t"/>
              <a:pathLst>
                <a:path extrusionOk="0" h="15" w="1">
                  <a:moveTo>
                    <a:pt x="1"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1" name="Google Shape;7351;p72"/>
            <p:cNvSpPr/>
            <p:nvPr/>
          </p:nvSpPr>
          <p:spPr>
            <a:xfrm>
              <a:off x="2270892" y="2021936"/>
              <a:ext cx="14" cy="149"/>
            </a:xfrm>
            <a:custGeom>
              <a:rect b="b" l="l" r="r" t="t"/>
              <a:pathLst>
                <a:path extrusionOk="0" h="11" w="1">
                  <a:moveTo>
                    <a:pt x="0"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2" name="Google Shape;7352;p72"/>
            <p:cNvSpPr/>
            <p:nvPr/>
          </p:nvSpPr>
          <p:spPr>
            <a:xfrm>
              <a:off x="2271177" y="2018800"/>
              <a:ext cx="14" cy="244"/>
            </a:xfrm>
            <a:custGeom>
              <a:rect b="b" l="l" r="r" t="t"/>
              <a:pathLst>
                <a:path extrusionOk="0" h="18" w="1">
                  <a:moveTo>
                    <a:pt x="0"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3" name="Google Shape;7353;p72"/>
            <p:cNvSpPr/>
            <p:nvPr/>
          </p:nvSpPr>
          <p:spPr>
            <a:xfrm>
              <a:off x="2270892" y="2022357"/>
              <a:ext cx="14" cy="163"/>
            </a:xfrm>
            <a:custGeom>
              <a:rect b="b" l="l" r="r" t="t"/>
              <a:pathLst>
                <a:path extrusionOk="0" h="12" w="1">
                  <a:moveTo>
                    <a:pt x="0" y="11"/>
                  </a:moveTo>
                  <a:lnTo>
                    <a:pt x="0" y="1"/>
                  </a:lnTo>
                  <a:cubicBezTo>
                    <a:pt x="0" y="1"/>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4" name="Google Shape;7354;p72"/>
            <p:cNvSpPr/>
            <p:nvPr/>
          </p:nvSpPr>
          <p:spPr>
            <a:xfrm>
              <a:off x="2260668" y="2062248"/>
              <a:ext cx="9192" cy="13265"/>
            </a:xfrm>
            <a:custGeom>
              <a:rect b="b" l="l" r="r" t="t"/>
              <a:pathLst>
                <a:path extrusionOk="0" h="977" w="677">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5" name="Google Shape;7355;p72"/>
            <p:cNvSpPr/>
            <p:nvPr/>
          </p:nvSpPr>
          <p:spPr>
            <a:xfrm>
              <a:off x="2266140" y="2062628"/>
              <a:ext cx="109" cy="204"/>
            </a:xfrm>
            <a:custGeom>
              <a:rect b="b" l="l" r="r" t="t"/>
              <a:pathLst>
                <a:path extrusionOk="0" h="15" w="8">
                  <a:moveTo>
                    <a:pt x="7" y="0"/>
                  </a:moveTo>
                  <a:lnTo>
                    <a:pt x="7" y="0"/>
                  </a:lnTo>
                  <a:cubicBezTo>
                    <a:pt x="4" y="4"/>
                    <a:pt x="0" y="7"/>
                    <a:pt x="0" y="14"/>
                  </a:cubicBezTo>
                  <a:cubicBezTo>
                    <a:pt x="4" y="7"/>
                    <a:pt x="4" y="4"/>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6" name="Google Shape;7356;p72"/>
            <p:cNvSpPr/>
            <p:nvPr/>
          </p:nvSpPr>
          <p:spPr>
            <a:xfrm>
              <a:off x="2263044" y="2064624"/>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7" name="Google Shape;7357;p72"/>
            <p:cNvSpPr/>
            <p:nvPr/>
          </p:nvSpPr>
          <p:spPr>
            <a:xfrm>
              <a:off x="2265515" y="2063388"/>
              <a:ext cx="353" cy="339"/>
            </a:xfrm>
            <a:custGeom>
              <a:rect b="b" l="l" r="r" t="t"/>
              <a:pathLst>
                <a:path extrusionOk="0" h="25" w="26">
                  <a:moveTo>
                    <a:pt x="1" y="25"/>
                  </a:moveTo>
                  <a:cubicBezTo>
                    <a:pt x="8" y="18"/>
                    <a:pt x="15" y="7"/>
                    <a:pt x="25" y="0"/>
                  </a:cubicBezTo>
                  <a:cubicBezTo>
                    <a:pt x="15" y="7"/>
                    <a:pt x="8" y="18"/>
                    <a:pt x="1" y="2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8" name="Google Shape;7358;p72"/>
            <p:cNvSpPr/>
            <p:nvPr/>
          </p:nvSpPr>
          <p:spPr>
            <a:xfrm>
              <a:off x="2261103" y="2064380"/>
              <a:ext cx="434" cy="109"/>
            </a:xfrm>
            <a:custGeom>
              <a:rect b="b" l="l" r="r" t="t"/>
              <a:pathLst>
                <a:path extrusionOk="0" h="8" w="32">
                  <a:moveTo>
                    <a:pt x="0" y="1"/>
                  </a:moveTo>
                  <a:lnTo>
                    <a:pt x="32"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9" name="Google Shape;7359;p72"/>
            <p:cNvSpPr/>
            <p:nvPr/>
          </p:nvSpPr>
          <p:spPr>
            <a:xfrm>
              <a:off x="2264904" y="2064054"/>
              <a:ext cx="149" cy="109"/>
            </a:xfrm>
            <a:custGeom>
              <a:rect b="b" l="l" r="r" t="t"/>
              <a:pathLst>
                <a:path extrusionOk="0" h="8" w="11">
                  <a:moveTo>
                    <a:pt x="0" y="7"/>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0" name="Google Shape;7360;p72"/>
            <p:cNvSpPr/>
            <p:nvPr/>
          </p:nvSpPr>
          <p:spPr>
            <a:xfrm>
              <a:off x="2264375" y="2064339"/>
              <a:ext cx="109" cy="54"/>
            </a:xfrm>
            <a:custGeom>
              <a:rect b="b" l="l" r="r" t="t"/>
              <a:pathLst>
                <a:path extrusionOk="0" h="4" w="8">
                  <a:moveTo>
                    <a:pt x="1" y="4"/>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1" name="Google Shape;7361;p72"/>
            <p:cNvSpPr/>
            <p:nvPr/>
          </p:nvSpPr>
          <p:spPr>
            <a:xfrm>
              <a:off x="2262243" y="2064570"/>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2" name="Google Shape;7362;p72"/>
            <p:cNvSpPr/>
            <p:nvPr/>
          </p:nvSpPr>
          <p:spPr>
            <a:xfrm>
              <a:off x="2263615" y="2064570"/>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3" name="Google Shape;7363;p72"/>
            <p:cNvSpPr/>
            <p:nvPr/>
          </p:nvSpPr>
          <p:spPr>
            <a:xfrm>
              <a:off x="2260668" y="2064380"/>
              <a:ext cx="258" cy="14"/>
            </a:xfrm>
            <a:custGeom>
              <a:rect b="b" l="l" r="r" t="t"/>
              <a:pathLst>
                <a:path extrusionOk="0" h="1" w="19">
                  <a:moveTo>
                    <a:pt x="18" y="1"/>
                  </a:moveTo>
                  <a:lnTo>
                    <a:pt x="1" y="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4" name="Google Shape;7364;p72"/>
            <p:cNvSpPr/>
            <p:nvPr/>
          </p:nvSpPr>
          <p:spPr>
            <a:xfrm>
              <a:off x="2265896" y="2063008"/>
              <a:ext cx="163" cy="244"/>
            </a:xfrm>
            <a:custGeom>
              <a:rect b="b" l="l" r="r" t="t"/>
              <a:pathLst>
                <a:path extrusionOk="0" h="18" w="12">
                  <a:moveTo>
                    <a:pt x="1" y="18"/>
                  </a:moveTo>
                  <a:cubicBezTo>
                    <a:pt x="4" y="11"/>
                    <a:pt x="11" y="4"/>
                    <a:pt x="11" y="0"/>
                  </a:cubicBezTo>
                  <a:cubicBezTo>
                    <a:pt x="11" y="4"/>
                    <a:pt x="4"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5" name="Google Shape;7365;p72"/>
            <p:cNvSpPr/>
            <p:nvPr/>
          </p:nvSpPr>
          <p:spPr>
            <a:xfrm>
              <a:off x="2266235" y="2062194"/>
              <a:ext cx="2050" cy="258"/>
            </a:xfrm>
            <a:custGeom>
              <a:rect b="b" l="l" r="r" t="t"/>
              <a:pathLst>
                <a:path extrusionOk="0" h="19" w="151">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6" name="Google Shape;7366;p72"/>
            <p:cNvSpPr/>
            <p:nvPr/>
          </p:nvSpPr>
          <p:spPr>
            <a:xfrm>
              <a:off x="2260668" y="2064339"/>
              <a:ext cx="353" cy="4616"/>
            </a:xfrm>
            <a:custGeom>
              <a:rect b="b" l="l" r="r" t="t"/>
              <a:pathLst>
                <a:path extrusionOk="0" h="340" w="26">
                  <a:moveTo>
                    <a:pt x="1" y="0"/>
                  </a:moveTo>
                  <a:lnTo>
                    <a:pt x="25" y="340"/>
                  </a:lnTo>
                  <a:lnTo>
                    <a:pt x="25" y="34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7" name="Google Shape;7367;p72"/>
            <p:cNvSpPr/>
            <p:nvPr/>
          </p:nvSpPr>
          <p:spPr>
            <a:xfrm>
              <a:off x="2267851" y="2123754"/>
              <a:ext cx="76781" cy="124832"/>
            </a:xfrm>
            <a:custGeom>
              <a:rect b="b" l="l" r="r" t="t"/>
              <a:pathLst>
                <a:path extrusionOk="0" h="9194" w="5655">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8" name="Google Shape;7368;p72"/>
            <p:cNvSpPr/>
            <p:nvPr/>
          </p:nvSpPr>
          <p:spPr>
            <a:xfrm>
              <a:off x="2344428" y="2155362"/>
              <a:ext cx="14" cy="14"/>
            </a:xfrm>
            <a:custGeom>
              <a:rect b="b" l="l" r="r" t="t"/>
              <a:pathLst>
                <a:path extrusionOk="0" h="1" w="1">
                  <a:moveTo>
                    <a:pt x="0"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9" name="Google Shape;7369;p72"/>
            <p:cNvSpPr/>
            <p:nvPr/>
          </p:nvSpPr>
          <p:spPr>
            <a:xfrm>
              <a:off x="2275454" y="2213298"/>
              <a:ext cx="489" cy="448"/>
            </a:xfrm>
            <a:custGeom>
              <a:rect b="b" l="l" r="r" t="t"/>
              <a:pathLst>
                <a:path extrusionOk="0" h="33" w="36">
                  <a:moveTo>
                    <a:pt x="35" y="1"/>
                  </a:moveTo>
                  <a:lnTo>
                    <a:pt x="0" y="32"/>
                  </a:lnTo>
                  <a:lnTo>
                    <a:pt x="4" y="32"/>
                  </a:lnTo>
                  <a:lnTo>
                    <a:pt x="3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0" name="Google Shape;7370;p72"/>
            <p:cNvSpPr/>
            <p:nvPr/>
          </p:nvSpPr>
          <p:spPr>
            <a:xfrm>
              <a:off x="2276119" y="2212116"/>
              <a:ext cx="1059" cy="964"/>
            </a:xfrm>
            <a:custGeom>
              <a:rect b="b" l="l" r="r" t="t"/>
              <a:pathLst>
                <a:path extrusionOk="0" h="71" w="78">
                  <a:moveTo>
                    <a:pt x="77" y="0"/>
                  </a:moveTo>
                  <a:lnTo>
                    <a:pt x="0" y="7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1" name="Google Shape;7371;p72"/>
            <p:cNvSpPr/>
            <p:nvPr/>
          </p:nvSpPr>
          <p:spPr>
            <a:xfrm>
              <a:off x="2280777" y="2242204"/>
              <a:ext cx="14" cy="339"/>
            </a:xfrm>
            <a:custGeom>
              <a:rect b="b" l="l" r="r" t="t"/>
              <a:pathLst>
                <a:path extrusionOk="0" h="25" w="1">
                  <a:moveTo>
                    <a:pt x="0" y="25"/>
                  </a:moveTo>
                  <a:lnTo>
                    <a:pt x="0" y="0"/>
                  </a:lnTo>
                  <a:lnTo>
                    <a:pt x="0"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2" name="Google Shape;7372;p72"/>
            <p:cNvSpPr/>
            <p:nvPr/>
          </p:nvSpPr>
          <p:spPr>
            <a:xfrm>
              <a:off x="2280817" y="2243155"/>
              <a:ext cx="448" cy="4141"/>
            </a:xfrm>
            <a:custGeom>
              <a:rect b="b" l="l" r="r" t="t"/>
              <a:pathLst>
                <a:path extrusionOk="0" h="305" w="33">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3" name="Google Shape;7373;p72"/>
            <p:cNvSpPr/>
            <p:nvPr/>
          </p:nvSpPr>
          <p:spPr>
            <a:xfrm>
              <a:off x="2281252" y="2247282"/>
              <a:ext cx="204" cy="1494"/>
            </a:xfrm>
            <a:custGeom>
              <a:rect b="b" l="l" r="r" t="t"/>
              <a:pathLst>
                <a:path extrusionOk="0" h="110" w="15">
                  <a:moveTo>
                    <a:pt x="0" y="1"/>
                  </a:moveTo>
                  <a:cubicBezTo>
                    <a:pt x="4" y="36"/>
                    <a:pt x="7" y="71"/>
                    <a:pt x="14" y="109"/>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4" name="Google Shape;7374;p72"/>
            <p:cNvSpPr/>
            <p:nvPr/>
          </p:nvSpPr>
          <p:spPr>
            <a:xfrm>
              <a:off x="2276215" y="2216393"/>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5" name="Google Shape;7375;p72"/>
            <p:cNvSpPr/>
            <p:nvPr/>
          </p:nvSpPr>
          <p:spPr>
            <a:xfrm>
              <a:off x="2280722" y="2241389"/>
              <a:ext cx="14" cy="828"/>
            </a:xfrm>
            <a:custGeom>
              <a:rect b="b" l="l" r="r" t="t"/>
              <a:pathLst>
                <a:path extrusionOk="0" h="61" w="1">
                  <a:moveTo>
                    <a:pt x="1" y="53"/>
                  </a:moveTo>
                  <a:lnTo>
                    <a:pt x="1" y="53"/>
                  </a:lnTo>
                  <a:lnTo>
                    <a:pt x="1" y="60"/>
                  </a:lnTo>
                  <a:lnTo>
                    <a:pt x="1" y="1"/>
                  </a:lnTo>
                  <a:cubicBezTo>
                    <a:pt x="1" y="18"/>
                    <a:pt x="1" y="36"/>
                    <a:pt x="1" y="5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6" name="Google Shape;7376;p72"/>
            <p:cNvSpPr/>
            <p:nvPr/>
          </p:nvSpPr>
          <p:spPr>
            <a:xfrm>
              <a:off x="2281917" y="2248708"/>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7" name="Google Shape;7377;p72"/>
            <p:cNvSpPr/>
            <p:nvPr/>
          </p:nvSpPr>
          <p:spPr>
            <a:xfrm>
              <a:off x="2280777" y="2242530"/>
              <a:ext cx="54" cy="638"/>
            </a:xfrm>
            <a:custGeom>
              <a:rect b="b" l="l" r="r" t="t"/>
              <a:pathLst>
                <a:path extrusionOk="0" h="47" w="4">
                  <a:moveTo>
                    <a:pt x="0" y="1"/>
                  </a:moveTo>
                  <a:cubicBezTo>
                    <a:pt x="0" y="15"/>
                    <a:pt x="0" y="32"/>
                    <a:pt x="4" y="46"/>
                  </a:cubicBez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8" name="Google Shape;7378;p72"/>
            <p:cNvSpPr/>
            <p:nvPr/>
          </p:nvSpPr>
          <p:spPr>
            <a:xfrm>
              <a:off x="2275875" y="2215158"/>
              <a:ext cx="68" cy="109"/>
            </a:xfrm>
            <a:custGeom>
              <a:rect b="b" l="l" r="r" t="t"/>
              <a:pathLst>
                <a:path extrusionOk="0" h="8" w="5">
                  <a:moveTo>
                    <a:pt x="1" y="0"/>
                  </a:moveTo>
                  <a:lnTo>
                    <a:pt x="4"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9" name="Google Shape;7379;p72"/>
            <p:cNvSpPr/>
            <p:nvPr/>
          </p:nvSpPr>
          <p:spPr>
            <a:xfrm>
              <a:off x="2275780" y="221468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0" name="Google Shape;7380;p72"/>
            <p:cNvSpPr/>
            <p:nvPr/>
          </p:nvSpPr>
          <p:spPr>
            <a:xfrm>
              <a:off x="2276024" y="2215728"/>
              <a:ext cx="54" cy="149"/>
            </a:xfrm>
            <a:custGeom>
              <a:rect b="b" l="l" r="r" t="t"/>
              <a:pathLst>
                <a:path extrusionOk="0" h="11" w="4">
                  <a:moveTo>
                    <a:pt x="0" y="0"/>
                  </a:moveTo>
                  <a:lnTo>
                    <a:pt x="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1" name="Google Shape;7381;p72"/>
            <p:cNvSpPr/>
            <p:nvPr/>
          </p:nvSpPr>
          <p:spPr>
            <a:xfrm>
              <a:off x="2280722" y="2242109"/>
              <a:ext cx="163" cy="1534"/>
            </a:xfrm>
            <a:custGeom>
              <a:rect b="b" l="l" r="r" t="t"/>
              <a:pathLst>
                <a:path extrusionOk="0" h="113" w="12">
                  <a:moveTo>
                    <a:pt x="1" y="0"/>
                  </a:moveTo>
                  <a:cubicBezTo>
                    <a:pt x="1" y="28"/>
                    <a:pt x="4" y="67"/>
                    <a:pt x="11" y="112"/>
                  </a:cubicBezTo>
                  <a:lnTo>
                    <a:pt x="8" y="77"/>
                  </a:lnTo>
                  <a:cubicBezTo>
                    <a:pt x="8" y="60"/>
                    <a:pt x="4" y="46"/>
                    <a:pt x="4" y="32"/>
                  </a:cubicBezTo>
                  <a:lnTo>
                    <a:pt x="4" y="7"/>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2" name="Google Shape;7382;p72"/>
            <p:cNvSpPr/>
            <p:nvPr/>
          </p:nvSpPr>
          <p:spPr>
            <a:xfrm>
              <a:off x="2281252" y="2247296"/>
              <a:ext cx="204" cy="1480"/>
            </a:xfrm>
            <a:custGeom>
              <a:rect b="b" l="l" r="r" t="t"/>
              <a:pathLst>
                <a:path extrusionOk="0" h="109" w="15">
                  <a:moveTo>
                    <a:pt x="0" y="0"/>
                  </a:moveTo>
                  <a:lnTo>
                    <a:pt x="0" y="0"/>
                  </a:lnTo>
                  <a:cubicBezTo>
                    <a:pt x="4" y="35"/>
                    <a:pt x="7" y="73"/>
                    <a:pt x="14" y="108"/>
                  </a:cubicBezTo>
                  <a:cubicBezTo>
                    <a:pt x="7" y="70"/>
                    <a:pt x="4" y="35"/>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3" name="Google Shape;7383;p72"/>
            <p:cNvSpPr/>
            <p:nvPr/>
          </p:nvSpPr>
          <p:spPr>
            <a:xfrm>
              <a:off x="2269222" y="2162721"/>
              <a:ext cx="258" cy="68"/>
            </a:xfrm>
            <a:custGeom>
              <a:rect b="b" l="l" r="r" t="t"/>
              <a:pathLst>
                <a:path extrusionOk="0" h="5" w="19">
                  <a:moveTo>
                    <a:pt x="1" y="4"/>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4" name="Google Shape;7384;p72"/>
            <p:cNvSpPr/>
            <p:nvPr/>
          </p:nvSpPr>
          <p:spPr>
            <a:xfrm>
              <a:off x="2268611" y="2149850"/>
              <a:ext cx="18737" cy="6802"/>
            </a:xfrm>
            <a:custGeom>
              <a:rect b="b" l="l" r="r" t="t"/>
              <a:pathLst>
                <a:path extrusionOk="0" h="501" w="138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5" name="Google Shape;7385;p72"/>
            <p:cNvSpPr/>
            <p:nvPr/>
          </p:nvSpPr>
          <p:spPr>
            <a:xfrm>
              <a:off x="2267851" y="2156693"/>
              <a:ext cx="720" cy="244"/>
            </a:xfrm>
            <a:custGeom>
              <a:rect b="b" l="l" r="r" t="t"/>
              <a:pathLst>
                <a:path extrusionOk="0" h="18" w="53">
                  <a:moveTo>
                    <a:pt x="53"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6" name="Google Shape;7386;p72"/>
            <p:cNvSpPr/>
            <p:nvPr/>
          </p:nvSpPr>
          <p:spPr>
            <a:xfrm>
              <a:off x="2262854" y="2051169"/>
              <a:ext cx="78532" cy="79768"/>
            </a:xfrm>
            <a:custGeom>
              <a:rect b="b" l="l" r="r" t="t"/>
              <a:pathLst>
                <a:path extrusionOk="0" h="5875" w="5784">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7" name="Google Shape;7387;p72"/>
            <p:cNvSpPr/>
            <p:nvPr/>
          </p:nvSpPr>
          <p:spPr>
            <a:xfrm>
              <a:off x="2274164" y="2107447"/>
              <a:ext cx="258" cy="54"/>
            </a:xfrm>
            <a:custGeom>
              <a:rect b="b" l="l" r="r" t="t"/>
              <a:pathLst>
                <a:path extrusionOk="0" h="4" w="19">
                  <a:moveTo>
                    <a:pt x="1" y="0"/>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8" name="Google Shape;7388;p72"/>
            <p:cNvSpPr/>
            <p:nvPr/>
          </p:nvSpPr>
          <p:spPr>
            <a:xfrm>
              <a:off x="2273173" y="2107203"/>
              <a:ext cx="204" cy="14"/>
            </a:xfrm>
            <a:custGeom>
              <a:rect b="b" l="l" r="r" t="t"/>
              <a:pathLst>
                <a:path extrusionOk="0" h="1" w="15">
                  <a:moveTo>
                    <a:pt x="0" y="1"/>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9" name="Google Shape;7389;p72"/>
            <p:cNvSpPr/>
            <p:nvPr/>
          </p:nvSpPr>
          <p:spPr>
            <a:xfrm>
              <a:off x="2275739" y="2108058"/>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0" name="Google Shape;7390;p72"/>
            <p:cNvSpPr/>
            <p:nvPr/>
          </p:nvSpPr>
          <p:spPr>
            <a:xfrm>
              <a:off x="2274694" y="2107583"/>
              <a:ext cx="244" cy="109"/>
            </a:xfrm>
            <a:custGeom>
              <a:rect b="b" l="l" r="r" t="t"/>
              <a:pathLst>
                <a:path extrusionOk="0" h="8" w="18">
                  <a:moveTo>
                    <a:pt x="0" y="1"/>
                  </a:moveTo>
                  <a:lnTo>
                    <a:pt x="1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1" name="Google Shape;7391;p72"/>
            <p:cNvSpPr/>
            <p:nvPr/>
          </p:nvSpPr>
          <p:spPr>
            <a:xfrm>
              <a:off x="2275210" y="2107828"/>
              <a:ext cx="258" cy="109"/>
            </a:xfrm>
            <a:custGeom>
              <a:rect b="b" l="l" r="r" t="t"/>
              <a:pathLst>
                <a:path extrusionOk="0" h="8" w="19">
                  <a:moveTo>
                    <a:pt x="1" y="0"/>
                  </a:moveTo>
                  <a:lnTo>
                    <a:pt x="1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2" name="Google Shape;7392;p72"/>
            <p:cNvSpPr/>
            <p:nvPr/>
          </p:nvSpPr>
          <p:spPr>
            <a:xfrm>
              <a:off x="2273648" y="2107298"/>
              <a:ext cx="244" cy="68"/>
            </a:xfrm>
            <a:custGeom>
              <a:rect b="b" l="l" r="r" t="t"/>
              <a:pathLst>
                <a:path extrusionOk="0" h="5" w="18">
                  <a:moveTo>
                    <a:pt x="0" y="1"/>
                  </a:moveTo>
                  <a:lnTo>
                    <a:pt x="1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3" name="Google Shape;7393;p72"/>
            <p:cNvSpPr/>
            <p:nvPr/>
          </p:nvSpPr>
          <p:spPr>
            <a:xfrm>
              <a:off x="2276310" y="2108344"/>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4" name="Google Shape;7394;p72"/>
            <p:cNvSpPr/>
            <p:nvPr/>
          </p:nvSpPr>
          <p:spPr>
            <a:xfrm>
              <a:off x="2272168" y="2060822"/>
              <a:ext cx="258" cy="244"/>
            </a:xfrm>
            <a:custGeom>
              <a:rect b="b" l="l" r="r" t="t"/>
              <a:pathLst>
                <a:path extrusionOk="0" h="18" w="19">
                  <a:moveTo>
                    <a:pt x="18" y="0"/>
                  </a:moveTo>
                  <a:cubicBezTo>
                    <a:pt x="11" y="7"/>
                    <a:pt x="8" y="14"/>
                    <a:pt x="1" y="18"/>
                  </a:cubicBezTo>
                  <a:cubicBezTo>
                    <a:pt x="8" y="14"/>
                    <a:pt x="11" y="7"/>
                    <a:pt x="1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5" name="Google Shape;7395;p72"/>
            <p:cNvSpPr/>
            <p:nvPr/>
          </p:nvSpPr>
          <p:spPr>
            <a:xfrm>
              <a:off x="2272454" y="2060483"/>
              <a:ext cx="204" cy="244"/>
            </a:xfrm>
            <a:custGeom>
              <a:rect b="b" l="l" r="r" t="t"/>
              <a:pathLst>
                <a:path extrusionOk="0" h="18" w="15">
                  <a:moveTo>
                    <a:pt x="15" y="1"/>
                  </a:moveTo>
                  <a:cubicBezTo>
                    <a:pt x="11" y="8"/>
                    <a:pt x="8" y="15"/>
                    <a:pt x="1" y="18"/>
                  </a:cubicBezTo>
                  <a:cubicBezTo>
                    <a:pt x="8" y="15"/>
                    <a:pt x="11" y="8"/>
                    <a:pt x="1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6" name="Google Shape;7396;p72"/>
            <p:cNvSpPr/>
            <p:nvPr/>
          </p:nvSpPr>
          <p:spPr>
            <a:xfrm>
              <a:off x="2271788" y="2061148"/>
              <a:ext cx="299" cy="204"/>
            </a:xfrm>
            <a:custGeom>
              <a:rect b="b" l="l" r="r" t="t"/>
              <a:pathLst>
                <a:path extrusionOk="0" h="15" w="22">
                  <a:moveTo>
                    <a:pt x="22" y="1"/>
                  </a:moveTo>
                  <a:cubicBezTo>
                    <a:pt x="15" y="4"/>
                    <a:pt x="8" y="11"/>
                    <a:pt x="1" y="15"/>
                  </a:cubicBezTo>
                  <a:cubicBezTo>
                    <a:pt x="8" y="11"/>
                    <a:pt x="15" y="4"/>
                    <a:pt x="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7" name="Google Shape;7397;p72"/>
            <p:cNvSpPr/>
            <p:nvPr/>
          </p:nvSpPr>
          <p:spPr>
            <a:xfrm>
              <a:off x="2271693" y="2054590"/>
              <a:ext cx="1208" cy="4576"/>
            </a:xfrm>
            <a:custGeom>
              <a:rect b="b" l="l" r="r" t="t"/>
              <a:pathLst>
                <a:path extrusionOk="0" h="337" w="89">
                  <a:moveTo>
                    <a:pt x="1" y="0"/>
                  </a:moveTo>
                  <a:cubicBezTo>
                    <a:pt x="53" y="105"/>
                    <a:pt x="81" y="217"/>
                    <a:pt x="88" y="336"/>
                  </a:cubicBezTo>
                  <a:cubicBezTo>
                    <a:pt x="81" y="217"/>
                    <a:pt x="53" y="105"/>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8" name="Google Shape;7398;p72"/>
            <p:cNvSpPr/>
            <p:nvPr/>
          </p:nvSpPr>
          <p:spPr>
            <a:xfrm>
              <a:off x="2272698" y="2059953"/>
              <a:ext cx="149" cy="394"/>
            </a:xfrm>
            <a:custGeom>
              <a:rect b="b" l="l" r="r" t="t"/>
              <a:pathLst>
                <a:path extrusionOk="0" h="29" w="11">
                  <a:moveTo>
                    <a:pt x="11" y="1"/>
                  </a:moveTo>
                  <a:cubicBezTo>
                    <a:pt x="7" y="12"/>
                    <a:pt x="4" y="19"/>
                    <a:pt x="0" y="29"/>
                  </a:cubicBezTo>
                  <a:cubicBezTo>
                    <a:pt x="4" y="19"/>
                    <a:pt x="7" y="12"/>
                    <a:pt x="1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9" name="Google Shape;7399;p72"/>
            <p:cNvSpPr/>
            <p:nvPr/>
          </p:nvSpPr>
          <p:spPr>
            <a:xfrm>
              <a:off x="2270077" y="2061393"/>
              <a:ext cx="1684" cy="584"/>
            </a:xfrm>
            <a:custGeom>
              <a:rect b="b" l="l" r="r" t="t"/>
              <a:pathLst>
                <a:path extrusionOk="0" h="43" w="124">
                  <a:moveTo>
                    <a:pt x="1" y="42"/>
                  </a:moveTo>
                  <a:cubicBezTo>
                    <a:pt x="43" y="35"/>
                    <a:pt x="85" y="21"/>
                    <a:pt x="123" y="0"/>
                  </a:cubicBezTo>
                  <a:cubicBezTo>
                    <a:pt x="85" y="21"/>
                    <a:pt x="43" y="35"/>
                    <a:pt x="1" y="4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0" name="Google Shape;7400;p72"/>
            <p:cNvSpPr/>
            <p:nvPr/>
          </p:nvSpPr>
          <p:spPr>
            <a:xfrm>
              <a:off x="2295223" y="2052024"/>
              <a:ext cx="26354" cy="13985"/>
            </a:xfrm>
            <a:custGeom>
              <a:rect b="b" l="l" r="r" t="t"/>
              <a:pathLst>
                <a:path extrusionOk="0" h="1030" w="1941">
                  <a:moveTo>
                    <a:pt x="1" y="0"/>
                  </a:moveTo>
                  <a:lnTo>
                    <a:pt x="1" y="0"/>
                  </a:lnTo>
                  <a:lnTo>
                    <a:pt x="1940" y="103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1" name="Google Shape;7401;p72"/>
            <p:cNvSpPr/>
            <p:nvPr/>
          </p:nvSpPr>
          <p:spPr>
            <a:xfrm>
              <a:off x="2274259" y="2051169"/>
              <a:ext cx="3775" cy="299"/>
            </a:xfrm>
            <a:custGeom>
              <a:rect b="b" l="l" r="r" t="t"/>
              <a:pathLst>
                <a:path extrusionOk="0" h="22" w="278">
                  <a:moveTo>
                    <a:pt x="1" y="21"/>
                  </a:moveTo>
                  <a:lnTo>
                    <a:pt x="277" y="0"/>
                  </a:lnTo>
                  <a:lnTo>
                    <a:pt x="27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2" name="Google Shape;7402;p72"/>
            <p:cNvSpPr/>
            <p:nvPr/>
          </p:nvSpPr>
          <p:spPr>
            <a:xfrm>
              <a:off x="2270227" y="2064285"/>
              <a:ext cx="14" cy="109"/>
            </a:xfrm>
            <a:custGeom>
              <a:rect b="b" l="l" r="r" t="t"/>
              <a:pathLst>
                <a:path extrusionOk="0" h="8" w="1">
                  <a:moveTo>
                    <a:pt x="0"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3" name="Google Shape;7403;p72"/>
            <p:cNvSpPr/>
            <p:nvPr/>
          </p:nvSpPr>
          <p:spPr>
            <a:xfrm>
              <a:off x="2270227" y="2063579"/>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4" name="Google Shape;7404;p72"/>
            <p:cNvSpPr/>
            <p:nvPr/>
          </p:nvSpPr>
          <p:spPr>
            <a:xfrm>
              <a:off x="2264375" y="2076314"/>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5" name="Google Shape;7405;p72"/>
            <p:cNvSpPr/>
            <p:nvPr/>
          </p:nvSpPr>
          <p:spPr>
            <a:xfrm>
              <a:off x="2270227" y="206390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6" name="Google Shape;7406;p72"/>
            <p:cNvSpPr/>
            <p:nvPr/>
          </p:nvSpPr>
          <p:spPr>
            <a:xfrm>
              <a:off x="2265380" y="2075839"/>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7" name="Google Shape;7407;p72"/>
            <p:cNvSpPr/>
            <p:nvPr/>
          </p:nvSpPr>
          <p:spPr>
            <a:xfrm>
              <a:off x="2265190" y="2075880"/>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8" name="Google Shape;7408;p72"/>
            <p:cNvSpPr/>
            <p:nvPr/>
          </p:nvSpPr>
          <p:spPr>
            <a:xfrm>
              <a:off x="2263900" y="2076599"/>
              <a:ext cx="258" cy="109"/>
            </a:xfrm>
            <a:custGeom>
              <a:rect b="b" l="l" r="r" t="t"/>
              <a:pathLst>
                <a:path extrusionOk="0" h="8" w="19">
                  <a:moveTo>
                    <a:pt x="1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9" name="Google Shape;7409;p72"/>
            <p:cNvSpPr/>
            <p:nvPr/>
          </p:nvSpPr>
          <p:spPr>
            <a:xfrm>
              <a:off x="2265000" y="2075975"/>
              <a:ext cx="109" cy="68"/>
            </a:xfrm>
            <a:custGeom>
              <a:rect b="b" l="l" r="r" t="t"/>
              <a:pathLst>
                <a:path extrusionOk="0" h="5" w="8">
                  <a:moveTo>
                    <a:pt x="7"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0" name="Google Shape;7410;p72"/>
            <p:cNvSpPr/>
            <p:nvPr/>
          </p:nvSpPr>
          <p:spPr>
            <a:xfrm>
              <a:off x="2264714" y="2076124"/>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1" name="Google Shape;7411;p72"/>
            <p:cNvSpPr/>
            <p:nvPr/>
          </p:nvSpPr>
          <p:spPr>
            <a:xfrm>
              <a:off x="2262949" y="2077210"/>
              <a:ext cx="163" cy="109"/>
            </a:xfrm>
            <a:custGeom>
              <a:rect b="b" l="l" r="r" t="t"/>
              <a:pathLst>
                <a:path extrusionOk="0" h="8" w="12">
                  <a:moveTo>
                    <a:pt x="1" y="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2" name="Google Shape;7412;p72"/>
            <p:cNvSpPr/>
            <p:nvPr/>
          </p:nvSpPr>
          <p:spPr>
            <a:xfrm>
              <a:off x="2270077" y="2062058"/>
              <a:ext cx="14" cy="204"/>
            </a:xfrm>
            <a:custGeom>
              <a:rect b="b" l="l" r="r" t="t"/>
              <a:pathLst>
                <a:path extrusionOk="0" h="15" w="1">
                  <a:moveTo>
                    <a:pt x="1" y="0"/>
                  </a:moveTo>
                  <a:lnTo>
                    <a:pt x="1"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3" name="Google Shape;7413;p72"/>
            <p:cNvSpPr/>
            <p:nvPr/>
          </p:nvSpPr>
          <p:spPr>
            <a:xfrm>
              <a:off x="2270132" y="2062574"/>
              <a:ext cx="14" cy="163"/>
            </a:xfrm>
            <a:custGeom>
              <a:rect b="b" l="l" r="r" t="t"/>
              <a:pathLst>
                <a:path extrusionOk="0" h="12" w="1">
                  <a:moveTo>
                    <a:pt x="0"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4" name="Google Shape;7414;p72"/>
            <p:cNvSpPr/>
            <p:nvPr/>
          </p:nvSpPr>
          <p:spPr>
            <a:xfrm>
              <a:off x="2263289" y="2076830"/>
              <a:ext cx="394" cy="258"/>
            </a:xfrm>
            <a:custGeom>
              <a:rect b="b" l="l" r="r" t="t"/>
              <a:pathLst>
                <a:path extrusionOk="0" h="19" w="29">
                  <a:moveTo>
                    <a:pt x="28"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5" name="Google Shape;7415;p72"/>
            <p:cNvSpPr/>
            <p:nvPr/>
          </p:nvSpPr>
          <p:spPr>
            <a:xfrm>
              <a:off x="2270173" y="206310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6" name="Google Shape;7416;p72"/>
            <p:cNvSpPr/>
            <p:nvPr/>
          </p:nvSpPr>
          <p:spPr>
            <a:xfrm>
              <a:off x="2334109" y="212622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7" name="Google Shape;7417;p72"/>
            <p:cNvSpPr/>
            <p:nvPr/>
          </p:nvSpPr>
          <p:spPr>
            <a:xfrm>
              <a:off x="2334204" y="2126076"/>
              <a:ext cx="14" cy="68"/>
            </a:xfrm>
            <a:custGeom>
              <a:rect b="b" l="l" r="r" t="t"/>
              <a:pathLst>
                <a:path extrusionOk="0" h="5" w="1">
                  <a:moveTo>
                    <a:pt x="0" y="1"/>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8" name="Google Shape;7418;p72"/>
            <p:cNvSpPr/>
            <p:nvPr/>
          </p:nvSpPr>
          <p:spPr>
            <a:xfrm>
              <a:off x="2334150" y="212613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9" name="Google Shape;7419;p72"/>
            <p:cNvSpPr/>
            <p:nvPr/>
          </p:nvSpPr>
          <p:spPr>
            <a:xfrm>
              <a:off x="2334204" y="2126035"/>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0" name="Google Shape;7420;p72"/>
            <p:cNvSpPr/>
            <p:nvPr/>
          </p:nvSpPr>
          <p:spPr>
            <a:xfrm>
              <a:off x="2334055" y="212632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1" name="Google Shape;7421;p72"/>
            <p:cNvSpPr/>
            <p:nvPr/>
          </p:nvSpPr>
          <p:spPr>
            <a:xfrm>
              <a:off x="2334109" y="212626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2" name="Google Shape;7422;p72"/>
            <p:cNvSpPr/>
            <p:nvPr/>
          </p:nvSpPr>
          <p:spPr>
            <a:xfrm>
              <a:off x="2336580" y="2124365"/>
              <a:ext cx="204" cy="163"/>
            </a:xfrm>
            <a:custGeom>
              <a:rect b="b" l="l" r="r" t="t"/>
              <a:pathLst>
                <a:path extrusionOk="0" h="12" w="15">
                  <a:moveTo>
                    <a:pt x="14"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3" name="Google Shape;7423;p72"/>
            <p:cNvSpPr/>
            <p:nvPr/>
          </p:nvSpPr>
          <p:spPr>
            <a:xfrm>
              <a:off x="2304306" y="2129782"/>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4" name="Google Shape;7424;p72"/>
            <p:cNvSpPr/>
            <p:nvPr/>
          </p:nvSpPr>
          <p:spPr>
            <a:xfrm>
              <a:off x="2337245" y="2123985"/>
              <a:ext cx="299" cy="163"/>
            </a:xfrm>
            <a:custGeom>
              <a:rect b="b" l="l" r="r" t="t"/>
              <a:pathLst>
                <a:path extrusionOk="0" h="12" w="22">
                  <a:moveTo>
                    <a:pt x="2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5" name="Google Shape;7425;p72"/>
            <p:cNvSpPr/>
            <p:nvPr/>
          </p:nvSpPr>
          <p:spPr>
            <a:xfrm>
              <a:off x="2317952" y="2130217"/>
              <a:ext cx="584" cy="54"/>
            </a:xfrm>
            <a:custGeom>
              <a:rect b="b" l="l" r="r" t="t"/>
              <a:pathLst>
                <a:path extrusionOk="0" h="4" w="43">
                  <a:moveTo>
                    <a:pt x="0" y="0"/>
                  </a:moveTo>
                  <a:cubicBezTo>
                    <a:pt x="14" y="0"/>
                    <a:pt x="28" y="0"/>
                    <a:pt x="42" y="4"/>
                  </a:cubicBezTo>
                  <a:cubicBezTo>
                    <a:pt x="28" y="0"/>
                    <a:pt x="14" y="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6" name="Google Shape;7426;p72"/>
            <p:cNvSpPr/>
            <p:nvPr/>
          </p:nvSpPr>
          <p:spPr>
            <a:xfrm>
              <a:off x="2304687" y="2129782"/>
              <a:ext cx="204" cy="14"/>
            </a:xfrm>
            <a:custGeom>
              <a:rect b="b" l="l" r="r" t="t"/>
              <a:pathLst>
                <a:path extrusionOk="0" h="1" w="15">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7" name="Google Shape;7427;p72"/>
            <p:cNvSpPr/>
            <p:nvPr/>
          </p:nvSpPr>
          <p:spPr>
            <a:xfrm>
              <a:off x="2318658" y="2130312"/>
              <a:ext cx="3245" cy="312"/>
            </a:xfrm>
            <a:custGeom>
              <a:rect b="b" l="l" r="r" t="t"/>
              <a:pathLst>
                <a:path extrusionOk="0" h="23" w="239">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8" name="Google Shape;7428;p72"/>
            <p:cNvSpPr/>
            <p:nvPr/>
          </p:nvSpPr>
          <p:spPr>
            <a:xfrm>
              <a:off x="2336241" y="2124555"/>
              <a:ext cx="258" cy="109"/>
            </a:xfrm>
            <a:custGeom>
              <a:rect b="b" l="l" r="r" t="t"/>
              <a:pathLst>
                <a:path extrusionOk="0" h="8" w="19">
                  <a:moveTo>
                    <a:pt x="18"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9" name="Google Shape;7429;p72"/>
            <p:cNvSpPr/>
            <p:nvPr/>
          </p:nvSpPr>
          <p:spPr>
            <a:xfrm>
              <a:off x="2336010" y="2124704"/>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0" name="Google Shape;7430;p72"/>
            <p:cNvSpPr/>
            <p:nvPr/>
          </p:nvSpPr>
          <p:spPr>
            <a:xfrm>
              <a:off x="2335725" y="2124895"/>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1" name="Google Shape;7431;p72"/>
            <p:cNvSpPr/>
            <p:nvPr/>
          </p:nvSpPr>
          <p:spPr>
            <a:xfrm>
              <a:off x="2341237" y="2121989"/>
              <a:ext cx="530" cy="258"/>
            </a:xfrm>
            <a:custGeom>
              <a:rect b="b" l="l" r="r" t="t"/>
              <a:pathLst>
                <a:path extrusionOk="0" h="19" w="39">
                  <a:moveTo>
                    <a:pt x="39"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2" name="Google Shape;7432;p72"/>
            <p:cNvSpPr/>
            <p:nvPr/>
          </p:nvSpPr>
          <p:spPr>
            <a:xfrm>
              <a:off x="2336865" y="2124229"/>
              <a:ext cx="299" cy="109"/>
            </a:xfrm>
            <a:custGeom>
              <a:rect b="b" l="l" r="r" t="t"/>
              <a:pathLst>
                <a:path extrusionOk="0" h="8" w="22">
                  <a:moveTo>
                    <a:pt x="2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3" name="Google Shape;7433;p72"/>
            <p:cNvSpPr/>
            <p:nvPr/>
          </p:nvSpPr>
          <p:spPr>
            <a:xfrm>
              <a:off x="2339472" y="2122844"/>
              <a:ext cx="448" cy="204"/>
            </a:xfrm>
            <a:custGeom>
              <a:rect b="b" l="l" r="r" t="t"/>
              <a:pathLst>
                <a:path extrusionOk="0" h="15" w="33">
                  <a:moveTo>
                    <a:pt x="32"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4" name="Google Shape;7434;p72"/>
            <p:cNvSpPr/>
            <p:nvPr/>
          </p:nvSpPr>
          <p:spPr>
            <a:xfrm>
              <a:off x="2301876" y="2129457"/>
              <a:ext cx="679" cy="109"/>
            </a:xfrm>
            <a:custGeom>
              <a:rect b="b" l="l" r="r" t="t"/>
              <a:pathLst>
                <a:path extrusionOk="0" h="8" w="50">
                  <a:moveTo>
                    <a:pt x="1" y="0"/>
                  </a:moveTo>
                  <a:lnTo>
                    <a:pt x="5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5" name="Google Shape;7435;p72"/>
            <p:cNvSpPr/>
            <p:nvPr/>
          </p:nvSpPr>
          <p:spPr>
            <a:xfrm>
              <a:off x="2340572" y="2122274"/>
              <a:ext cx="530" cy="258"/>
            </a:xfrm>
            <a:custGeom>
              <a:rect b="b" l="l" r="r" t="t"/>
              <a:pathLst>
                <a:path extrusionOk="0" h="19" w="39">
                  <a:moveTo>
                    <a:pt x="39"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6" name="Google Shape;7436;p72"/>
            <p:cNvSpPr/>
            <p:nvPr/>
          </p:nvSpPr>
          <p:spPr>
            <a:xfrm>
              <a:off x="2334340" y="2125886"/>
              <a:ext cx="68" cy="68"/>
            </a:xfrm>
            <a:custGeom>
              <a:rect b="b" l="l" r="r" t="t"/>
              <a:pathLst>
                <a:path extrusionOk="0" h="5" w="5">
                  <a:moveTo>
                    <a:pt x="1" y="4"/>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7" name="Google Shape;7437;p72"/>
            <p:cNvSpPr/>
            <p:nvPr/>
          </p:nvSpPr>
          <p:spPr>
            <a:xfrm>
              <a:off x="2338956" y="2123129"/>
              <a:ext cx="394" cy="163"/>
            </a:xfrm>
            <a:custGeom>
              <a:rect b="b" l="l" r="r" t="t"/>
              <a:pathLst>
                <a:path extrusionOk="0" h="12" w="29">
                  <a:moveTo>
                    <a:pt x="28"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8" name="Google Shape;7438;p72"/>
            <p:cNvSpPr/>
            <p:nvPr/>
          </p:nvSpPr>
          <p:spPr>
            <a:xfrm>
              <a:off x="2327307" y="2127406"/>
              <a:ext cx="1684" cy="638"/>
            </a:xfrm>
            <a:custGeom>
              <a:rect b="b" l="l" r="r" t="t"/>
              <a:pathLst>
                <a:path extrusionOk="0" h="47" w="124">
                  <a:moveTo>
                    <a:pt x="1" y="29"/>
                  </a:moveTo>
                  <a:cubicBezTo>
                    <a:pt x="43" y="46"/>
                    <a:pt x="95" y="36"/>
                    <a:pt x="123" y="1"/>
                  </a:cubicBezTo>
                  <a:cubicBezTo>
                    <a:pt x="95" y="36"/>
                    <a:pt x="43" y="46"/>
                    <a:pt x="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9" name="Google Shape;7439;p72"/>
            <p:cNvSpPr/>
            <p:nvPr/>
          </p:nvSpPr>
          <p:spPr>
            <a:xfrm>
              <a:off x="2338481" y="2123374"/>
              <a:ext cx="339" cy="149"/>
            </a:xfrm>
            <a:custGeom>
              <a:rect b="b" l="l" r="r" t="t"/>
              <a:pathLst>
                <a:path extrusionOk="0" h="11" w="25">
                  <a:moveTo>
                    <a:pt x="25"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0" name="Google Shape;7440;p72"/>
            <p:cNvSpPr/>
            <p:nvPr/>
          </p:nvSpPr>
          <p:spPr>
            <a:xfrm>
              <a:off x="2328977" y="2126361"/>
              <a:ext cx="3815" cy="1059"/>
            </a:xfrm>
            <a:custGeom>
              <a:rect b="b" l="l" r="r" t="t"/>
              <a:pathLst>
                <a:path extrusionOk="0" h="78" w="281">
                  <a:moveTo>
                    <a:pt x="0" y="78"/>
                  </a:moveTo>
                  <a:cubicBezTo>
                    <a:pt x="88" y="1"/>
                    <a:pt x="200" y="4"/>
                    <a:pt x="280" y="8"/>
                  </a:cubicBezTo>
                  <a:cubicBezTo>
                    <a:pt x="200" y="4"/>
                    <a:pt x="88" y="1"/>
                    <a:pt x="0" y="7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1" name="Google Shape;7441;p72"/>
            <p:cNvSpPr/>
            <p:nvPr/>
          </p:nvSpPr>
          <p:spPr>
            <a:xfrm>
              <a:off x="2302691" y="2129592"/>
              <a:ext cx="489" cy="68"/>
            </a:xfrm>
            <a:custGeom>
              <a:rect b="b" l="l" r="r" t="t"/>
              <a:pathLst>
                <a:path extrusionOk="0" h="5" w="36">
                  <a:moveTo>
                    <a:pt x="35"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2" name="Google Shape;7442;p72"/>
            <p:cNvSpPr/>
            <p:nvPr/>
          </p:nvSpPr>
          <p:spPr>
            <a:xfrm>
              <a:off x="2334245" y="2125981"/>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3" name="Google Shape;7443;p72"/>
            <p:cNvSpPr/>
            <p:nvPr/>
          </p:nvSpPr>
          <p:spPr>
            <a:xfrm>
              <a:off x="2334489" y="2125750"/>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4" name="Google Shape;7444;p72"/>
            <p:cNvSpPr/>
            <p:nvPr/>
          </p:nvSpPr>
          <p:spPr>
            <a:xfrm>
              <a:off x="2303302" y="2129647"/>
              <a:ext cx="394" cy="54"/>
            </a:xfrm>
            <a:custGeom>
              <a:rect b="b" l="l" r="r" t="t"/>
              <a:pathLst>
                <a:path extrusionOk="0" h="4" w="29">
                  <a:moveTo>
                    <a:pt x="29"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5" name="Google Shape;7445;p72"/>
            <p:cNvSpPr/>
            <p:nvPr/>
          </p:nvSpPr>
          <p:spPr>
            <a:xfrm>
              <a:off x="2333294" y="212645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6" name="Google Shape;7446;p72"/>
            <p:cNvSpPr/>
            <p:nvPr/>
          </p:nvSpPr>
          <p:spPr>
            <a:xfrm>
              <a:off x="2334394" y="2125845"/>
              <a:ext cx="54" cy="54"/>
            </a:xfrm>
            <a:custGeom>
              <a:rect b="b" l="l" r="r" t="t"/>
              <a:pathLst>
                <a:path extrusionOk="0" h="4" w="4">
                  <a:moveTo>
                    <a:pt x="4"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7" name="Google Shape;7447;p72"/>
            <p:cNvSpPr/>
            <p:nvPr/>
          </p:nvSpPr>
          <p:spPr>
            <a:xfrm>
              <a:off x="2340002" y="2122559"/>
              <a:ext cx="489" cy="258"/>
            </a:xfrm>
            <a:custGeom>
              <a:rect b="b" l="l" r="r" t="t"/>
              <a:pathLst>
                <a:path extrusionOk="0" h="19" w="36">
                  <a:moveTo>
                    <a:pt x="35" y="1"/>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8" name="Google Shape;7448;p72"/>
            <p:cNvSpPr/>
            <p:nvPr/>
          </p:nvSpPr>
          <p:spPr>
            <a:xfrm>
              <a:off x="2334530" y="2125655"/>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9" name="Google Shape;7449;p72"/>
            <p:cNvSpPr/>
            <p:nvPr/>
          </p:nvSpPr>
          <p:spPr>
            <a:xfrm>
              <a:off x="2305202" y="2129837"/>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0" name="Google Shape;7450;p72"/>
            <p:cNvSpPr/>
            <p:nvPr/>
          </p:nvSpPr>
          <p:spPr>
            <a:xfrm>
              <a:off x="2335100" y="2125275"/>
              <a:ext cx="163" cy="109"/>
            </a:xfrm>
            <a:custGeom>
              <a:rect b="b" l="l" r="r" t="t"/>
              <a:pathLst>
                <a:path extrusionOk="0" h="8" w="12">
                  <a:moveTo>
                    <a:pt x="11"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1" name="Google Shape;7451;p72"/>
            <p:cNvSpPr/>
            <p:nvPr/>
          </p:nvSpPr>
          <p:spPr>
            <a:xfrm>
              <a:off x="2334964" y="212537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2" name="Google Shape;7452;p72"/>
            <p:cNvSpPr/>
            <p:nvPr/>
          </p:nvSpPr>
          <p:spPr>
            <a:xfrm>
              <a:off x="2335535" y="2124990"/>
              <a:ext cx="149" cy="109"/>
            </a:xfrm>
            <a:custGeom>
              <a:rect b="b" l="l" r="r" t="t"/>
              <a:pathLst>
                <a:path extrusionOk="0" h="8" w="11">
                  <a:moveTo>
                    <a:pt x="11"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3" name="Google Shape;7453;p72"/>
            <p:cNvSpPr/>
            <p:nvPr/>
          </p:nvSpPr>
          <p:spPr>
            <a:xfrm>
              <a:off x="2338046" y="2123605"/>
              <a:ext cx="299" cy="163"/>
            </a:xfrm>
            <a:custGeom>
              <a:rect b="b" l="l" r="r" t="t"/>
              <a:pathLst>
                <a:path extrusionOk="0" h="12" w="22">
                  <a:moveTo>
                    <a:pt x="22"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4" name="Google Shape;7454;p72"/>
            <p:cNvSpPr/>
            <p:nvPr/>
          </p:nvSpPr>
          <p:spPr>
            <a:xfrm>
              <a:off x="2303831" y="2129742"/>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5" name="Google Shape;7455;p72"/>
            <p:cNvSpPr/>
            <p:nvPr/>
          </p:nvSpPr>
          <p:spPr>
            <a:xfrm>
              <a:off x="2335290" y="2125125"/>
              <a:ext cx="163" cy="109"/>
            </a:xfrm>
            <a:custGeom>
              <a:rect b="b" l="l" r="r" t="t"/>
              <a:pathLst>
                <a:path extrusionOk="0" h="8" w="12">
                  <a:moveTo>
                    <a:pt x="11"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6" name="Google Shape;7456;p72"/>
            <p:cNvSpPr/>
            <p:nvPr/>
          </p:nvSpPr>
          <p:spPr>
            <a:xfrm>
              <a:off x="2334679" y="2125560"/>
              <a:ext cx="109" cy="109"/>
            </a:xfrm>
            <a:custGeom>
              <a:rect b="b" l="l" r="r" t="t"/>
              <a:pathLst>
                <a:path extrusionOk="0" h="8" w="8">
                  <a:moveTo>
                    <a:pt x="7"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7" name="Google Shape;7457;p72"/>
            <p:cNvSpPr/>
            <p:nvPr/>
          </p:nvSpPr>
          <p:spPr>
            <a:xfrm>
              <a:off x="2337626" y="2123795"/>
              <a:ext cx="299" cy="163"/>
            </a:xfrm>
            <a:custGeom>
              <a:rect b="b" l="l" r="r" t="t"/>
              <a:pathLst>
                <a:path extrusionOk="0" h="12" w="22">
                  <a:moveTo>
                    <a:pt x="21" y="1"/>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8" name="Google Shape;7458;p72"/>
            <p:cNvSpPr/>
            <p:nvPr/>
          </p:nvSpPr>
          <p:spPr>
            <a:xfrm>
              <a:off x="2334815" y="2125465"/>
              <a:ext cx="109" cy="109"/>
            </a:xfrm>
            <a:custGeom>
              <a:rect b="b" l="l" r="r" t="t"/>
              <a:pathLst>
                <a:path extrusionOk="0" h="8" w="8">
                  <a:moveTo>
                    <a:pt x="8"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9" name="Google Shape;7459;p72"/>
            <p:cNvSpPr/>
            <p:nvPr/>
          </p:nvSpPr>
          <p:spPr>
            <a:xfrm>
              <a:off x="2286819" y="2116381"/>
              <a:ext cx="21398" cy="53672"/>
            </a:xfrm>
            <a:custGeom>
              <a:rect b="b" l="l" r="r" t="t"/>
              <a:pathLst>
                <a:path extrusionOk="0" h="3953" w="1576">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0" name="Google Shape;7460;p72"/>
            <p:cNvSpPr/>
            <p:nvPr/>
          </p:nvSpPr>
          <p:spPr>
            <a:xfrm>
              <a:off x="2291041" y="2116476"/>
              <a:ext cx="1589" cy="3435"/>
            </a:xfrm>
            <a:custGeom>
              <a:rect b="b" l="l" r="r" t="t"/>
              <a:pathLst>
                <a:path extrusionOk="0" h="253" w="117">
                  <a:moveTo>
                    <a:pt x="1" y="1"/>
                  </a:moveTo>
                  <a:lnTo>
                    <a:pt x="1" y="1"/>
                  </a:lnTo>
                  <a:cubicBezTo>
                    <a:pt x="43" y="81"/>
                    <a:pt x="81" y="165"/>
                    <a:pt x="116" y="253"/>
                  </a:cubicBezTo>
                  <a:cubicBezTo>
                    <a:pt x="81" y="165"/>
                    <a:pt x="43" y="8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1" name="Google Shape;7461;p72"/>
            <p:cNvSpPr/>
            <p:nvPr/>
          </p:nvSpPr>
          <p:spPr>
            <a:xfrm>
              <a:off x="2287484" y="2138431"/>
              <a:ext cx="1534" cy="5906"/>
            </a:xfrm>
            <a:custGeom>
              <a:rect b="b" l="l" r="r" t="t"/>
              <a:pathLst>
                <a:path extrusionOk="0" h="435" w="113">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2" name="Google Shape;7462;p72"/>
            <p:cNvSpPr/>
            <p:nvPr/>
          </p:nvSpPr>
          <p:spPr>
            <a:xfrm>
              <a:off x="2292942" y="2120903"/>
              <a:ext cx="68" cy="149"/>
            </a:xfrm>
            <a:custGeom>
              <a:rect b="b" l="l" r="r" t="t"/>
              <a:pathLst>
                <a:path extrusionOk="0" h="11" w="5">
                  <a:moveTo>
                    <a:pt x="4"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3" name="Google Shape;7463;p72"/>
            <p:cNvSpPr/>
            <p:nvPr/>
          </p:nvSpPr>
          <p:spPr>
            <a:xfrm>
              <a:off x="2292711" y="2120183"/>
              <a:ext cx="109" cy="353"/>
            </a:xfrm>
            <a:custGeom>
              <a:rect b="b" l="l" r="r" t="t"/>
              <a:pathLst>
                <a:path extrusionOk="0" h="26" w="8">
                  <a:moveTo>
                    <a:pt x="7" y="2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4" name="Google Shape;7464;p72"/>
            <p:cNvSpPr/>
            <p:nvPr/>
          </p:nvSpPr>
          <p:spPr>
            <a:xfrm>
              <a:off x="2293376" y="2122464"/>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5" name="Google Shape;7465;p72"/>
            <p:cNvSpPr/>
            <p:nvPr/>
          </p:nvSpPr>
          <p:spPr>
            <a:xfrm>
              <a:off x="2287049" y="2144324"/>
              <a:ext cx="448" cy="1398"/>
            </a:xfrm>
            <a:custGeom>
              <a:rect b="b" l="l" r="r" t="t"/>
              <a:pathLst>
                <a:path extrusionOk="0" h="103" w="33">
                  <a:moveTo>
                    <a:pt x="1" y="103"/>
                  </a:moveTo>
                  <a:cubicBezTo>
                    <a:pt x="15" y="71"/>
                    <a:pt x="25" y="36"/>
                    <a:pt x="32" y="1"/>
                  </a:cubicBezTo>
                  <a:cubicBezTo>
                    <a:pt x="25" y="36"/>
                    <a:pt x="15" y="71"/>
                    <a:pt x="1" y="10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6" name="Google Shape;7466;p72"/>
            <p:cNvSpPr/>
            <p:nvPr/>
          </p:nvSpPr>
          <p:spPr>
            <a:xfrm>
              <a:off x="2293281" y="2122043"/>
              <a:ext cx="14" cy="54"/>
            </a:xfrm>
            <a:custGeom>
              <a:rect b="b" l="l" r="r" t="t"/>
              <a:pathLst>
                <a:path extrusionOk="0" h="4" w="1">
                  <a:moveTo>
                    <a:pt x="0"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7" name="Google Shape;7467;p72"/>
            <p:cNvSpPr/>
            <p:nvPr/>
          </p:nvSpPr>
          <p:spPr>
            <a:xfrm>
              <a:off x="2287769" y="2147800"/>
              <a:ext cx="54" cy="163"/>
            </a:xfrm>
            <a:custGeom>
              <a:rect b="b" l="l" r="r" t="t"/>
              <a:pathLst>
                <a:path extrusionOk="0" h="12" w="4">
                  <a:moveTo>
                    <a:pt x="4"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8" name="Google Shape;7468;p72"/>
            <p:cNvSpPr/>
            <p:nvPr/>
          </p:nvSpPr>
          <p:spPr>
            <a:xfrm>
              <a:off x="2288000" y="2148180"/>
              <a:ext cx="258" cy="163"/>
            </a:xfrm>
            <a:custGeom>
              <a:rect b="b" l="l" r="r" t="t"/>
              <a:pathLst>
                <a:path extrusionOk="0" h="12" w="19">
                  <a:moveTo>
                    <a:pt x="18" y="11"/>
                  </a:moveTo>
                  <a:cubicBezTo>
                    <a:pt x="11" y="8"/>
                    <a:pt x="8" y="4"/>
                    <a:pt x="1" y="1"/>
                  </a:cubicBezTo>
                  <a:cubicBezTo>
                    <a:pt x="8" y="4"/>
                    <a:pt x="11" y="8"/>
                    <a:pt x="18"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9" name="Google Shape;7469;p72"/>
            <p:cNvSpPr/>
            <p:nvPr/>
          </p:nvSpPr>
          <p:spPr>
            <a:xfrm>
              <a:off x="2295467" y="2150705"/>
              <a:ext cx="720" cy="109"/>
            </a:xfrm>
            <a:custGeom>
              <a:rect b="b" l="l" r="r" t="t"/>
              <a:pathLst>
                <a:path extrusionOk="0" h="8" w="53">
                  <a:moveTo>
                    <a:pt x="0" y="7"/>
                  </a:moveTo>
                  <a:cubicBezTo>
                    <a:pt x="18" y="4"/>
                    <a:pt x="35" y="0"/>
                    <a:pt x="53" y="0"/>
                  </a:cubicBezTo>
                  <a:cubicBezTo>
                    <a:pt x="35" y="0"/>
                    <a:pt x="18" y="4"/>
                    <a:pt x="0"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0" name="Google Shape;7470;p72"/>
            <p:cNvSpPr/>
            <p:nvPr/>
          </p:nvSpPr>
          <p:spPr>
            <a:xfrm>
              <a:off x="2288760" y="2148709"/>
              <a:ext cx="299" cy="299"/>
            </a:xfrm>
            <a:custGeom>
              <a:rect b="b" l="l" r="r" t="t"/>
              <a:pathLst>
                <a:path extrusionOk="0" h="22" w="22">
                  <a:moveTo>
                    <a:pt x="22" y="2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1" name="Google Shape;7471;p72"/>
            <p:cNvSpPr/>
            <p:nvPr/>
          </p:nvSpPr>
          <p:spPr>
            <a:xfrm>
              <a:off x="2288285" y="2148370"/>
              <a:ext cx="353" cy="258"/>
            </a:xfrm>
            <a:custGeom>
              <a:rect b="b" l="l" r="r" t="t"/>
              <a:pathLst>
                <a:path extrusionOk="0" h="19" w="26">
                  <a:moveTo>
                    <a:pt x="25" y="18"/>
                  </a:moveTo>
                  <a:cubicBezTo>
                    <a:pt x="18" y="11"/>
                    <a:pt x="8" y="8"/>
                    <a:pt x="1" y="1"/>
                  </a:cubicBezTo>
                  <a:cubicBezTo>
                    <a:pt x="8" y="8"/>
                    <a:pt x="18" y="11"/>
                    <a:pt x="2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2" name="Google Shape;7472;p72"/>
            <p:cNvSpPr/>
            <p:nvPr/>
          </p:nvSpPr>
          <p:spPr>
            <a:xfrm>
              <a:off x="2294748" y="2150800"/>
              <a:ext cx="543" cy="109"/>
            </a:xfrm>
            <a:custGeom>
              <a:rect b="b" l="l" r="r" t="t"/>
              <a:pathLst>
                <a:path extrusionOk="0" h="8" w="40">
                  <a:moveTo>
                    <a:pt x="39" y="0"/>
                  </a:moveTo>
                  <a:cubicBezTo>
                    <a:pt x="25" y="0"/>
                    <a:pt x="11" y="4"/>
                    <a:pt x="1" y="7"/>
                  </a:cubicBezTo>
                  <a:cubicBezTo>
                    <a:pt x="11" y="4"/>
                    <a:pt x="25" y="4"/>
                    <a:pt x="3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3" name="Google Shape;7473;p72"/>
            <p:cNvSpPr/>
            <p:nvPr/>
          </p:nvSpPr>
          <p:spPr>
            <a:xfrm>
              <a:off x="2293227" y="2151126"/>
              <a:ext cx="638" cy="204"/>
            </a:xfrm>
            <a:custGeom>
              <a:rect b="b" l="l" r="r" t="t"/>
              <a:pathLst>
                <a:path extrusionOk="0" h="15" w="47">
                  <a:moveTo>
                    <a:pt x="46"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4" name="Google Shape;7474;p72"/>
            <p:cNvSpPr/>
            <p:nvPr/>
          </p:nvSpPr>
          <p:spPr>
            <a:xfrm>
              <a:off x="2296703" y="2150800"/>
              <a:ext cx="204" cy="14"/>
            </a:xfrm>
            <a:custGeom>
              <a:rect b="b" l="l" r="r" t="t"/>
              <a:pathLst>
                <a:path extrusionOk="0" h="1" w="15">
                  <a:moveTo>
                    <a:pt x="14"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5" name="Google Shape;7475;p72"/>
            <p:cNvSpPr/>
            <p:nvPr/>
          </p:nvSpPr>
          <p:spPr>
            <a:xfrm>
              <a:off x="2289195" y="2149130"/>
              <a:ext cx="489" cy="394"/>
            </a:xfrm>
            <a:custGeom>
              <a:rect b="b" l="l" r="r" t="t"/>
              <a:pathLst>
                <a:path extrusionOk="0" h="29" w="36">
                  <a:moveTo>
                    <a:pt x="35" y="29"/>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6" name="Google Shape;7476;p72"/>
            <p:cNvSpPr/>
            <p:nvPr/>
          </p:nvSpPr>
          <p:spPr>
            <a:xfrm>
              <a:off x="2297273" y="2150895"/>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7" name="Google Shape;7477;p72"/>
            <p:cNvSpPr/>
            <p:nvPr/>
          </p:nvSpPr>
          <p:spPr>
            <a:xfrm>
              <a:off x="2293987" y="2150936"/>
              <a:ext cx="543" cy="163"/>
            </a:xfrm>
            <a:custGeom>
              <a:rect b="b" l="l" r="r" t="t"/>
              <a:pathLst>
                <a:path extrusionOk="0" h="12" w="40">
                  <a:moveTo>
                    <a:pt x="39"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8" name="Google Shape;7478;p72"/>
            <p:cNvSpPr/>
            <p:nvPr/>
          </p:nvSpPr>
          <p:spPr>
            <a:xfrm>
              <a:off x="2306913" y="2152701"/>
              <a:ext cx="258" cy="299"/>
            </a:xfrm>
            <a:custGeom>
              <a:rect b="b" l="l" r="r" t="t"/>
              <a:pathLst>
                <a:path extrusionOk="0" h="22" w="19">
                  <a:moveTo>
                    <a:pt x="1" y="0"/>
                  </a:moveTo>
                  <a:lnTo>
                    <a:pt x="18" y="2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9" name="Google Shape;7479;p72"/>
            <p:cNvSpPr/>
            <p:nvPr/>
          </p:nvSpPr>
          <p:spPr>
            <a:xfrm>
              <a:off x="2307293" y="2153081"/>
              <a:ext cx="299" cy="339"/>
            </a:xfrm>
            <a:custGeom>
              <a:rect b="b" l="l" r="r" t="t"/>
              <a:pathLst>
                <a:path extrusionOk="0" h="25" w="22">
                  <a:moveTo>
                    <a:pt x="1" y="0"/>
                  </a:moveTo>
                  <a:lnTo>
                    <a:pt x="22"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0" name="Google Shape;7480;p72"/>
            <p:cNvSpPr/>
            <p:nvPr/>
          </p:nvSpPr>
          <p:spPr>
            <a:xfrm>
              <a:off x="2305352" y="2151126"/>
              <a:ext cx="530" cy="543"/>
            </a:xfrm>
            <a:custGeom>
              <a:rect b="b" l="l" r="r" t="t"/>
              <a:pathLst>
                <a:path extrusionOk="0" h="40" w="39">
                  <a:moveTo>
                    <a:pt x="0" y="1"/>
                  </a:moveTo>
                  <a:lnTo>
                    <a:pt x="39" y="39"/>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1" name="Google Shape;7481;p72"/>
            <p:cNvSpPr/>
            <p:nvPr/>
          </p:nvSpPr>
          <p:spPr>
            <a:xfrm>
              <a:off x="2305922" y="2151697"/>
              <a:ext cx="434" cy="448"/>
            </a:xfrm>
            <a:custGeom>
              <a:rect b="b" l="l" r="r" t="t"/>
              <a:pathLst>
                <a:path extrusionOk="0" h="33" w="32">
                  <a:moveTo>
                    <a:pt x="0" y="1"/>
                  </a:moveTo>
                  <a:lnTo>
                    <a:pt x="32"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2" name="Google Shape;7482;p72"/>
            <p:cNvSpPr/>
            <p:nvPr/>
          </p:nvSpPr>
          <p:spPr>
            <a:xfrm>
              <a:off x="2308108" y="2154792"/>
              <a:ext cx="149" cy="910"/>
            </a:xfrm>
            <a:custGeom>
              <a:rect b="b" l="l" r="r" t="t"/>
              <a:pathLst>
                <a:path extrusionOk="0" h="67" w="11">
                  <a:moveTo>
                    <a:pt x="11" y="0"/>
                  </a:moveTo>
                  <a:cubicBezTo>
                    <a:pt x="11" y="21"/>
                    <a:pt x="7" y="42"/>
                    <a:pt x="0" y="67"/>
                  </a:cubicBezTo>
                  <a:cubicBezTo>
                    <a:pt x="7" y="42"/>
                    <a:pt x="11" y="21"/>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3" name="Google Shape;7483;p72"/>
            <p:cNvSpPr/>
            <p:nvPr/>
          </p:nvSpPr>
          <p:spPr>
            <a:xfrm>
              <a:off x="2306492" y="2152267"/>
              <a:ext cx="299" cy="299"/>
            </a:xfrm>
            <a:custGeom>
              <a:rect b="b" l="l" r="r" t="t"/>
              <a:pathLst>
                <a:path extrusionOk="0" h="22" w="22">
                  <a:moveTo>
                    <a:pt x="0" y="1"/>
                  </a:moveTo>
                  <a:lnTo>
                    <a:pt x="21"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4" name="Google Shape;7484;p72"/>
            <p:cNvSpPr/>
            <p:nvPr/>
          </p:nvSpPr>
          <p:spPr>
            <a:xfrm>
              <a:off x="2297694" y="2162681"/>
              <a:ext cx="4671" cy="7047"/>
            </a:xfrm>
            <a:custGeom>
              <a:rect b="b" l="l" r="r" t="t"/>
              <a:pathLst>
                <a:path extrusionOk="0" h="519" w="344">
                  <a:moveTo>
                    <a:pt x="344" y="518"/>
                  </a:moveTo>
                  <a:cubicBezTo>
                    <a:pt x="214" y="354"/>
                    <a:pt x="22" y="70"/>
                    <a:pt x="1" y="0"/>
                  </a:cubicBezTo>
                  <a:cubicBezTo>
                    <a:pt x="22" y="70"/>
                    <a:pt x="214" y="354"/>
                    <a:pt x="344" y="5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5" name="Google Shape;7485;p72"/>
            <p:cNvSpPr/>
            <p:nvPr/>
          </p:nvSpPr>
          <p:spPr>
            <a:xfrm>
              <a:off x="2304727" y="2150610"/>
              <a:ext cx="489" cy="434"/>
            </a:xfrm>
            <a:custGeom>
              <a:rect b="b" l="l" r="r" t="t"/>
              <a:pathLst>
                <a:path extrusionOk="0" h="32" w="36">
                  <a:moveTo>
                    <a:pt x="1" y="0"/>
                  </a:moveTo>
                  <a:lnTo>
                    <a:pt x="36" y="3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6" name="Google Shape;7486;p72"/>
            <p:cNvSpPr/>
            <p:nvPr/>
          </p:nvSpPr>
          <p:spPr>
            <a:xfrm>
              <a:off x="2304347" y="2150271"/>
              <a:ext cx="204" cy="163"/>
            </a:xfrm>
            <a:custGeom>
              <a:rect b="b" l="l" r="r" t="t"/>
              <a:pathLst>
                <a:path extrusionOk="0" h="12" w="15">
                  <a:moveTo>
                    <a:pt x="1" y="1"/>
                  </a:moveTo>
                  <a:lnTo>
                    <a:pt x="1" y="1"/>
                  </a:lnTo>
                  <a:lnTo>
                    <a:pt x="15"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7" name="Google Shape;7487;p72"/>
            <p:cNvSpPr/>
            <p:nvPr/>
          </p:nvSpPr>
          <p:spPr>
            <a:xfrm>
              <a:off x="2291951" y="2116436"/>
              <a:ext cx="14" cy="0"/>
            </a:xfrm>
            <a:custGeom>
              <a:rect b="b" l="l" r="r" t="t"/>
              <a:pathLst>
                <a:path extrusionOk="0" h="0"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8" name="Google Shape;7488;p72"/>
            <p:cNvSpPr/>
            <p:nvPr/>
          </p:nvSpPr>
          <p:spPr>
            <a:xfrm>
              <a:off x="2292562" y="2116436"/>
              <a:ext cx="14" cy="0"/>
            </a:xfrm>
            <a:custGeom>
              <a:rect b="b" l="l" r="r" t="t"/>
              <a:pathLst>
                <a:path extrusionOk="0" h="0"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9" name="Google Shape;7489;p72"/>
            <p:cNvSpPr/>
            <p:nvPr/>
          </p:nvSpPr>
          <p:spPr>
            <a:xfrm>
              <a:off x="2291095" y="211647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0" name="Google Shape;7490;p72"/>
            <p:cNvSpPr/>
            <p:nvPr/>
          </p:nvSpPr>
          <p:spPr>
            <a:xfrm>
              <a:off x="2293132" y="2116436"/>
              <a:ext cx="14" cy="0"/>
            </a:xfrm>
            <a:custGeom>
              <a:rect b="b" l="l" r="r" t="t"/>
              <a:pathLst>
                <a:path extrusionOk="0" h="0"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1" name="Google Shape;7491;p72"/>
            <p:cNvSpPr/>
            <p:nvPr/>
          </p:nvSpPr>
          <p:spPr>
            <a:xfrm>
              <a:off x="2291326" y="2116476"/>
              <a:ext cx="448" cy="14"/>
            </a:xfrm>
            <a:custGeom>
              <a:rect b="b" l="l" r="r" t="t"/>
              <a:pathLst>
                <a:path extrusionOk="0" h="1" w="33">
                  <a:moveTo>
                    <a:pt x="1" y="1"/>
                  </a:moveTo>
                  <a:lnTo>
                    <a:pt x="3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2" name="Google Shape;7492;p72"/>
            <p:cNvSpPr/>
            <p:nvPr/>
          </p:nvSpPr>
          <p:spPr>
            <a:xfrm>
              <a:off x="2550480" y="1720977"/>
              <a:ext cx="54867" cy="35763"/>
            </a:xfrm>
            <a:custGeom>
              <a:rect b="b" l="l" r="r" t="t"/>
              <a:pathLst>
                <a:path extrusionOk="0" h="2634" w="4041">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3" name="Google Shape;7493;p72"/>
            <p:cNvSpPr/>
            <p:nvPr/>
          </p:nvSpPr>
          <p:spPr>
            <a:xfrm>
              <a:off x="2585741" y="173408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4" name="Google Shape;7494;p72"/>
            <p:cNvSpPr/>
            <p:nvPr/>
          </p:nvSpPr>
          <p:spPr>
            <a:xfrm>
              <a:off x="2587696" y="1734365"/>
              <a:ext cx="299" cy="14"/>
            </a:xfrm>
            <a:custGeom>
              <a:rect b="b" l="l" r="r" t="t"/>
              <a:pathLst>
                <a:path extrusionOk="0" h="1" w="22">
                  <a:moveTo>
                    <a:pt x="0" y="0"/>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5" name="Google Shape;7495;p72"/>
            <p:cNvSpPr/>
            <p:nvPr/>
          </p:nvSpPr>
          <p:spPr>
            <a:xfrm>
              <a:off x="2588782" y="1734365"/>
              <a:ext cx="489" cy="14"/>
            </a:xfrm>
            <a:custGeom>
              <a:rect b="b" l="l" r="r" t="t"/>
              <a:pathLst>
                <a:path extrusionOk="0" h="1" w="36">
                  <a:moveTo>
                    <a:pt x="1" y="0"/>
                  </a:moveTo>
                  <a:lnTo>
                    <a:pt x="3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6" name="Google Shape;7496;p72"/>
            <p:cNvSpPr/>
            <p:nvPr/>
          </p:nvSpPr>
          <p:spPr>
            <a:xfrm>
              <a:off x="2587221" y="1734365"/>
              <a:ext cx="204" cy="14"/>
            </a:xfrm>
            <a:custGeom>
              <a:rect b="b" l="l" r="r" t="t"/>
              <a:pathLst>
                <a:path extrusionOk="0" h="1" w="15">
                  <a:moveTo>
                    <a:pt x="0" y="0"/>
                  </a:moveTo>
                  <a:lnTo>
                    <a:pt x="1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7" name="Google Shape;7497;p72"/>
            <p:cNvSpPr/>
            <p:nvPr/>
          </p:nvSpPr>
          <p:spPr>
            <a:xfrm>
              <a:off x="2586786" y="1734270"/>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8" name="Google Shape;7498;p72"/>
            <p:cNvSpPr/>
            <p:nvPr/>
          </p:nvSpPr>
          <p:spPr>
            <a:xfrm>
              <a:off x="2588646" y="173436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9" name="Google Shape;7499;p72"/>
            <p:cNvSpPr/>
            <p:nvPr/>
          </p:nvSpPr>
          <p:spPr>
            <a:xfrm>
              <a:off x="2589352" y="1733740"/>
              <a:ext cx="6381" cy="638"/>
            </a:xfrm>
            <a:custGeom>
              <a:rect b="b" l="l" r="r" t="t"/>
              <a:pathLst>
                <a:path extrusionOk="0" h="47" w="47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0" name="Google Shape;7500;p72"/>
            <p:cNvSpPr/>
            <p:nvPr/>
          </p:nvSpPr>
          <p:spPr>
            <a:xfrm>
              <a:off x="2586121" y="1734080"/>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1" name="Google Shape;7501;p72"/>
            <p:cNvSpPr/>
            <p:nvPr/>
          </p:nvSpPr>
          <p:spPr>
            <a:xfrm>
              <a:off x="2585075" y="1734080"/>
              <a:ext cx="258" cy="14"/>
            </a:xfrm>
            <a:custGeom>
              <a:rect b="b" l="l" r="r" t="t"/>
              <a:pathLst>
                <a:path extrusionOk="0" h="1" w="19">
                  <a:moveTo>
                    <a:pt x="1" y="0"/>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2" name="Google Shape;7502;p72"/>
            <p:cNvSpPr/>
            <p:nvPr/>
          </p:nvSpPr>
          <p:spPr>
            <a:xfrm>
              <a:off x="2553752" y="174913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3" name="Google Shape;7503;p72"/>
            <p:cNvSpPr/>
            <p:nvPr/>
          </p:nvSpPr>
          <p:spPr>
            <a:xfrm>
              <a:off x="2553997" y="1748716"/>
              <a:ext cx="109" cy="244"/>
            </a:xfrm>
            <a:custGeom>
              <a:rect b="b" l="l" r="r" t="t"/>
              <a:pathLst>
                <a:path extrusionOk="0" h="18" w="8">
                  <a:moveTo>
                    <a:pt x="7"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4" name="Google Shape;7504;p72"/>
            <p:cNvSpPr/>
            <p:nvPr/>
          </p:nvSpPr>
          <p:spPr>
            <a:xfrm>
              <a:off x="2555612" y="1746720"/>
              <a:ext cx="244" cy="204"/>
            </a:xfrm>
            <a:custGeom>
              <a:rect b="b" l="l" r="r" t="t"/>
              <a:pathLst>
                <a:path extrusionOk="0" h="15" w="18">
                  <a:moveTo>
                    <a:pt x="18" y="0"/>
                  </a:moveTo>
                  <a:lnTo>
                    <a:pt x="0"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5" name="Google Shape;7505;p72"/>
            <p:cNvSpPr/>
            <p:nvPr/>
          </p:nvSpPr>
          <p:spPr>
            <a:xfrm>
              <a:off x="2554893" y="1747426"/>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6" name="Google Shape;7506;p72"/>
            <p:cNvSpPr/>
            <p:nvPr/>
          </p:nvSpPr>
          <p:spPr>
            <a:xfrm>
              <a:off x="2554187" y="1748377"/>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7" name="Google Shape;7507;p72"/>
            <p:cNvSpPr/>
            <p:nvPr/>
          </p:nvSpPr>
          <p:spPr>
            <a:xfrm>
              <a:off x="2555368" y="1746951"/>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8" name="Google Shape;7508;p72"/>
            <p:cNvSpPr/>
            <p:nvPr/>
          </p:nvSpPr>
          <p:spPr>
            <a:xfrm>
              <a:off x="2554417" y="1747997"/>
              <a:ext cx="163" cy="204"/>
            </a:xfrm>
            <a:custGeom>
              <a:rect b="b" l="l" r="r" t="t"/>
              <a:pathLst>
                <a:path extrusionOk="0" h="15" w="12">
                  <a:moveTo>
                    <a:pt x="11" y="1"/>
                  </a:moveTo>
                  <a:lnTo>
                    <a:pt x="1"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9" name="Google Shape;7509;p72"/>
            <p:cNvSpPr/>
            <p:nvPr/>
          </p:nvSpPr>
          <p:spPr>
            <a:xfrm>
              <a:off x="2553616" y="1749572"/>
              <a:ext cx="109" cy="244"/>
            </a:xfrm>
            <a:custGeom>
              <a:rect b="b" l="l" r="r" t="t"/>
              <a:pathLst>
                <a:path extrusionOk="0" h="18" w="8">
                  <a:moveTo>
                    <a:pt x="7" y="0"/>
                  </a:moveTo>
                  <a:lnTo>
                    <a:pt x="0"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0" name="Google Shape;7510;p72"/>
            <p:cNvSpPr/>
            <p:nvPr/>
          </p:nvSpPr>
          <p:spPr>
            <a:xfrm>
              <a:off x="2553141" y="1752423"/>
              <a:ext cx="14" cy="353"/>
            </a:xfrm>
            <a:custGeom>
              <a:rect b="b" l="l" r="r" t="t"/>
              <a:pathLst>
                <a:path extrusionOk="0" h="26" w="1">
                  <a:moveTo>
                    <a:pt x="0" y="1"/>
                  </a:moveTo>
                  <a:lnTo>
                    <a:pt x="0" y="25"/>
                  </a:lnTo>
                  <a:cubicBezTo>
                    <a:pt x="0" y="18"/>
                    <a:pt x="0"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1" name="Google Shape;7511;p72"/>
            <p:cNvSpPr/>
            <p:nvPr/>
          </p:nvSpPr>
          <p:spPr>
            <a:xfrm>
              <a:off x="2572679" y="1720950"/>
              <a:ext cx="14" cy="163"/>
            </a:xfrm>
            <a:custGeom>
              <a:rect b="b" l="l" r="r" t="t"/>
              <a:pathLst>
                <a:path extrusionOk="0" h="12" w="1">
                  <a:moveTo>
                    <a:pt x="0" y="11"/>
                  </a:moveTo>
                  <a:lnTo>
                    <a:pt x="0" y="4"/>
                  </a:lnTo>
                  <a:cubicBezTo>
                    <a:pt x="0" y="1"/>
                    <a:pt x="0" y="8"/>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2" name="Google Shape;7512;p72"/>
            <p:cNvSpPr/>
            <p:nvPr/>
          </p:nvSpPr>
          <p:spPr>
            <a:xfrm>
              <a:off x="2553087" y="1753143"/>
              <a:ext cx="14" cy="149"/>
            </a:xfrm>
            <a:custGeom>
              <a:rect b="b" l="l" r="r" t="t"/>
              <a:pathLst>
                <a:path extrusionOk="0" h="11" w="1">
                  <a:moveTo>
                    <a:pt x="1"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3" name="Google Shape;7513;p72"/>
            <p:cNvSpPr/>
            <p:nvPr/>
          </p:nvSpPr>
          <p:spPr>
            <a:xfrm>
              <a:off x="2553141" y="1751758"/>
              <a:ext cx="54" cy="353"/>
            </a:xfrm>
            <a:custGeom>
              <a:rect b="b" l="l" r="r" t="t"/>
              <a:pathLst>
                <a:path extrusionOk="0" h="26" w="4">
                  <a:moveTo>
                    <a:pt x="4" y="1"/>
                  </a:moveTo>
                  <a:cubicBezTo>
                    <a:pt x="4" y="8"/>
                    <a:pt x="0" y="15"/>
                    <a:pt x="0" y="25"/>
                  </a:cubicBezTo>
                  <a:cubicBezTo>
                    <a:pt x="4" y="15"/>
                    <a:pt x="4" y="8"/>
                    <a:pt x="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4" name="Google Shape;7514;p72"/>
            <p:cNvSpPr/>
            <p:nvPr/>
          </p:nvSpPr>
          <p:spPr>
            <a:xfrm>
              <a:off x="2555137" y="1747196"/>
              <a:ext cx="149" cy="149"/>
            </a:xfrm>
            <a:custGeom>
              <a:rect b="b" l="l" r="r" t="t"/>
              <a:pathLst>
                <a:path extrusionOk="0" h="11" w="11">
                  <a:moveTo>
                    <a:pt x="0" y="11"/>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5" name="Google Shape;7515;p72"/>
            <p:cNvSpPr/>
            <p:nvPr/>
          </p:nvSpPr>
          <p:spPr>
            <a:xfrm>
              <a:off x="2553467" y="1750047"/>
              <a:ext cx="68" cy="244"/>
            </a:xfrm>
            <a:custGeom>
              <a:rect b="b" l="l" r="r" t="t"/>
              <a:pathLst>
                <a:path extrusionOk="0" h="18" w="5">
                  <a:moveTo>
                    <a:pt x="4" y="0"/>
                  </a:moveTo>
                  <a:cubicBezTo>
                    <a:pt x="4" y="7"/>
                    <a:pt x="1" y="15"/>
                    <a:pt x="1" y="18"/>
                  </a:cubicBezTo>
                  <a:cubicBezTo>
                    <a:pt x="1" y="15"/>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6" name="Google Shape;7516;p72"/>
            <p:cNvSpPr/>
            <p:nvPr/>
          </p:nvSpPr>
          <p:spPr>
            <a:xfrm>
              <a:off x="2553236" y="1751147"/>
              <a:ext cx="54" cy="299"/>
            </a:xfrm>
            <a:custGeom>
              <a:rect b="b" l="l" r="r" t="t"/>
              <a:pathLst>
                <a:path extrusionOk="0" h="22" w="4">
                  <a:moveTo>
                    <a:pt x="4" y="0"/>
                  </a:moveTo>
                  <a:cubicBezTo>
                    <a:pt x="4" y="7"/>
                    <a:pt x="0" y="14"/>
                    <a:pt x="0" y="21"/>
                  </a:cubicBezTo>
                  <a:cubicBezTo>
                    <a:pt x="4" y="14"/>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7" name="Google Shape;7517;p72"/>
            <p:cNvSpPr/>
            <p:nvPr/>
          </p:nvSpPr>
          <p:spPr>
            <a:xfrm>
              <a:off x="2553331" y="1750576"/>
              <a:ext cx="54" cy="285"/>
            </a:xfrm>
            <a:custGeom>
              <a:rect b="b" l="l" r="r" t="t"/>
              <a:pathLst>
                <a:path extrusionOk="0" h="21" w="4">
                  <a:moveTo>
                    <a:pt x="4" y="0"/>
                  </a:moveTo>
                  <a:cubicBezTo>
                    <a:pt x="4" y="7"/>
                    <a:pt x="0" y="14"/>
                    <a:pt x="0" y="21"/>
                  </a:cubicBezTo>
                  <a:cubicBezTo>
                    <a:pt x="0" y="14"/>
                    <a:pt x="4" y="7"/>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8" name="Google Shape;7518;p72"/>
            <p:cNvSpPr/>
            <p:nvPr/>
          </p:nvSpPr>
          <p:spPr>
            <a:xfrm>
              <a:off x="2570398" y="1725716"/>
              <a:ext cx="54" cy="54"/>
            </a:xfrm>
            <a:custGeom>
              <a:rect b="b" l="l" r="r" t="t"/>
              <a:pathLst>
                <a:path extrusionOk="0" h="4" w="4">
                  <a:moveTo>
                    <a:pt x="4" y="0"/>
                  </a:moveTo>
                  <a:lnTo>
                    <a:pt x="0" y="4"/>
                  </a:ln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9" name="Google Shape;7519;p72"/>
            <p:cNvSpPr/>
            <p:nvPr/>
          </p:nvSpPr>
          <p:spPr>
            <a:xfrm>
              <a:off x="2554662" y="1747712"/>
              <a:ext cx="149" cy="204"/>
            </a:xfrm>
            <a:custGeom>
              <a:rect b="b" l="l" r="r" t="t"/>
              <a:pathLst>
                <a:path extrusionOk="0" h="15" w="11">
                  <a:moveTo>
                    <a:pt x="11"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0" name="Google Shape;7520;p72"/>
            <p:cNvSpPr/>
            <p:nvPr/>
          </p:nvSpPr>
          <p:spPr>
            <a:xfrm>
              <a:off x="2572014" y="1722675"/>
              <a:ext cx="109" cy="190"/>
            </a:xfrm>
            <a:custGeom>
              <a:rect b="b" l="l" r="r" t="t"/>
              <a:pathLst>
                <a:path extrusionOk="0" h="14" w="8">
                  <a:moveTo>
                    <a:pt x="0" y="14"/>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1" name="Google Shape;7521;p72"/>
            <p:cNvSpPr/>
            <p:nvPr/>
          </p:nvSpPr>
          <p:spPr>
            <a:xfrm>
              <a:off x="2572489" y="1721616"/>
              <a:ext cx="54" cy="163"/>
            </a:xfrm>
            <a:custGeom>
              <a:rect b="b" l="l" r="r" t="t"/>
              <a:pathLst>
                <a:path extrusionOk="0" h="12" w="4">
                  <a:moveTo>
                    <a:pt x="0" y="1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2" name="Google Shape;7522;p72"/>
            <p:cNvSpPr/>
            <p:nvPr/>
          </p:nvSpPr>
          <p:spPr>
            <a:xfrm>
              <a:off x="2572299" y="1722050"/>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3" name="Google Shape;7523;p72"/>
            <p:cNvSpPr/>
            <p:nvPr/>
          </p:nvSpPr>
          <p:spPr>
            <a:xfrm>
              <a:off x="2571824" y="1723001"/>
              <a:ext cx="109" cy="204"/>
            </a:xfrm>
            <a:custGeom>
              <a:rect b="b" l="l" r="r" t="t"/>
              <a:pathLst>
                <a:path extrusionOk="0" h="15" w="8">
                  <a:moveTo>
                    <a:pt x="0" y="15"/>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4" name="Google Shape;7524;p72"/>
            <p:cNvSpPr/>
            <p:nvPr/>
          </p:nvSpPr>
          <p:spPr>
            <a:xfrm>
              <a:off x="2572394" y="1721860"/>
              <a:ext cx="54" cy="109"/>
            </a:xfrm>
            <a:custGeom>
              <a:rect b="b" l="l" r="r" t="t"/>
              <a:pathLst>
                <a:path extrusionOk="0" h="8" w="4">
                  <a:moveTo>
                    <a:pt x="0" y="7"/>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5" name="Google Shape;7525;p72"/>
            <p:cNvSpPr/>
            <p:nvPr/>
          </p:nvSpPr>
          <p:spPr>
            <a:xfrm>
              <a:off x="2572150" y="1722335"/>
              <a:ext cx="109" cy="204"/>
            </a:xfrm>
            <a:custGeom>
              <a:rect b="b" l="l" r="r" t="t"/>
              <a:pathLst>
                <a:path extrusionOk="0" h="15" w="8">
                  <a:moveTo>
                    <a:pt x="1" y="15"/>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6" name="Google Shape;7526;p72"/>
            <p:cNvSpPr/>
            <p:nvPr/>
          </p:nvSpPr>
          <p:spPr>
            <a:xfrm>
              <a:off x="2570914" y="1724671"/>
              <a:ext cx="109" cy="244"/>
            </a:xfrm>
            <a:custGeom>
              <a:rect b="b" l="l" r="r" t="t"/>
              <a:pathLst>
                <a:path extrusionOk="0" h="18" w="8">
                  <a:moveTo>
                    <a:pt x="1" y="18"/>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7" name="Google Shape;7527;p72"/>
            <p:cNvSpPr/>
            <p:nvPr/>
          </p:nvSpPr>
          <p:spPr>
            <a:xfrm>
              <a:off x="2570588" y="1725187"/>
              <a:ext cx="149" cy="258"/>
            </a:xfrm>
            <a:custGeom>
              <a:rect b="b" l="l" r="r" t="t"/>
              <a:pathLst>
                <a:path extrusionOk="0" h="19" w="11">
                  <a:moveTo>
                    <a:pt x="0"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8" name="Google Shape;7528;p72"/>
            <p:cNvSpPr/>
            <p:nvPr/>
          </p:nvSpPr>
          <p:spPr>
            <a:xfrm>
              <a:off x="2571634" y="1723381"/>
              <a:ext cx="149" cy="204"/>
            </a:xfrm>
            <a:custGeom>
              <a:rect b="b" l="l" r="r" t="t"/>
              <a:pathLst>
                <a:path extrusionOk="0" h="15" w="11">
                  <a:moveTo>
                    <a:pt x="0" y="15"/>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9" name="Google Shape;7529;p72"/>
            <p:cNvSpPr/>
            <p:nvPr/>
          </p:nvSpPr>
          <p:spPr>
            <a:xfrm>
              <a:off x="2571159" y="1724195"/>
              <a:ext cx="149" cy="244"/>
            </a:xfrm>
            <a:custGeom>
              <a:rect b="b" l="l" r="r" t="t"/>
              <a:pathLst>
                <a:path extrusionOk="0" h="18" w="11">
                  <a:moveTo>
                    <a:pt x="0" y="18"/>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0" name="Google Shape;7530;p72"/>
            <p:cNvSpPr/>
            <p:nvPr/>
          </p:nvSpPr>
          <p:spPr>
            <a:xfrm>
              <a:off x="2571389" y="1723761"/>
              <a:ext cx="163" cy="258"/>
            </a:xfrm>
            <a:custGeom>
              <a:rect b="b" l="l" r="r" t="t"/>
              <a:pathLst>
                <a:path extrusionOk="0" h="19" w="12">
                  <a:moveTo>
                    <a:pt x="1" y="18"/>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1" name="Google Shape;7531;p72"/>
            <p:cNvSpPr/>
            <p:nvPr/>
          </p:nvSpPr>
          <p:spPr>
            <a:xfrm>
              <a:off x="2572679" y="1721140"/>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2" name="Google Shape;7532;p72"/>
            <p:cNvSpPr/>
            <p:nvPr/>
          </p:nvSpPr>
          <p:spPr>
            <a:xfrm>
              <a:off x="2572584" y="1721426"/>
              <a:ext cx="14" cy="109"/>
            </a:xfrm>
            <a:custGeom>
              <a:rect b="b" l="l" r="r" t="t"/>
              <a:pathLst>
                <a:path extrusionOk="0" h="8" w="1">
                  <a:moveTo>
                    <a:pt x="0"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3" name="Google Shape;7533;p72"/>
            <p:cNvSpPr/>
            <p:nvPr/>
          </p:nvSpPr>
          <p:spPr>
            <a:xfrm>
              <a:off x="2572625" y="1721235"/>
              <a:ext cx="14" cy="163"/>
            </a:xfrm>
            <a:custGeom>
              <a:rect b="b" l="l" r="r" t="t"/>
              <a:pathLst>
                <a:path extrusionOk="0" h="12" w="1">
                  <a:moveTo>
                    <a:pt x="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4" name="Google Shape;7534;p72"/>
            <p:cNvSpPr/>
            <p:nvPr/>
          </p:nvSpPr>
          <p:spPr>
            <a:xfrm>
              <a:off x="2604994" y="1750237"/>
              <a:ext cx="14" cy="149"/>
            </a:xfrm>
            <a:custGeom>
              <a:rect b="b" l="l" r="r" t="t"/>
              <a:pathLst>
                <a:path extrusionOk="0" h="11" w="1">
                  <a:moveTo>
                    <a:pt x="1"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5" name="Google Shape;7535;p72"/>
            <p:cNvSpPr/>
            <p:nvPr/>
          </p:nvSpPr>
          <p:spPr>
            <a:xfrm>
              <a:off x="2604003" y="1751242"/>
              <a:ext cx="1439" cy="2105"/>
            </a:xfrm>
            <a:custGeom>
              <a:rect b="b" l="l" r="r" t="t"/>
              <a:pathLst>
                <a:path extrusionOk="0" h="155" w="106">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6" name="Google Shape;7536;p72"/>
            <p:cNvSpPr/>
            <p:nvPr/>
          </p:nvSpPr>
          <p:spPr>
            <a:xfrm>
              <a:off x="2605048" y="1750807"/>
              <a:ext cx="54" cy="244"/>
            </a:xfrm>
            <a:custGeom>
              <a:rect b="b" l="l" r="r" t="t"/>
              <a:pathLst>
                <a:path extrusionOk="0" h="18" w="4">
                  <a:moveTo>
                    <a:pt x="0" y="1"/>
                  </a:moveTo>
                  <a:lnTo>
                    <a:pt x="4"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7" name="Google Shape;7537;p72"/>
            <p:cNvSpPr/>
            <p:nvPr/>
          </p:nvSpPr>
          <p:spPr>
            <a:xfrm>
              <a:off x="2604003" y="1743774"/>
              <a:ext cx="109" cy="244"/>
            </a:xfrm>
            <a:custGeom>
              <a:rect b="b" l="l" r="r" t="t"/>
              <a:pathLst>
                <a:path extrusionOk="0" h="18" w="8">
                  <a:moveTo>
                    <a:pt x="0" y="0"/>
                  </a:moveTo>
                  <a:cubicBezTo>
                    <a:pt x="4" y="7"/>
                    <a:pt x="4" y="11"/>
                    <a:pt x="7" y="18"/>
                  </a:cubicBezTo>
                  <a:cubicBezTo>
                    <a:pt x="4" y="11"/>
                    <a:pt x="4" y="7"/>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8" name="Google Shape;7538;p72"/>
            <p:cNvSpPr/>
            <p:nvPr/>
          </p:nvSpPr>
          <p:spPr>
            <a:xfrm>
              <a:off x="2604043" y="1744005"/>
              <a:ext cx="869" cy="5770"/>
            </a:xfrm>
            <a:custGeom>
              <a:rect b="b" l="l" r="r" t="t"/>
              <a:pathLst>
                <a:path extrusionOk="0" h="425" w="64">
                  <a:moveTo>
                    <a:pt x="1" y="1"/>
                  </a:moveTo>
                  <a:cubicBezTo>
                    <a:pt x="15" y="88"/>
                    <a:pt x="39" y="267"/>
                    <a:pt x="64" y="424"/>
                  </a:cubicBezTo>
                  <a:cubicBezTo>
                    <a:pt x="39" y="267"/>
                    <a:pt x="15" y="85"/>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9" name="Google Shape;7539;p72"/>
            <p:cNvSpPr/>
            <p:nvPr/>
          </p:nvSpPr>
          <p:spPr>
            <a:xfrm>
              <a:off x="1464633" y="1859509"/>
              <a:ext cx="1344" cy="2009"/>
            </a:xfrm>
            <a:custGeom>
              <a:rect b="b" l="l" r="r" t="t"/>
              <a:pathLst>
                <a:path extrusionOk="0" h="148" w="99">
                  <a:moveTo>
                    <a:pt x="1" y="1"/>
                  </a:moveTo>
                  <a:lnTo>
                    <a:pt x="1" y="1"/>
                  </a:lnTo>
                  <a:cubicBezTo>
                    <a:pt x="18" y="60"/>
                    <a:pt x="53" y="109"/>
                    <a:pt x="99" y="148"/>
                  </a:cubicBezTo>
                  <a:cubicBezTo>
                    <a:pt x="81" y="102"/>
                    <a:pt x="57" y="64"/>
                    <a:pt x="25" y="29"/>
                  </a:cubicBez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0" name="Google Shape;7540;p72"/>
            <p:cNvSpPr/>
            <p:nvPr/>
          </p:nvSpPr>
          <p:spPr>
            <a:xfrm>
              <a:off x="1462026" y="1851905"/>
              <a:ext cx="2050" cy="5580"/>
            </a:xfrm>
            <a:custGeom>
              <a:rect b="b" l="l" r="r" t="t"/>
              <a:pathLst>
                <a:path extrusionOk="0" h="411" w="151">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1" name="Google Shape;7541;p72"/>
            <p:cNvSpPr/>
            <p:nvPr/>
          </p:nvSpPr>
          <p:spPr>
            <a:xfrm>
              <a:off x="1586043" y="1964015"/>
              <a:ext cx="5146" cy="4100"/>
            </a:xfrm>
            <a:custGeom>
              <a:rect b="b" l="l" r="r" t="t"/>
              <a:pathLst>
                <a:path extrusionOk="0" h="302" w="379">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2" name="Google Shape;7542;p72"/>
            <p:cNvSpPr/>
            <p:nvPr/>
          </p:nvSpPr>
          <p:spPr>
            <a:xfrm>
              <a:off x="2367754" y="1716578"/>
              <a:ext cx="22213" cy="19226"/>
            </a:xfrm>
            <a:custGeom>
              <a:rect b="b" l="l" r="r" t="t"/>
              <a:pathLst>
                <a:path extrusionOk="0" h="1416" w="1636">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3" name="Google Shape;7543;p72"/>
            <p:cNvSpPr/>
            <p:nvPr/>
          </p:nvSpPr>
          <p:spPr>
            <a:xfrm>
              <a:off x="2376321" y="1716673"/>
              <a:ext cx="584" cy="68"/>
            </a:xfrm>
            <a:custGeom>
              <a:rect b="b" l="l" r="r" t="t"/>
              <a:pathLst>
                <a:path extrusionOk="0" h="5" w="43">
                  <a:moveTo>
                    <a:pt x="0" y="1"/>
                  </a:moveTo>
                  <a:lnTo>
                    <a:pt x="4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4" name="Google Shape;7544;p72"/>
            <p:cNvSpPr/>
            <p:nvPr/>
          </p:nvSpPr>
          <p:spPr>
            <a:xfrm>
              <a:off x="2377122" y="1716728"/>
              <a:ext cx="543" cy="109"/>
            </a:xfrm>
            <a:custGeom>
              <a:rect b="b" l="l" r="r" t="t"/>
              <a:pathLst>
                <a:path extrusionOk="0" h="8" w="40">
                  <a:moveTo>
                    <a:pt x="1" y="0"/>
                  </a:moveTo>
                  <a:lnTo>
                    <a:pt x="39"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5" name="Google Shape;7545;p72"/>
            <p:cNvSpPr/>
            <p:nvPr/>
          </p:nvSpPr>
          <p:spPr>
            <a:xfrm>
              <a:off x="2378833" y="1717013"/>
              <a:ext cx="543" cy="109"/>
            </a:xfrm>
            <a:custGeom>
              <a:rect b="b" l="l" r="r" t="t"/>
              <a:pathLst>
                <a:path extrusionOk="0" h="8" w="40">
                  <a:moveTo>
                    <a:pt x="1" y="0"/>
                  </a:moveTo>
                  <a:lnTo>
                    <a:pt x="39"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6" name="Google Shape;7546;p72"/>
            <p:cNvSpPr/>
            <p:nvPr/>
          </p:nvSpPr>
          <p:spPr>
            <a:xfrm>
              <a:off x="2377937" y="1716864"/>
              <a:ext cx="584" cy="68"/>
            </a:xfrm>
            <a:custGeom>
              <a:rect b="b" l="l" r="r" t="t"/>
              <a:pathLst>
                <a:path extrusionOk="0" h="5" w="43">
                  <a:moveTo>
                    <a:pt x="0" y="1"/>
                  </a:moveTo>
                  <a:lnTo>
                    <a:pt x="42"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7" name="Google Shape;7547;p72"/>
            <p:cNvSpPr/>
            <p:nvPr/>
          </p:nvSpPr>
          <p:spPr>
            <a:xfrm>
              <a:off x="2375561" y="1716633"/>
              <a:ext cx="584" cy="14"/>
            </a:xfrm>
            <a:custGeom>
              <a:rect b="b" l="l" r="r" t="t"/>
              <a:pathLst>
                <a:path extrusionOk="0" h="1" w="43">
                  <a:moveTo>
                    <a:pt x="0" y="0"/>
                  </a:moveTo>
                  <a:lnTo>
                    <a:pt x="4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8" name="Google Shape;7548;p72"/>
            <p:cNvSpPr/>
            <p:nvPr/>
          </p:nvSpPr>
          <p:spPr>
            <a:xfrm>
              <a:off x="2379784" y="1717203"/>
              <a:ext cx="299" cy="54"/>
            </a:xfrm>
            <a:custGeom>
              <a:rect b="b" l="l" r="r" t="t"/>
              <a:pathLst>
                <a:path extrusionOk="0" h="4" w="22">
                  <a:moveTo>
                    <a:pt x="22"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9" name="Google Shape;7549;p72"/>
            <p:cNvSpPr/>
            <p:nvPr/>
          </p:nvSpPr>
          <p:spPr>
            <a:xfrm>
              <a:off x="2368134" y="1717773"/>
              <a:ext cx="828" cy="149"/>
            </a:xfrm>
            <a:custGeom>
              <a:rect b="b" l="l" r="r" t="t"/>
              <a:pathLst>
                <a:path extrusionOk="0" h="11" w="61">
                  <a:moveTo>
                    <a:pt x="1" y="11"/>
                  </a:moveTo>
                  <a:lnTo>
                    <a:pt x="6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0" name="Google Shape;7550;p72"/>
            <p:cNvSpPr/>
            <p:nvPr/>
          </p:nvSpPr>
          <p:spPr>
            <a:xfrm>
              <a:off x="2374896" y="1716633"/>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1" name="Google Shape;7551;p72"/>
            <p:cNvSpPr/>
            <p:nvPr/>
          </p:nvSpPr>
          <p:spPr>
            <a:xfrm>
              <a:off x="2369234" y="1717488"/>
              <a:ext cx="964" cy="244"/>
            </a:xfrm>
            <a:custGeom>
              <a:rect b="b" l="l" r="r" t="t"/>
              <a:pathLst>
                <a:path extrusionOk="0" h="18" w="71">
                  <a:moveTo>
                    <a:pt x="0" y="18"/>
                  </a:moveTo>
                  <a:lnTo>
                    <a:pt x="7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2" name="Google Shape;7552;p72"/>
            <p:cNvSpPr/>
            <p:nvPr/>
          </p:nvSpPr>
          <p:spPr>
            <a:xfrm>
              <a:off x="2374176" y="1716633"/>
              <a:ext cx="638" cy="54"/>
            </a:xfrm>
            <a:custGeom>
              <a:rect b="b" l="l" r="r" t="t"/>
              <a:pathLst>
                <a:path extrusionOk="0" h="4" w="47">
                  <a:moveTo>
                    <a:pt x="46" y="0"/>
                  </a:moveTo>
                  <a:cubicBezTo>
                    <a:pt x="29" y="0"/>
                    <a:pt x="15" y="0"/>
                    <a:pt x="1" y="4"/>
                  </a:cubicBezTo>
                  <a:cubicBezTo>
                    <a:pt x="15" y="4"/>
                    <a:pt x="29" y="0"/>
                    <a:pt x="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3" name="Google Shape;7553;p72"/>
            <p:cNvSpPr/>
            <p:nvPr/>
          </p:nvSpPr>
          <p:spPr>
            <a:xfrm>
              <a:off x="2374611" y="1725051"/>
              <a:ext cx="149" cy="109"/>
            </a:xfrm>
            <a:custGeom>
              <a:rect b="b" l="l" r="r" t="t"/>
              <a:pathLst>
                <a:path extrusionOk="0" h="8" w="11">
                  <a:moveTo>
                    <a:pt x="0" y="0"/>
                  </a:moveTo>
                  <a:lnTo>
                    <a:pt x="1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4" name="Google Shape;7554;p72"/>
            <p:cNvSpPr/>
            <p:nvPr/>
          </p:nvSpPr>
          <p:spPr>
            <a:xfrm>
              <a:off x="2375656" y="1726857"/>
              <a:ext cx="244" cy="530"/>
            </a:xfrm>
            <a:custGeom>
              <a:rect b="b" l="l" r="r" t="t"/>
              <a:pathLst>
                <a:path extrusionOk="0" h="39" w="18">
                  <a:moveTo>
                    <a:pt x="18" y="39"/>
                  </a:moveTo>
                  <a:cubicBezTo>
                    <a:pt x="11" y="25"/>
                    <a:pt x="7" y="14"/>
                    <a:pt x="0" y="0"/>
                  </a:cubicBezTo>
                  <a:cubicBezTo>
                    <a:pt x="7" y="14"/>
                    <a:pt x="11" y="25"/>
                    <a:pt x="18" y="3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5" name="Google Shape;7555;p72"/>
            <p:cNvSpPr/>
            <p:nvPr/>
          </p:nvSpPr>
          <p:spPr>
            <a:xfrm>
              <a:off x="2374461" y="1724901"/>
              <a:ext cx="163" cy="109"/>
            </a:xfrm>
            <a:custGeom>
              <a:rect b="b" l="l" r="r" t="t"/>
              <a:pathLst>
                <a:path extrusionOk="0" h="8" w="12">
                  <a:moveTo>
                    <a:pt x="11"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6" name="Google Shape;7556;p72"/>
            <p:cNvSpPr/>
            <p:nvPr/>
          </p:nvSpPr>
          <p:spPr>
            <a:xfrm>
              <a:off x="2374896" y="1725377"/>
              <a:ext cx="149" cy="258"/>
            </a:xfrm>
            <a:custGeom>
              <a:rect b="b" l="l" r="r" t="t"/>
              <a:pathLst>
                <a:path extrusionOk="0" h="19" w="11">
                  <a:moveTo>
                    <a:pt x="11" y="1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7" name="Google Shape;7557;p72"/>
            <p:cNvSpPr/>
            <p:nvPr/>
          </p:nvSpPr>
          <p:spPr>
            <a:xfrm>
              <a:off x="2374746" y="1725187"/>
              <a:ext cx="163" cy="163"/>
            </a:xfrm>
            <a:custGeom>
              <a:rect b="b" l="l" r="r" t="t"/>
              <a:pathLst>
                <a:path extrusionOk="0" h="12" w="12">
                  <a:moveTo>
                    <a:pt x="11"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8" name="Google Shape;7558;p72"/>
            <p:cNvSpPr/>
            <p:nvPr/>
          </p:nvSpPr>
          <p:spPr>
            <a:xfrm>
              <a:off x="2375466" y="1726381"/>
              <a:ext cx="204" cy="434"/>
            </a:xfrm>
            <a:custGeom>
              <a:rect b="b" l="l" r="r" t="t"/>
              <a:pathLst>
                <a:path extrusionOk="0" h="32" w="15">
                  <a:moveTo>
                    <a:pt x="14" y="32"/>
                  </a:moveTo>
                  <a:cubicBezTo>
                    <a:pt x="7" y="18"/>
                    <a:pt x="4" y="7"/>
                    <a:pt x="0" y="0"/>
                  </a:cubicBezTo>
                  <a:cubicBezTo>
                    <a:pt x="4" y="7"/>
                    <a:pt x="7" y="18"/>
                    <a:pt x="14"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9" name="Google Shape;7559;p72"/>
            <p:cNvSpPr/>
            <p:nvPr/>
          </p:nvSpPr>
          <p:spPr>
            <a:xfrm>
              <a:off x="2375276" y="1725947"/>
              <a:ext cx="149" cy="394"/>
            </a:xfrm>
            <a:custGeom>
              <a:rect b="b" l="l" r="r" t="t"/>
              <a:pathLst>
                <a:path extrusionOk="0" h="29" w="11">
                  <a:moveTo>
                    <a:pt x="11" y="29"/>
                  </a:moveTo>
                  <a:cubicBezTo>
                    <a:pt x="7" y="18"/>
                    <a:pt x="4" y="8"/>
                    <a:pt x="0" y="1"/>
                  </a:cubicBezTo>
                  <a:cubicBezTo>
                    <a:pt x="4" y="8"/>
                    <a:pt x="7" y="18"/>
                    <a:pt x="1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0" name="Google Shape;7560;p72"/>
            <p:cNvSpPr/>
            <p:nvPr/>
          </p:nvSpPr>
          <p:spPr>
            <a:xfrm>
              <a:off x="2375086" y="1725662"/>
              <a:ext cx="149" cy="299"/>
            </a:xfrm>
            <a:custGeom>
              <a:rect b="b" l="l" r="r" t="t"/>
              <a:pathLst>
                <a:path extrusionOk="0" h="22" w="11">
                  <a:moveTo>
                    <a:pt x="11" y="22"/>
                  </a:moveTo>
                  <a:cubicBezTo>
                    <a:pt x="7" y="11"/>
                    <a:pt x="4" y="4"/>
                    <a:pt x="0" y="1"/>
                  </a:cubicBezTo>
                  <a:cubicBezTo>
                    <a:pt x="4" y="4"/>
                    <a:pt x="7" y="11"/>
                    <a:pt x="11"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1" name="Google Shape;7561;p72"/>
            <p:cNvSpPr/>
            <p:nvPr/>
          </p:nvSpPr>
          <p:spPr>
            <a:xfrm>
              <a:off x="2367944" y="1717963"/>
              <a:ext cx="1113" cy="4901"/>
            </a:xfrm>
            <a:custGeom>
              <a:rect b="b" l="l" r="r" t="t"/>
              <a:pathLst>
                <a:path extrusionOk="0" h="361" w="82">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2" name="Google Shape;7562;p72"/>
            <p:cNvSpPr/>
            <p:nvPr/>
          </p:nvSpPr>
          <p:spPr>
            <a:xfrm>
              <a:off x="2376702" y="1727617"/>
              <a:ext cx="339" cy="109"/>
            </a:xfrm>
            <a:custGeom>
              <a:rect b="b" l="l" r="r" t="t"/>
              <a:pathLst>
                <a:path extrusionOk="0" h="8" w="25">
                  <a:moveTo>
                    <a:pt x="25"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3" name="Google Shape;7563;p72"/>
            <p:cNvSpPr/>
            <p:nvPr/>
          </p:nvSpPr>
          <p:spPr>
            <a:xfrm>
              <a:off x="2377177" y="1727753"/>
              <a:ext cx="244" cy="163"/>
            </a:xfrm>
            <a:custGeom>
              <a:rect b="b" l="l" r="r" t="t"/>
              <a:pathLst>
                <a:path extrusionOk="0" h="12" w="18">
                  <a:moveTo>
                    <a:pt x="18" y="1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4" name="Google Shape;7564;p72"/>
            <p:cNvSpPr/>
            <p:nvPr/>
          </p:nvSpPr>
          <p:spPr>
            <a:xfrm>
              <a:off x="2377462" y="1727943"/>
              <a:ext cx="299" cy="204"/>
            </a:xfrm>
            <a:custGeom>
              <a:rect b="b" l="l" r="r" t="t"/>
              <a:pathLst>
                <a:path extrusionOk="0" h="15" w="22">
                  <a:moveTo>
                    <a:pt x="21" y="15"/>
                  </a:moveTo>
                  <a:cubicBezTo>
                    <a:pt x="14" y="11"/>
                    <a:pt x="7" y="8"/>
                    <a:pt x="0" y="1"/>
                  </a:cubicBezTo>
                  <a:cubicBezTo>
                    <a:pt x="7" y="8"/>
                    <a:pt x="14" y="11"/>
                    <a:pt x="2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5" name="Google Shape;7565;p72"/>
            <p:cNvSpPr/>
            <p:nvPr/>
          </p:nvSpPr>
          <p:spPr>
            <a:xfrm>
              <a:off x="2376131" y="1727468"/>
              <a:ext cx="489" cy="109"/>
            </a:xfrm>
            <a:custGeom>
              <a:rect b="b" l="l" r="r" t="t"/>
              <a:pathLst>
                <a:path extrusionOk="0" h="8" w="36">
                  <a:moveTo>
                    <a:pt x="0" y="1"/>
                  </a:moveTo>
                  <a:cubicBezTo>
                    <a:pt x="11" y="1"/>
                    <a:pt x="25" y="4"/>
                    <a:pt x="35" y="8"/>
                  </a:cubicBezTo>
                  <a:cubicBezTo>
                    <a:pt x="25" y="4"/>
                    <a:pt x="11" y="1"/>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6" name="Google Shape;7566;p72"/>
            <p:cNvSpPr/>
            <p:nvPr/>
          </p:nvSpPr>
          <p:spPr>
            <a:xfrm>
              <a:off x="2377937" y="172832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7" name="Google Shape;7567;p72"/>
            <p:cNvSpPr/>
            <p:nvPr/>
          </p:nvSpPr>
          <p:spPr>
            <a:xfrm>
              <a:off x="2381169" y="1711881"/>
              <a:ext cx="32763" cy="27725"/>
            </a:xfrm>
            <a:custGeom>
              <a:rect b="b" l="l" r="r" t="t"/>
              <a:pathLst>
                <a:path extrusionOk="0" h="2042" w="2413">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8" name="Google Shape;7568;p72"/>
            <p:cNvSpPr/>
            <p:nvPr/>
          </p:nvSpPr>
          <p:spPr>
            <a:xfrm>
              <a:off x="2379363" y="1731459"/>
              <a:ext cx="6517" cy="4535"/>
            </a:xfrm>
            <a:custGeom>
              <a:rect b="b" l="l" r="r" t="t"/>
              <a:pathLst>
                <a:path extrusionOk="0" h="334" w="48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9" name="Google Shape;7569;p72"/>
            <p:cNvSpPr/>
            <p:nvPr/>
          </p:nvSpPr>
          <p:spPr>
            <a:xfrm>
              <a:off x="2389668" y="1712682"/>
              <a:ext cx="109" cy="109"/>
            </a:xfrm>
            <a:custGeom>
              <a:rect b="b" l="l" r="r" t="t"/>
              <a:pathLst>
                <a:path extrusionOk="0" h="8" w="8">
                  <a:moveTo>
                    <a:pt x="1" y="8"/>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0" name="Google Shape;7570;p72"/>
            <p:cNvSpPr/>
            <p:nvPr/>
          </p:nvSpPr>
          <p:spPr>
            <a:xfrm>
              <a:off x="2389953" y="1712111"/>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1" name="Google Shape;7571;p72"/>
            <p:cNvSpPr/>
            <p:nvPr/>
          </p:nvSpPr>
          <p:spPr>
            <a:xfrm>
              <a:off x="2389532" y="1713021"/>
              <a:ext cx="54" cy="54"/>
            </a:xfrm>
            <a:custGeom>
              <a:rect b="b" l="l" r="r" t="t"/>
              <a:pathLst>
                <a:path extrusionOk="0" h="4" w="4">
                  <a:moveTo>
                    <a:pt x="0" y="4"/>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2" name="Google Shape;7572;p72"/>
            <p:cNvSpPr/>
            <p:nvPr/>
          </p:nvSpPr>
          <p:spPr>
            <a:xfrm>
              <a:off x="2389573" y="1712872"/>
              <a:ext cx="68" cy="109"/>
            </a:xfrm>
            <a:custGeom>
              <a:rect b="b" l="l" r="r" t="t"/>
              <a:pathLst>
                <a:path extrusionOk="0" h="8" w="5">
                  <a:moveTo>
                    <a:pt x="1" y="8"/>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3" name="Google Shape;7573;p72"/>
            <p:cNvSpPr/>
            <p:nvPr/>
          </p:nvSpPr>
          <p:spPr>
            <a:xfrm>
              <a:off x="2389763" y="1712397"/>
              <a:ext cx="204" cy="258"/>
            </a:xfrm>
            <a:custGeom>
              <a:rect b="b" l="l" r="r" t="t"/>
              <a:pathLst>
                <a:path extrusionOk="0" h="19" w="15">
                  <a:moveTo>
                    <a:pt x="1" y="18"/>
                  </a:moveTo>
                  <a:lnTo>
                    <a:pt x="1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4" name="Google Shape;7574;p72"/>
            <p:cNvSpPr/>
            <p:nvPr/>
          </p:nvSpPr>
          <p:spPr>
            <a:xfrm>
              <a:off x="2389478" y="1713116"/>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5" name="Google Shape;7575;p72"/>
            <p:cNvSpPr/>
            <p:nvPr/>
          </p:nvSpPr>
          <p:spPr>
            <a:xfrm>
              <a:off x="2381114" y="1715248"/>
              <a:ext cx="353" cy="774"/>
            </a:xfrm>
            <a:custGeom>
              <a:rect b="b" l="l" r="r" t="t"/>
              <a:pathLst>
                <a:path extrusionOk="0" h="57" w="26">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6" name="Google Shape;7576;p72"/>
            <p:cNvSpPr/>
            <p:nvPr/>
          </p:nvSpPr>
          <p:spPr>
            <a:xfrm>
              <a:off x="2381114" y="1715248"/>
              <a:ext cx="109" cy="14"/>
            </a:xfrm>
            <a:custGeom>
              <a:rect b="b" l="l" r="r" t="t"/>
              <a:pathLst>
                <a:path extrusionOk="0" h="1" w="8">
                  <a:moveTo>
                    <a:pt x="1" y="1"/>
                  </a:moveTo>
                  <a:lnTo>
                    <a:pt x="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7" name="Google Shape;7577;p72"/>
            <p:cNvSpPr/>
            <p:nvPr/>
          </p:nvSpPr>
          <p:spPr>
            <a:xfrm>
              <a:off x="2381209" y="1715248"/>
              <a:ext cx="3530" cy="1779"/>
            </a:xfrm>
            <a:custGeom>
              <a:rect b="b" l="l" r="r" t="t"/>
              <a:pathLst>
                <a:path extrusionOk="0" h="131" w="260">
                  <a:moveTo>
                    <a:pt x="1" y="1"/>
                  </a:moveTo>
                  <a:cubicBezTo>
                    <a:pt x="53" y="1"/>
                    <a:pt x="193" y="64"/>
                    <a:pt x="260" y="130"/>
                  </a:cubicBezTo>
                  <a:cubicBezTo>
                    <a:pt x="193" y="64"/>
                    <a:pt x="53" y="1"/>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8" name="Google Shape;7578;p72"/>
            <p:cNvSpPr/>
            <p:nvPr/>
          </p:nvSpPr>
          <p:spPr>
            <a:xfrm>
              <a:off x="2390198" y="1711921"/>
              <a:ext cx="149" cy="163"/>
            </a:xfrm>
            <a:custGeom>
              <a:rect b="b" l="l" r="r" t="t"/>
              <a:pathLst>
                <a:path extrusionOk="0" h="12" w="11">
                  <a:moveTo>
                    <a:pt x="11" y="1"/>
                  </a:moveTo>
                  <a:lnTo>
                    <a:pt x="0" y="11"/>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9" name="Google Shape;7579;p72"/>
            <p:cNvSpPr/>
            <p:nvPr/>
          </p:nvSpPr>
          <p:spPr>
            <a:xfrm>
              <a:off x="2379404" y="1731799"/>
              <a:ext cx="163" cy="244"/>
            </a:xfrm>
            <a:custGeom>
              <a:rect b="b" l="l" r="r" t="t"/>
              <a:pathLst>
                <a:path extrusionOk="0" h="18" w="12">
                  <a:moveTo>
                    <a:pt x="1" y="0"/>
                  </a:moveTo>
                  <a:cubicBezTo>
                    <a:pt x="4" y="7"/>
                    <a:pt x="8" y="14"/>
                    <a:pt x="11" y="18"/>
                  </a:cubicBezTo>
                  <a:cubicBezTo>
                    <a:pt x="8" y="11"/>
                    <a:pt x="4" y="7"/>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0" name="Google Shape;7580;p72"/>
            <p:cNvSpPr/>
            <p:nvPr/>
          </p:nvSpPr>
          <p:spPr>
            <a:xfrm>
              <a:off x="2379268" y="1731459"/>
              <a:ext cx="149" cy="258"/>
            </a:xfrm>
            <a:custGeom>
              <a:rect b="b" l="l" r="r" t="t"/>
              <a:pathLst>
                <a:path extrusionOk="0" h="19" w="11">
                  <a:moveTo>
                    <a:pt x="0" y="1"/>
                  </a:moveTo>
                  <a:cubicBezTo>
                    <a:pt x="4" y="8"/>
                    <a:pt x="7" y="15"/>
                    <a:pt x="11" y="18"/>
                  </a:cubicBezTo>
                  <a:cubicBezTo>
                    <a:pt x="7" y="11"/>
                    <a:pt x="4" y="8"/>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1" name="Google Shape;7581;p72"/>
            <p:cNvSpPr/>
            <p:nvPr/>
          </p:nvSpPr>
          <p:spPr>
            <a:xfrm>
              <a:off x="2403748" y="1738262"/>
              <a:ext cx="339" cy="244"/>
            </a:xfrm>
            <a:custGeom>
              <a:rect b="b" l="l" r="r" t="t"/>
              <a:pathLst>
                <a:path extrusionOk="0" h="18" w="25">
                  <a:moveTo>
                    <a:pt x="25" y="18"/>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2" name="Google Shape;7582;p72"/>
            <p:cNvSpPr/>
            <p:nvPr/>
          </p:nvSpPr>
          <p:spPr>
            <a:xfrm>
              <a:off x="2404888" y="1738968"/>
              <a:ext cx="720" cy="394"/>
            </a:xfrm>
            <a:custGeom>
              <a:rect b="b" l="l" r="r" t="t"/>
              <a:pathLst>
                <a:path extrusionOk="0" h="29" w="53">
                  <a:moveTo>
                    <a:pt x="53" y="29"/>
                  </a:moveTo>
                  <a:cubicBezTo>
                    <a:pt x="35" y="18"/>
                    <a:pt x="18" y="11"/>
                    <a:pt x="0" y="1"/>
                  </a:cubicBezTo>
                  <a:cubicBezTo>
                    <a:pt x="18" y="11"/>
                    <a:pt x="35" y="18"/>
                    <a:pt x="53"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3" name="Google Shape;7583;p72"/>
            <p:cNvSpPr/>
            <p:nvPr/>
          </p:nvSpPr>
          <p:spPr>
            <a:xfrm>
              <a:off x="2403273" y="1737922"/>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4" name="Google Shape;7584;p72"/>
            <p:cNvSpPr/>
            <p:nvPr/>
          </p:nvSpPr>
          <p:spPr>
            <a:xfrm>
              <a:off x="2398901" y="1729613"/>
              <a:ext cx="1005" cy="584"/>
            </a:xfrm>
            <a:custGeom>
              <a:rect b="b" l="l" r="r" t="t"/>
              <a:pathLst>
                <a:path extrusionOk="0" h="43" w="74">
                  <a:moveTo>
                    <a:pt x="73" y="0"/>
                  </a:moveTo>
                  <a:cubicBezTo>
                    <a:pt x="49" y="11"/>
                    <a:pt x="25" y="25"/>
                    <a:pt x="0" y="42"/>
                  </a:cubicBezTo>
                  <a:cubicBezTo>
                    <a:pt x="25" y="28"/>
                    <a:pt x="49" y="11"/>
                    <a:pt x="73"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5" name="Google Shape;7585;p72"/>
            <p:cNvSpPr/>
            <p:nvPr/>
          </p:nvSpPr>
          <p:spPr>
            <a:xfrm>
              <a:off x="2405839" y="1739443"/>
              <a:ext cx="394" cy="204"/>
            </a:xfrm>
            <a:custGeom>
              <a:rect b="b" l="l" r="r" t="t"/>
              <a:pathLst>
                <a:path extrusionOk="0" h="15" w="29">
                  <a:moveTo>
                    <a:pt x="28" y="15"/>
                  </a:moveTo>
                  <a:lnTo>
                    <a:pt x="28" y="15"/>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6" name="Google Shape;7586;p72"/>
            <p:cNvSpPr/>
            <p:nvPr/>
          </p:nvSpPr>
          <p:spPr>
            <a:xfrm>
              <a:off x="2385486" y="1735981"/>
              <a:ext cx="353" cy="14"/>
            </a:xfrm>
            <a:custGeom>
              <a:rect b="b" l="l" r="r" t="t"/>
              <a:pathLst>
                <a:path extrusionOk="0" h="1" w="26">
                  <a:moveTo>
                    <a:pt x="25" y="0"/>
                  </a:moveTo>
                  <a:lnTo>
                    <a:pt x="1" y="0"/>
                  </a:lnTo>
                  <a:lnTo>
                    <a:pt x="25" y="0"/>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7" name="Google Shape;7587;p72"/>
            <p:cNvSpPr/>
            <p:nvPr/>
          </p:nvSpPr>
          <p:spPr>
            <a:xfrm>
              <a:off x="2379784" y="1732369"/>
              <a:ext cx="204" cy="244"/>
            </a:xfrm>
            <a:custGeom>
              <a:rect b="b" l="l" r="r" t="t"/>
              <a:pathLst>
                <a:path extrusionOk="0" h="18" w="15">
                  <a:moveTo>
                    <a:pt x="15" y="18"/>
                  </a:moveTo>
                  <a:cubicBezTo>
                    <a:pt x="11" y="14"/>
                    <a:pt x="4" y="7"/>
                    <a:pt x="1" y="0"/>
                  </a:cubicBezTo>
                  <a:cubicBezTo>
                    <a:pt x="4" y="7"/>
                    <a:pt x="11" y="14"/>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8" name="Google Shape;7588;p72"/>
            <p:cNvSpPr/>
            <p:nvPr/>
          </p:nvSpPr>
          <p:spPr>
            <a:xfrm>
              <a:off x="2402933" y="1737596"/>
              <a:ext cx="258" cy="204"/>
            </a:xfrm>
            <a:custGeom>
              <a:rect b="b" l="l" r="r" t="t"/>
              <a:pathLst>
                <a:path extrusionOk="0" h="15" w="19">
                  <a:moveTo>
                    <a:pt x="18"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9" name="Google Shape;7589;p72"/>
            <p:cNvSpPr/>
            <p:nvPr/>
          </p:nvSpPr>
          <p:spPr>
            <a:xfrm>
              <a:off x="2379594" y="1732125"/>
              <a:ext cx="163" cy="204"/>
            </a:xfrm>
            <a:custGeom>
              <a:rect b="b" l="l" r="r" t="t"/>
              <a:pathLst>
                <a:path extrusionOk="0" h="15" w="12">
                  <a:moveTo>
                    <a:pt x="11" y="15"/>
                  </a:moveTo>
                  <a:cubicBezTo>
                    <a:pt x="8" y="11"/>
                    <a:pt x="4" y="4"/>
                    <a:pt x="1" y="1"/>
                  </a:cubicBezTo>
                  <a:cubicBezTo>
                    <a:pt x="4" y="4"/>
                    <a:pt x="8" y="11"/>
                    <a:pt x="11"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0" name="Google Shape;7590;p72"/>
            <p:cNvSpPr/>
            <p:nvPr/>
          </p:nvSpPr>
          <p:spPr>
            <a:xfrm>
              <a:off x="2380069" y="1732695"/>
              <a:ext cx="204" cy="163"/>
            </a:xfrm>
            <a:custGeom>
              <a:rect b="b" l="l" r="r" t="t"/>
              <a:pathLst>
                <a:path extrusionOk="0" h="12" w="15">
                  <a:moveTo>
                    <a:pt x="15" y="1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1" name="Google Shape;7591;p72"/>
            <p:cNvSpPr/>
            <p:nvPr/>
          </p:nvSpPr>
          <p:spPr>
            <a:xfrm>
              <a:off x="2402648" y="1737311"/>
              <a:ext cx="204" cy="244"/>
            </a:xfrm>
            <a:custGeom>
              <a:rect b="b" l="l" r="r" t="t"/>
              <a:pathLst>
                <a:path extrusionOk="0" h="18" w="15">
                  <a:moveTo>
                    <a:pt x="15" y="18"/>
                  </a:moveTo>
                  <a:cubicBezTo>
                    <a:pt x="11" y="11"/>
                    <a:pt x="8" y="7"/>
                    <a:pt x="1" y="0"/>
                  </a:cubicBezTo>
                  <a:cubicBezTo>
                    <a:pt x="8" y="7"/>
                    <a:pt x="11" y="11"/>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2" name="Google Shape;7592;p72"/>
            <p:cNvSpPr/>
            <p:nvPr/>
          </p:nvSpPr>
          <p:spPr>
            <a:xfrm>
              <a:off x="2380408" y="1732885"/>
              <a:ext cx="339" cy="204"/>
            </a:xfrm>
            <a:custGeom>
              <a:rect b="b" l="l" r="r" t="t"/>
              <a:pathLst>
                <a:path extrusionOk="0" h="15" w="25">
                  <a:moveTo>
                    <a:pt x="25" y="15"/>
                  </a:moveTo>
                  <a:cubicBezTo>
                    <a:pt x="14" y="11"/>
                    <a:pt x="7" y="8"/>
                    <a:pt x="0" y="1"/>
                  </a:cubicBezTo>
                  <a:cubicBezTo>
                    <a:pt x="7" y="8"/>
                    <a:pt x="14" y="11"/>
                    <a:pt x="25"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3" name="Google Shape;7593;p72"/>
            <p:cNvSpPr/>
            <p:nvPr/>
          </p:nvSpPr>
          <p:spPr>
            <a:xfrm>
              <a:off x="2404264" y="1738588"/>
              <a:ext cx="543" cy="353"/>
            </a:xfrm>
            <a:custGeom>
              <a:rect b="b" l="l" r="r" t="t"/>
              <a:pathLst>
                <a:path extrusionOk="0" h="26" w="40">
                  <a:moveTo>
                    <a:pt x="39"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4" name="Google Shape;7594;p72"/>
            <p:cNvSpPr/>
            <p:nvPr/>
          </p:nvSpPr>
          <p:spPr>
            <a:xfrm>
              <a:off x="2392329" y="1712641"/>
              <a:ext cx="3109" cy="2295"/>
            </a:xfrm>
            <a:custGeom>
              <a:rect b="b" l="l" r="r" t="t"/>
              <a:pathLst>
                <a:path extrusionOk="0" h="169" w="229">
                  <a:moveTo>
                    <a:pt x="228" y="168"/>
                  </a:moveTo>
                  <a:cubicBezTo>
                    <a:pt x="158" y="98"/>
                    <a:pt x="74" y="11"/>
                    <a:pt x="1" y="0"/>
                  </a:cubicBezTo>
                  <a:cubicBezTo>
                    <a:pt x="74" y="11"/>
                    <a:pt x="158" y="98"/>
                    <a:pt x="228" y="16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5" name="Google Shape;7595;p72"/>
            <p:cNvSpPr/>
            <p:nvPr/>
          </p:nvSpPr>
          <p:spPr>
            <a:xfrm>
              <a:off x="2405364" y="1714447"/>
              <a:ext cx="244" cy="204"/>
            </a:xfrm>
            <a:custGeom>
              <a:rect b="b" l="l" r="r" t="t"/>
              <a:pathLst>
                <a:path extrusionOk="0" h="15" w="18">
                  <a:moveTo>
                    <a:pt x="0" y="14"/>
                  </a:move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6" name="Google Shape;7596;p72"/>
            <p:cNvSpPr/>
            <p:nvPr/>
          </p:nvSpPr>
          <p:spPr>
            <a:xfrm>
              <a:off x="2400612" y="1717298"/>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7" name="Google Shape;7597;p72"/>
            <p:cNvSpPr/>
            <p:nvPr/>
          </p:nvSpPr>
          <p:spPr>
            <a:xfrm>
              <a:off x="2403884" y="1715153"/>
              <a:ext cx="299" cy="109"/>
            </a:xfrm>
            <a:custGeom>
              <a:rect b="b" l="l" r="r" t="t"/>
              <a:pathLst>
                <a:path extrusionOk="0" h="8" w="22">
                  <a:moveTo>
                    <a:pt x="1" y="8"/>
                  </a:moveTo>
                  <a:lnTo>
                    <a:pt x="2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8" name="Google Shape;7598;p72"/>
            <p:cNvSpPr/>
            <p:nvPr/>
          </p:nvSpPr>
          <p:spPr>
            <a:xfrm>
              <a:off x="2404603" y="1714868"/>
              <a:ext cx="299" cy="109"/>
            </a:xfrm>
            <a:custGeom>
              <a:rect b="b" l="l" r="r" t="t"/>
              <a:pathLst>
                <a:path extrusionOk="0" h="8" w="22">
                  <a:moveTo>
                    <a:pt x="0" y="8"/>
                  </a:moveTo>
                  <a:lnTo>
                    <a:pt x="2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9" name="Google Shape;7599;p72"/>
            <p:cNvSpPr/>
            <p:nvPr/>
          </p:nvSpPr>
          <p:spPr>
            <a:xfrm>
              <a:off x="2403504" y="1715302"/>
              <a:ext cx="299" cy="109"/>
            </a:xfrm>
            <a:custGeom>
              <a:rect b="b" l="l" r="r" t="t"/>
              <a:pathLst>
                <a:path extrusionOk="0" h="8" w="22">
                  <a:moveTo>
                    <a:pt x="1" y="7"/>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0" name="Google Shape;7600;p72"/>
            <p:cNvSpPr/>
            <p:nvPr/>
          </p:nvSpPr>
          <p:spPr>
            <a:xfrm>
              <a:off x="2404929" y="1714637"/>
              <a:ext cx="353" cy="204"/>
            </a:xfrm>
            <a:custGeom>
              <a:rect b="b" l="l" r="r" t="t"/>
              <a:pathLst>
                <a:path extrusionOk="0" h="15" w="26">
                  <a:moveTo>
                    <a:pt x="1" y="14"/>
                  </a:move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1" name="Google Shape;7601;p72"/>
            <p:cNvSpPr/>
            <p:nvPr/>
          </p:nvSpPr>
          <p:spPr>
            <a:xfrm>
              <a:off x="2404223" y="1715017"/>
              <a:ext cx="299" cy="149"/>
            </a:xfrm>
            <a:custGeom>
              <a:rect b="b" l="l" r="r" t="t"/>
              <a:pathLst>
                <a:path extrusionOk="0" h="11" w="22">
                  <a:moveTo>
                    <a:pt x="0" y="11"/>
                  </a:moveTo>
                  <a:lnTo>
                    <a:pt x="2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2" name="Google Shape;7602;p72"/>
            <p:cNvSpPr/>
            <p:nvPr/>
          </p:nvSpPr>
          <p:spPr>
            <a:xfrm>
              <a:off x="2390333" y="1711921"/>
              <a:ext cx="543" cy="299"/>
            </a:xfrm>
            <a:custGeom>
              <a:rect b="b" l="l" r="r" t="t"/>
              <a:pathLst>
                <a:path extrusionOk="0" h="22" w="40">
                  <a:moveTo>
                    <a:pt x="1" y="1"/>
                  </a:moveTo>
                  <a:cubicBezTo>
                    <a:pt x="11" y="8"/>
                    <a:pt x="25" y="15"/>
                    <a:pt x="39" y="22"/>
                  </a:cubicBezTo>
                  <a:cubicBezTo>
                    <a:pt x="29" y="15"/>
                    <a:pt x="15" y="8"/>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3" name="Google Shape;7603;p72"/>
            <p:cNvSpPr/>
            <p:nvPr/>
          </p:nvSpPr>
          <p:spPr>
            <a:xfrm>
              <a:off x="2390958" y="1712261"/>
              <a:ext cx="394" cy="149"/>
            </a:xfrm>
            <a:custGeom>
              <a:rect b="b" l="l" r="r" t="t"/>
              <a:pathLst>
                <a:path extrusionOk="0" h="11" w="29">
                  <a:moveTo>
                    <a:pt x="0" y="0"/>
                  </a:moveTo>
                  <a:lnTo>
                    <a:pt x="2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4" name="Google Shape;7604;p72"/>
            <p:cNvSpPr/>
            <p:nvPr/>
          </p:nvSpPr>
          <p:spPr>
            <a:xfrm>
              <a:off x="2391664" y="1712492"/>
              <a:ext cx="204" cy="68"/>
            </a:xfrm>
            <a:custGeom>
              <a:rect b="b" l="l" r="r" t="t"/>
              <a:pathLst>
                <a:path extrusionOk="0" h="5" w="15">
                  <a:moveTo>
                    <a:pt x="1" y="1"/>
                  </a:moveTo>
                  <a:lnTo>
                    <a:pt x="15"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5" name="Google Shape;7605;p72"/>
            <p:cNvSpPr/>
            <p:nvPr/>
          </p:nvSpPr>
          <p:spPr>
            <a:xfrm>
              <a:off x="2400136" y="1717244"/>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6" name="Google Shape;7606;p72"/>
            <p:cNvSpPr/>
            <p:nvPr/>
          </p:nvSpPr>
          <p:spPr>
            <a:xfrm>
              <a:off x="2406029" y="1713822"/>
              <a:ext cx="244" cy="258"/>
            </a:xfrm>
            <a:custGeom>
              <a:rect b="b" l="l" r="r" t="t"/>
              <a:pathLst>
                <a:path extrusionOk="0" h="19" w="18">
                  <a:moveTo>
                    <a:pt x="18" y="1"/>
                  </a:moveTo>
                  <a:cubicBezTo>
                    <a:pt x="11" y="8"/>
                    <a:pt x="4" y="15"/>
                    <a:pt x="0" y="18"/>
                  </a:cubicBezTo>
                  <a:cubicBezTo>
                    <a:pt x="4" y="15"/>
                    <a:pt x="11" y="8"/>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7" name="Google Shape;7607;p72"/>
            <p:cNvSpPr/>
            <p:nvPr/>
          </p:nvSpPr>
          <p:spPr>
            <a:xfrm>
              <a:off x="2398331" y="1716578"/>
              <a:ext cx="530" cy="204"/>
            </a:xfrm>
            <a:custGeom>
              <a:rect b="b" l="l" r="r" t="t"/>
              <a:pathLst>
                <a:path extrusionOk="0" h="15" w="39">
                  <a:moveTo>
                    <a:pt x="0" y="1"/>
                  </a:moveTo>
                  <a:lnTo>
                    <a:pt x="0" y="1"/>
                  </a:lnTo>
                  <a:cubicBezTo>
                    <a:pt x="14" y="4"/>
                    <a:pt x="28" y="8"/>
                    <a:pt x="39" y="15"/>
                  </a:cubicBezTo>
                  <a:cubicBezTo>
                    <a:pt x="28" y="8"/>
                    <a:pt x="1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8" name="Google Shape;7608;p72"/>
            <p:cNvSpPr/>
            <p:nvPr/>
          </p:nvSpPr>
          <p:spPr>
            <a:xfrm>
              <a:off x="2399702" y="1717108"/>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9" name="Google Shape;7609;p72"/>
            <p:cNvSpPr/>
            <p:nvPr/>
          </p:nvSpPr>
          <p:spPr>
            <a:xfrm>
              <a:off x="2405649" y="1714162"/>
              <a:ext cx="339" cy="244"/>
            </a:xfrm>
            <a:custGeom>
              <a:rect b="b" l="l" r="r" t="t"/>
              <a:pathLst>
                <a:path extrusionOk="0" h="18" w="25">
                  <a:moveTo>
                    <a:pt x="25" y="0"/>
                  </a:moveTo>
                  <a:cubicBezTo>
                    <a:pt x="14" y="4"/>
                    <a:pt x="7" y="11"/>
                    <a:pt x="0" y="18"/>
                  </a:cubicBezTo>
                  <a:cubicBezTo>
                    <a:pt x="7" y="11"/>
                    <a:pt x="18" y="4"/>
                    <a:pt x="2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0" name="Google Shape;7610;p72"/>
            <p:cNvSpPr/>
            <p:nvPr/>
          </p:nvSpPr>
          <p:spPr>
            <a:xfrm>
              <a:off x="2400747" y="1717244"/>
              <a:ext cx="163" cy="14"/>
            </a:xfrm>
            <a:custGeom>
              <a:rect b="b" l="l" r="r" t="t"/>
              <a:pathLst>
                <a:path extrusionOk="0" h="1" w="12">
                  <a:moveTo>
                    <a:pt x="1" y="1"/>
                  </a:move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1" name="Google Shape;7611;p72"/>
            <p:cNvSpPr/>
            <p:nvPr/>
          </p:nvSpPr>
          <p:spPr>
            <a:xfrm>
              <a:off x="2399322" y="1716959"/>
              <a:ext cx="109" cy="68"/>
            </a:xfrm>
            <a:custGeom>
              <a:rect b="b" l="l" r="r" t="t"/>
              <a:pathLst>
                <a:path extrusionOk="0" h="5" w="8">
                  <a:moveTo>
                    <a:pt x="1" y="1"/>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2" name="Google Shape;7612;p72"/>
            <p:cNvSpPr/>
            <p:nvPr/>
          </p:nvSpPr>
          <p:spPr>
            <a:xfrm>
              <a:off x="2381454" y="1716008"/>
              <a:ext cx="2485" cy="5010"/>
            </a:xfrm>
            <a:custGeom>
              <a:rect b="b" l="l" r="r" t="t"/>
              <a:pathLst>
                <a:path extrusionOk="0" h="369" w="183">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3" name="Google Shape;7613;p72"/>
            <p:cNvSpPr/>
            <p:nvPr/>
          </p:nvSpPr>
          <p:spPr>
            <a:xfrm>
              <a:off x="2390863" y="1732315"/>
              <a:ext cx="14" cy="204"/>
            </a:xfrm>
            <a:custGeom>
              <a:rect b="b" l="l" r="r" t="t"/>
              <a:pathLst>
                <a:path extrusionOk="0" h="15" w="1">
                  <a:moveTo>
                    <a:pt x="0" y="1"/>
                  </a:moveTo>
                  <a:lnTo>
                    <a:pt x="0" y="11"/>
                  </a:lnTo>
                  <a:cubicBezTo>
                    <a:pt x="0" y="15"/>
                    <a:pt x="0"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4" name="Google Shape;7614;p72"/>
            <p:cNvSpPr/>
            <p:nvPr/>
          </p:nvSpPr>
          <p:spPr>
            <a:xfrm>
              <a:off x="2390958" y="1732790"/>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5" name="Google Shape;7615;p72"/>
            <p:cNvSpPr/>
            <p:nvPr/>
          </p:nvSpPr>
          <p:spPr>
            <a:xfrm>
              <a:off x="2390809" y="1732179"/>
              <a:ext cx="68" cy="109"/>
            </a:xfrm>
            <a:custGeom>
              <a:rect b="b" l="l" r="r" t="t"/>
              <a:pathLst>
                <a:path extrusionOk="0" h="8" w="5">
                  <a:moveTo>
                    <a:pt x="4" y="0"/>
                  </a:moveTo>
                  <a:cubicBezTo>
                    <a:pt x="1" y="4"/>
                    <a:pt x="1" y="7"/>
                    <a:pt x="4" y="7"/>
                  </a:cubicBezTo>
                  <a:cubicBezTo>
                    <a:pt x="1" y="7"/>
                    <a:pt x="1"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6" name="Google Shape;7616;p72"/>
            <p:cNvSpPr/>
            <p:nvPr/>
          </p:nvSpPr>
          <p:spPr>
            <a:xfrm>
              <a:off x="2391243" y="1733550"/>
              <a:ext cx="149" cy="353"/>
            </a:xfrm>
            <a:custGeom>
              <a:rect b="b" l="l" r="r" t="t"/>
              <a:pathLst>
                <a:path extrusionOk="0" h="26" w="11">
                  <a:moveTo>
                    <a:pt x="0" y="1"/>
                  </a:moveTo>
                  <a:lnTo>
                    <a:pt x="11"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7" name="Google Shape;7617;p72"/>
            <p:cNvSpPr/>
            <p:nvPr/>
          </p:nvSpPr>
          <p:spPr>
            <a:xfrm>
              <a:off x="2391813" y="1734691"/>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8" name="Google Shape;7618;p72"/>
            <p:cNvSpPr/>
            <p:nvPr/>
          </p:nvSpPr>
          <p:spPr>
            <a:xfrm>
              <a:off x="2391474" y="1734080"/>
              <a:ext cx="258" cy="489"/>
            </a:xfrm>
            <a:custGeom>
              <a:rect b="b" l="l" r="r" t="t"/>
              <a:pathLst>
                <a:path extrusionOk="0" h="36" w="19">
                  <a:moveTo>
                    <a:pt x="1" y="0"/>
                  </a:moveTo>
                  <a:cubicBezTo>
                    <a:pt x="4" y="11"/>
                    <a:pt x="11" y="21"/>
                    <a:pt x="18" y="35"/>
                  </a:cubicBezTo>
                  <a:cubicBezTo>
                    <a:pt x="11" y="21"/>
                    <a:pt x="4" y="11"/>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9" name="Google Shape;7619;p72"/>
            <p:cNvSpPr/>
            <p:nvPr/>
          </p:nvSpPr>
          <p:spPr>
            <a:xfrm>
              <a:off x="2390904" y="1732559"/>
              <a:ext cx="14" cy="149"/>
            </a:xfrm>
            <a:custGeom>
              <a:rect b="b" l="l" r="r" t="t"/>
              <a:pathLst>
                <a:path extrusionOk="0" h="11" w="1">
                  <a:moveTo>
                    <a:pt x="1"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0" name="Google Shape;7620;p72"/>
            <p:cNvSpPr/>
            <p:nvPr/>
          </p:nvSpPr>
          <p:spPr>
            <a:xfrm>
              <a:off x="2391094" y="1733170"/>
              <a:ext cx="109" cy="258"/>
            </a:xfrm>
            <a:custGeom>
              <a:rect b="b" l="l" r="r" t="t"/>
              <a:pathLst>
                <a:path extrusionOk="0" h="19"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1" name="Google Shape;7621;p72"/>
            <p:cNvSpPr/>
            <p:nvPr/>
          </p:nvSpPr>
          <p:spPr>
            <a:xfrm>
              <a:off x="2384726" y="1733930"/>
              <a:ext cx="109" cy="109"/>
            </a:xfrm>
            <a:custGeom>
              <a:rect b="b" l="l" r="r" t="t"/>
              <a:pathLst>
                <a:path extrusionOk="0" h="8" w="8">
                  <a:moveTo>
                    <a:pt x="8"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2" name="Google Shape;7622;p72"/>
            <p:cNvSpPr/>
            <p:nvPr/>
          </p:nvSpPr>
          <p:spPr>
            <a:xfrm>
              <a:off x="2379308" y="1731459"/>
              <a:ext cx="299" cy="163"/>
            </a:xfrm>
            <a:custGeom>
              <a:rect b="b" l="l" r="r" t="t"/>
              <a:pathLst>
                <a:path extrusionOk="0" h="12" w="22">
                  <a:moveTo>
                    <a:pt x="1" y="1"/>
                  </a:moveTo>
                  <a:lnTo>
                    <a:pt x="22" y="11"/>
                  </a:ln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3" name="Google Shape;7623;p72"/>
            <p:cNvSpPr/>
            <p:nvPr/>
          </p:nvSpPr>
          <p:spPr>
            <a:xfrm>
              <a:off x="2385350" y="1734691"/>
              <a:ext cx="14" cy="68"/>
            </a:xfrm>
            <a:custGeom>
              <a:rect b="b" l="l" r="r" t="t"/>
              <a:pathLst>
                <a:path extrusionOk="0" h="5" w="1">
                  <a:moveTo>
                    <a:pt x="0"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4" name="Google Shape;7624;p72"/>
            <p:cNvSpPr/>
            <p:nvPr/>
          </p:nvSpPr>
          <p:spPr>
            <a:xfrm>
              <a:off x="2379784" y="1731744"/>
              <a:ext cx="543" cy="299"/>
            </a:xfrm>
            <a:custGeom>
              <a:rect b="b" l="l" r="r" t="t"/>
              <a:pathLst>
                <a:path extrusionOk="0" h="22" w="40">
                  <a:moveTo>
                    <a:pt x="39"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5" name="Google Shape;7625;p72"/>
            <p:cNvSpPr/>
            <p:nvPr/>
          </p:nvSpPr>
          <p:spPr>
            <a:xfrm>
              <a:off x="2385826" y="173579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6" name="Google Shape;7626;p72"/>
            <p:cNvSpPr/>
            <p:nvPr/>
          </p:nvSpPr>
          <p:spPr>
            <a:xfrm>
              <a:off x="2385676" y="1735220"/>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7" name="Google Shape;7627;p72"/>
            <p:cNvSpPr/>
            <p:nvPr/>
          </p:nvSpPr>
          <p:spPr>
            <a:xfrm>
              <a:off x="2381264" y="1715682"/>
              <a:ext cx="434" cy="774"/>
            </a:xfrm>
            <a:custGeom>
              <a:rect b="b" l="l" r="r" t="t"/>
              <a:pathLst>
                <a:path extrusionOk="0" h="57" w="32">
                  <a:moveTo>
                    <a:pt x="0" y="0"/>
                  </a:moveTo>
                  <a:cubicBezTo>
                    <a:pt x="7" y="18"/>
                    <a:pt x="21" y="39"/>
                    <a:pt x="32" y="56"/>
                  </a:cubicBezTo>
                  <a:lnTo>
                    <a:pt x="14" y="25"/>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8" name="Google Shape;7628;p72"/>
            <p:cNvSpPr/>
            <p:nvPr/>
          </p:nvSpPr>
          <p:spPr>
            <a:xfrm>
              <a:off x="2379404" y="1731324"/>
              <a:ext cx="14" cy="54"/>
            </a:xfrm>
            <a:custGeom>
              <a:rect b="b" l="l" r="r" t="t"/>
              <a:pathLst>
                <a:path extrusionOk="0" h="4" w="1">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9" name="Google Shape;7629;p72"/>
            <p:cNvSpPr/>
            <p:nvPr/>
          </p:nvSpPr>
          <p:spPr>
            <a:xfrm>
              <a:off x="2385826" y="1735981"/>
              <a:ext cx="14" cy="14"/>
            </a:xfrm>
            <a:custGeom>
              <a:rect b="b" l="l" r="r" t="t"/>
              <a:pathLst>
                <a:path extrusionOk="0" h="1" w="1">
                  <a:moveTo>
                    <a:pt x="0" y="0"/>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0" name="Google Shape;7630;p72"/>
            <p:cNvSpPr/>
            <p:nvPr/>
          </p:nvSpPr>
          <p:spPr>
            <a:xfrm>
              <a:off x="2497528" y="1743000"/>
              <a:ext cx="87140" cy="73726"/>
            </a:xfrm>
            <a:custGeom>
              <a:rect b="b" l="l" r="r" t="t"/>
              <a:pathLst>
                <a:path extrusionOk="0" h="5430" w="6418">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1" name="Google Shape;7631;p72"/>
            <p:cNvSpPr/>
            <p:nvPr/>
          </p:nvSpPr>
          <p:spPr>
            <a:xfrm>
              <a:off x="2595449" y="1751378"/>
              <a:ext cx="0" cy="14"/>
            </a:xfrm>
            <a:custGeom>
              <a:rect b="b" l="l" r="r" t="t"/>
              <a:pathLst>
                <a:path extrusionOk="0" h="1" w="0">
                  <a:moveTo>
                    <a:pt x="0"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2" name="Google Shape;7632;p72"/>
            <p:cNvSpPr/>
            <p:nvPr/>
          </p:nvSpPr>
          <p:spPr>
            <a:xfrm>
              <a:off x="2589692" y="1751432"/>
              <a:ext cx="11134" cy="4046"/>
            </a:xfrm>
            <a:custGeom>
              <a:rect b="b" l="l" r="r" t="t"/>
              <a:pathLst>
                <a:path extrusionOk="0" h="298" w="82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3" name="Google Shape;7633;p72"/>
            <p:cNvSpPr/>
            <p:nvPr/>
          </p:nvSpPr>
          <p:spPr>
            <a:xfrm>
              <a:off x="2541736" y="1751432"/>
              <a:ext cx="434" cy="109"/>
            </a:xfrm>
            <a:custGeom>
              <a:rect b="b" l="l" r="r" t="t"/>
              <a:pathLst>
                <a:path extrusionOk="0" h="8" w="32">
                  <a:moveTo>
                    <a:pt x="32" y="0"/>
                  </a:moveTo>
                  <a:cubicBezTo>
                    <a:pt x="21" y="0"/>
                    <a:pt x="11" y="4"/>
                    <a:pt x="0" y="4"/>
                  </a:cubicBezTo>
                  <a:lnTo>
                    <a:pt x="0" y="7"/>
                  </a:lnTo>
                  <a:lnTo>
                    <a:pt x="3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4" name="Google Shape;7634;p72"/>
            <p:cNvSpPr/>
            <p:nvPr/>
          </p:nvSpPr>
          <p:spPr>
            <a:xfrm>
              <a:off x="2550955" y="1754039"/>
              <a:ext cx="394" cy="258"/>
            </a:xfrm>
            <a:custGeom>
              <a:rect b="b" l="l" r="r" t="t"/>
              <a:pathLst>
                <a:path extrusionOk="0" h="19" w="29">
                  <a:moveTo>
                    <a:pt x="0" y="1"/>
                  </a:moveTo>
                  <a:lnTo>
                    <a:pt x="28" y="18"/>
                  </a:lnTo>
                  <a:lnTo>
                    <a:pt x="2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5" name="Google Shape;7635;p72"/>
            <p:cNvSpPr/>
            <p:nvPr/>
          </p:nvSpPr>
          <p:spPr>
            <a:xfrm>
              <a:off x="2549950" y="1753523"/>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6" name="Google Shape;7636;p72"/>
            <p:cNvSpPr/>
            <p:nvPr/>
          </p:nvSpPr>
          <p:spPr>
            <a:xfrm>
              <a:off x="2550236" y="1753618"/>
              <a:ext cx="109" cy="54"/>
            </a:xfrm>
            <a:custGeom>
              <a:rect b="b" l="l" r="r" t="t"/>
              <a:pathLst>
                <a:path extrusionOk="0" h="4" w="8">
                  <a:moveTo>
                    <a:pt x="8"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7" name="Google Shape;7637;p72"/>
            <p:cNvSpPr/>
            <p:nvPr/>
          </p:nvSpPr>
          <p:spPr>
            <a:xfrm>
              <a:off x="2549244" y="1753278"/>
              <a:ext cx="244" cy="14"/>
            </a:xfrm>
            <a:custGeom>
              <a:rect b="b" l="l" r="r" t="t"/>
              <a:pathLst>
                <a:path extrusionOk="0" h="1" w="18">
                  <a:moveTo>
                    <a:pt x="18" y="1"/>
                  </a:moveTo>
                  <a:cubicBezTo>
                    <a:pt x="11" y="1"/>
                    <a:pt x="7" y="1"/>
                    <a:pt x="0" y="1"/>
                  </a:cubicBezTo>
                  <a:cubicBezTo>
                    <a:pt x="7" y="1"/>
                    <a:pt x="11" y="1"/>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8" name="Google Shape;7638;p72"/>
            <p:cNvSpPr/>
            <p:nvPr/>
          </p:nvSpPr>
          <p:spPr>
            <a:xfrm>
              <a:off x="2550480" y="1753754"/>
              <a:ext cx="149" cy="68"/>
            </a:xfrm>
            <a:custGeom>
              <a:rect b="b" l="l" r="r" t="t"/>
              <a:pathLst>
                <a:path extrusionOk="0" h="5" w="11">
                  <a:moveTo>
                    <a:pt x="11"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9" name="Google Shape;7639;p72"/>
            <p:cNvSpPr/>
            <p:nvPr/>
          </p:nvSpPr>
          <p:spPr>
            <a:xfrm>
              <a:off x="2550711" y="1753903"/>
              <a:ext cx="204" cy="109"/>
            </a:xfrm>
            <a:custGeom>
              <a:rect b="b" l="l" r="r" t="t"/>
              <a:pathLst>
                <a:path extrusionOk="0" h="8" w="15">
                  <a:moveTo>
                    <a:pt x="15"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0" name="Google Shape;7640;p72"/>
            <p:cNvSpPr/>
            <p:nvPr/>
          </p:nvSpPr>
          <p:spPr>
            <a:xfrm>
              <a:off x="2549625" y="1753373"/>
              <a:ext cx="109" cy="14"/>
            </a:xfrm>
            <a:custGeom>
              <a:rect b="b" l="l" r="r" t="t"/>
              <a:pathLst>
                <a:path extrusionOk="0" h="1" w="8">
                  <a:moveTo>
                    <a:pt x="7"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1" name="Google Shape;7641;p72"/>
            <p:cNvSpPr/>
            <p:nvPr/>
          </p:nvSpPr>
          <p:spPr>
            <a:xfrm>
              <a:off x="2551756" y="1754568"/>
              <a:ext cx="1439" cy="910"/>
            </a:xfrm>
            <a:custGeom>
              <a:rect b="b" l="l" r="r" t="t"/>
              <a:pathLst>
                <a:path extrusionOk="0" h="67" w="106">
                  <a:moveTo>
                    <a:pt x="1" y="0"/>
                  </a:moveTo>
                  <a:lnTo>
                    <a:pt x="106" y="67"/>
                  </a:lnTo>
                  <a:lnTo>
                    <a:pt x="106" y="60"/>
                  </a:lnTo>
                  <a:lnTo>
                    <a:pt x="88" y="53"/>
                  </a:lnTo>
                  <a:cubicBezTo>
                    <a:pt x="57" y="35"/>
                    <a:pt x="29" y="18"/>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2" name="Google Shape;7642;p72"/>
            <p:cNvSpPr/>
            <p:nvPr/>
          </p:nvSpPr>
          <p:spPr>
            <a:xfrm>
              <a:off x="2542917" y="1751147"/>
              <a:ext cx="543" cy="149"/>
            </a:xfrm>
            <a:custGeom>
              <a:rect b="b" l="l" r="r" t="t"/>
              <a:pathLst>
                <a:path extrusionOk="0" h="11" w="4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3" name="Google Shape;7643;p72"/>
            <p:cNvSpPr/>
            <p:nvPr/>
          </p:nvSpPr>
          <p:spPr>
            <a:xfrm>
              <a:off x="2508784" y="1768770"/>
              <a:ext cx="204" cy="394"/>
            </a:xfrm>
            <a:custGeom>
              <a:rect b="b" l="l" r="r" t="t"/>
              <a:pathLst>
                <a:path extrusionOk="0" h="29" w="15">
                  <a:moveTo>
                    <a:pt x="15" y="29"/>
                  </a:moveTo>
                  <a:cubicBezTo>
                    <a:pt x="11" y="22"/>
                    <a:pt x="4" y="11"/>
                    <a:pt x="1" y="1"/>
                  </a:cubicBezTo>
                  <a:cubicBezTo>
                    <a:pt x="4" y="11"/>
                    <a:pt x="11" y="22"/>
                    <a:pt x="15"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4" name="Google Shape;7644;p72"/>
            <p:cNvSpPr/>
            <p:nvPr/>
          </p:nvSpPr>
          <p:spPr>
            <a:xfrm>
              <a:off x="2511499" y="1770440"/>
              <a:ext cx="489" cy="14"/>
            </a:xfrm>
            <a:custGeom>
              <a:rect b="b" l="l" r="r" t="t"/>
              <a:pathLst>
                <a:path extrusionOk="0" h="1" w="36">
                  <a:moveTo>
                    <a:pt x="15" y="0"/>
                  </a:moveTo>
                  <a:lnTo>
                    <a:pt x="36"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5" name="Google Shape;7645;p72"/>
            <p:cNvSpPr/>
            <p:nvPr/>
          </p:nvSpPr>
          <p:spPr>
            <a:xfrm>
              <a:off x="2509734" y="1769965"/>
              <a:ext cx="1018" cy="394"/>
            </a:xfrm>
            <a:custGeom>
              <a:rect b="b" l="l" r="r" t="t"/>
              <a:pathLst>
                <a:path extrusionOk="0" h="29" w="75">
                  <a:moveTo>
                    <a:pt x="74" y="28"/>
                  </a:moveTo>
                  <a:cubicBezTo>
                    <a:pt x="50" y="21"/>
                    <a:pt x="25" y="11"/>
                    <a:pt x="1" y="0"/>
                  </a:cubicBezTo>
                  <a:cubicBezTo>
                    <a:pt x="25" y="11"/>
                    <a:pt x="50" y="21"/>
                    <a:pt x="74"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6" name="Google Shape;7646;p72"/>
            <p:cNvSpPr/>
            <p:nvPr/>
          </p:nvSpPr>
          <p:spPr>
            <a:xfrm>
              <a:off x="2510888" y="1770345"/>
              <a:ext cx="475" cy="54"/>
            </a:xfrm>
            <a:custGeom>
              <a:rect b="b" l="l" r="r" t="t"/>
              <a:pathLst>
                <a:path extrusionOk="0" h="4" w="35">
                  <a:moveTo>
                    <a:pt x="35" y="4"/>
                  </a:moveTo>
                  <a:cubicBezTo>
                    <a:pt x="21" y="4"/>
                    <a:pt x="11" y="4"/>
                    <a:pt x="0" y="0"/>
                  </a:cubicBezTo>
                  <a:cubicBezTo>
                    <a:pt x="11" y="4"/>
                    <a:pt x="21" y="4"/>
                    <a:pt x="35" y="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7" name="Google Shape;7647;p72"/>
            <p:cNvSpPr/>
            <p:nvPr/>
          </p:nvSpPr>
          <p:spPr>
            <a:xfrm>
              <a:off x="2509354" y="1769680"/>
              <a:ext cx="299" cy="204"/>
            </a:xfrm>
            <a:custGeom>
              <a:rect b="b" l="l" r="r" t="t"/>
              <a:pathLst>
                <a:path extrusionOk="0" h="15" w="22">
                  <a:moveTo>
                    <a:pt x="22" y="14"/>
                  </a:moveTo>
                  <a:cubicBezTo>
                    <a:pt x="15" y="11"/>
                    <a:pt x="8" y="4"/>
                    <a:pt x="1" y="0"/>
                  </a:cubicBezTo>
                  <a:cubicBezTo>
                    <a:pt x="8" y="4"/>
                    <a:pt x="15" y="11"/>
                    <a:pt x="22"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8" name="Google Shape;7648;p72"/>
            <p:cNvSpPr/>
            <p:nvPr/>
          </p:nvSpPr>
          <p:spPr>
            <a:xfrm>
              <a:off x="2509069" y="1769300"/>
              <a:ext cx="204" cy="244"/>
            </a:xfrm>
            <a:custGeom>
              <a:rect b="b" l="l" r="r" t="t"/>
              <a:pathLst>
                <a:path extrusionOk="0" h="18" w="15">
                  <a:moveTo>
                    <a:pt x="15" y="18"/>
                  </a:moveTo>
                  <a:cubicBezTo>
                    <a:pt x="8" y="11"/>
                    <a:pt x="4" y="7"/>
                    <a:pt x="1" y="0"/>
                  </a:cubicBezTo>
                  <a:cubicBezTo>
                    <a:pt x="4" y="7"/>
                    <a:pt x="8" y="11"/>
                    <a:pt x="15"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9" name="Google Shape;7649;p72"/>
            <p:cNvSpPr/>
            <p:nvPr/>
          </p:nvSpPr>
          <p:spPr>
            <a:xfrm>
              <a:off x="2534975" y="1750997"/>
              <a:ext cx="489" cy="543"/>
            </a:xfrm>
            <a:custGeom>
              <a:rect b="b" l="l" r="r" t="t"/>
              <a:pathLst>
                <a:path extrusionOk="0" h="40" w="36">
                  <a:moveTo>
                    <a:pt x="36" y="1"/>
                  </a:moveTo>
                  <a:cubicBezTo>
                    <a:pt x="25" y="11"/>
                    <a:pt x="11" y="25"/>
                    <a:pt x="1" y="39"/>
                  </a:cubicBezTo>
                  <a:cubicBezTo>
                    <a:pt x="11" y="25"/>
                    <a:pt x="25" y="11"/>
                    <a:pt x="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0" name="Google Shape;7650;p72"/>
            <p:cNvSpPr/>
            <p:nvPr/>
          </p:nvSpPr>
          <p:spPr>
            <a:xfrm>
              <a:off x="2536780" y="1750047"/>
              <a:ext cx="109" cy="14"/>
            </a:xfrm>
            <a:custGeom>
              <a:rect b="b" l="l" r="r" t="t"/>
              <a:pathLst>
                <a:path extrusionOk="0" h="1" w="8">
                  <a:moveTo>
                    <a:pt x="1" y="0"/>
                  </a:moveTo>
                  <a:lnTo>
                    <a:pt x="1" y="0"/>
                  </a:lnTo>
                  <a:lnTo>
                    <a:pt x="8" y="0"/>
                  </a:ln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1" name="Google Shape;7651;p72"/>
            <p:cNvSpPr/>
            <p:nvPr/>
          </p:nvSpPr>
          <p:spPr>
            <a:xfrm>
              <a:off x="2512219" y="1770291"/>
              <a:ext cx="679" cy="109"/>
            </a:xfrm>
            <a:custGeom>
              <a:rect b="b" l="l" r="r" t="t"/>
              <a:pathLst>
                <a:path extrusionOk="0" h="8" w="50">
                  <a:moveTo>
                    <a:pt x="49" y="1"/>
                  </a:moveTo>
                  <a:cubicBezTo>
                    <a:pt x="32" y="4"/>
                    <a:pt x="14" y="8"/>
                    <a:pt x="0" y="8"/>
                  </a:cubicBezTo>
                  <a:cubicBezTo>
                    <a:pt x="14" y="8"/>
                    <a:pt x="32" y="4"/>
                    <a:pt x="4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2" name="Google Shape;7652;p72"/>
            <p:cNvSpPr/>
            <p:nvPr/>
          </p:nvSpPr>
          <p:spPr>
            <a:xfrm>
              <a:off x="2503230" y="1767779"/>
              <a:ext cx="679" cy="204"/>
            </a:xfrm>
            <a:custGeom>
              <a:rect b="b" l="l" r="r" t="t"/>
              <a:pathLst>
                <a:path extrusionOk="0" h="15" w="50">
                  <a:moveTo>
                    <a:pt x="49" y="0"/>
                  </a:moveTo>
                  <a:cubicBezTo>
                    <a:pt x="35" y="0"/>
                    <a:pt x="25" y="4"/>
                    <a:pt x="14" y="7"/>
                  </a:cubicBezTo>
                  <a:lnTo>
                    <a:pt x="0" y="14"/>
                  </a:lnTo>
                  <a:cubicBezTo>
                    <a:pt x="14" y="7"/>
                    <a:pt x="32" y="0"/>
                    <a:pt x="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3" name="Google Shape;7653;p72"/>
            <p:cNvSpPr/>
            <p:nvPr/>
          </p:nvSpPr>
          <p:spPr>
            <a:xfrm>
              <a:off x="2542917" y="1751187"/>
              <a:ext cx="489" cy="109"/>
            </a:xfrm>
            <a:custGeom>
              <a:rect b="b" l="l" r="r" t="t"/>
              <a:pathLst>
                <a:path extrusionOk="0" h="8" w="36">
                  <a:moveTo>
                    <a:pt x="36" y="1"/>
                  </a:moveTo>
                  <a:lnTo>
                    <a:pt x="36" y="1"/>
                  </a:lnTo>
                  <a:cubicBezTo>
                    <a:pt x="22" y="4"/>
                    <a:pt x="11" y="4"/>
                    <a:pt x="1" y="8"/>
                  </a:cubicBezTo>
                  <a:cubicBezTo>
                    <a:pt x="11" y="8"/>
                    <a:pt x="22" y="4"/>
                    <a:pt x="3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4" name="Google Shape;7654;p72"/>
            <p:cNvSpPr/>
            <p:nvPr/>
          </p:nvSpPr>
          <p:spPr>
            <a:xfrm>
              <a:off x="2502035" y="1769436"/>
              <a:ext cx="68" cy="394"/>
            </a:xfrm>
            <a:custGeom>
              <a:rect b="b" l="l" r="r" t="t"/>
              <a:pathLst>
                <a:path extrusionOk="0" h="29" w="5">
                  <a:moveTo>
                    <a:pt x="1" y="29"/>
                  </a:moveTo>
                  <a:cubicBezTo>
                    <a:pt x="1" y="18"/>
                    <a:pt x="4" y="11"/>
                    <a:pt x="4" y="1"/>
                  </a:cubicBezTo>
                  <a:cubicBezTo>
                    <a:pt x="4" y="11"/>
                    <a:pt x="1" y="18"/>
                    <a:pt x="1" y="2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5" name="Google Shape;7655;p72"/>
            <p:cNvSpPr/>
            <p:nvPr/>
          </p:nvSpPr>
          <p:spPr>
            <a:xfrm>
              <a:off x="2499143" y="1813793"/>
              <a:ext cx="14" cy="204"/>
            </a:xfrm>
            <a:custGeom>
              <a:rect b="b" l="l" r="r" t="t"/>
              <a:pathLst>
                <a:path extrusionOk="0" h="15" w="1">
                  <a:moveTo>
                    <a:pt x="0" y="14"/>
                  </a:moveTo>
                  <a:cubicBezTo>
                    <a:pt x="0" y="7"/>
                    <a:pt x="0" y="4"/>
                    <a:pt x="0" y="0"/>
                  </a:cubicBezTo>
                  <a:cubicBezTo>
                    <a:pt x="0" y="4"/>
                    <a:pt x="0" y="7"/>
                    <a:pt x="0"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6" name="Google Shape;7656;p72"/>
            <p:cNvSpPr/>
            <p:nvPr/>
          </p:nvSpPr>
          <p:spPr>
            <a:xfrm>
              <a:off x="2500230" y="1774663"/>
              <a:ext cx="448" cy="489"/>
            </a:xfrm>
            <a:custGeom>
              <a:rect b="b" l="l" r="r" t="t"/>
              <a:pathLst>
                <a:path extrusionOk="0" h="36" w="33">
                  <a:moveTo>
                    <a:pt x="32" y="1"/>
                  </a:moveTo>
                  <a:cubicBezTo>
                    <a:pt x="22" y="15"/>
                    <a:pt x="11" y="25"/>
                    <a:pt x="1" y="36"/>
                  </a:cubicBezTo>
                  <a:cubicBezTo>
                    <a:pt x="15" y="25"/>
                    <a:pt x="22" y="15"/>
                    <a:pt x="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7" name="Google Shape;7657;p72"/>
            <p:cNvSpPr/>
            <p:nvPr/>
          </p:nvSpPr>
          <p:spPr>
            <a:xfrm>
              <a:off x="2502131" y="1767969"/>
              <a:ext cx="1113" cy="1385"/>
            </a:xfrm>
            <a:custGeom>
              <a:rect b="b" l="l" r="r" t="t"/>
              <a:pathLst>
                <a:path extrusionOk="0" h="102" w="82">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8" name="Google Shape;7658;p72"/>
            <p:cNvSpPr/>
            <p:nvPr/>
          </p:nvSpPr>
          <p:spPr>
            <a:xfrm>
              <a:off x="2500664" y="1769911"/>
              <a:ext cx="1480" cy="4725"/>
            </a:xfrm>
            <a:custGeom>
              <a:rect b="b" l="l" r="r" t="t"/>
              <a:pathLst>
                <a:path extrusionOk="0" h="348" w="109">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9" name="Google Shape;7659;p72"/>
            <p:cNvSpPr/>
            <p:nvPr/>
          </p:nvSpPr>
          <p:spPr>
            <a:xfrm>
              <a:off x="2503081" y="1767874"/>
              <a:ext cx="353" cy="204"/>
            </a:xfrm>
            <a:custGeom>
              <a:rect b="b" l="l" r="r" t="t"/>
              <a:pathLst>
                <a:path extrusionOk="0" h="15" w="26">
                  <a:moveTo>
                    <a:pt x="25" y="0"/>
                  </a:moveTo>
                  <a:cubicBezTo>
                    <a:pt x="15" y="4"/>
                    <a:pt x="8" y="7"/>
                    <a:pt x="1" y="14"/>
                  </a:cubicBezTo>
                  <a:lnTo>
                    <a:pt x="11" y="7"/>
                  </a:lnTo>
                  <a:lnTo>
                    <a:pt x="25"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0" name="Google Shape;7660;p72"/>
            <p:cNvSpPr/>
            <p:nvPr/>
          </p:nvSpPr>
          <p:spPr>
            <a:xfrm>
              <a:off x="2579848" y="1757895"/>
              <a:ext cx="68" cy="14"/>
            </a:xfrm>
            <a:custGeom>
              <a:rect b="b" l="l" r="r" t="t"/>
              <a:pathLst>
                <a:path extrusionOk="0" h="1" w="5">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1" name="Google Shape;7661;p72"/>
            <p:cNvSpPr/>
            <p:nvPr/>
          </p:nvSpPr>
          <p:spPr>
            <a:xfrm>
              <a:off x="2583419" y="1758221"/>
              <a:ext cx="204" cy="68"/>
            </a:xfrm>
            <a:custGeom>
              <a:rect b="b" l="l" r="r" t="t"/>
              <a:pathLst>
                <a:path extrusionOk="0" h="5" w="15">
                  <a:moveTo>
                    <a:pt x="0" y="4"/>
                  </a:moveTo>
                  <a:lnTo>
                    <a:pt x="1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2" name="Google Shape;7662;p72"/>
            <p:cNvSpPr/>
            <p:nvPr/>
          </p:nvSpPr>
          <p:spPr>
            <a:xfrm>
              <a:off x="2556318" y="1754568"/>
              <a:ext cx="204" cy="244"/>
            </a:xfrm>
            <a:custGeom>
              <a:rect b="b" l="l" r="r" t="t"/>
              <a:pathLst>
                <a:path extrusionOk="0" h="18" w="15">
                  <a:moveTo>
                    <a:pt x="1" y="18"/>
                  </a:moveTo>
                  <a:cubicBezTo>
                    <a:pt x="8" y="11"/>
                    <a:pt x="11" y="4"/>
                    <a:pt x="15" y="0"/>
                  </a:cubicBezTo>
                  <a:cubicBezTo>
                    <a:pt x="11" y="4"/>
                    <a:pt x="8" y="11"/>
                    <a:pt x="1"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3" name="Google Shape;7663;p72"/>
            <p:cNvSpPr/>
            <p:nvPr/>
          </p:nvSpPr>
          <p:spPr>
            <a:xfrm>
              <a:off x="2582319" y="1758465"/>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4" name="Google Shape;7664;p72"/>
            <p:cNvSpPr/>
            <p:nvPr/>
          </p:nvSpPr>
          <p:spPr>
            <a:xfrm>
              <a:off x="2584030" y="1758126"/>
              <a:ext cx="68" cy="14"/>
            </a:xfrm>
            <a:custGeom>
              <a:rect b="b" l="l" r="r" t="t"/>
              <a:pathLst>
                <a:path extrusionOk="0" h="1" w="5">
                  <a:moveTo>
                    <a:pt x="4"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5" name="Google Shape;7665;p72"/>
            <p:cNvSpPr/>
            <p:nvPr/>
          </p:nvSpPr>
          <p:spPr>
            <a:xfrm>
              <a:off x="2551335" y="1754283"/>
              <a:ext cx="394" cy="244"/>
            </a:xfrm>
            <a:custGeom>
              <a:rect b="b" l="l" r="r" t="t"/>
              <a:pathLst>
                <a:path extrusionOk="0" h="18" w="29">
                  <a:moveTo>
                    <a:pt x="0" y="0"/>
                  </a:moveTo>
                  <a:lnTo>
                    <a:pt x="28" y="18"/>
                  </a:lnTo>
                  <a:lnTo>
                    <a:pt x="18" y="11"/>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6" name="Google Shape;7666;p72"/>
            <p:cNvSpPr/>
            <p:nvPr/>
          </p:nvSpPr>
          <p:spPr>
            <a:xfrm>
              <a:off x="2582890" y="1758370"/>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7" name="Google Shape;7667;p72"/>
            <p:cNvSpPr/>
            <p:nvPr/>
          </p:nvSpPr>
          <p:spPr>
            <a:xfrm>
              <a:off x="2581803" y="175850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8" name="Google Shape;7668;p72"/>
            <p:cNvSpPr/>
            <p:nvPr/>
          </p:nvSpPr>
          <p:spPr>
            <a:xfrm>
              <a:off x="2596494" y="1752423"/>
              <a:ext cx="2811" cy="1344"/>
            </a:xfrm>
            <a:custGeom>
              <a:rect b="b" l="l" r="r" t="t"/>
              <a:pathLst>
                <a:path extrusionOk="0" h="99" w="207">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9" name="Google Shape;7669;p72"/>
            <p:cNvSpPr/>
            <p:nvPr/>
          </p:nvSpPr>
          <p:spPr>
            <a:xfrm>
              <a:off x="2600147" y="1753618"/>
              <a:ext cx="163" cy="14"/>
            </a:xfrm>
            <a:custGeom>
              <a:rect b="b" l="l" r="r" t="t"/>
              <a:pathLst>
                <a:path extrusionOk="0" h="1" w="12">
                  <a:moveTo>
                    <a:pt x="1"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0" name="Google Shape;7670;p72"/>
            <p:cNvSpPr/>
            <p:nvPr/>
          </p:nvSpPr>
          <p:spPr>
            <a:xfrm>
              <a:off x="2596250" y="1752097"/>
              <a:ext cx="54" cy="54"/>
            </a:xfrm>
            <a:custGeom>
              <a:rect b="b" l="l" r="r" t="t"/>
              <a:pathLst>
                <a:path extrusionOk="0" h="4" w="4">
                  <a:moveTo>
                    <a:pt x="1" y="0"/>
                  </a:moveTo>
                  <a:lnTo>
                    <a:pt x="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1" name="Google Shape;7671;p72"/>
            <p:cNvSpPr/>
            <p:nvPr/>
          </p:nvSpPr>
          <p:spPr>
            <a:xfrm>
              <a:off x="2599536" y="1753563"/>
              <a:ext cx="244" cy="14"/>
            </a:xfrm>
            <a:custGeom>
              <a:rect b="b" l="l" r="r" t="t"/>
              <a:pathLst>
                <a:path extrusionOk="0" h="1" w="18">
                  <a:moveTo>
                    <a:pt x="0"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2" name="Google Shape;7672;p72"/>
            <p:cNvSpPr/>
            <p:nvPr/>
          </p:nvSpPr>
          <p:spPr>
            <a:xfrm>
              <a:off x="2595639" y="1751473"/>
              <a:ext cx="190" cy="163"/>
            </a:xfrm>
            <a:custGeom>
              <a:rect b="b" l="l" r="r" t="t"/>
              <a:pathLst>
                <a:path extrusionOk="0" h="12" w="14">
                  <a:moveTo>
                    <a:pt x="0" y="1"/>
                  </a:moveTo>
                  <a:lnTo>
                    <a:pt x="14"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3" name="Google Shape;7673;p72"/>
            <p:cNvSpPr/>
            <p:nvPr/>
          </p:nvSpPr>
          <p:spPr>
            <a:xfrm>
              <a:off x="2595965" y="1751758"/>
              <a:ext cx="149" cy="109"/>
            </a:xfrm>
            <a:custGeom>
              <a:rect b="b" l="l" r="r" t="t"/>
              <a:pathLst>
                <a:path extrusionOk="0" h="8" w="11">
                  <a:moveTo>
                    <a:pt x="1" y="1"/>
                  </a:moveTo>
                  <a:lnTo>
                    <a:pt x="1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4" name="Google Shape;7674;p72"/>
            <p:cNvSpPr/>
            <p:nvPr/>
          </p:nvSpPr>
          <p:spPr>
            <a:xfrm>
              <a:off x="2600812" y="1753754"/>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5" name="Google Shape;7675;p72"/>
            <p:cNvSpPr/>
            <p:nvPr/>
          </p:nvSpPr>
          <p:spPr>
            <a:xfrm>
              <a:off x="2578952" y="1755709"/>
              <a:ext cx="774" cy="2050"/>
            </a:xfrm>
            <a:custGeom>
              <a:rect b="b" l="l" r="r" t="t"/>
              <a:pathLst>
                <a:path extrusionOk="0" h="151" w="57">
                  <a:moveTo>
                    <a:pt x="53" y="144"/>
                  </a:moveTo>
                  <a:lnTo>
                    <a:pt x="56" y="151"/>
                  </a:lnTo>
                  <a:lnTo>
                    <a:pt x="53" y="144"/>
                  </a:lnTo>
                  <a:cubicBezTo>
                    <a:pt x="18" y="105"/>
                    <a:pt x="0" y="53"/>
                    <a:pt x="7" y="0"/>
                  </a:cubicBezTo>
                  <a:cubicBezTo>
                    <a:pt x="0" y="53"/>
                    <a:pt x="18" y="105"/>
                    <a:pt x="53" y="14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6" name="Google Shape;7676;p72"/>
            <p:cNvSpPr/>
            <p:nvPr/>
          </p:nvSpPr>
          <p:spPr>
            <a:xfrm>
              <a:off x="2556183" y="1754853"/>
              <a:ext cx="149" cy="204"/>
            </a:xfrm>
            <a:custGeom>
              <a:rect b="b" l="l" r="r" t="t"/>
              <a:pathLst>
                <a:path extrusionOk="0" h="15" w="11">
                  <a:moveTo>
                    <a:pt x="11" y="0"/>
                  </a:moveTo>
                  <a:lnTo>
                    <a:pt x="11" y="0"/>
                  </a:lnTo>
                  <a:cubicBezTo>
                    <a:pt x="7" y="4"/>
                    <a:pt x="4" y="11"/>
                    <a:pt x="0" y="14"/>
                  </a:cubicBezTo>
                  <a:cubicBezTo>
                    <a:pt x="7" y="11"/>
                    <a:pt x="7" y="4"/>
                    <a:pt x="1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7" name="Google Shape;7677;p72"/>
            <p:cNvSpPr/>
            <p:nvPr/>
          </p:nvSpPr>
          <p:spPr>
            <a:xfrm>
              <a:off x="2556033" y="1755138"/>
              <a:ext cx="68" cy="54"/>
            </a:xfrm>
            <a:custGeom>
              <a:rect b="b" l="l" r="r" t="t"/>
              <a:pathLst>
                <a:path extrusionOk="0" h="4" w="5">
                  <a:moveTo>
                    <a:pt x="4"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8" name="Google Shape;7678;p72"/>
            <p:cNvSpPr/>
            <p:nvPr/>
          </p:nvSpPr>
          <p:spPr>
            <a:xfrm>
              <a:off x="2589692" y="1751378"/>
              <a:ext cx="5716" cy="4100"/>
            </a:xfrm>
            <a:custGeom>
              <a:rect b="b" l="l" r="r" t="t"/>
              <a:pathLst>
                <a:path extrusionOk="0" h="302" w="421">
                  <a:moveTo>
                    <a:pt x="420" y="1"/>
                  </a:moveTo>
                  <a:cubicBezTo>
                    <a:pt x="350" y="1"/>
                    <a:pt x="140" y="179"/>
                    <a:pt x="0" y="302"/>
                  </a:cubicBezTo>
                  <a:cubicBezTo>
                    <a:pt x="144" y="179"/>
                    <a:pt x="354" y="1"/>
                    <a:pt x="42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9" name="Google Shape;7679;p72"/>
            <p:cNvSpPr/>
            <p:nvPr/>
          </p:nvSpPr>
          <p:spPr>
            <a:xfrm>
              <a:off x="2552951" y="1755274"/>
              <a:ext cx="204" cy="68"/>
            </a:xfrm>
            <a:custGeom>
              <a:rect b="b" l="l" r="r" t="t"/>
              <a:pathLst>
                <a:path extrusionOk="0" h="5" w="15">
                  <a:moveTo>
                    <a:pt x="0" y="1"/>
                  </a:moveTo>
                  <a:lnTo>
                    <a:pt x="14"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0" name="Google Shape;7680;p72"/>
            <p:cNvSpPr/>
            <p:nvPr/>
          </p:nvSpPr>
          <p:spPr>
            <a:xfrm>
              <a:off x="2551566" y="1754419"/>
              <a:ext cx="1398" cy="828"/>
            </a:xfrm>
            <a:custGeom>
              <a:rect b="b" l="l" r="r" t="t"/>
              <a:pathLst>
                <a:path extrusionOk="0" h="61" w="103">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1" name="Google Shape;7681;p72"/>
            <p:cNvSpPr/>
            <p:nvPr/>
          </p:nvSpPr>
          <p:spPr>
            <a:xfrm>
              <a:off x="2502185" y="1754514"/>
              <a:ext cx="119265" cy="108620"/>
            </a:xfrm>
            <a:custGeom>
              <a:rect b="b" l="l" r="r" t="t"/>
              <a:pathLst>
                <a:path extrusionOk="0" h="8000" w="8784">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2" name="Google Shape;7682;p72"/>
            <p:cNvSpPr/>
            <p:nvPr/>
          </p:nvSpPr>
          <p:spPr>
            <a:xfrm>
              <a:off x="2562306" y="1858137"/>
              <a:ext cx="4155" cy="353"/>
            </a:xfrm>
            <a:custGeom>
              <a:rect b="b" l="l" r="r" t="t"/>
              <a:pathLst>
                <a:path extrusionOk="0" h="26" w="306">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3" name="Google Shape;7683;p72"/>
            <p:cNvSpPr/>
            <p:nvPr/>
          </p:nvSpPr>
          <p:spPr>
            <a:xfrm>
              <a:off x="2597961" y="1785077"/>
              <a:ext cx="5431" cy="8187"/>
            </a:xfrm>
            <a:custGeom>
              <a:rect b="b" l="l" r="r" t="t"/>
              <a:pathLst>
                <a:path extrusionOk="0" h="603" w="400">
                  <a:moveTo>
                    <a:pt x="400" y="554"/>
                  </a:moveTo>
                  <a:cubicBezTo>
                    <a:pt x="169" y="603"/>
                    <a:pt x="39" y="158"/>
                    <a:pt x="1" y="1"/>
                  </a:cubicBezTo>
                  <a:cubicBezTo>
                    <a:pt x="39" y="158"/>
                    <a:pt x="169" y="603"/>
                    <a:pt x="400" y="55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4" name="Google Shape;7684;p72"/>
            <p:cNvSpPr/>
            <p:nvPr/>
          </p:nvSpPr>
          <p:spPr>
            <a:xfrm>
              <a:off x="2605903" y="1793210"/>
              <a:ext cx="720" cy="815"/>
            </a:xfrm>
            <a:custGeom>
              <a:rect b="b" l="l" r="r" t="t"/>
              <a:pathLst>
                <a:path extrusionOk="0" h="60" w="53">
                  <a:moveTo>
                    <a:pt x="53" y="60"/>
                  </a:moveTo>
                  <a:cubicBezTo>
                    <a:pt x="39" y="35"/>
                    <a:pt x="21" y="14"/>
                    <a:pt x="0" y="0"/>
                  </a:cubicBezTo>
                  <a:cubicBezTo>
                    <a:pt x="21" y="14"/>
                    <a:pt x="39" y="35"/>
                    <a:pt x="53" y="6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5" name="Google Shape;7685;p72"/>
            <p:cNvSpPr/>
            <p:nvPr/>
          </p:nvSpPr>
          <p:spPr>
            <a:xfrm>
              <a:off x="2580663" y="1829951"/>
              <a:ext cx="204" cy="109"/>
            </a:xfrm>
            <a:custGeom>
              <a:rect b="b" l="l" r="r" t="t"/>
              <a:pathLst>
                <a:path extrusionOk="0" h="8" w="15">
                  <a:moveTo>
                    <a:pt x="14"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6" name="Google Shape;7686;p72"/>
            <p:cNvSpPr/>
            <p:nvPr/>
          </p:nvSpPr>
          <p:spPr>
            <a:xfrm>
              <a:off x="2555273" y="1862360"/>
              <a:ext cx="68" cy="68"/>
            </a:xfrm>
            <a:custGeom>
              <a:rect b="b" l="l" r="r" t="t"/>
              <a:pathLst>
                <a:path extrusionOk="0" h="5" w="5">
                  <a:moveTo>
                    <a:pt x="4" y="1"/>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7" name="Google Shape;7687;p72"/>
            <p:cNvSpPr/>
            <p:nvPr/>
          </p:nvSpPr>
          <p:spPr>
            <a:xfrm>
              <a:off x="2554798" y="1863080"/>
              <a:ext cx="68" cy="54"/>
            </a:xfrm>
            <a:custGeom>
              <a:rect b="b" l="l" r="r" t="t"/>
              <a:pathLst>
                <a:path extrusionOk="0" h="4" w="5">
                  <a:moveTo>
                    <a:pt x="1" y="4"/>
                  </a:moveTo>
                  <a:lnTo>
                    <a:pt x="4" y="1"/>
                  </a:ln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8" name="Google Shape;7688;p72"/>
            <p:cNvSpPr/>
            <p:nvPr/>
          </p:nvSpPr>
          <p:spPr>
            <a:xfrm>
              <a:off x="2580853" y="1829801"/>
              <a:ext cx="244" cy="163"/>
            </a:xfrm>
            <a:custGeom>
              <a:rect b="b" l="l" r="r" t="t"/>
              <a:pathLst>
                <a:path extrusionOk="0" h="12" w="18">
                  <a:moveTo>
                    <a:pt x="18" y="1"/>
                  </a:moveTo>
                  <a:cubicBezTo>
                    <a:pt x="11" y="4"/>
                    <a:pt x="4" y="8"/>
                    <a:pt x="0" y="11"/>
                  </a:cubicBezTo>
                  <a:cubicBezTo>
                    <a:pt x="4" y="8"/>
                    <a:pt x="11" y="4"/>
                    <a:pt x="1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9" name="Google Shape;7689;p72"/>
            <p:cNvSpPr/>
            <p:nvPr/>
          </p:nvSpPr>
          <p:spPr>
            <a:xfrm>
              <a:off x="2620255" y="1767725"/>
              <a:ext cx="530" cy="258"/>
            </a:xfrm>
            <a:custGeom>
              <a:rect b="b" l="l" r="r" t="t"/>
              <a:pathLst>
                <a:path extrusionOk="0" h="19" w="39">
                  <a:moveTo>
                    <a:pt x="0" y="1"/>
                  </a:moveTo>
                  <a:lnTo>
                    <a:pt x="39"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0" name="Google Shape;7690;p72"/>
            <p:cNvSpPr/>
            <p:nvPr/>
          </p:nvSpPr>
          <p:spPr>
            <a:xfrm>
              <a:off x="2619589" y="1767345"/>
              <a:ext cx="434" cy="258"/>
            </a:xfrm>
            <a:custGeom>
              <a:rect b="b" l="l" r="r" t="t"/>
              <a:pathLst>
                <a:path extrusionOk="0" h="19" w="32">
                  <a:moveTo>
                    <a:pt x="0" y="1"/>
                  </a:moveTo>
                  <a:lnTo>
                    <a:pt x="3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1" name="Google Shape;7691;p72"/>
            <p:cNvSpPr/>
            <p:nvPr/>
          </p:nvSpPr>
          <p:spPr>
            <a:xfrm>
              <a:off x="2612081" y="1759510"/>
              <a:ext cx="4290" cy="6286"/>
            </a:xfrm>
            <a:custGeom>
              <a:rect b="b" l="l" r="r" t="t"/>
              <a:pathLst>
                <a:path extrusionOk="0" h="463" w="316">
                  <a:moveTo>
                    <a:pt x="315" y="462"/>
                  </a:moveTo>
                  <a:lnTo>
                    <a:pt x="315" y="462"/>
                  </a:lnTo>
                  <a:cubicBezTo>
                    <a:pt x="130" y="382"/>
                    <a:pt x="7" y="203"/>
                    <a:pt x="0" y="0"/>
                  </a:cubicBezTo>
                  <a:cubicBezTo>
                    <a:pt x="7" y="203"/>
                    <a:pt x="130" y="382"/>
                    <a:pt x="315" y="46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2" name="Google Shape;7692;p72"/>
            <p:cNvSpPr/>
            <p:nvPr/>
          </p:nvSpPr>
          <p:spPr>
            <a:xfrm>
              <a:off x="2620920" y="1768064"/>
              <a:ext cx="530" cy="339"/>
            </a:xfrm>
            <a:custGeom>
              <a:rect b="b" l="l" r="r" t="t"/>
              <a:pathLst>
                <a:path extrusionOk="0" h="25" w="39">
                  <a:moveTo>
                    <a:pt x="39" y="25"/>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3" name="Google Shape;7693;p72"/>
            <p:cNvSpPr/>
            <p:nvPr/>
          </p:nvSpPr>
          <p:spPr>
            <a:xfrm>
              <a:off x="2618870" y="1766964"/>
              <a:ext cx="448" cy="258"/>
            </a:xfrm>
            <a:custGeom>
              <a:rect b="b" l="l" r="r" t="t"/>
              <a:pathLst>
                <a:path extrusionOk="0" h="19" w="33">
                  <a:moveTo>
                    <a:pt x="1" y="1"/>
                  </a:moveTo>
                  <a:lnTo>
                    <a:pt x="32"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4" name="Google Shape;7694;p72"/>
            <p:cNvSpPr/>
            <p:nvPr/>
          </p:nvSpPr>
          <p:spPr>
            <a:xfrm>
              <a:off x="2608660" y="1756754"/>
              <a:ext cx="3476" cy="2770"/>
            </a:xfrm>
            <a:custGeom>
              <a:rect b="b" l="l" r="r" t="t"/>
              <a:pathLst>
                <a:path extrusionOk="0" h="204" w="256">
                  <a:moveTo>
                    <a:pt x="0" y="0"/>
                  </a:moveTo>
                  <a:lnTo>
                    <a:pt x="0" y="0"/>
                  </a:lnTo>
                  <a:cubicBezTo>
                    <a:pt x="95" y="70"/>
                    <a:pt x="228" y="165"/>
                    <a:pt x="256" y="203"/>
                  </a:cubicBezTo>
                  <a:cubicBezTo>
                    <a:pt x="228" y="165"/>
                    <a:pt x="98" y="70"/>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5" name="Google Shape;7695;p72"/>
            <p:cNvSpPr/>
            <p:nvPr/>
          </p:nvSpPr>
          <p:spPr>
            <a:xfrm>
              <a:off x="2606093" y="1754894"/>
              <a:ext cx="1154" cy="869"/>
            </a:xfrm>
            <a:custGeom>
              <a:rect b="b" l="l" r="r" t="t"/>
              <a:pathLst>
                <a:path extrusionOk="0" h="64" w="85">
                  <a:moveTo>
                    <a:pt x="0" y="1"/>
                  </a:moveTo>
                  <a:cubicBezTo>
                    <a:pt x="28" y="22"/>
                    <a:pt x="56" y="43"/>
                    <a:pt x="84" y="64"/>
                  </a:cubicBezTo>
                  <a:cubicBezTo>
                    <a:pt x="56" y="43"/>
                    <a:pt x="28" y="22"/>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6" name="Google Shape;7696;p72"/>
            <p:cNvSpPr/>
            <p:nvPr/>
          </p:nvSpPr>
          <p:spPr>
            <a:xfrm>
              <a:off x="2616358" y="1765783"/>
              <a:ext cx="720" cy="339"/>
            </a:xfrm>
            <a:custGeom>
              <a:rect b="b" l="l" r="r" t="t"/>
              <a:pathLst>
                <a:path extrusionOk="0" h="25" w="53">
                  <a:moveTo>
                    <a:pt x="0" y="0"/>
                  </a:moveTo>
                  <a:lnTo>
                    <a:pt x="53"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7" name="Google Shape;7697;p72"/>
            <p:cNvSpPr/>
            <p:nvPr/>
          </p:nvSpPr>
          <p:spPr>
            <a:xfrm>
              <a:off x="2618164" y="1766639"/>
              <a:ext cx="394" cy="204"/>
            </a:xfrm>
            <a:custGeom>
              <a:rect b="b" l="l" r="r" t="t"/>
              <a:pathLst>
                <a:path extrusionOk="0" h="15" w="29">
                  <a:moveTo>
                    <a:pt x="0" y="0"/>
                  </a:moveTo>
                  <a:lnTo>
                    <a:pt x="28"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8" name="Google Shape;7698;p72"/>
            <p:cNvSpPr/>
            <p:nvPr/>
          </p:nvSpPr>
          <p:spPr>
            <a:xfrm>
              <a:off x="2607465" y="1755940"/>
              <a:ext cx="1208" cy="828"/>
            </a:xfrm>
            <a:custGeom>
              <a:rect b="b" l="l" r="r" t="t"/>
              <a:pathLst>
                <a:path extrusionOk="0" h="61" w="89">
                  <a:moveTo>
                    <a:pt x="1" y="1"/>
                  </a:moveTo>
                  <a:lnTo>
                    <a:pt x="88" y="6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9" name="Google Shape;7699;p72"/>
            <p:cNvSpPr/>
            <p:nvPr/>
          </p:nvSpPr>
          <p:spPr>
            <a:xfrm>
              <a:off x="2617349" y="1766258"/>
              <a:ext cx="489" cy="204"/>
            </a:xfrm>
            <a:custGeom>
              <a:rect b="b" l="l" r="r" t="t"/>
              <a:pathLst>
                <a:path extrusionOk="0" h="15" w="36">
                  <a:moveTo>
                    <a:pt x="1" y="0"/>
                  </a:moveTo>
                  <a:lnTo>
                    <a:pt x="36"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0" name="Google Shape;7700;p72"/>
            <p:cNvSpPr/>
            <p:nvPr/>
          </p:nvSpPr>
          <p:spPr>
            <a:xfrm>
              <a:off x="2514350" y="1832802"/>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1" name="Google Shape;7701;p72"/>
            <p:cNvSpPr/>
            <p:nvPr/>
          </p:nvSpPr>
          <p:spPr>
            <a:xfrm>
              <a:off x="2505742" y="1822252"/>
              <a:ext cx="1059" cy="910"/>
            </a:xfrm>
            <a:custGeom>
              <a:rect b="b" l="l" r="r" t="t"/>
              <a:pathLst>
                <a:path extrusionOk="0" h="67" w="78">
                  <a:moveTo>
                    <a:pt x="78" y="67"/>
                  </a:moveTo>
                  <a:cubicBezTo>
                    <a:pt x="50" y="46"/>
                    <a:pt x="22" y="25"/>
                    <a:pt x="1" y="0"/>
                  </a:cubicBezTo>
                  <a:cubicBezTo>
                    <a:pt x="22" y="25"/>
                    <a:pt x="50" y="46"/>
                    <a:pt x="78" y="6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2" name="Google Shape;7702;p72"/>
            <p:cNvSpPr/>
            <p:nvPr/>
          </p:nvSpPr>
          <p:spPr>
            <a:xfrm>
              <a:off x="2514635" y="1833942"/>
              <a:ext cx="394" cy="149"/>
            </a:xfrm>
            <a:custGeom>
              <a:rect b="b" l="l" r="r" t="t"/>
              <a:pathLst>
                <a:path extrusionOk="0" h="11" w="29">
                  <a:moveTo>
                    <a:pt x="1" y="0"/>
                  </a:moveTo>
                  <a:cubicBezTo>
                    <a:pt x="11" y="4"/>
                    <a:pt x="22" y="7"/>
                    <a:pt x="29" y="11"/>
                  </a:cubicBezTo>
                  <a:cubicBezTo>
                    <a:pt x="22" y="7"/>
                    <a:pt x="11" y="4"/>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3" name="Google Shape;7703;p72"/>
            <p:cNvSpPr/>
            <p:nvPr/>
          </p:nvSpPr>
          <p:spPr>
            <a:xfrm>
              <a:off x="2517772" y="1837839"/>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4" name="Google Shape;7704;p72"/>
            <p:cNvSpPr/>
            <p:nvPr/>
          </p:nvSpPr>
          <p:spPr>
            <a:xfrm>
              <a:off x="2518016" y="1839034"/>
              <a:ext cx="14" cy="394"/>
            </a:xfrm>
            <a:custGeom>
              <a:rect b="b" l="l" r="r" t="t"/>
              <a:pathLst>
                <a:path extrusionOk="0" h="29" w="1">
                  <a:moveTo>
                    <a:pt x="0" y="0"/>
                  </a:moveTo>
                  <a:cubicBezTo>
                    <a:pt x="0" y="11"/>
                    <a:pt x="0" y="18"/>
                    <a:pt x="0" y="28"/>
                  </a:cubicBezTo>
                  <a:cubicBezTo>
                    <a:pt x="0" y="18"/>
                    <a:pt x="0"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5" name="Google Shape;7705;p72"/>
            <p:cNvSpPr/>
            <p:nvPr/>
          </p:nvSpPr>
          <p:spPr>
            <a:xfrm>
              <a:off x="2517962" y="1838654"/>
              <a:ext cx="14" cy="299"/>
            </a:xfrm>
            <a:custGeom>
              <a:rect b="b" l="l" r="r" t="t"/>
              <a:pathLst>
                <a:path extrusionOk="0" h="22" w="1">
                  <a:moveTo>
                    <a:pt x="1" y="21"/>
                  </a:moveTo>
                  <a:lnTo>
                    <a:pt x="1" y="0"/>
                  </a:lnTo>
                  <a:cubicBezTo>
                    <a:pt x="1" y="7"/>
                    <a:pt x="1" y="14"/>
                    <a:pt x="1" y="2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6" name="Google Shape;7706;p72"/>
            <p:cNvSpPr/>
            <p:nvPr/>
          </p:nvSpPr>
          <p:spPr>
            <a:xfrm>
              <a:off x="2517867" y="1838219"/>
              <a:ext cx="68" cy="258"/>
            </a:xfrm>
            <a:custGeom>
              <a:rect b="b" l="l" r="r" t="t"/>
              <a:pathLst>
                <a:path extrusionOk="0" h="19" w="5">
                  <a:moveTo>
                    <a:pt x="4" y="18"/>
                  </a:moveTo>
                  <a:cubicBezTo>
                    <a:pt x="4" y="11"/>
                    <a:pt x="4" y="8"/>
                    <a:pt x="1" y="1"/>
                  </a:cubicBezTo>
                  <a:cubicBezTo>
                    <a:pt x="4" y="8"/>
                    <a:pt x="4" y="11"/>
                    <a:pt x="4"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7" name="Google Shape;7707;p72"/>
            <p:cNvSpPr/>
            <p:nvPr/>
          </p:nvSpPr>
          <p:spPr>
            <a:xfrm>
              <a:off x="2514500" y="1833603"/>
              <a:ext cx="54" cy="109"/>
            </a:xfrm>
            <a:custGeom>
              <a:rect b="b" l="l" r="r" t="t"/>
              <a:pathLst>
                <a:path extrusionOk="0" h="8" w="4">
                  <a:moveTo>
                    <a:pt x="0" y="1"/>
                  </a:moveTo>
                  <a:lnTo>
                    <a:pt x="4" y="8"/>
                  </a:lnTo>
                  <a:cubicBezTo>
                    <a:pt x="4" y="4"/>
                    <a:pt x="4" y="4"/>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8" name="Google Shape;7708;p72"/>
            <p:cNvSpPr/>
            <p:nvPr/>
          </p:nvSpPr>
          <p:spPr>
            <a:xfrm>
              <a:off x="2514500" y="183337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9" name="Google Shape;7709;p72"/>
            <p:cNvSpPr/>
            <p:nvPr/>
          </p:nvSpPr>
          <p:spPr>
            <a:xfrm>
              <a:off x="2503556" y="1818831"/>
              <a:ext cx="14" cy="54"/>
            </a:xfrm>
            <a:custGeom>
              <a:rect b="b" l="l" r="r" t="t"/>
              <a:pathLst>
                <a:path extrusionOk="0" h="4" w="1">
                  <a:moveTo>
                    <a:pt x="1"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0" name="Google Shape;7710;p72"/>
            <p:cNvSpPr/>
            <p:nvPr/>
          </p:nvSpPr>
          <p:spPr>
            <a:xfrm>
              <a:off x="2514310" y="1832422"/>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1" name="Google Shape;7711;p72"/>
            <p:cNvSpPr/>
            <p:nvPr/>
          </p:nvSpPr>
          <p:spPr>
            <a:xfrm>
              <a:off x="2505606" y="185043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2" name="Google Shape;7712;p72"/>
            <p:cNvSpPr/>
            <p:nvPr/>
          </p:nvSpPr>
          <p:spPr>
            <a:xfrm>
              <a:off x="2503801" y="1819251"/>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3" name="Google Shape;7713;p72"/>
            <p:cNvSpPr/>
            <p:nvPr/>
          </p:nvSpPr>
          <p:spPr>
            <a:xfrm>
              <a:off x="2514595" y="1833793"/>
              <a:ext cx="54" cy="109"/>
            </a:xfrm>
            <a:custGeom>
              <a:rect b="b" l="l" r="r" t="t"/>
              <a:pathLst>
                <a:path extrusionOk="0" h="8" w="4">
                  <a:moveTo>
                    <a:pt x="4" y="8"/>
                  </a:moveTo>
                  <a:cubicBezTo>
                    <a:pt x="0" y="4"/>
                    <a:pt x="0" y="4"/>
                    <a:pt x="0" y="1"/>
                  </a:cubicBezTo>
                  <a:cubicBezTo>
                    <a:pt x="0" y="4"/>
                    <a:pt x="0" y="4"/>
                    <a:pt x="4" y="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4" name="Google Shape;7714;p72"/>
            <p:cNvSpPr/>
            <p:nvPr/>
          </p:nvSpPr>
          <p:spPr>
            <a:xfrm>
              <a:off x="2514405" y="1833087"/>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5" name="Google Shape;7715;p72"/>
            <p:cNvSpPr/>
            <p:nvPr/>
          </p:nvSpPr>
          <p:spPr>
            <a:xfrm>
              <a:off x="2514255" y="1832136"/>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6" name="Google Shape;7716;p72"/>
            <p:cNvSpPr/>
            <p:nvPr/>
          </p:nvSpPr>
          <p:spPr>
            <a:xfrm>
              <a:off x="2507412" y="1823623"/>
              <a:ext cx="720" cy="543"/>
            </a:xfrm>
            <a:custGeom>
              <a:rect b="b" l="l" r="r" t="t"/>
              <a:pathLst>
                <a:path extrusionOk="0" h="40" w="53">
                  <a:moveTo>
                    <a:pt x="0" y="1"/>
                  </a:moveTo>
                  <a:cubicBezTo>
                    <a:pt x="14" y="15"/>
                    <a:pt x="32" y="25"/>
                    <a:pt x="53" y="39"/>
                  </a:cubicBezTo>
                  <a:cubicBezTo>
                    <a:pt x="35" y="25"/>
                    <a:pt x="18"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7" name="Google Shape;7717;p72"/>
            <p:cNvSpPr/>
            <p:nvPr/>
          </p:nvSpPr>
          <p:spPr>
            <a:xfrm>
              <a:off x="2602998" y="1754704"/>
              <a:ext cx="258" cy="204"/>
            </a:xfrm>
            <a:custGeom>
              <a:rect b="b" l="l" r="r" t="t"/>
              <a:pathLst>
                <a:path extrusionOk="0" h="15" w="19">
                  <a:moveTo>
                    <a:pt x="18" y="15"/>
                  </a:moveTo>
                  <a:cubicBezTo>
                    <a:pt x="15" y="8"/>
                    <a:pt x="8" y="4"/>
                    <a:pt x="1" y="1"/>
                  </a:cubicBezTo>
                  <a:cubicBezTo>
                    <a:pt x="8" y="4"/>
                    <a:pt x="15" y="8"/>
                    <a:pt x="18" y="15"/>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8" name="Google Shape;7718;p72"/>
            <p:cNvSpPr/>
            <p:nvPr/>
          </p:nvSpPr>
          <p:spPr>
            <a:xfrm>
              <a:off x="2605564" y="1754799"/>
              <a:ext cx="394" cy="109"/>
            </a:xfrm>
            <a:custGeom>
              <a:rect b="b" l="l" r="r" t="t"/>
              <a:pathLst>
                <a:path extrusionOk="0" h="8" w="29">
                  <a:moveTo>
                    <a:pt x="1" y="8"/>
                  </a:moveTo>
                  <a:lnTo>
                    <a:pt x="29" y="1"/>
                  </a:lnTo>
                  <a:lnTo>
                    <a:pt x="2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9" name="Google Shape;7719;p72"/>
            <p:cNvSpPr/>
            <p:nvPr/>
          </p:nvSpPr>
          <p:spPr>
            <a:xfrm>
              <a:off x="2554513" y="1799007"/>
              <a:ext cx="3435" cy="774"/>
            </a:xfrm>
            <a:custGeom>
              <a:rect b="b" l="l" r="r" t="t"/>
              <a:pathLst>
                <a:path extrusionOk="0" h="57" w="253">
                  <a:moveTo>
                    <a:pt x="1" y="56"/>
                  </a:moveTo>
                  <a:cubicBezTo>
                    <a:pt x="81" y="21"/>
                    <a:pt x="165" y="0"/>
                    <a:pt x="253" y="0"/>
                  </a:cubicBezTo>
                  <a:cubicBezTo>
                    <a:pt x="165" y="0"/>
                    <a:pt x="81" y="21"/>
                    <a:pt x="1" y="56"/>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0" name="Google Shape;7720;p72"/>
            <p:cNvSpPr/>
            <p:nvPr/>
          </p:nvSpPr>
          <p:spPr>
            <a:xfrm>
              <a:off x="2599196" y="1756374"/>
              <a:ext cx="299" cy="109"/>
            </a:xfrm>
            <a:custGeom>
              <a:rect b="b" l="l" r="r" t="t"/>
              <a:pathLst>
                <a:path extrusionOk="0" h="8" w="22">
                  <a:moveTo>
                    <a:pt x="2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1" name="Google Shape;7721;p72"/>
            <p:cNvSpPr/>
            <p:nvPr/>
          </p:nvSpPr>
          <p:spPr>
            <a:xfrm>
              <a:off x="2502796" y="1817215"/>
              <a:ext cx="964" cy="109"/>
            </a:xfrm>
            <a:custGeom>
              <a:rect b="b" l="l" r="r" t="t"/>
              <a:pathLst>
                <a:path extrusionOk="0" h="8" w="71">
                  <a:moveTo>
                    <a:pt x="71"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2" name="Google Shape;7722;p72"/>
            <p:cNvSpPr/>
            <p:nvPr/>
          </p:nvSpPr>
          <p:spPr>
            <a:xfrm>
              <a:off x="2513264" y="181839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3" name="Google Shape;7723;p72"/>
            <p:cNvSpPr/>
            <p:nvPr/>
          </p:nvSpPr>
          <p:spPr>
            <a:xfrm>
              <a:off x="2516020" y="181830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4" name="Google Shape;7724;p72"/>
            <p:cNvSpPr/>
            <p:nvPr/>
          </p:nvSpPr>
          <p:spPr>
            <a:xfrm>
              <a:off x="2514119" y="1818396"/>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5" name="Google Shape;7725;p72"/>
            <p:cNvSpPr/>
            <p:nvPr/>
          </p:nvSpPr>
          <p:spPr>
            <a:xfrm>
              <a:off x="2596725" y="1756849"/>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6" name="Google Shape;7726;p72"/>
            <p:cNvSpPr/>
            <p:nvPr/>
          </p:nvSpPr>
          <p:spPr>
            <a:xfrm>
              <a:off x="2599766" y="1756184"/>
              <a:ext cx="299" cy="109"/>
            </a:xfrm>
            <a:custGeom>
              <a:rect b="b" l="l" r="r" t="t"/>
              <a:pathLst>
                <a:path extrusionOk="0" h="8" w="22">
                  <a:moveTo>
                    <a:pt x="22"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7" name="Google Shape;7727;p72"/>
            <p:cNvSpPr/>
            <p:nvPr/>
          </p:nvSpPr>
          <p:spPr>
            <a:xfrm>
              <a:off x="2502131" y="1817161"/>
              <a:ext cx="258" cy="14"/>
            </a:xfrm>
            <a:custGeom>
              <a:rect b="b" l="l" r="r" t="t"/>
              <a:pathLst>
                <a:path extrusionOk="0" h="1" w="19">
                  <a:moveTo>
                    <a:pt x="1" y="1"/>
                  </a:moveTo>
                  <a:lnTo>
                    <a:pt x="18"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8" name="Google Shape;7728;p72"/>
            <p:cNvSpPr/>
            <p:nvPr/>
          </p:nvSpPr>
          <p:spPr>
            <a:xfrm>
              <a:off x="2595109" y="1756659"/>
              <a:ext cx="149" cy="54"/>
            </a:xfrm>
            <a:custGeom>
              <a:rect b="b" l="l" r="r" t="t"/>
              <a:pathLst>
                <a:path extrusionOk="0" h="4" w="11">
                  <a:moveTo>
                    <a:pt x="11"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9" name="Google Shape;7729;p72"/>
            <p:cNvSpPr/>
            <p:nvPr/>
          </p:nvSpPr>
          <p:spPr>
            <a:xfrm>
              <a:off x="2602672" y="1754568"/>
              <a:ext cx="109" cy="54"/>
            </a:xfrm>
            <a:custGeom>
              <a:rect b="b" l="l" r="r" t="t"/>
              <a:pathLst>
                <a:path extrusionOk="0" h="4" w="8">
                  <a:moveTo>
                    <a:pt x="7" y="0"/>
                  </a:moveTo>
                  <a:lnTo>
                    <a:pt x="0"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0" name="Google Shape;7730;p72"/>
            <p:cNvSpPr/>
            <p:nvPr/>
          </p:nvSpPr>
          <p:spPr>
            <a:xfrm>
              <a:off x="2595544" y="1756795"/>
              <a:ext cx="190" cy="14"/>
            </a:xfrm>
            <a:custGeom>
              <a:rect b="b" l="l" r="r" t="t"/>
              <a:pathLst>
                <a:path extrusionOk="0" h="1" w="14">
                  <a:moveTo>
                    <a:pt x="14"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1" name="Google Shape;7731;p72"/>
            <p:cNvSpPr/>
            <p:nvPr/>
          </p:nvSpPr>
          <p:spPr>
            <a:xfrm>
              <a:off x="2595965" y="1756849"/>
              <a:ext cx="244" cy="14"/>
            </a:xfrm>
            <a:custGeom>
              <a:rect b="b" l="l" r="r" t="t"/>
              <a:pathLst>
                <a:path extrusionOk="0" h="1" w="18">
                  <a:moveTo>
                    <a:pt x="18"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2" name="Google Shape;7732;p72"/>
            <p:cNvSpPr/>
            <p:nvPr/>
          </p:nvSpPr>
          <p:spPr>
            <a:xfrm>
              <a:off x="2602047" y="1754948"/>
              <a:ext cx="204" cy="149"/>
            </a:xfrm>
            <a:custGeom>
              <a:rect b="b" l="l" r="r" t="t"/>
              <a:pathLst>
                <a:path extrusionOk="0" h="11" w="15">
                  <a:moveTo>
                    <a:pt x="15"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3" name="Google Shape;7733;p72"/>
            <p:cNvSpPr/>
            <p:nvPr/>
          </p:nvSpPr>
          <p:spPr>
            <a:xfrm>
              <a:off x="2507127" y="1817690"/>
              <a:ext cx="1005" cy="109"/>
            </a:xfrm>
            <a:custGeom>
              <a:rect b="b" l="l" r="r" t="t"/>
              <a:pathLst>
                <a:path extrusionOk="0" h="8" w="74">
                  <a:moveTo>
                    <a:pt x="74"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4" name="Google Shape;7734;p72"/>
            <p:cNvSpPr/>
            <p:nvPr/>
          </p:nvSpPr>
          <p:spPr>
            <a:xfrm>
              <a:off x="2526665" y="181721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5" name="Google Shape;7735;p72"/>
            <p:cNvSpPr/>
            <p:nvPr/>
          </p:nvSpPr>
          <p:spPr>
            <a:xfrm>
              <a:off x="2597010" y="1756795"/>
              <a:ext cx="258" cy="14"/>
            </a:xfrm>
            <a:custGeom>
              <a:rect b="b" l="l" r="r" t="t"/>
              <a:pathLst>
                <a:path extrusionOk="0" h="1" w="19">
                  <a:moveTo>
                    <a:pt x="18" y="1"/>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6" name="Google Shape;7736;p72"/>
            <p:cNvSpPr/>
            <p:nvPr/>
          </p:nvSpPr>
          <p:spPr>
            <a:xfrm>
              <a:off x="2527330" y="181712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7" name="Google Shape;7737;p72"/>
            <p:cNvSpPr/>
            <p:nvPr/>
          </p:nvSpPr>
          <p:spPr>
            <a:xfrm>
              <a:off x="2598626" y="1756564"/>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8" name="Google Shape;7738;p72"/>
            <p:cNvSpPr/>
            <p:nvPr/>
          </p:nvSpPr>
          <p:spPr>
            <a:xfrm>
              <a:off x="2600337" y="1755940"/>
              <a:ext cx="299" cy="109"/>
            </a:xfrm>
            <a:custGeom>
              <a:rect b="b" l="l" r="r" t="t"/>
              <a:pathLst>
                <a:path extrusionOk="0" h="8" w="22">
                  <a:moveTo>
                    <a:pt x="22"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9" name="Google Shape;7739;p72"/>
            <p:cNvSpPr/>
            <p:nvPr/>
          </p:nvSpPr>
          <p:spPr>
            <a:xfrm>
              <a:off x="2598056" y="1756659"/>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0" name="Google Shape;7740;p72"/>
            <p:cNvSpPr/>
            <p:nvPr/>
          </p:nvSpPr>
          <p:spPr>
            <a:xfrm>
              <a:off x="2597485" y="1756754"/>
              <a:ext cx="299" cy="54"/>
            </a:xfrm>
            <a:custGeom>
              <a:rect b="b" l="l" r="r" t="t"/>
              <a:pathLst>
                <a:path extrusionOk="0" h="4" w="22">
                  <a:moveTo>
                    <a:pt x="22" y="0"/>
                  </a:moveTo>
                  <a:lnTo>
                    <a:pt x="1"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1" name="Google Shape;7741;p72"/>
            <p:cNvSpPr/>
            <p:nvPr/>
          </p:nvSpPr>
          <p:spPr>
            <a:xfrm>
              <a:off x="2601477" y="1755329"/>
              <a:ext cx="258" cy="149"/>
            </a:xfrm>
            <a:custGeom>
              <a:rect b="b" l="l" r="r" t="t"/>
              <a:pathLst>
                <a:path extrusionOk="0" h="11" w="19">
                  <a:moveTo>
                    <a:pt x="18" y="0"/>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2" name="Google Shape;7742;p72"/>
            <p:cNvSpPr/>
            <p:nvPr/>
          </p:nvSpPr>
          <p:spPr>
            <a:xfrm>
              <a:off x="2508498" y="1817880"/>
              <a:ext cx="923" cy="109"/>
            </a:xfrm>
            <a:custGeom>
              <a:rect b="b" l="l" r="r" t="t"/>
              <a:pathLst>
                <a:path extrusionOk="0" h="8" w="68">
                  <a:moveTo>
                    <a:pt x="67"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3" name="Google Shape;7743;p72"/>
            <p:cNvSpPr/>
            <p:nvPr/>
          </p:nvSpPr>
          <p:spPr>
            <a:xfrm>
              <a:off x="2600907" y="1755654"/>
              <a:ext cx="258" cy="163"/>
            </a:xfrm>
            <a:custGeom>
              <a:rect b="b" l="l" r="r" t="t"/>
              <a:pathLst>
                <a:path extrusionOk="0" h="12" w="19">
                  <a:moveTo>
                    <a:pt x="18"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4" name="Google Shape;7744;p72"/>
            <p:cNvSpPr/>
            <p:nvPr/>
          </p:nvSpPr>
          <p:spPr>
            <a:xfrm>
              <a:off x="2504181" y="1817310"/>
              <a:ext cx="1195" cy="149"/>
            </a:xfrm>
            <a:custGeom>
              <a:rect b="b" l="l" r="r" t="t"/>
              <a:pathLst>
                <a:path extrusionOk="0" h="11" w="88">
                  <a:moveTo>
                    <a:pt x="88"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5" name="Google Shape;7745;p72"/>
            <p:cNvSpPr/>
            <p:nvPr/>
          </p:nvSpPr>
          <p:spPr>
            <a:xfrm>
              <a:off x="2512640" y="1818396"/>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6" name="Google Shape;7746;p72"/>
            <p:cNvSpPr/>
            <p:nvPr/>
          </p:nvSpPr>
          <p:spPr>
            <a:xfrm>
              <a:off x="2505457" y="1817446"/>
              <a:ext cx="1344" cy="204"/>
            </a:xfrm>
            <a:custGeom>
              <a:rect b="b" l="l" r="r" t="t"/>
              <a:pathLst>
                <a:path extrusionOk="0" h="15" w="99">
                  <a:moveTo>
                    <a:pt x="99" y="1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7" name="Google Shape;7747;p72"/>
            <p:cNvSpPr/>
            <p:nvPr/>
          </p:nvSpPr>
          <p:spPr>
            <a:xfrm>
              <a:off x="2509788" y="1818070"/>
              <a:ext cx="1195" cy="204"/>
            </a:xfrm>
            <a:custGeom>
              <a:rect b="b" l="l" r="r" t="t"/>
              <a:pathLst>
                <a:path extrusionOk="0" h="15" w="88">
                  <a:moveTo>
                    <a:pt x="88" y="1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8" name="Google Shape;7748;p72"/>
            <p:cNvSpPr/>
            <p:nvPr/>
          </p:nvSpPr>
          <p:spPr>
            <a:xfrm>
              <a:off x="2511404" y="1818355"/>
              <a:ext cx="149" cy="14"/>
            </a:xfrm>
            <a:custGeom>
              <a:rect b="b" l="l" r="r" t="t"/>
              <a:pathLst>
                <a:path extrusionOk="0" h="1" w="11">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9" name="Google Shape;7749;p72"/>
            <p:cNvSpPr/>
            <p:nvPr/>
          </p:nvSpPr>
          <p:spPr>
            <a:xfrm>
              <a:off x="2512029" y="181835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0" name="Google Shape;7750;p72"/>
            <p:cNvSpPr/>
            <p:nvPr/>
          </p:nvSpPr>
          <p:spPr>
            <a:xfrm>
              <a:off x="2991016" y="2067204"/>
              <a:ext cx="18968" cy="6409"/>
            </a:xfrm>
            <a:custGeom>
              <a:rect b="b" l="l" r="r" t="t"/>
              <a:pathLst>
                <a:path extrusionOk="0" h="472" w="1397">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1" name="Google Shape;7751;p72"/>
            <p:cNvSpPr/>
            <p:nvPr/>
          </p:nvSpPr>
          <p:spPr>
            <a:xfrm>
              <a:off x="3012726" y="2048969"/>
              <a:ext cx="73699" cy="62008"/>
            </a:xfrm>
            <a:custGeom>
              <a:rect b="b" l="l" r="r" t="t"/>
              <a:pathLst>
                <a:path extrusionOk="0" h="4567" w="5428">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2" name="Google Shape;7752;p72"/>
            <p:cNvSpPr/>
            <p:nvPr/>
          </p:nvSpPr>
          <p:spPr>
            <a:xfrm>
              <a:off x="2746593" y="2003634"/>
              <a:ext cx="83583" cy="84330"/>
            </a:xfrm>
            <a:custGeom>
              <a:rect b="b" l="l" r="r" t="t"/>
              <a:pathLst>
                <a:path extrusionOk="0" h="6211" w="6156">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3" name="Google Shape;7753;p72"/>
            <p:cNvSpPr/>
            <p:nvPr/>
          </p:nvSpPr>
          <p:spPr>
            <a:xfrm>
              <a:off x="2846320" y="2013450"/>
              <a:ext cx="74445" cy="60949"/>
            </a:xfrm>
            <a:custGeom>
              <a:rect b="b" l="l" r="r" t="t"/>
              <a:pathLst>
                <a:path extrusionOk="0" h="4489" w="5483">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4" name="Google Shape;7754;p72"/>
            <p:cNvSpPr/>
            <p:nvPr/>
          </p:nvSpPr>
          <p:spPr>
            <a:xfrm>
              <a:off x="2823415" y="2090109"/>
              <a:ext cx="73061" cy="19457"/>
            </a:xfrm>
            <a:custGeom>
              <a:rect b="b" l="l" r="r" t="t"/>
              <a:pathLst>
                <a:path extrusionOk="0" h="1433" w="5381">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5" name="Google Shape;7755;p72"/>
            <p:cNvSpPr/>
            <p:nvPr/>
          </p:nvSpPr>
          <p:spPr>
            <a:xfrm>
              <a:off x="2838907" y="2066647"/>
              <a:ext cx="2675" cy="2281"/>
            </a:xfrm>
            <a:custGeom>
              <a:rect b="b" l="l" r="r" t="t"/>
              <a:pathLst>
                <a:path extrusionOk="0" h="168" w="197">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6" name="Google Shape;7756;p72"/>
            <p:cNvSpPr/>
            <p:nvPr/>
          </p:nvSpPr>
          <p:spPr>
            <a:xfrm>
              <a:off x="2928980" y="2107991"/>
              <a:ext cx="29246" cy="3842"/>
            </a:xfrm>
            <a:custGeom>
              <a:rect b="b" l="l" r="r" t="t"/>
              <a:pathLst>
                <a:path extrusionOk="0" h="283" w="2154">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7" name="Google Shape;7757;p72"/>
            <p:cNvSpPr/>
            <p:nvPr/>
          </p:nvSpPr>
          <p:spPr>
            <a:xfrm>
              <a:off x="2771508" y="2053260"/>
              <a:ext cx="2240" cy="3666"/>
            </a:xfrm>
            <a:custGeom>
              <a:rect b="b" l="l" r="r" t="t"/>
              <a:pathLst>
                <a:path extrusionOk="0" h="270" w="165">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8" name="Google Shape;7758;p72"/>
            <p:cNvSpPr/>
            <p:nvPr/>
          </p:nvSpPr>
          <p:spPr>
            <a:xfrm>
              <a:off x="2920182" y="2034251"/>
              <a:ext cx="46788" cy="53482"/>
            </a:xfrm>
            <a:custGeom>
              <a:rect b="b" l="l" r="r" t="t"/>
              <a:pathLst>
                <a:path extrusionOk="0" h="3939" w="3446">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9" name="Google Shape;7759;p72"/>
            <p:cNvSpPr/>
            <p:nvPr/>
          </p:nvSpPr>
          <p:spPr>
            <a:xfrm>
              <a:off x="2975850" y="2069105"/>
              <a:ext cx="7658" cy="4046"/>
            </a:xfrm>
            <a:custGeom>
              <a:rect b="b" l="l" r="r" t="t"/>
              <a:pathLst>
                <a:path extrusionOk="0" h="298" w="564">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0" name="Google Shape;7760;p72"/>
            <p:cNvSpPr/>
            <p:nvPr/>
          </p:nvSpPr>
          <p:spPr>
            <a:xfrm>
              <a:off x="2759899" y="2034536"/>
              <a:ext cx="923" cy="204"/>
            </a:xfrm>
            <a:custGeom>
              <a:rect b="b" l="l" r="r" t="t"/>
              <a:pathLst>
                <a:path extrusionOk="0" h="15" w="68">
                  <a:moveTo>
                    <a:pt x="67" y="14"/>
                  </a:moveTo>
                  <a:lnTo>
                    <a:pt x="1" y="0"/>
                  </a:lnTo>
                  <a:lnTo>
                    <a:pt x="1" y="0"/>
                  </a:lnTo>
                  <a:lnTo>
                    <a:pt x="6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1" name="Google Shape;7761;p72"/>
            <p:cNvSpPr/>
            <p:nvPr/>
          </p:nvSpPr>
          <p:spPr>
            <a:xfrm>
              <a:off x="2760660" y="2035011"/>
              <a:ext cx="3870" cy="5227"/>
            </a:xfrm>
            <a:custGeom>
              <a:rect b="b" l="l" r="r" t="t"/>
              <a:pathLst>
                <a:path extrusionOk="0" h="385" w="285">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2" name="Google Shape;7762;p72"/>
            <p:cNvSpPr/>
            <p:nvPr/>
          </p:nvSpPr>
          <p:spPr>
            <a:xfrm>
              <a:off x="2956787" y="2113666"/>
              <a:ext cx="11093" cy="8595"/>
            </a:xfrm>
            <a:custGeom>
              <a:rect b="b" l="l" r="r" t="t"/>
              <a:pathLst>
                <a:path extrusionOk="0" h="633" w="817">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3" name="Google Shape;7763;p72"/>
            <p:cNvSpPr/>
            <p:nvPr/>
          </p:nvSpPr>
          <p:spPr>
            <a:xfrm>
              <a:off x="2901173" y="2106945"/>
              <a:ext cx="20312" cy="6490"/>
            </a:xfrm>
            <a:custGeom>
              <a:rect b="b" l="l" r="r" t="t"/>
              <a:pathLst>
                <a:path extrusionOk="0" h="478" w="1496">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4" name="Google Shape;7764;p72"/>
            <p:cNvSpPr/>
            <p:nvPr/>
          </p:nvSpPr>
          <p:spPr>
            <a:xfrm>
              <a:off x="2923413" y="2117536"/>
              <a:ext cx="11527" cy="4711"/>
            </a:xfrm>
            <a:custGeom>
              <a:rect b="b" l="l" r="r" t="t"/>
              <a:pathLst>
                <a:path extrusionOk="0" h="347" w="849">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5" name="Google Shape;7765;p72"/>
            <p:cNvSpPr/>
            <p:nvPr/>
          </p:nvSpPr>
          <p:spPr>
            <a:xfrm>
              <a:off x="2984729" y="2031441"/>
              <a:ext cx="10713" cy="16320"/>
            </a:xfrm>
            <a:custGeom>
              <a:rect b="b" l="l" r="r" t="t"/>
              <a:pathLst>
                <a:path extrusionOk="0" h="1202" w="789">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6" name="Google Shape;7766;p72"/>
            <p:cNvSpPr/>
            <p:nvPr/>
          </p:nvSpPr>
          <p:spPr>
            <a:xfrm>
              <a:off x="2859015" y="2039003"/>
              <a:ext cx="109" cy="14"/>
            </a:xfrm>
            <a:custGeom>
              <a:rect b="b" l="l" r="r" t="t"/>
              <a:pathLst>
                <a:path extrusionOk="0" h="1" w="8">
                  <a:moveTo>
                    <a:pt x="0" y="0"/>
                  </a:moveTo>
                  <a:lnTo>
                    <a:pt x="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7" name="Google Shape;7767;p72"/>
            <p:cNvSpPr/>
            <p:nvPr/>
          </p:nvSpPr>
          <p:spPr>
            <a:xfrm>
              <a:off x="2860481" y="2039098"/>
              <a:ext cx="163" cy="54"/>
            </a:xfrm>
            <a:custGeom>
              <a:rect b="b" l="l" r="r" t="t"/>
              <a:pathLst>
                <a:path extrusionOk="0" h="4" w="12">
                  <a:moveTo>
                    <a:pt x="1" y="4"/>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8" name="Google Shape;7768;p72"/>
            <p:cNvSpPr/>
            <p:nvPr/>
          </p:nvSpPr>
          <p:spPr>
            <a:xfrm>
              <a:off x="2860156" y="2039193"/>
              <a:ext cx="149" cy="14"/>
            </a:xfrm>
            <a:custGeom>
              <a:rect b="b" l="l" r="r" t="t"/>
              <a:pathLst>
                <a:path extrusionOk="0" h="1" w="11">
                  <a:moveTo>
                    <a:pt x="0" y="0"/>
                  </a:moveTo>
                  <a:lnTo>
                    <a:pt x="1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9" name="Google Shape;7769;p72"/>
            <p:cNvSpPr/>
            <p:nvPr/>
          </p:nvSpPr>
          <p:spPr>
            <a:xfrm>
              <a:off x="2858160" y="2038569"/>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0" name="Google Shape;7770;p72"/>
            <p:cNvSpPr/>
            <p:nvPr/>
          </p:nvSpPr>
          <p:spPr>
            <a:xfrm>
              <a:off x="2858581" y="2038759"/>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1" name="Google Shape;7771;p72"/>
            <p:cNvSpPr/>
            <p:nvPr/>
          </p:nvSpPr>
          <p:spPr>
            <a:xfrm>
              <a:off x="2860821" y="2038949"/>
              <a:ext cx="109" cy="68"/>
            </a:xfrm>
            <a:custGeom>
              <a:rect b="b" l="l" r="r" t="t"/>
              <a:pathLst>
                <a:path extrusionOk="0" h="5" w="8">
                  <a:moveTo>
                    <a:pt x="0" y="4"/>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2" name="Google Shape;7772;p72"/>
            <p:cNvSpPr/>
            <p:nvPr/>
          </p:nvSpPr>
          <p:spPr>
            <a:xfrm>
              <a:off x="2852457" y="2033776"/>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3" name="Google Shape;7773;p72"/>
            <p:cNvSpPr/>
            <p:nvPr/>
          </p:nvSpPr>
          <p:spPr>
            <a:xfrm>
              <a:off x="2852267" y="2033301"/>
              <a:ext cx="109" cy="244"/>
            </a:xfrm>
            <a:custGeom>
              <a:rect b="b" l="l" r="r" t="t"/>
              <a:pathLst>
                <a:path extrusionOk="0" h="18" w="8">
                  <a:moveTo>
                    <a:pt x="0" y="0"/>
                  </a:moveTo>
                  <a:lnTo>
                    <a:pt x="7"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4" name="Google Shape;7774;p72"/>
            <p:cNvSpPr/>
            <p:nvPr/>
          </p:nvSpPr>
          <p:spPr>
            <a:xfrm>
              <a:off x="2852647" y="2034156"/>
              <a:ext cx="109" cy="204"/>
            </a:xfrm>
            <a:custGeom>
              <a:rect b="b" l="l" r="r" t="t"/>
              <a:pathLst>
                <a:path extrusionOk="0" h="15" w="8">
                  <a:moveTo>
                    <a:pt x="0" y="0"/>
                  </a:moveTo>
                  <a:lnTo>
                    <a:pt x="7" y="1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5" name="Google Shape;7775;p72"/>
            <p:cNvSpPr/>
            <p:nvPr/>
          </p:nvSpPr>
          <p:spPr>
            <a:xfrm>
              <a:off x="2852118" y="2032826"/>
              <a:ext cx="109" cy="244"/>
            </a:xfrm>
            <a:custGeom>
              <a:rect b="b" l="l" r="r" t="t"/>
              <a:pathLst>
                <a:path extrusionOk="0" h="18" w="8">
                  <a:moveTo>
                    <a:pt x="1" y="0"/>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6" name="Google Shape;7776;p72"/>
            <p:cNvSpPr/>
            <p:nvPr/>
          </p:nvSpPr>
          <p:spPr>
            <a:xfrm>
              <a:off x="2851602" y="2031060"/>
              <a:ext cx="109" cy="339"/>
            </a:xfrm>
            <a:custGeom>
              <a:rect b="b" l="l" r="r" t="t"/>
              <a:pathLst>
                <a:path extrusionOk="0" h="25" w="8">
                  <a:moveTo>
                    <a:pt x="0" y="0"/>
                  </a:moveTo>
                  <a:lnTo>
                    <a:pt x="7" y="2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7" name="Google Shape;7777;p72"/>
            <p:cNvSpPr/>
            <p:nvPr/>
          </p:nvSpPr>
          <p:spPr>
            <a:xfrm>
              <a:off x="2851928" y="2032296"/>
              <a:ext cx="109" cy="244"/>
            </a:xfrm>
            <a:custGeom>
              <a:rect b="b" l="l" r="r" t="t"/>
              <a:pathLst>
                <a:path extrusionOk="0" h="18" w="8">
                  <a:moveTo>
                    <a:pt x="1" y="1"/>
                  </a:moveTo>
                  <a:lnTo>
                    <a:pt x="8"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8" name="Google Shape;7778;p72"/>
            <p:cNvSpPr/>
            <p:nvPr/>
          </p:nvSpPr>
          <p:spPr>
            <a:xfrm>
              <a:off x="2857725" y="2038189"/>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9" name="Google Shape;7779;p72"/>
            <p:cNvSpPr/>
            <p:nvPr/>
          </p:nvSpPr>
          <p:spPr>
            <a:xfrm>
              <a:off x="2851792" y="2031671"/>
              <a:ext cx="109" cy="299"/>
            </a:xfrm>
            <a:custGeom>
              <a:rect b="b" l="l" r="r" t="t"/>
              <a:pathLst>
                <a:path extrusionOk="0" h="22" w="8">
                  <a:moveTo>
                    <a:pt x="0" y="1"/>
                  </a:moveTo>
                  <a:lnTo>
                    <a:pt x="7" y="22"/>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0" name="Google Shape;7780;p72"/>
            <p:cNvSpPr/>
            <p:nvPr/>
          </p:nvSpPr>
          <p:spPr>
            <a:xfrm>
              <a:off x="2852837" y="2034482"/>
              <a:ext cx="54" cy="204"/>
            </a:xfrm>
            <a:custGeom>
              <a:rect b="b" l="l" r="r" t="t"/>
              <a:pathLst>
                <a:path extrusionOk="0" h="15" w="4">
                  <a:moveTo>
                    <a:pt x="0" y="1"/>
                  </a:moveTo>
                  <a:lnTo>
                    <a:pt x="4"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1" name="Google Shape;7781;p72"/>
            <p:cNvSpPr/>
            <p:nvPr/>
          </p:nvSpPr>
          <p:spPr>
            <a:xfrm>
              <a:off x="2856870" y="2037523"/>
              <a:ext cx="109" cy="109"/>
            </a:xfrm>
            <a:custGeom>
              <a:rect b="b" l="l" r="r" t="t"/>
              <a:pathLst>
                <a:path extrusionOk="0" h="8" w="8">
                  <a:moveTo>
                    <a:pt x="1" y="1"/>
                  </a:moveTo>
                  <a:lnTo>
                    <a:pt x="8"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2" name="Google Shape;7782;p72"/>
            <p:cNvSpPr/>
            <p:nvPr/>
          </p:nvSpPr>
          <p:spPr>
            <a:xfrm>
              <a:off x="2852973" y="2034821"/>
              <a:ext cx="109" cy="149"/>
            </a:xfrm>
            <a:custGeom>
              <a:rect b="b" l="l" r="r" t="t"/>
              <a:pathLst>
                <a:path extrusionOk="0" h="11" w="8">
                  <a:moveTo>
                    <a:pt x="1" y="0"/>
                  </a:moveTo>
                  <a:lnTo>
                    <a:pt x="8"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3" name="Google Shape;7783;p72"/>
            <p:cNvSpPr/>
            <p:nvPr/>
          </p:nvSpPr>
          <p:spPr>
            <a:xfrm>
              <a:off x="2854019" y="2035772"/>
              <a:ext cx="109" cy="54"/>
            </a:xfrm>
            <a:custGeom>
              <a:rect b="b" l="l" r="r" t="t"/>
              <a:pathLst>
                <a:path extrusionOk="0" h="4" w="8">
                  <a:moveTo>
                    <a:pt x="1" y="0"/>
                  </a:moveTo>
                  <a:lnTo>
                    <a:pt x="8" y="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4" name="Google Shape;7784;p72"/>
            <p:cNvSpPr/>
            <p:nvPr/>
          </p:nvSpPr>
          <p:spPr>
            <a:xfrm>
              <a:off x="2857304" y="203790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5" name="Google Shape;7785;p72"/>
            <p:cNvSpPr/>
            <p:nvPr/>
          </p:nvSpPr>
          <p:spPr>
            <a:xfrm>
              <a:off x="2854263" y="2035813"/>
              <a:ext cx="54" cy="14"/>
            </a:xfrm>
            <a:custGeom>
              <a:rect b="b" l="l" r="r" t="t"/>
              <a:pathLst>
                <a:path extrusionOk="0" h="1" w="4">
                  <a:moveTo>
                    <a:pt x="0" y="1"/>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6" name="Google Shape;7786;p72"/>
            <p:cNvSpPr/>
            <p:nvPr/>
          </p:nvSpPr>
          <p:spPr>
            <a:xfrm>
              <a:off x="2853163" y="2035107"/>
              <a:ext cx="109" cy="109"/>
            </a:xfrm>
            <a:custGeom>
              <a:rect b="b" l="l" r="r" t="t"/>
              <a:pathLst>
                <a:path extrusionOk="0" h="8" w="8">
                  <a:moveTo>
                    <a:pt x="1" y="0"/>
                  </a:moveTo>
                  <a:lnTo>
                    <a:pt x="8"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7" name="Google Shape;7787;p72"/>
            <p:cNvSpPr/>
            <p:nvPr/>
          </p:nvSpPr>
          <p:spPr>
            <a:xfrm>
              <a:off x="2853598" y="2035487"/>
              <a:ext cx="109" cy="109"/>
            </a:xfrm>
            <a:custGeom>
              <a:rect b="b" l="l" r="r" t="t"/>
              <a:pathLst>
                <a:path extrusionOk="0" h="8" w="8">
                  <a:moveTo>
                    <a:pt x="0" y="0"/>
                  </a:moveTo>
                  <a:lnTo>
                    <a:pt x="7"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8" name="Google Shape;7788;p72"/>
            <p:cNvSpPr/>
            <p:nvPr/>
          </p:nvSpPr>
          <p:spPr>
            <a:xfrm>
              <a:off x="2853788" y="2035622"/>
              <a:ext cx="109" cy="109"/>
            </a:xfrm>
            <a:custGeom>
              <a:rect b="b" l="l" r="r" t="t"/>
              <a:pathLst>
                <a:path extrusionOk="0" h="8" w="8">
                  <a:moveTo>
                    <a:pt x="0" y="1"/>
                  </a:moveTo>
                  <a:lnTo>
                    <a:pt x="7"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9" name="Google Shape;7789;p72"/>
            <p:cNvSpPr/>
            <p:nvPr/>
          </p:nvSpPr>
          <p:spPr>
            <a:xfrm>
              <a:off x="2859490" y="2039139"/>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0" name="Google Shape;7790;p72"/>
            <p:cNvSpPr/>
            <p:nvPr/>
          </p:nvSpPr>
          <p:spPr>
            <a:xfrm>
              <a:off x="2889049" y="2032921"/>
              <a:ext cx="3204" cy="2105"/>
            </a:xfrm>
            <a:custGeom>
              <a:rect b="b" l="l" r="r" t="t"/>
              <a:pathLst>
                <a:path extrusionOk="0" h="155" w="236">
                  <a:moveTo>
                    <a:pt x="235" y="0"/>
                  </a:moveTo>
                  <a:cubicBezTo>
                    <a:pt x="204" y="112"/>
                    <a:pt x="102" y="130"/>
                    <a:pt x="1" y="154"/>
                  </a:cubicBezTo>
                  <a:cubicBezTo>
                    <a:pt x="106" y="133"/>
                    <a:pt x="204" y="112"/>
                    <a:pt x="235"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1" name="Google Shape;7791;p72"/>
            <p:cNvSpPr/>
            <p:nvPr/>
          </p:nvSpPr>
          <p:spPr>
            <a:xfrm>
              <a:off x="2861242" y="2038243"/>
              <a:ext cx="4440" cy="530"/>
            </a:xfrm>
            <a:custGeom>
              <a:rect b="b" l="l" r="r" t="t"/>
              <a:pathLst>
                <a:path extrusionOk="0" h="39" w="327">
                  <a:moveTo>
                    <a:pt x="326" y="7"/>
                  </a:moveTo>
                  <a:cubicBezTo>
                    <a:pt x="197" y="4"/>
                    <a:pt x="53" y="0"/>
                    <a:pt x="1" y="39"/>
                  </a:cubicBezTo>
                  <a:cubicBezTo>
                    <a:pt x="53" y="0"/>
                    <a:pt x="197" y="4"/>
                    <a:pt x="326"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2" name="Google Shape;7792;p72"/>
            <p:cNvSpPr/>
            <p:nvPr/>
          </p:nvSpPr>
          <p:spPr>
            <a:xfrm>
              <a:off x="2910922" y="2013858"/>
              <a:ext cx="54" cy="14"/>
            </a:xfrm>
            <a:custGeom>
              <a:rect b="b" l="l" r="r" t="t"/>
              <a:pathLst>
                <a:path extrusionOk="0" h="1" w="4">
                  <a:moveTo>
                    <a:pt x="4" y="0"/>
                  </a:moveTo>
                  <a:lnTo>
                    <a:pt x="0" y="0"/>
                  </a:ln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3" name="Google Shape;7793;p72"/>
            <p:cNvSpPr/>
            <p:nvPr/>
          </p:nvSpPr>
          <p:spPr>
            <a:xfrm>
              <a:off x="2853353" y="2035297"/>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4" name="Google Shape;7794;p72"/>
            <p:cNvSpPr/>
            <p:nvPr/>
          </p:nvSpPr>
          <p:spPr>
            <a:xfrm>
              <a:off x="2860006" y="2039193"/>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5" name="Google Shape;7795;p72"/>
            <p:cNvSpPr/>
            <p:nvPr/>
          </p:nvSpPr>
          <p:spPr>
            <a:xfrm>
              <a:off x="2899598" y="2013287"/>
              <a:ext cx="8486" cy="1765"/>
            </a:xfrm>
            <a:custGeom>
              <a:rect b="b" l="l" r="r" t="t"/>
              <a:pathLst>
                <a:path extrusionOk="0" h="130" w="625">
                  <a:moveTo>
                    <a:pt x="624" y="11"/>
                  </a:moveTo>
                  <a:cubicBezTo>
                    <a:pt x="424" y="7"/>
                    <a:pt x="120" y="0"/>
                    <a:pt x="1" y="130"/>
                  </a:cubicBezTo>
                  <a:cubicBezTo>
                    <a:pt x="120" y="0"/>
                    <a:pt x="424" y="7"/>
                    <a:pt x="624"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6" name="Google Shape;7796;p72"/>
            <p:cNvSpPr/>
            <p:nvPr/>
          </p:nvSpPr>
          <p:spPr>
            <a:xfrm>
              <a:off x="2909971" y="2013518"/>
              <a:ext cx="109" cy="14"/>
            </a:xfrm>
            <a:custGeom>
              <a:rect b="b" l="l" r="r" t="t"/>
              <a:pathLst>
                <a:path extrusionOk="0" h="1" w="8">
                  <a:moveTo>
                    <a:pt x="0" y="1"/>
                  </a:moveTo>
                  <a:lnTo>
                    <a:pt x="7"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7" name="Google Shape;7797;p72"/>
            <p:cNvSpPr/>
            <p:nvPr/>
          </p:nvSpPr>
          <p:spPr>
            <a:xfrm>
              <a:off x="2909632" y="2013478"/>
              <a:ext cx="109" cy="14"/>
            </a:xfrm>
            <a:custGeom>
              <a:rect b="b" l="l" r="r" t="t"/>
              <a:pathLst>
                <a:path extrusionOk="0" h="1" w="8">
                  <a:moveTo>
                    <a:pt x="1" y="0"/>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8" name="Google Shape;7798;p72"/>
            <p:cNvSpPr/>
            <p:nvPr/>
          </p:nvSpPr>
          <p:spPr>
            <a:xfrm>
              <a:off x="2910392" y="2013668"/>
              <a:ext cx="68" cy="14"/>
            </a:xfrm>
            <a:custGeom>
              <a:rect b="b" l="l" r="r" t="t"/>
              <a:pathLst>
                <a:path extrusionOk="0" h="1" w="5">
                  <a:moveTo>
                    <a:pt x="1" y="0"/>
                  </a:moveTo>
                  <a:lnTo>
                    <a:pt x="4"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9" name="Google Shape;7799;p72"/>
            <p:cNvSpPr/>
            <p:nvPr/>
          </p:nvSpPr>
          <p:spPr>
            <a:xfrm>
              <a:off x="2962544" y="2114711"/>
              <a:ext cx="394" cy="204"/>
            </a:xfrm>
            <a:custGeom>
              <a:rect b="b" l="l" r="r" t="t"/>
              <a:pathLst>
                <a:path extrusionOk="0" h="15" w="29">
                  <a:moveTo>
                    <a:pt x="28" y="1"/>
                  </a:moveTo>
                  <a:lnTo>
                    <a:pt x="0" y="8"/>
                  </a:lnTo>
                  <a:lnTo>
                    <a:pt x="4" y="8"/>
                  </a:lnTo>
                  <a:lnTo>
                    <a:pt x="11" y="11"/>
                  </a:lnTo>
                  <a:lnTo>
                    <a:pt x="14" y="11"/>
                  </a:lnTo>
                  <a:lnTo>
                    <a:pt x="21" y="15"/>
                  </a:lnTo>
                  <a:cubicBezTo>
                    <a:pt x="21" y="11"/>
                    <a:pt x="25" y="4"/>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0" name="Google Shape;7800;p72"/>
            <p:cNvSpPr/>
            <p:nvPr/>
          </p:nvSpPr>
          <p:spPr>
            <a:xfrm>
              <a:off x="2968192" y="2108113"/>
              <a:ext cx="14895" cy="5757"/>
            </a:xfrm>
            <a:custGeom>
              <a:rect b="b" l="l" r="r" t="t"/>
              <a:pathLst>
                <a:path extrusionOk="0" h="424" w="1097">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1" name="Google Shape;7801;p72"/>
            <p:cNvSpPr/>
            <p:nvPr/>
          </p:nvSpPr>
          <p:spPr>
            <a:xfrm>
              <a:off x="2962679" y="2114861"/>
              <a:ext cx="54" cy="14"/>
            </a:xfrm>
            <a:custGeom>
              <a:rect b="b" l="l" r="r" t="t"/>
              <a:pathLst>
                <a:path extrusionOk="0" h="1" w="4">
                  <a:moveTo>
                    <a:pt x="4"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2" name="Google Shape;7802;p72"/>
            <p:cNvSpPr/>
            <p:nvPr/>
          </p:nvSpPr>
          <p:spPr>
            <a:xfrm>
              <a:off x="2968246" y="2112675"/>
              <a:ext cx="530" cy="530"/>
            </a:xfrm>
            <a:custGeom>
              <a:rect b="b" l="l" r="r" t="t"/>
              <a:pathLst>
                <a:path extrusionOk="0" h="39" w="39">
                  <a:moveTo>
                    <a:pt x="0" y="0"/>
                  </a:moveTo>
                  <a:cubicBezTo>
                    <a:pt x="11" y="11"/>
                    <a:pt x="25" y="25"/>
                    <a:pt x="39" y="39"/>
                  </a:cubicBezTo>
                  <a:cubicBezTo>
                    <a:pt x="25" y="25"/>
                    <a:pt x="11"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3" name="Google Shape;7803;p72"/>
            <p:cNvSpPr/>
            <p:nvPr/>
          </p:nvSpPr>
          <p:spPr>
            <a:xfrm>
              <a:off x="2962544" y="2114806"/>
              <a:ext cx="0" cy="14"/>
            </a:xfrm>
            <a:custGeom>
              <a:rect b="b" l="l" r="r" t="t"/>
              <a:pathLst>
                <a:path extrusionOk="0" h="1" w="0">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4" name="Google Shape;7804;p72"/>
            <p:cNvSpPr/>
            <p:nvPr/>
          </p:nvSpPr>
          <p:spPr>
            <a:xfrm>
              <a:off x="2962924" y="2114711"/>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5" name="Google Shape;7805;p72"/>
            <p:cNvSpPr/>
            <p:nvPr/>
          </p:nvSpPr>
          <p:spPr>
            <a:xfrm>
              <a:off x="2968816" y="2113286"/>
              <a:ext cx="530" cy="584"/>
            </a:xfrm>
            <a:custGeom>
              <a:rect b="b" l="l" r="r" t="t"/>
              <a:pathLst>
                <a:path extrusionOk="0" h="43" w="39">
                  <a:moveTo>
                    <a:pt x="39" y="43"/>
                  </a:moveTo>
                  <a:cubicBezTo>
                    <a:pt x="25" y="29"/>
                    <a:pt x="14" y="15"/>
                    <a:pt x="0" y="1"/>
                  </a:cubicBezTo>
                  <a:cubicBezTo>
                    <a:pt x="14" y="15"/>
                    <a:pt x="25" y="29"/>
                    <a:pt x="39" y="4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6" name="Google Shape;7806;p72"/>
            <p:cNvSpPr/>
            <p:nvPr/>
          </p:nvSpPr>
          <p:spPr>
            <a:xfrm>
              <a:off x="2109605" y="1718303"/>
              <a:ext cx="11147" cy="17827"/>
            </a:xfrm>
            <a:custGeom>
              <a:rect b="b" l="l" r="r" t="t"/>
              <a:pathLst>
                <a:path extrusionOk="0" h="1313" w="821">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7" name="Google Shape;7807;p72"/>
            <p:cNvSpPr/>
            <p:nvPr/>
          </p:nvSpPr>
          <p:spPr>
            <a:xfrm>
              <a:off x="2142544" y="1743706"/>
              <a:ext cx="19171" cy="11066"/>
            </a:xfrm>
            <a:custGeom>
              <a:rect b="b" l="l" r="r" t="t"/>
              <a:pathLst>
                <a:path extrusionOk="0" h="815" w="1412">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8" name="Google Shape;7808;p72"/>
            <p:cNvSpPr/>
            <p:nvPr/>
          </p:nvSpPr>
          <p:spPr>
            <a:xfrm>
              <a:off x="2099300" y="1663436"/>
              <a:ext cx="82904" cy="79917"/>
            </a:xfrm>
            <a:custGeom>
              <a:rect b="b" l="l" r="r" t="t"/>
              <a:pathLst>
                <a:path extrusionOk="0" h="5886" w="6106">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9" name="Google Shape;7809;p72"/>
            <p:cNvSpPr/>
            <p:nvPr/>
          </p:nvSpPr>
          <p:spPr>
            <a:xfrm>
              <a:off x="2139082" y="1663966"/>
              <a:ext cx="1344" cy="2485"/>
            </a:xfrm>
            <a:custGeom>
              <a:rect b="b" l="l" r="r" t="t"/>
              <a:pathLst>
                <a:path extrusionOk="0" h="183" w="99">
                  <a:moveTo>
                    <a:pt x="98" y="183"/>
                  </a:moveTo>
                  <a:lnTo>
                    <a:pt x="98" y="183"/>
                  </a:lnTo>
                  <a:cubicBezTo>
                    <a:pt x="42" y="148"/>
                    <a:pt x="21" y="70"/>
                    <a:pt x="0" y="0"/>
                  </a:cubicBezTo>
                  <a:cubicBezTo>
                    <a:pt x="21" y="70"/>
                    <a:pt x="42" y="148"/>
                    <a:pt x="98" y="18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0" name="Google Shape;7810;p72"/>
            <p:cNvSpPr/>
            <p:nvPr/>
          </p:nvSpPr>
          <p:spPr>
            <a:xfrm>
              <a:off x="2128057" y="1665391"/>
              <a:ext cx="299" cy="204"/>
            </a:xfrm>
            <a:custGeom>
              <a:rect b="b" l="l" r="r" t="t"/>
              <a:pathLst>
                <a:path extrusionOk="0" h="15" w="22">
                  <a:moveTo>
                    <a:pt x="21" y="14"/>
                  </a:moveTo>
                  <a:lnTo>
                    <a:pt x="0" y="0"/>
                  </a:ln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1" name="Google Shape;7811;p72"/>
            <p:cNvSpPr/>
            <p:nvPr/>
          </p:nvSpPr>
          <p:spPr>
            <a:xfrm>
              <a:off x="2142734" y="1667061"/>
              <a:ext cx="923" cy="149"/>
            </a:xfrm>
            <a:custGeom>
              <a:rect b="b" l="l" r="r" t="t"/>
              <a:pathLst>
                <a:path extrusionOk="0" h="11" w="68">
                  <a:moveTo>
                    <a:pt x="67" y="11"/>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2" name="Google Shape;7812;p72"/>
            <p:cNvSpPr/>
            <p:nvPr/>
          </p:nvSpPr>
          <p:spPr>
            <a:xfrm>
              <a:off x="2105477" y="1674515"/>
              <a:ext cx="299" cy="14"/>
            </a:xfrm>
            <a:custGeom>
              <a:rect b="b" l="l" r="r" t="t"/>
              <a:pathLst>
                <a:path extrusionOk="0" h="1" w="22">
                  <a:moveTo>
                    <a:pt x="21"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3" name="Google Shape;7813;p72"/>
            <p:cNvSpPr/>
            <p:nvPr/>
          </p:nvSpPr>
          <p:spPr>
            <a:xfrm>
              <a:off x="2105097" y="1674570"/>
              <a:ext cx="299" cy="14"/>
            </a:xfrm>
            <a:custGeom>
              <a:rect b="b" l="l" r="r" t="t"/>
              <a:pathLst>
                <a:path extrusionOk="0" h="1" w="22">
                  <a:moveTo>
                    <a:pt x="21"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4" name="Google Shape;7814;p72"/>
            <p:cNvSpPr/>
            <p:nvPr/>
          </p:nvSpPr>
          <p:spPr>
            <a:xfrm>
              <a:off x="2101866" y="1674610"/>
              <a:ext cx="2770" cy="204"/>
            </a:xfrm>
            <a:custGeom>
              <a:rect b="b" l="l" r="r" t="t"/>
              <a:pathLst>
                <a:path extrusionOk="0" h="15" w="204">
                  <a:moveTo>
                    <a:pt x="203" y="1"/>
                  </a:moveTo>
                  <a:lnTo>
                    <a:pt x="0" y="1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5" name="Google Shape;7815;p72"/>
            <p:cNvSpPr/>
            <p:nvPr/>
          </p:nvSpPr>
          <p:spPr>
            <a:xfrm>
              <a:off x="2104622" y="1674570"/>
              <a:ext cx="394" cy="14"/>
            </a:xfrm>
            <a:custGeom>
              <a:rect b="b" l="l" r="r" t="t"/>
              <a:pathLst>
                <a:path extrusionOk="0" h="1" w="29">
                  <a:moveTo>
                    <a:pt x="28" y="0"/>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6" name="Google Shape;7816;p72"/>
            <p:cNvSpPr/>
            <p:nvPr/>
          </p:nvSpPr>
          <p:spPr>
            <a:xfrm>
              <a:off x="2101526" y="1674855"/>
              <a:ext cx="299" cy="14"/>
            </a:xfrm>
            <a:custGeom>
              <a:rect b="b" l="l" r="r" t="t"/>
              <a:pathLst>
                <a:path extrusionOk="0" h="1" w="22">
                  <a:moveTo>
                    <a:pt x="1" y="0"/>
                  </a:moveTo>
                  <a:lnTo>
                    <a:pt x="22"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7" name="Google Shape;7817;p72"/>
            <p:cNvSpPr/>
            <p:nvPr/>
          </p:nvSpPr>
          <p:spPr>
            <a:xfrm>
              <a:off x="2127296" y="1665391"/>
              <a:ext cx="774" cy="720"/>
            </a:xfrm>
            <a:custGeom>
              <a:rect b="b" l="l" r="r" t="t"/>
              <a:pathLst>
                <a:path extrusionOk="0" h="53" w="57">
                  <a:moveTo>
                    <a:pt x="0" y="53"/>
                  </a:moveTo>
                  <a:lnTo>
                    <a:pt x="56" y="0"/>
                  </a:lnTo>
                  <a:lnTo>
                    <a:pt x="5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8" name="Google Shape;7818;p72"/>
            <p:cNvSpPr/>
            <p:nvPr/>
          </p:nvSpPr>
          <p:spPr>
            <a:xfrm>
              <a:off x="2106903" y="1674475"/>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9" name="Google Shape;7819;p72"/>
            <p:cNvSpPr/>
            <p:nvPr/>
          </p:nvSpPr>
          <p:spPr>
            <a:xfrm>
              <a:off x="2106659" y="167447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0" name="Google Shape;7820;p72"/>
            <p:cNvSpPr/>
            <p:nvPr/>
          </p:nvSpPr>
          <p:spPr>
            <a:xfrm>
              <a:off x="2105858" y="1674515"/>
              <a:ext cx="244" cy="14"/>
            </a:xfrm>
            <a:custGeom>
              <a:rect b="b" l="l" r="r" t="t"/>
              <a:pathLst>
                <a:path extrusionOk="0" h="1" w="18">
                  <a:moveTo>
                    <a:pt x="18" y="1"/>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1" name="Google Shape;7821;p72"/>
            <p:cNvSpPr/>
            <p:nvPr/>
          </p:nvSpPr>
          <p:spPr>
            <a:xfrm>
              <a:off x="2107134" y="1674475"/>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2" name="Google Shape;7822;p72"/>
            <p:cNvSpPr/>
            <p:nvPr/>
          </p:nvSpPr>
          <p:spPr>
            <a:xfrm>
              <a:off x="2106183" y="1674475"/>
              <a:ext cx="204" cy="14"/>
            </a:xfrm>
            <a:custGeom>
              <a:rect b="b" l="l" r="r" t="t"/>
              <a:pathLst>
                <a:path extrusionOk="0" h="1" w="15">
                  <a:moveTo>
                    <a:pt x="15"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3" name="Google Shape;7823;p72"/>
            <p:cNvSpPr/>
            <p:nvPr/>
          </p:nvSpPr>
          <p:spPr>
            <a:xfrm>
              <a:off x="2102762" y="1677652"/>
              <a:ext cx="68" cy="448"/>
            </a:xfrm>
            <a:custGeom>
              <a:rect b="b" l="l" r="r" t="t"/>
              <a:pathLst>
                <a:path extrusionOk="0" h="33" w="5">
                  <a:moveTo>
                    <a:pt x="4" y="32"/>
                  </a:moveTo>
                  <a:cubicBezTo>
                    <a:pt x="4" y="22"/>
                    <a:pt x="4" y="11"/>
                    <a:pt x="1" y="1"/>
                  </a:cubicBezTo>
                  <a:cubicBezTo>
                    <a:pt x="4" y="11"/>
                    <a:pt x="4" y="22"/>
                    <a:pt x="4"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4" name="Google Shape;7824;p72"/>
            <p:cNvSpPr/>
            <p:nvPr/>
          </p:nvSpPr>
          <p:spPr>
            <a:xfrm>
              <a:off x="2101771" y="1676416"/>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5" name="Google Shape;7825;p72"/>
            <p:cNvSpPr/>
            <p:nvPr/>
          </p:nvSpPr>
          <p:spPr>
            <a:xfrm>
              <a:off x="2102572" y="1688826"/>
              <a:ext cx="3584" cy="434"/>
            </a:xfrm>
            <a:custGeom>
              <a:rect b="b" l="l" r="r" t="t"/>
              <a:pathLst>
                <a:path extrusionOk="0" h="32" w="264">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6" name="Google Shape;7826;p72"/>
            <p:cNvSpPr/>
            <p:nvPr/>
          </p:nvSpPr>
          <p:spPr>
            <a:xfrm>
              <a:off x="2106374" y="1691813"/>
              <a:ext cx="163" cy="353"/>
            </a:xfrm>
            <a:custGeom>
              <a:rect b="b" l="l" r="r" t="t"/>
              <a:pathLst>
                <a:path extrusionOk="0" h="26" w="12">
                  <a:moveTo>
                    <a:pt x="1" y="25"/>
                  </a:moveTo>
                  <a:lnTo>
                    <a:pt x="1" y="25"/>
                  </a:lnTo>
                  <a:lnTo>
                    <a:pt x="1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7" name="Google Shape;7827;p72"/>
            <p:cNvSpPr/>
            <p:nvPr/>
          </p:nvSpPr>
          <p:spPr>
            <a:xfrm>
              <a:off x="2101676" y="1676280"/>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8" name="Google Shape;7828;p72"/>
            <p:cNvSpPr/>
            <p:nvPr/>
          </p:nvSpPr>
          <p:spPr>
            <a:xfrm>
              <a:off x="2101907" y="1676606"/>
              <a:ext cx="543" cy="394"/>
            </a:xfrm>
            <a:custGeom>
              <a:rect b="b" l="l" r="r" t="t"/>
              <a:pathLst>
                <a:path extrusionOk="0" h="29" w="4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9" name="Google Shape;7829;p72"/>
            <p:cNvSpPr/>
            <p:nvPr/>
          </p:nvSpPr>
          <p:spPr>
            <a:xfrm>
              <a:off x="2143359" y="1670619"/>
              <a:ext cx="54" cy="448"/>
            </a:xfrm>
            <a:custGeom>
              <a:rect b="b" l="l" r="r" t="t"/>
              <a:pathLst>
                <a:path extrusionOk="0" h="33" w="4">
                  <a:moveTo>
                    <a:pt x="4" y="1"/>
                  </a:moveTo>
                  <a:cubicBezTo>
                    <a:pt x="4" y="11"/>
                    <a:pt x="0" y="22"/>
                    <a:pt x="4" y="32"/>
                  </a:cubicBez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0" name="Google Shape;7830;p72"/>
            <p:cNvSpPr/>
            <p:nvPr/>
          </p:nvSpPr>
          <p:spPr>
            <a:xfrm>
              <a:off x="2143304" y="1674760"/>
              <a:ext cx="14" cy="489"/>
            </a:xfrm>
            <a:custGeom>
              <a:rect b="b" l="l" r="r" t="t"/>
              <a:pathLst>
                <a:path extrusionOk="0" h="36" w="1">
                  <a:moveTo>
                    <a:pt x="1" y="0"/>
                  </a:moveTo>
                  <a:lnTo>
                    <a:pt x="1"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1" name="Google Shape;7831;p72"/>
            <p:cNvSpPr/>
            <p:nvPr/>
          </p:nvSpPr>
          <p:spPr>
            <a:xfrm>
              <a:off x="2143454" y="1669383"/>
              <a:ext cx="14" cy="489"/>
            </a:xfrm>
            <a:custGeom>
              <a:rect b="b" l="l" r="r" t="t"/>
              <a:pathLst>
                <a:path extrusionOk="0" h="36" w="1">
                  <a:moveTo>
                    <a:pt x="0" y="1"/>
                  </a:moveTo>
                  <a:cubicBezTo>
                    <a:pt x="0" y="15"/>
                    <a:pt x="0" y="25"/>
                    <a:pt x="0" y="36"/>
                  </a:cubicBezTo>
                  <a:cubicBezTo>
                    <a:pt x="0" y="25"/>
                    <a:pt x="0" y="15"/>
                    <a:pt x="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2" name="Google Shape;7832;p72"/>
            <p:cNvSpPr/>
            <p:nvPr/>
          </p:nvSpPr>
          <p:spPr>
            <a:xfrm>
              <a:off x="2143304" y="1672044"/>
              <a:ext cx="14" cy="258"/>
            </a:xfrm>
            <a:custGeom>
              <a:rect b="b" l="l" r="r" t="t"/>
              <a:pathLst>
                <a:path extrusionOk="0" h="19" w="1">
                  <a:moveTo>
                    <a:pt x="1" y="1"/>
                  </a:moveTo>
                  <a:lnTo>
                    <a:pt x="1" y="1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3" name="Google Shape;7833;p72"/>
            <p:cNvSpPr/>
            <p:nvPr/>
          </p:nvSpPr>
          <p:spPr>
            <a:xfrm>
              <a:off x="2143304" y="1673524"/>
              <a:ext cx="14" cy="394"/>
            </a:xfrm>
            <a:custGeom>
              <a:rect b="b" l="l" r="r" t="t"/>
              <a:pathLst>
                <a:path extrusionOk="0" h="29" w="1">
                  <a:moveTo>
                    <a:pt x="1"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4" name="Google Shape;7834;p72"/>
            <p:cNvSpPr/>
            <p:nvPr/>
          </p:nvSpPr>
          <p:spPr>
            <a:xfrm>
              <a:off x="2143494" y="1668297"/>
              <a:ext cx="68" cy="434"/>
            </a:xfrm>
            <a:custGeom>
              <a:rect b="b" l="l" r="r" t="t"/>
              <a:pathLst>
                <a:path extrusionOk="0" h="32" w="5">
                  <a:moveTo>
                    <a:pt x="4" y="0"/>
                  </a:moveTo>
                  <a:cubicBezTo>
                    <a:pt x="4" y="11"/>
                    <a:pt x="4" y="21"/>
                    <a:pt x="1" y="32"/>
                  </a:cubicBezTo>
                  <a:cubicBezTo>
                    <a:pt x="4" y="21"/>
                    <a:pt x="4" y="11"/>
                    <a:pt x="4"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5" name="Google Shape;7835;p72"/>
            <p:cNvSpPr/>
            <p:nvPr/>
          </p:nvSpPr>
          <p:spPr>
            <a:xfrm>
              <a:off x="2143589" y="1667251"/>
              <a:ext cx="68" cy="394"/>
            </a:xfrm>
            <a:custGeom>
              <a:rect b="b" l="l" r="r" t="t"/>
              <a:pathLst>
                <a:path extrusionOk="0" h="29" w="5">
                  <a:moveTo>
                    <a:pt x="4" y="0"/>
                  </a:moveTo>
                  <a:lnTo>
                    <a:pt x="1" y="2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6" name="Google Shape;7836;p72"/>
            <p:cNvSpPr/>
            <p:nvPr/>
          </p:nvSpPr>
          <p:spPr>
            <a:xfrm>
              <a:off x="2184186" y="1698140"/>
              <a:ext cx="6626" cy="9138"/>
            </a:xfrm>
            <a:custGeom>
              <a:rect b="b" l="l" r="r" t="t"/>
              <a:pathLst>
                <a:path extrusionOk="0" h="673" w="488">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7" name="Google Shape;7837;p72"/>
            <p:cNvSpPr/>
            <p:nvPr/>
          </p:nvSpPr>
          <p:spPr>
            <a:xfrm>
              <a:off x="2184336" y="1702281"/>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8" name="Google Shape;7838;p72"/>
            <p:cNvSpPr/>
            <p:nvPr/>
          </p:nvSpPr>
          <p:spPr>
            <a:xfrm>
              <a:off x="2184376" y="1702661"/>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9" name="Google Shape;7839;p72"/>
            <p:cNvSpPr/>
            <p:nvPr/>
          </p:nvSpPr>
          <p:spPr>
            <a:xfrm>
              <a:off x="2184376" y="1702417"/>
              <a:ext cx="14" cy="14"/>
            </a:xfrm>
            <a:custGeom>
              <a:rect b="b" l="l" r="r" t="t"/>
              <a:pathLst>
                <a:path extrusionOk="0" h="1" w="1">
                  <a:moveTo>
                    <a:pt x="1"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0" name="Google Shape;7840;p72"/>
            <p:cNvSpPr/>
            <p:nvPr/>
          </p:nvSpPr>
          <p:spPr>
            <a:xfrm>
              <a:off x="2184336" y="1702132"/>
              <a:ext cx="14" cy="68"/>
            </a:xfrm>
            <a:custGeom>
              <a:rect b="b" l="l" r="r" t="t"/>
              <a:pathLst>
                <a:path extrusionOk="0" h="5" w="1">
                  <a:moveTo>
                    <a:pt x="0" y="1"/>
                  </a:moveTo>
                  <a:lnTo>
                    <a:pt x="0" y="4"/>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1" name="Google Shape;7841;p72"/>
            <p:cNvSpPr/>
            <p:nvPr/>
          </p:nvSpPr>
          <p:spPr>
            <a:xfrm>
              <a:off x="2185666" y="1698615"/>
              <a:ext cx="394" cy="679"/>
            </a:xfrm>
            <a:custGeom>
              <a:rect b="b" l="l" r="r" t="t"/>
              <a:pathLst>
                <a:path extrusionOk="0" h="50" w="29">
                  <a:moveTo>
                    <a:pt x="28" y="1"/>
                  </a:moveTo>
                  <a:lnTo>
                    <a:pt x="28" y="1"/>
                  </a:lnTo>
                  <a:cubicBezTo>
                    <a:pt x="18" y="18"/>
                    <a:pt x="7" y="32"/>
                    <a:pt x="0" y="50"/>
                  </a:cubicBezTo>
                  <a:cubicBezTo>
                    <a:pt x="7" y="36"/>
                    <a:pt x="18" y="18"/>
                    <a:pt x="28"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2" name="Google Shape;7842;p72"/>
            <p:cNvSpPr/>
            <p:nvPr/>
          </p:nvSpPr>
          <p:spPr>
            <a:xfrm>
              <a:off x="2184241" y="1703558"/>
              <a:ext cx="14" cy="204"/>
            </a:xfrm>
            <a:custGeom>
              <a:rect b="b" l="l" r="r" t="t"/>
              <a:pathLst>
                <a:path extrusionOk="0" h="15" w="1">
                  <a:moveTo>
                    <a:pt x="0"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3" name="Google Shape;7843;p72"/>
            <p:cNvSpPr/>
            <p:nvPr/>
          </p:nvSpPr>
          <p:spPr>
            <a:xfrm>
              <a:off x="2184145" y="1704033"/>
              <a:ext cx="54" cy="204"/>
            </a:xfrm>
            <a:custGeom>
              <a:rect b="b" l="l" r="r" t="t"/>
              <a:pathLst>
                <a:path extrusionOk="0" h="15" w="4">
                  <a:moveTo>
                    <a:pt x="0" y="15"/>
                  </a:moveTo>
                  <a:lnTo>
                    <a:pt x="4"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4" name="Google Shape;7844;p72"/>
            <p:cNvSpPr/>
            <p:nvPr/>
          </p:nvSpPr>
          <p:spPr>
            <a:xfrm>
              <a:off x="2185422" y="1699525"/>
              <a:ext cx="109" cy="149"/>
            </a:xfrm>
            <a:custGeom>
              <a:rect b="b" l="l" r="r" t="t"/>
              <a:pathLst>
                <a:path extrusionOk="0" h="11" w="8">
                  <a:moveTo>
                    <a:pt x="1" y="11"/>
                  </a:moveTo>
                  <a:lnTo>
                    <a:pt x="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5" name="Google Shape;7845;p72"/>
            <p:cNvSpPr/>
            <p:nvPr/>
          </p:nvSpPr>
          <p:spPr>
            <a:xfrm>
              <a:off x="2184336" y="1702987"/>
              <a:ext cx="14" cy="14"/>
            </a:xfrm>
            <a:custGeom>
              <a:rect b="b" l="l" r="r" t="t"/>
              <a:pathLst>
                <a:path extrusionOk="0" h="1" w="1">
                  <a:moveTo>
                    <a:pt x="0" y="1"/>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6" name="Google Shape;7846;p72"/>
            <p:cNvSpPr/>
            <p:nvPr/>
          </p:nvSpPr>
          <p:spPr>
            <a:xfrm>
              <a:off x="2184336" y="1703232"/>
              <a:ext cx="14" cy="109"/>
            </a:xfrm>
            <a:custGeom>
              <a:rect b="b" l="l" r="r" t="t"/>
              <a:pathLst>
                <a:path extrusionOk="0" h="8" w="1">
                  <a:moveTo>
                    <a:pt x="0" y="7"/>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7" name="Google Shape;7847;p72"/>
            <p:cNvSpPr/>
            <p:nvPr/>
          </p:nvSpPr>
          <p:spPr>
            <a:xfrm>
              <a:off x="2188178" y="1703177"/>
              <a:ext cx="2580" cy="4195"/>
            </a:xfrm>
            <a:custGeom>
              <a:rect b="b" l="l" r="r" t="t"/>
              <a:pathLst>
                <a:path extrusionOk="0" h="309" w="190">
                  <a:moveTo>
                    <a:pt x="1" y="309"/>
                  </a:moveTo>
                  <a:cubicBezTo>
                    <a:pt x="36" y="190"/>
                    <a:pt x="102" y="85"/>
                    <a:pt x="190" y="1"/>
                  </a:cubicBezTo>
                  <a:lnTo>
                    <a:pt x="190" y="1"/>
                  </a:lnTo>
                  <a:cubicBezTo>
                    <a:pt x="102" y="85"/>
                    <a:pt x="36" y="190"/>
                    <a:pt x="1" y="30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8" name="Google Shape;7848;p72"/>
            <p:cNvSpPr/>
            <p:nvPr/>
          </p:nvSpPr>
          <p:spPr>
            <a:xfrm>
              <a:off x="2186372" y="1671338"/>
              <a:ext cx="27820" cy="35044"/>
            </a:xfrm>
            <a:custGeom>
              <a:rect b="b" l="l" r="r" t="t"/>
              <a:pathLst>
                <a:path extrusionOk="0" h="2581" w="2049">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9" name="Google Shape;7849;p72"/>
            <p:cNvSpPr/>
            <p:nvPr/>
          </p:nvSpPr>
          <p:spPr>
            <a:xfrm>
              <a:off x="2189889" y="1694393"/>
              <a:ext cx="109" cy="149"/>
            </a:xfrm>
            <a:custGeom>
              <a:rect b="b" l="l" r="r" t="t"/>
              <a:pathLst>
                <a:path extrusionOk="0" h="11" w="8">
                  <a:moveTo>
                    <a:pt x="8" y="0"/>
                  </a:moveTo>
                  <a:cubicBezTo>
                    <a:pt x="8" y="4"/>
                    <a:pt x="4" y="7"/>
                    <a:pt x="1" y="11"/>
                  </a:cubicBezTo>
                  <a:lnTo>
                    <a:pt x="4" y="7"/>
                  </a:lnTo>
                  <a:cubicBezTo>
                    <a:pt x="4" y="7"/>
                    <a:pt x="8" y="4"/>
                    <a:pt x="8"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0" name="Google Shape;7850;p72"/>
            <p:cNvSpPr/>
            <p:nvPr/>
          </p:nvSpPr>
          <p:spPr>
            <a:xfrm>
              <a:off x="2189373" y="1694773"/>
              <a:ext cx="244" cy="109"/>
            </a:xfrm>
            <a:custGeom>
              <a:rect b="b" l="l" r="r" t="t"/>
              <a:pathLst>
                <a:path extrusionOk="0" h="8" w="18">
                  <a:moveTo>
                    <a:pt x="0" y="7"/>
                  </a:moveTo>
                  <a:cubicBezTo>
                    <a:pt x="7" y="4"/>
                    <a:pt x="11" y="4"/>
                    <a:pt x="18" y="0"/>
                  </a:cubicBezTo>
                  <a:cubicBezTo>
                    <a:pt x="11" y="4"/>
                    <a:pt x="7" y="4"/>
                    <a:pt x="0"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1" name="Google Shape;7851;p72"/>
            <p:cNvSpPr/>
            <p:nvPr/>
          </p:nvSpPr>
          <p:spPr>
            <a:xfrm>
              <a:off x="2189658" y="1694583"/>
              <a:ext cx="204" cy="149"/>
            </a:xfrm>
            <a:custGeom>
              <a:rect b="b" l="l" r="r" t="t"/>
              <a:pathLst>
                <a:path extrusionOk="0" h="11" w="15">
                  <a:moveTo>
                    <a:pt x="0" y="11"/>
                  </a:moveTo>
                  <a:cubicBezTo>
                    <a:pt x="4" y="7"/>
                    <a:pt x="11" y="4"/>
                    <a:pt x="14" y="0"/>
                  </a:cubicBezTo>
                  <a:cubicBezTo>
                    <a:pt x="11" y="4"/>
                    <a:pt x="4" y="7"/>
                    <a:pt x="0" y="1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2" name="Google Shape;7852;p72"/>
            <p:cNvSpPr/>
            <p:nvPr/>
          </p:nvSpPr>
          <p:spPr>
            <a:xfrm>
              <a:off x="2190798" y="1683599"/>
              <a:ext cx="54" cy="434"/>
            </a:xfrm>
            <a:custGeom>
              <a:rect b="b" l="l" r="r" t="t"/>
              <a:pathLst>
                <a:path extrusionOk="0" h="32" w="4">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3" name="Google Shape;7853;p72"/>
            <p:cNvSpPr/>
            <p:nvPr/>
          </p:nvSpPr>
          <p:spPr>
            <a:xfrm>
              <a:off x="2190649" y="1692628"/>
              <a:ext cx="14" cy="14"/>
            </a:xfrm>
            <a:custGeom>
              <a:rect b="b" l="l" r="r" t="t"/>
              <a:pathLst>
                <a:path extrusionOk="0" h="1" w="1">
                  <a:moveTo>
                    <a:pt x="1"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4" name="Google Shape;7854;p72"/>
            <p:cNvSpPr/>
            <p:nvPr/>
          </p:nvSpPr>
          <p:spPr>
            <a:xfrm>
              <a:off x="2190894" y="1684020"/>
              <a:ext cx="204" cy="1969"/>
            </a:xfrm>
            <a:custGeom>
              <a:rect b="b" l="l" r="r" t="t"/>
              <a:pathLst>
                <a:path extrusionOk="0" h="145" w="15">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5" name="Google Shape;7855;p72"/>
            <p:cNvSpPr/>
            <p:nvPr/>
          </p:nvSpPr>
          <p:spPr>
            <a:xfrm>
              <a:off x="2190554" y="1682404"/>
              <a:ext cx="258" cy="1208"/>
            </a:xfrm>
            <a:custGeom>
              <a:rect b="b" l="l" r="r" t="t"/>
              <a:pathLst>
                <a:path extrusionOk="0" h="89" w="19">
                  <a:moveTo>
                    <a:pt x="1" y="1"/>
                  </a:moveTo>
                  <a:cubicBezTo>
                    <a:pt x="8" y="29"/>
                    <a:pt x="15" y="57"/>
                    <a:pt x="18" y="88"/>
                  </a:cubicBezTo>
                  <a:lnTo>
                    <a:pt x="18" y="88"/>
                  </a:lnTo>
                  <a:cubicBezTo>
                    <a:pt x="15" y="57"/>
                    <a:pt x="8" y="29"/>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6" name="Google Shape;7856;p72"/>
            <p:cNvSpPr/>
            <p:nvPr/>
          </p:nvSpPr>
          <p:spPr>
            <a:xfrm>
              <a:off x="2186331" y="1673334"/>
              <a:ext cx="14" cy="109"/>
            </a:xfrm>
            <a:custGeom>
              <a:rect b="b" l="l" r="r" t="t"/>
              <a:pathLst>
                <a:path extrusionOk="0" h="8" w="1">
                  <a:moveTo>
                    <a:pt x="0" y="0"/>
                  </a:moveTo>
                  <a:lnTo>
                    <a:pt x="0"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7" name="Google Shape;7857;p72"/>
            <p:cNvSpPr/>
            <p:nvPr/>
          </p:nvSpPr>
          <p:spPr>
            <a:xfrm>
              <a:off x="2187418" y="1676280"/>
              <a:ext cx="204" cy="109"/>
            </a:xfrm>
            <a:custGeom>
              <a:rect b="b" l="l" r="r" t="t"/>
              <a:pathLst>
                <a:path extrusionOk="0" h="8" w="15">
                  <a:moveTo>
                    <a:pt x="15" y="7"/>
                  </a:moveTo>
                  <a:cubicBezTo>
                    <a:pt x="8" y="4"/>
                    <a:pt x="4" y="4"/>
                    <a:pt x="1" y="0"/>
                  </a:cubicBezTo>
                  <a:cubicBezTo>
                    <a:pt x="4" y="4"/>
                    <a:pt x="8" y="4"/>
                    <a:pt x="15"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8" name="Google Shape;7858;p72"/>
            <p:cNvSpPr/>
            <p:nvPr/>
          </p:nvSpPr>
          <p:spPr>
            <a:xfrm>
              <a:off x="2186522" y="1674380"/>
              <a:ext cx="109" cy="394"/>
            </a:xfrm>
            <a:custGeom>
              <a:rect b="b" l="l" r="r" t="t"/>
              <a:pathLst>
                <a:path extrusionOk="0" h="29" w="8">
                  <a:moveTo>
                    <a:pt x="7" y="28"/>
                  </a:moveTo>
                  <a:cubicBezTo>
                    <a:pt x="7" y="18"/>
                    <a:pt x="4" y="11"/>
                    <a:pt x="0" y="0"/>
                  </a:cubicBezTo>
                  <a:cubicBezTo>
                    <a:pt x="4" y="11"/>
                    <a:pt x="7" y="18"/>
                    <a:pt x="7" y="2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9" name="Google Shape;7859;p72"/>
            <p:cNvSpPr/>
            <p:nvPr/>
          </p:nvSpPr>
          <p:spPr>
            <a:xfrm>
              <a:off x="2187228" y="1676090"/>
              <a:ext cx="163" cy="109"/>
            </a:xfrm>
            <a:custGeom>
              <a:rect b="b" l="l" r="r" t="t"/>
              <a:pathLst>
                <a:path extrusionOk="0" h="8" w="12">
                  <a:moveTo>
                    <a:pt x="11" y="7"/>
                  </a:moveTo>
                  <a:cubicBezTo>
                    <a:pt x="8" y="7"/>
                    <a:pt x="4" y="4"/>
                    <a:pt x="1" y="0"/>
                  </a:cubicBezTo>
                  <a:cubicBezTo>
                    <a:pt x="4" y="4"/>
                    <a:pt x="8" y="7"/>
                    <a:pt x="11" y="7"/>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0" name="Google Shape;7860;p72"/>
            <p:cNvSpPr/>
            <p:nvPr/>
          </p:nvSpPr>
          <p:spPr>
            <a:xfrm>
              <a:off x="2187037" y="1675805"/>
              <a:ext cx="163" cy="204"/>
            </a:xfrm>
            <a:custGeom>
              <a:rect b="b" l="l" r="r" t="t"/>
              <a:pathLst>
                <a:path extrusionOk="0" h="15" w="12">
                  <a:moveTo>
                    <a:pt x="11" y="14"/>
                  </a:moveTo>
                  <a:cubicBezTo>
                    <a:pt x="8" y="11"/>
                    <a:pt x="4" y="4"/>
                    <a:pt x="1" y="0"/>
                  </a:cubicBezTo>
                  <a:cubicBezTo>
                    <a:pt x="4" y="4"/>
                    <a:pt x="8" y="11"/>
                    <a:pt x="11" y="14"/>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1" name="Google Shape;7861;p72"/>
            <p:cNvSpPr/>
            <p:nvPr/>
          </p:nvSpPr>
          <p:spPr>
            <a:xfrm>
              <a:off x="2186372" y="1673714"/>
              <a:ext cx="109" cy="434"/>
            </a:xfrm>
            <a:custGeom>
              <a:rect b="b" l="l" r="r" t="t"/>
              <a:pathLst>
                <a:path extrusionOk="0" h="32" w="8">
                  <a:moveTo>
                    <a:pt x="8" y="32"/>
                  </a:moveTo>
                  <a:cubicBezTo>
                    <a:pt x="8" y="21"/>
                    <a:pt x="4" y="11"/>
                    <a:pt x="1" y="0"/>
                  </a:cubicBezTo>
                  <a:cubicBezTo>
                    <a:pt x="4" y="11"/>
                    <a:pt x="8" y="21"/>
                    <a:pt x="8" y="3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2" name="Google Shape;7862;p72"/>
            <p:cNvSpPr/>
            <p:nvPr/>
          </p:nvSpPr>
          <p:spPr>
            <a:xfrm>
              <a:off x="2186902" y="1675425"/>
              <a:ext cx="109" cy="244"/>
            </a:xfrm>
            <a:custGeom>
              <a:rect b="b" l="l" r="r" t="t"/>
              <a:pathLst>
                <a:path extrusionOk="0" h="18" w="8">
                  <a:moveTo>
                    <a:pt x="7" y="18"/>
                  </a:moveTo>
                  <a:cubicBezTo>
                    <a:pt x="4" y="14"/>
                    <a:pt x="0" y="7"/>
                    <a:pt x="0" y="0"/>
                  </a:cubicBezTo>
                  <a:cubicBezTo>
                    <a:pt x="0" y="7"/>
                    <a:pt x="4" y="14"/>
                    <a:pt x="7" y="1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3" name="Google Shape;7863;p72"/>
            <p:cNvSpPr/>
            <p:nvPr/>
          </p:nvSpPr>
          <p:spPr>
            <a:xfrm>
              <a:off x="2186712" y="1674950"/>
              <a:ext cx="109" cy="299"/>
            </a:xfrm>
            <a:custGeom>
              <a:rect b="b" l="l" r="r" t="t"/>
              <a:pathLst>
                <a:path extrusionOk="0" h="22" w="8">
                  <a:moveTo>
                    <a:pt x="0" y="0"/>
                  </a:moveTo>
                  <a:cubicBezTo>
                    <a:pt x="0" y="11"/>
                    <a:pt x="4" y="18"/>
                    <a:pt x="7" y="21"/>
                  </a:cubicBezTo>
                  <a:cubicBezTo>
                    <a:pt x="4" y="18"/>
                    <a:pt x="4" y="11"/>
                    <a:pt x="0"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4" name="Google Shape;7864;p72"/>
            <p:cNvSpPr/>
            <p:nvPr/>
          </p:nvSpPr>
          <p:spPr>
            <a:xfrm>
              <a:off x="2190989" y="1685119"/>
              <a:ext cx="14" cy="14"/>
            </a:xfrm>
            <a:custGeom>
              <a:rect b="b" l="l" r="r" t="t"/>
              <a:pathLst>
                <a:path extrusionOk="0" h="1" w="1">
                  <a:moveTo>
                    <a:pt x="0" y="0"/>
                  </a:move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5" name="Google Shape;7865;p72"/>
            <p:cNvSpPr/>
            <p:nvPr/>
          </p:nvSpPr>
          <p:spPr>
            <a:xfrm>
              <a:off x="2190839" y="1683599"/>
              <a:ext cx="163" cy="1480"/>
            </a:xfrm>
            <a:custGeom>
              <a:rect b="b" l="l" r="r" t="t"/>
              <a:pathLst>
                <a:path extrusionOk="0" h="109" w="12">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6" name="Google Shape;7866;p72"/>
            <p:cNvSpPr/>
            <p:nvPr/>
          </p:nvSpPr>
          <p:spPr>
            <a:xfrm>
              <a:off x="2193745" y="1702892"/>
              <a:ext cx="679" cy="299"/>
            </a:xfrm>
            <a:custGeom>
              <a:rect b="b" l="l" r="r" t="t"/>
              <a:pathLst>
                <a:path extrusionOk="0" h="22" w="50">
                  <a:moveTo>
                    <a:pt x="49" y="22"/>
                  </a:moveTo>
                  <a:cubicBezTo>
                    <a:pt x="32" y="15"/>
                    <a:pt x="14" y="4"/>
                    <a:pt x="0" y="1"/>
                  </a:cubicBezTo>
                  <a:cubicBezTo>
                    <a:pt x="14" y="4"/>
                    <a:pt x="32" y="15"/>
                    <a:pt x="49" y="22"/>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7" name="Google Shape;7867;p72"/>
            <p:cNvSpPr/>
            <p:nvPr/>
          </p:nvSpPr>
          <p:spPr>
            <a:xfrm>
              <a:off x="2192740" y="1702512"/>
              <a:ext cx="163" cy="68"/>
            </a:xfrm>
            <a:custGeom>
              <a:rect b="b" l="l" r="r" t="t"/>
              <a:pathLst>
                <a:path extrusionOk="0" h="5" w="12">
                  <a:moveTo>
                    <a:pt x="1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8" name="Google Shape;7868;p72"/>
            <p:cNvSpPr/>
            <p:nvPr/>
          </p:nvSpPr>
          <p:spPr>
            <a:xfrm>
              <a:off x="2194546" y="1703272"/>
              <a:ext cx="679" cy="353"/>
            </a:xfrm>
            <a:custGeom>
              <a:rect b="b" l="l" r="r" t="t"/>
              <a:pathLst>
                <a:path extrusionOk="0" h="26" w="50">
                  <a:moveTo>
                    <a:pt x="50"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9" name="Google Shape;7869;p72"/>
            <p:cNvSpPr/>
            <p:nvPr/>
          </p:nvSpPr>
          <p:spPr>
            <a:xfrm>
              <a:off x="2193270" y="1702661"/>
              <a:ext cx="299" cy="149"/>
            </a:xfrm>
            <a:custGeom>
              <a:rect b="b" l="l" r="r" t="t"/>
              <a:pathLst>
                <a:path extrusionOk="0" h="11" w="22">
                  <a:moveTo>
                    <a:pt x="21" y="11"/>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0" name="Google Shape;7870;p72"/>
            <p:cNvSpPr/>
            <p:nvPr/>
          </p:nvSpPr>
          <p:spPr>
            <a:xfrm>
              <a:off x="2195646" y="1703843"/>
              <a:ext cx="299" cy="204"/>
            </a:xfrm>
            <a:custGeom>
              <a:rect b="b" l="l" r="r" t="t"/>
              <a:pathLst>
                <a:path extrusionOk="0" h="15" w="22">
                  <a:moveTo>
                    <a:pt x="21" y="15"/>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1" name="Google Shape;7871;p72"/>
            <p:cNvSpPr/>
            <p:nvPr/>
          </p:nvSpPr>
          <p:spPr>
            <a:xfrm>
              <a:off x="2196067" y="1672098"/>
              <a:ext cx="204" cy="54"/>
            </a:xfrm>
            <a:custGeom>
              <a:rect b="b" l="l" r="r" t="t"/>
              <a:pathLst>
                <a:path extrusionOk="0" h="4" w="15">
                  <a:moveTo>
                    <a:pt x="15" y="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2" name="Google Shape;7872;p72"/>
            <p:cNvSpPr/>
            <p:nvPr/>
          </p:nvSpPr>
          <p:spPr>
            <a:xfrm>
              <a:off x="2197017" y="1672289"/>
              <a:ext cx="163" cy="14"/>
            </a:xfrm>
            <a:custGeom>
              <a:rect b="b" l="l" r="r" t="t"/>
              <a:pathLst>
                <a:path extrusionOk="0" h="1" w="12">
                  <a:moveTo>
                    <a:pt x="11" y="0"/>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3" name="Google Shape;7873;p72"/>
            <p:cNvSpPr/>
            <p:nvPr/>
          </p:nvSpPr>
          <p:spPr>
            <a:xfrm>
              <a:off x="2196596" y="1672194"/>
              <a:ext cx="244" cy="54"/>
            </a:xfrm>
            <a:custGeom>
              <a:rect b="b" l="l" r="r" t="t"/>
              <a:pathLst>
                <a:path extrusionOk="0" h="4" w="18">
                  <a:moveTo>
                    <a:pt x="18" y="4"/>
                  </a:moveTo>
                  <a:lnTo>
                    <a:pt x="0"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4" name="Google Shape;7874;p72"/>
            <p:cNvSpPr/>
            <p:nvPr/>
          </p:nvSpPr>
          <p:spPr>
            <a:xfrm>
              <a:off x="2186331" y="1671189"/>
              <a:ext cx="6762" cy="2159"/>
            </a:xfrm>
            <a:custGeom>
              <a:rect b="b" l="l" r="r" t="t"/>
              <a:pathLst>
                <a:path extrusionOk="0" h="159" w="498">
                  <a:moveTo>
                    <a:pt x="497" y="1"/>
                  </a:moveTo>
                  <a:cubicBezTo>
                    <a:pt x="424" y="25"/>
                    <a:pt x="189" y="99"/>
                    <a:pt x="0" y="158"/>
                  </a:cubicBezTo>
                  <a:cubicBezTo>
                    <a:pt x="193" y="102"/>
                    <a:pt x="424" y="25"/>
                    <a:pt x="49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5" name="Google Shape;7875;p72"/>
            <p:cNvSpPr/>
            <p:nvPr/>
          </p:nvSpPr>
          <p:spPr>
            <a:xfrm>
              <a:off x="2196311" y="1672139"/>
              <a:ext cx="204" cy="68"/>
            </a:xfrm>
            <a:custGeom>
              <a:rect b="b" l="l" r="r" t="t"/>
              <a:pathLst>
                <a:path extrusionOk="0" h="5" w="15">
                  <a:moveTo>
                    <a:pt x="14" y="4"/>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6" name="Google Shape;7876;p72"/>
            <p:cNvSpPr/>
            <p:nvPr/>
          </p:nvSpPr>
          <p:spPr>
            <a:xfrm>
              <a:off x="2197397" y="1672614"/>
              <a:ext cx="68" cy="109"/>
            </a:xfrm>
            <a:custGeom>
              <a:rect b="b" l="l" r="r" t="t"/>
              <a:pathLst>
                <a:path extrusionOk="0" h="8" w="5">
                  <a:moveTo>
                    <a:pt x="4" y="8"/>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7" name="Google Shape;7877;p72"/>
            <p:cNvSpPr/>
            <p:nvPr/>
          </p:nvSpPr>
          <p:spPr>
            <a:xfrm>
              <a:off x="2197546" y="1672900"/>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8" name="Google Shape;7878;p72"/>
            <p:cNvSpPr/>
            <p:nvPr/>
          </p:nvSpPr>
          <p:spPr>
            <a:xfrm>
              <a:off x="2197302" y="1672329"/>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9" name="Google Shape;7879;p72"/>
            <p:cNvSpPr/>
            <p:nvPr/>
          </p:nvSpPr>
          <p:spPr>
            <a:xfrm>
              <a:off x="2211572" y="1686029"/>
              <a:ext cx="584" cy="2811"/>
            </a:xfrm>
            <a:custGeom>
              <a:rect b="b" l="l" r="r" t="t"/>
              <a:pathLst>
                <a:path extrusionOk="0" h="207" w="43">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0" name="Google Shape;7880;p72"/>
            <p:cNvSpPr/>
            <p:nvPr/>
          </p:nvSpPr>
          <p:spPr>
            <a:xfrm>
              <a:off x="2198253" y="1673904"/>
              <a:ext cx="109" cy="109"/>
            </a:xfrm>
            <a:custGeom>
              <a:rect b="b" l="l" r="r" t="t"/>
              <a:pathLst>
                <a:path extrusionOk="0" h="8" w="8">
                  <a:moveTo>
                    <a:pt x="8" y="7"/>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1" name="Google Shape;7881;p72"/>
            <p:cNvSpPr/>
            <p:nvPr/>
          </p:nvSpPr>
          <p:spPr>
            <a:xfrm>
              <a:off x="2198022" y="1673565"/>
              <a:ext cx="54" cy="109"/>
            </a:xfrm>
            <a:custGeom>
              <a:rect b="b" l="l" r="r" t="t"/>
              <a:pathLst>
                <a:path extrusionOk="0" h="8" w="4">
                  <a:moveTo>
                    <a:pt x="4" y="8"/>
                  </a:moveTo>
                  <a:lnTo>
                    <a:pt x="0"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2" name="Google Shape;7882;p72"/>
            <p:cNvSpPr/>
            <p:nvPr/>
          </p:nvSpPr>
          <p:spPr>
            <a:xfrm>
              <a:off x="2197777" y="1673280"/>
              <a:ext cx="14" cy="68"/>
            </a:xfrm>
            <a:custGeom>
              <a:rect b="b" l="l" r="r" t="t"/>
              <a:pathLst>
                <a:path extrusionOk="0" h="5" w="1">
                  <a:moveTo>
                    <a:pt x="1" y="4"/>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3" name="Google Shape;7883;p72"/>
            <p:cNvSpPr/>
            <p:nvPr/>
          </p:nvSpPr>
          <p:spPr>
            <a:xfrm>
              <a:off x="2211803" y="1688826"/>
              <a:ext cx="258" cy="299"/>
            </a:xfrm>
            <a:custGeom>
              <a:rect b="b" l="l" r="r" t="t"/>
              <a:pathLst>
                <a:path extrusionOk="0" h="22" w="19">
                  <a:moveTo>
                    <a:pt x="18" y="0"/>
                  </a:moveTo>
                  <a:cubicBezTo>
                    <a:pt x="15" y="11"/>
                    <a:pt x="8" y="18"/>
                    <a:pt x="1" y="21"/>
                  </a:cubicBezTo>
                  <a:cubicBezTo>
                    <a:pt x="8" y="18"/>
                    <a:pt x="15" y="14"/>
                    <a:pt x="18" y="7"/>
                  </a:cubicBezTo>
                  <a:lnTo>
                    <a:pt x="18"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4" name="Google Shape;7884;p72"/>
            <p:cNvSpPr/>
            <p:nvPr/>
          </p:nvSpPr>
          <p:spPr>
            <a:xfrm>
              <a:off x="2211762" y="1700095"/>
              <a:ext cx="489" cy="679"/>
            </a:xfrm>
            <a:custGeom>
              <a:rect b="b" l="l" r="r" t="t"/>
              <a:pathLst>
                <a:path extrusionOk="0" h="50" w="36">
                  <a:moveTo>
                    <a:pt x="0" y="49"/>
                  </a:moveTo>
                  <a:cubicBezTo>
                    <a:pt x="11" y="32"/>
                    <a:pt x="21" y="14"/>
                    <a:pt x="35" y="0"/>
                  </a:cubicBezTo>
                  <a:cubicBezTo>
                    <a:pt x="21" y="14"/>
                    <a:pt x="11" y="32"/>
                    <a:pt x="0" y="49"/>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5" name="Google Shape;7885;p72"/>
            <p:cNvSpPr/>
            <p:nvPr/>
          </p:nvSpPr>
          <p:spPr>
            <a:xfrm>
              <a:off x="2211233" y="1700761"/>
              <a:ext cx="543" cy="1819"/>
            </a:xfrm>
            <a:custGeom>
              <a:rect b="b" l="l" r="r" t="t"/>
              <a:pathLst>
                <a:path extrusionOk="0" h="134" w="40">
                  <a:moveTo>
                    <a:pt x="1" y="133"/>
                  </a:moveTo>
                  <a:cubicBezTo>
                    <a:pt x="1" y="84"/>
                    <a:pt x="15" y="39"/>
                    <a:pt x="39" y="0"/>
                  </a:cubicBezTo>
                  <a:cubicBezTo>
                    <a:pt x="15" y="39"/>
                    <a:pt x="1" y="84"/>
                    <a:pt x="1" y="133"/>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6" name="Google Shape;7886;p72"/>
            <p:cNvSpPr/>
            <p:nvPr/>
          </p:nvSpPr>
          <p:spPr>
            <a:xfrm>
              <a:off x="2211192" y="1702852"/>
              <a:ext cx="109" cy="1344"/>
            </a:xfrm>
            <a:custGeom>
              <a:rect b="b" l="l" r="r" t="t"/>
              <a:pathLst>
                <a:path extrusionOk="0" h="99" w="8">
                  <a:moveTo>
                    <a:pt x="7" y="0"/>
                  </a:moveTo>
                  <a:cubicBezTo>
                    <a:pt x="7" y="32"/>
                    <a:pt x="7" y="63"/>
                    <a:pt x="0" y="98"/>
                  </a:cubicBezTo>
                  <a:lnTo>
                    <a:pt x="0" y="98"/>
                  </a:lnTo>
                  <a:cubicBezTo>
                    <a:pt x="7" y="63"/>
                    <a:pt x="7" y="32"/>
                    <a:pt x="7"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7" name="Google Shape;7887;p72"/>
            <p:cNvSpPr/>
            <p:nvPr/>
          </p:nvSpPr>
          <p:spPr>
            <a:xfrm>
              <a:off x="2212047" y="1688772"/>
              <a:ext cx="109" cy="163"/>
            </a:xfrm>
            <a:custGeom>
              <a:rect b="b" l="l" r="r" t="t"/>
              <a:pathLst>
                <a:path extrusionOk="0" h="12" w="8">
                  <a:moveTo>
                    <a:pt x="7" y="1"/>
                  </a:moveTo>
                  <a:lnTo>
                    <a:pt x="4" y="4"/>
                  </a:lnTo>
                  <a:lnTo>
                    <a:pt x="0" y="11"/>
                  </a:lnTo>
                  <a:cubicBezTo>
                    <a:pt x="4" y="8"/>
                    <a:pt x="4" y="4"/>
                    <a:pt x="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8" name="Google Shape;7888;p72"/>
            <p:cNvSpPr/>
            <p:nvPr/>
          </p:nvSpPr>
          <p:spPr>
            <a:xfrm>
              <a:off x="2200208" y="1705703"/>
              <a:ext cx="2444" cy="489"/>
            </a:xfrm>
            <a:custGeom>
              <a:rect b="b" l="l" r="r" t="t"/>
              <a:pathLst>
                <a:path extrusionOk="0" h="36" w="180">
                  <a:moveTo>
                    <a:pt x="179" y="0"/>
                  </a:moveTo>
                  <a:lnTo>
                    <a:pt x="0" y="35"/>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9" name="Google Shape;7889;p72"/>
            <p:cNvSpPr/>
            <p:nvPr/>
          </p:nvSpPr>
          <p:spPr>
            <a:xfrm>
              <a:off x="2207906" y="1704657"/>
              <a:ext cx="584" cy="109"/>
            </a:xfrm>
            <a:custGeom>
              <a:rect b="b" l="l" r="r" t="t"/>
              <a:pathLst>
                <a:path extrusionOk="0" h="8" w="43">
                  <a:moveTo>
                    <a:pt x="43"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0" name="Google Shape;7890;p72"/>
            <p:cNvSpPr/>
            <p:nvPr/>
          </p:nvSpPr>
          <p:spPr>
            <a:xfrm>
              <a:off x="2208857" y="1704467"/>
              <a:ext cx="543" cy="109"/>
            </a:xfrm>
            <a:custGeom>
              <a:rect b="b" l="l" r="r" t="t"/>
              <a:pathLst>
                <a:path extrusionOk="0" h="8" w="40">
                  <a:moveTo>
                    <a:pt x="39"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1" name="Google Shape;7891;p72"/>
            <p:cNvSpPr/>
            <p:nvPr/>
          </p:nvSpPr>
          <p:spPr>
            <a:xfrm>
              <a:off x="2206100" y="1704942"/>
              <a:ext cx="584" cy="109"/>
            </a:xfrm>
            <a:custGeom>
              <a:rect b="b" l="l" r="r" t="t"/>
              <a:pathLst>
                <a:path extrusionOk="0" h="8" w="43">
                  <a:moveTo>
                    <a:pt x="43"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2" name="Google Shape;7892;p72"/>
            <p:cNvSpPr/>
            <p:nvPr/>
          </p:nvSpPr>
          <p:spPr>
            <a:xfrm>
              <a:off x="2209766" y="1704318"/>
              <a:ext cx="489" cy="109"/>
            </a:xfrm>
            <a:custGeom>
              <a:rect b="b" l="l" r="r" t="t"/>
              <a:pathLst>
                <a:path extrusionOk="0" h="8" w="36">
                  <a:moveTo>
                    <a:pt x="35"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3" name="Google Shape;7893;p72"/>
            <p:cNvSpPr/>
            <p:nvPr/>
          </p:nvSpPr>
          <p:spPr>
            <a:xfrm>
              <a:off x="2203493" y="1705418"/>
              <a:ext cx="625" cy="149"/>
            </a:xfrm>
            <a:custGeom>
              <a:rect b="b" l="l" r="r" t="t"/>
              <a:pathLst>
                <a:path extrusionOk="0" h="11" w="46">
                  <a:moveTo>
                    <a:pt x="46" y="0"/>
                  </a:moveTo>
                  <a:lnTo>
                    <a:pt x="0"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4" name="Google Shape;7894;p72"/>
            <p:cNvSpPr/>
            <p:nvPr/>
          </p:nvSpPr>
          <p:spPr>
            <a:xfrm>
              <a:off x="2210662" y="1704182"/>
              <a:ext cx="489" cy="109"/>
            </a:xfrm>
            <a:custGeom>
              <a:rect b="b" l="l" r="r" t="t"/>
              <a:pathLst>
                <a:path extrusionOk="0" h="8" w="36">
                  <a:moveTo>
                    <a:pt x="36" y="0"/>
                  </a:moveTo>
                  <a:lnTo>
                    <a:pt x="1" y="7"/>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5" name="Google Shape;7895;p72"/>
            <p:cNvSpPr/>
            <p:nvPr/>
          </p:nvSpPr>
          <p:spPr>
            <a:xfrm>
              <a:off x="2205150" y="1705078"/>
              <a:ext cx="679" cy="163"/>
            </a:xfrm>
            <a:custGeom>
              <a:rect b="b" l="l" r="r" t="t"/>
              <a:pathLst>
                <a:path extrusionOk="0" h="12" w="50">
                  <a:moveTo>
                    <a:pt x="50"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6" name="Google Shape;7896;p72"/>
            <p:cNvSpPr/>
            <p:nvPr/>
          </p:nvSpPr>
          <p:spPr>
            <a:xfrm>
              <a:off x="2202679" y="1705553"/>
              <a:ext cx="679" cy="163"/>
            </a:xfrm>
            <a:custGeom>
              <a:rect b="b" l="l" r="r" t="t"/>
              <a:pathLst>
                <a:path extrusionOk="0" h="12" w="50">
                  <a:moveTo>
                    <a:pt x="50" y="1"/>
                  </a:moveTo>
                  <a:lnTo>
                    <a:pt x="1" y="1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7" name="Google Shape;7897;p72"/>
            <p:cNvSpPr/>
            <p:nvPr/>
          </p:nvSpPr>
          <p:spPr>
            <a:xfrm>
              <a:off x="2204295" y="1705268"/>
              <a:ext cx="679" cy="109"/>
            </a:xfrm>
            <a:custGeom>
              <a:rect b="b" l="l" r="r" t="t"/>
              <a:pathLst>
                <a:path extrusionOk="0" h="8" w="50">
                  <a:moveTo>
                    <a:pt x="50" y="1"/>
                  </a:moveTo>
                  <a:lnTo>
                    <a:pt x="1"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8" name="Google Shape;7898;p72"/>
            <p:cNvSpPr/>
            <p:nvPr/>
          </p:nvSpPr>
          <p:spPr>
            <a:xfrm>
              <a:off x="2207010" y="1704793"/>
              <a:ext cx="584" cy="109"/>
            </a:xfrm>
            <a:custGeom>
              <a:rect b="b" l="l" r="r" t="t"/>
              <a:pathLst>
                <a:path extrusionOk="0" h="8" w="43">
                  <a:moveTo>
                    <a:pt x="42" y="1"/>
                  </a:moveTo>
                  <a:lnTo>
                    <a:pt x="0" y="8"/>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9" name="Google Shape;7899;p72"/>
            <p:cNvSpPr/>
            <p:nvPr/>
          </p:nvSpPr>
          <p:spPr>
            <a:xfrm>
              <a:off x="2189604" y="1699050"/>
              <a:ext cx="299" cy="339"/>
            </a:xfrm>
            <a:custGeom>
              <a:rect b="b" l="l" r="r" t="t"/>
              <a:pathLst>
                <a:path extrusionOk="0" h="25" w="22">
                  <a:moveTo>
                    <a:pt x="22" y="25"/>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0" name="Google Shape;7900;p72"/>
            <p:cNvSpPr/>
            <p:nvPr/>
          </p:nvSpPr>
          <p:spPr>
            <a:xfrm>
              <a:off x="2190364" y="1699946"/>
              <a:ext cx="353" cy="394"/>
            </a:xfrm>
            <a:custGeom>
              <a:rect b="b" l="l" r="r" t="t"/>
              <a:pathLst>
                <a:path extrusionOk="0" h="29" w="26">
                  <a:moveTo>
                    <a:pt x="25" y="29"/>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1" name="Google Shape;7901;p72"/>
            <p:cNvSpPr/>
            <p:nvPr/>
          </p:nvSpPr>
          <p:spPr>
            <a:xfrm>
              <a:off x="2191314" y="1701046"/>
              <a:ext cx="299" cy="394"/>
            </a:xfrm>
            <a:custGeom>
              <a:rect b="b" l="l" r="r" t="t"/>
              <a:pathLst>
                <a:path extrusionOk="0" h="29" w="22">
                  <a:moveTo>
                    <a:pt x="22"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2" name="Google Shape;7902;p72"/>
            <p:cNvSpPr/>
            <p:nvPr/>
          </p:nvSpPr>
          <p:spPr>
            <a:xfrm>
              <a:off x="2188178" y="1697475"/>
              <a:ext cx="258" cy="299"/>
            </a:xfrm>
            <a:custGeom>
              <a:rect b="b" l="l" r="r" t="t"/>
              <a:pathLst>
                <a:path extrusionOk="0" h="22" w="19">
                  <a:moveTo>
                    <a:pt x="18" y="22"/>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3" name="Google Shape;7903;p72"/>
            <p:cNvSpPr/>
            <p:nvPr/>
          </p:nvSpPr>
          <p:spPr>
            <a:xfrm>
              <a:off x="2188843" y="1698235"/>
              <a:ext cx="299" cy="353"/>
            </a:xfrm>
            <a:custGeom>
              <a:rect b="b" l="l" r="r" t="t"/>
              <a:pathLst>
                <a:path extrusionOk="0" h="26" w="22">
                  <a:moveTo>
                    <a:pt x="22" y="25"/>
                  </a:moveTo>
                  <a:lnTo>
                    <a:pt x="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4" name="Google Shape;7904;p72"/>
            <p:cNvSpPr/>
            <p:nvPr/>
          </p:nvSpPr>
          <p:spPr>
            <a:xfrm>
              <a:off x="2191980" y="1701901"/>
              <a:ext cx="299" cy="394"/>
            </a:xfrm>
            <a:custGeom>
              <a:rect b="b" l="l" r="r" t="t"/>
              <a:pathLst>
                <a:path extrusionOk="0" h="29" w="22">
                  <a:moveTo>
                    <a:pt x="22" y="28"/>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5" name="Google Shape;7905;p72"/>
            <p:cNvSpPr/>
            <p:nvPr/>
          </p:nvSpPr>
          <p:spPr>
            <a:xfrm>
              <a:off x="2187513" y="1696769"/>
              <a:ext cx="204" cy="204"/>
            </a:xfrm>
            <a:custGeom>
              <a:rect b="b" l="l" r="r" t="t"/>
              <a:pathLst>
                <a:path extrusionOk="0" h="15" w="15">
                  <a:moveTo>
                    <a:pt x="15" y="14"/>
                  </a:moveTo>
                  <a:lnTo>
                    <a:pt x="1"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06" name="Google Shape;7906;p72"/>
          <p:cNvGrpSpPr/>
          <p:nvPr/>
        </p:nvGrpSpPr>
        <p:grpSpPr>
          <a:xfrm>
            <a:off x="3450485" y="919691"/>
            <a:ext cx="2310381" cy="1488888"/>
            <a:chOff x="229225" y="549050"/>
            <a:chExt cx="7161750" cy="4615275"/>
          </a:xfrm>
        </p:grpSpPr>
        <p:sp>
          <p:nvSpPr>
            <p:cNvPr id="7907" name="Google Shape;7907;p72"/>
            <p:cNvSpPr/>
            <p:nvPr/>
          </p:nvSpPr>
          <p:spPr>
            <a:xfrm>
              <a:off x="627425" y="2326500"/>
              <a:ext cx="1488625" cy="1368700"/>
            </a:xfrm>
            <a:custGeom>
              <a:rect b="b" l="l" r="r" t="t"/>
              <a:pathLst>
                <a:path extrusionOk="0" h="54748" w="59545">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8" name="Google Shape;7908;p72"/>
            <p:cNvSpPr/>
            <p:nvPr/>
          </p:nvSpPr>
          <p:spPr>
            <a:xfrm>
              <a:off x="229225" y="2394575"/>
              <a:ext cx="390500" cy="214975"/>
            </a:xfrm>
            <a:custGeom>
              <a:rect b="b" l="l" r="r" t="t"/>
              <a:pathLst>
                <a:path extrusionOk="0" h="8599" w="1562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9" name="Google Shape;7909;p72"/>
            <p:cNvSpPr/>
            <p:nvPr/>
          </p:nvSpPr>
          <p:spPr>
            <a:xfrm>
              <a:off x="619700" y="2453625"/>
              <a:ext cx="7750" cy="4700"/>
            </a:xfrm>
            <a:custGeom>
              <a:rect b="b" l="l" r="r" t="t"/>
              <a:pathLst>
                <a:path extrusionOk="0" h="188" w="31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0" name="Google Shape;7910;p72"/>
            <p:cNvSpPr/>
            <p:nvPr/>
          </p:nvSpPr>
          <p:spPr>
            <a:xfrm>
              <a:off x="485900" y="2399275"/>
              <a:ext cx="75" cy="175"/>
            </a:xfrm>
            <a:custGeom>
              <a:rect b="b" l="l" r="r" t="t"/>
              <a:pathLst>
                <a:path extrusionOk="0" h="7" w="3">
                  <a:moveTo>
                    <a:pt x="0" y="0"/>
                  </a:moveTo>
                  <a:lnTo>
                    <a:pt x="0" y="6"/>
                  </a:lnTo>
                  <a:cubicBezTo>
                    <a:pt x="3" y="6"/>
                    <a:pt x="3" y="0"/>
                    <a:pt x="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1" name="Google Shape;7911;p72"/>
            <p:cNvSpPr/>
            <p:nvPr/>
          </p:nvSpPr>
          <p:spPr>
            <a:xfrm>
              <a:off x="485900" y="2399275"/>
              <a:ext cx="75" cy="175"/>
            </a:xfrm>
            <a:custGeom>
              <a:rect b="b" l="l" r="r" t="t"/>
              <a:pathLst>
                <a:path extrusionOk="0" fill="none" h="7" w="3">
                  <a:moveTo>
                    <a:pt x="0" y="6"/>
                  </a:moveTo>
                  <a:cubicBezTo>
                    <a:pt x="3" y="6"/>
                    <a:pt x="3" y="0"/>
                    <a:pt x="0" y="0"/>
                  </a:cubicBezTo>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2" name="Google Shape;7912;p72"/>
            <p:cNvSpPr/>
            <p:nvPr/>
          </p:nvSpPr>
          <p:spPr>
            <a:xfrm>
              <a:off x="974450" y="2255775"/>
              <a:ext cx="21025" cy="28625"/>
            </a:xfrm>
            <a:custGeom>
              <a:rect b="b" l="l" r="r" t="t"/>
              <a:pathLst>
                <a:path extrusionOk="0" h="1145" w="841">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3" name="Google Shape;7913;p72"/>
            <p:cNvSpPr/>
            <p:nvPr/>
          </p:nvSpPr>
          <p:spPr>
            <a:xfrm>
              <a:off x="277475" y="1782875"/>
              <a:ext cx="1282325" cy="813425"/>
            </a:xfrm>
            <a:custGeom>
              <a:rect b="b" l="l" r="r" t="t"/>
              <a:pathLst>
                <a:path extrusionOk="0" h="32537" w="51293">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4" name="Google Shape;7914;p72"/>
            <p:cNvSpPr/>
            <p:nvPr/>
          </p:nvSpPr>
          <p:spPr>
            <a:xfrm>
              <a:off x="1982300" y="2504500"/>
              <a:ext cx="64825" cy="112625"/>
            </a:xfrm>
            <a:custGeom>
              <a:rect b="b" l="l" r="r" t="t"/>
              <a:pathLst>
                <a:path extrusionOk="0" h="4505" w="2593">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5" name="Google Shape;7915;p72"/>
            <p:cNvSpPr/>
            <p:nvPr/>
          </p:nvSpPr>
          <p:spPr>
            <a:xfrm>
              <a:off x="1965925" y="2438400"/>
              <a:ext cx="16400" cy="66125"/>
            </a:xfrm>
            <a:custGeom>
              <a:rect b="b" l="l" r="r" t="t"/>
              <a:pathLst>
                <a:path extrusionOk="0" h="2645" w="656">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6" name="Google Shape;7916;p72"/>
            <p:cNvSpPr/>
            <p:nvPr/>
          </p:nvSpPr>
          <p:spPr>
            <a:xfrm>
              <a:off x="1646825" y="2096200"/>
              <a:ext cx="445350" cy="351225"/>
            </a:xfrm>
            <a:custGeom>
              <a:rect b="b" l="l" r="r" t="t"/>
              <a:pathLst>
                <a:path extrusionOk="0" h="14049" w="17814">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7" name="Google Shape;7917;p72"/>
            <p:cNvSpPr/>
            <p:nvPr/>
          </p:nvSpPr>
          <p:spPr>
            <a:xfrm>
              <a:off x="2029925" y="2223150"/>
              <a:ext cx="265325" cy="386075"/>
            </a:xfrm>
            <a:custGeom>
              <a:rect b="b" l="l" r="r" t="t"/>
              <a:pathLst>
                <a:path extrusionOk="0" h="15443" w="10613">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8" name="Google Shape;7918;p72"/>
            <p:cNvSpPr/>
            <p:nvPr/>
          </p:nvSpPr>
          <p:spPr>
            <a:xfrm>
              <a:off x="2287025" y="2324375"/>
              <a:ext cx="290100" cy="308650"/>
            </a:xfrm>
            <a:custGeom>
              <a:rect b="b" l="l" r="r" t="t"/>
              <a:pathLst>
                <a:path extrusionOk="0" h="12346" w="11604">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9" name="Google Shape;7919;p72"/>
            <p:cNvSpPr/>
            <p:nvPr/>
          </p:nvSpPr>
          <p:spPr>
            <a:xfrm>
              <a:off x="2000425" y="3668900"/>
              <a:ext cx="255750" cy="503975"/>
            </a:xfrm>
            <a:custGeom>
              <a:rect b="b" l="l" r="r" t="t"/>
              <a:pathLst>
                <a:path extrusionOk="0" h="20159" w="1023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0" name="Google Shape;7920;p72"/>
            <p:cNvSpPr/>
            <p:nvPr/>
          </p:nvSpPr>
          <p:spPr>
            <a:xfrm>
              <a:off x="2105800" y="4171775"/>
              <a:ext cx="307475" cy="989675"/>
            </a:xfrm>
            <a:custGeom>
              <a:rect b="b" l="l" r="r" t="t"/>
              <a:pathLst>
                <a:path extrusionOk="0" h="39587" w="12299">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1" name="Google Shape;7921;p72"/>
            <p:cNvSpPr/>
            <p:nvPr/>
          </p:nvSpPr>
          <p:spPr>
            <a:xfrm>
              <a:off x="2271275" y="4054625"/>
              <a:ext cx="651325" cy="1046350"/>
            </a:xfrm>
            <a:custGeom>
              <a:rect b="b" l="l" r="r" t="t"/>
              <a:pathLst>
                <a:path extrusionOk="0" h="41854" w="26053">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2" name="Google Shape;7922;p72"/>
            <p:cNvSpPr/>
            <p:nvPr/>
          </p:nvSpPr>
          <p:spPr>
            <a:xfrm>
              <a:off x="1583375" y="3415625"/>
              <a:ext cx="27825" cy="21875"/>
            </a:xfrm>
            <a:custGeom>
              <a:rect b="b" l="l" r="r" t="t"/>
              <a:pathLst>
                <a:path extrusionOk="0" h="875" w="1113">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3" name="Google Shape;7923;p72"/>
            <p:cNvSpPr/>
            <p:nvPr/>
          </p:nvSpPr>
          <p:spPr>
            <a:xfrm>
              <a:off x="1611100" y="3392825"/>
              <a:ext cx="26300" cy="24650"/>
            </a:xfrm>
            <a:custGeom>
              <a:rect b="b" l="l" r="r" t="t"/>
              <a:pathLst>
                <a:path extrusionOk="0" h="986" w="1052">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4" name="Google Shape;7924;p72"/>
            <p:cNvSpPr/>
            <p:nvPr/>
          </p:nvSpPr>
          <p:spPr>
            <a:xfrm>
              <a:off x="2233600" y="3828000"/>
              <a:ext cx="18275" cy="19275"/>
            </a:xfrm>
            <a:custGeom>
              <a:rect b="b" l="l" r="r" t="t"/>
              <a:pathLst>
                <a:path extrusionOk="0" h="771" w="731">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5" name="Google Shape;7925;p72"/>
            <p:cNvSpPr/>
            <p:nvPr/>
          </p:nvSpPr>
          <p:spPr>
            <a:xfrm>
              <a:off x="2564525" y="3930825"/>
              <a:ext cx="88525" cy="91100"/>
            </a:xfrm>
            <a:custGeom>
              <a:rect b="b" l="l" r="r" t="t"/>
              <a:pathLst>
                <a:path extrusionOk="0" h="3644" w="3541">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6" name="Google Shape;7926;p72"/>
            <p:cNvSpPr/>
            <p:nvPr/>
          </p:nvSpPr>
          <p:spPr>
            <a:xfrm>
              <a:off x="1589325" y="3178675"/>
              <a:ext cx="1345850" cy="1985650"/>
            </a:xfrm>
            <a:custGeom>
              <a:rect b="b" l="l" r="r" t="t"/>
              <a:pathLst>
                <a:path extrusionOk="0" h="79426" w="53834">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7" name="Google Shape;7927;p72"/>
            <p:cNvSpPr/>
            <p:nvPr/>
          </p:nvSpPr>
          <p:spPr>
            <a:xfrm>
              <a:off x="2003525" y="3325225"/>
              <a:ext cx="305325" cy="147250"/>
            </a:xfrm>
            <a:custGeom>
              <a:rect b="b" l="l" r="r" t="t"/>
              <a:pathLst>
                <a:path extrusionOk="0" h="5890" w="12213">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8" name="Google Shape;7928;p72"/>
            <p:cNvSpPr/>
            <p:nvPr/>
          </p:nvSpPr>
          <p:spPr>
            <a:xfrm>
              <a:off x="2053850" y="2646725"/>
              <a:ext cx="613050" cy="516425"/>
            </a:xfrm>
            <a:custGeom>
              <a:rect b="b" l="l" r="r" t="t"/>
              <a:pathLst>
                <a:path extrusionOk="0" h="20657" w="24522">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9" name="Google Shape;7929;p72"/>
            <p:cNvSpPr/>
            <p:nvPr/>
          </p:nvSpPr>
          <p:spPr>
            <a:xfrm>
              <a:off x="2878850" y="956500"/>
              <a:ext cx="59000" cy="79050"/>
            </a:xfrm>
            <a:custGeom>
              <a:rect b="b" l="l" r="r" t="t"/>
              <a:pathLst>
                <a:path extrusionOk="0" h="3162" w="236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0" name="Google Shape;7930;p72"/>
            <p:cNvSpPr/>
            <p:nvPr/>
          </p:nvSpPr>
          <p:spPr>
            <a:xfrm>
              <a:off x="2591950" y="1603975"/>
              <a:ext cx="3275" cy="3925"/>
            </a:xfrm>
            <a:custGeom>
              <a:rect b="b" l="l" r="r" t="t"/>
              <a:pathLst>
                <a:path extrusionOk="0" h="157" w="131">
                  <a:moveTo>
                    <a:pt x="131" y="0"/>
                  </a:moveTo>
                  <a:cubicBezTo>
                    <a:pt x="88" y="52"/>
                    <a:pt x="47" y="104"/>
                    <a:pt x="1" y="156"/>
                  </a:cubicBezTo>
                  <a:cubicBezTo>
                    <a:pt x="47" y="107"/>
                    <a:pt x="90" y="55"/>
                    <a:pt x="13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1" name="Google Shape;7931;p72"/>
            <p:cNvSpPr/>
            <p:nvPr/>
          </p:nvSpPr>
          <p:spPr>
            <a:xfrm>
              <a:off x="2741575" y="1422025"/>
              <a:ext cx="117325" cy="137075"/>
            </a:xfrm>
            <a:custGeom>
              <a:rect b="b" l="l" r="r" t="t"/>
              <a:pathLst>
                <a:path extrusionOk="0" h="5483" w="4693">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2" name="Google Shape;7932;p72"/>
            <p:cNvSpPr/>
            <p:nvPr/>
          </p:nvSpPr>
          <p:spPr>
            <a:xfrm>
              <a:off x="2753550" y="1723425"/>
              <a:ext cx="46075" cy="54600"/>
            </a:xfrm>
            <a:custGeom>
              <a:rect b="b" l="l" r="r" t="t"/>
              <a:pathLst>
                <a:path extrusionOk="0" h="2184" w="1843">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3" name="Google Shape;7933;p72"/>
            <p:cNvSpPr/>
            <p:nvPr/>
          </p:nvSpPr>
          <p:spPr>
            <a:xfrm>
              <a:off x="3013825" y="1258700"/>
              <a:ext cx="106550" cy="113700"/>
            </a:xfrm>
            <a:custGeom>
              <a:rect b="b" l="l" r="r" t="t"/>
              <a:pathLst>
                <a:path extrusionOk="0" h="4548" w="4262">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4" name="Google Shape;7934;p72"/>
            <p:cNvSpPr/>
            <p:nvPr/>
          </p:nvSpPr>
          <p:spPr>
            <a:xfrm>
              <a:off x="3189500" y="1467850"/>
              <a:ext cx="5950" cy="5300"/>
            </a:xfrm>
            <a:custGeom>
              <a:rect b="b" l="l" r="r" t="t"/>
              <a:pathLst>
                <a:path extrusionOk="0" h="212" w="238">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5" name="Google Shape;7935;p72"/>
            <p:cNvSpPr/>
            <p:nvPr/>
          </p:nvSpPr>
          <p:spPr>
            <a:xfrm>
              <a:off x="1570450" y="549050"/>
              <a:ext cx="1813800" cy="1774475"/>
            </a:xfrm>
            <a:custGeom>
              <a:rect b="b" l="l" r="r" t="t"/>
              <a:pathLst>
                <a:path extrusionOk="0" h="70979" w="72552">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6" name="Google Shape;7936;p72"/>
            <p:cNvSpPr/>
            <p:nvPr/>
          </p:nvSpPr>
          <p:spPr>
            <a:xfrm>
              <a:off x="1156325" y="1192300"/>
              <a:ext cx="429675" cy="394375"/>
            </a:xfrm>
            <a:custGeom>
              <a:rect b="b" l="l" r="r" t="t"/>
              <a:pathLst>
                <a:path extrusionOk="0" h="15775" w="17187">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7" name="Google Shape;7937;p72"/>
            <p:cNvSpPr/>
            <p:nvPr/>
          </p:nvSpPr>
          <p:spPr>
            <a:xfrm>
              <a:off x="1539350" y="1278375"/>
              <a:ext cx="75750" cy="77625"/>
            </a:xfrm>
            <a:custGeom>
              <a:rect b="b" l="l" r="r" t="t"/>
              <a:pathLst>
                <a:path extrusionOk="0" h="3105" w="303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8" name="Google Shape;7938;p72"/>
            <p:cNvSpPr/>
            <p:nvPr/>
          </p:nvSpPr>
          <p:spPr>
            <a:xfrm>
              <a:off x="1546875" y="1112825"/>
              <a:ext cx="224550" cy="180650"/>
            </a:xfrm>
            <a:custGeom>
              <a:rect b="b" l="l" r="r" t="t"/>
              <a:pathLst>
                <a:path extrusionOk="0" h="7226" w="8982">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9" name="Google Shape;7939;p72"/>
            <p:cNvSpPr/>
            <p:nvPr/>
          </p:nvSpPr>
          <p:spPr>
            <a:xfrm>
              <a:off x="1737125" y="905350"/>
              <a:ext cx="192825" cy="321850"/>
            </a:xfrm>
            <a:custGeom>
              <a:rect b="b" l="l" r="r" t="t"/>
              <a:pathLst>
                <a:path extrusionOk="0" h="12874" w="7713">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0" name="Google Shape;7940;p72"/>
            <p:cNvSpPr/>
            <p:nvPr/>
          </p:nvSpPr>
          <p:spPr>
            <a:xfrm>
              <a:off x="3134800" y="2033550"/>
              <a:ext cx="230750" cy="177850"/>
            </a:xfrm>
            <a:custGeom>
              <a:rect b="b" l="l" r="r" t="t"/>
              <a:pathLst>
                <a:path extrusionOk="0" h="7114" w="923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1" name="Google Shape;7941;p72"/>
            <p:cNvSpPr/>
            <p:nvPr/>
          </p:nvSpPr>
          <p:spPr>
            <a:xfrm>
              <a:off x="3451425" y="1868325"/>
              <a:ext cx="900375" cy="1164925"/>
            </a:xfrm>
            <a:custGeom>
              <a:rect b="b" l="l" r="r" t="t"/>
              <a:pathLst>
                <a:path extrusionOk="0" h="46597" w="36015">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2" name="Google Shape;7942;p72"/>
            <p:cNvSpPr/>
            <p:nvPr/>
          </p:nvSpPr>
          <p:spPr>
            <a:xfrm>
              <a:off x="3718175" y="2963250"/>
              <a:ext cx="10100" cy="10000"/>
            </a:xfrm>
            <a:custGeom>
              <a:rect b="b" l="l" r="r" t="t"/>
              <a:pathLst>
                <a:path extrusionOk="0" h="400" w="404">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3" name="Google Shape;7943;p72"/>
            <p:cNvSpPr/>
            <p:nvPr/>
          </p:nvSpPr>
          <p:spPr>
            <a:xfrm>
              <a:off x="3701000" y="2861350"/>
              <a:ext cx="59850" cy="102000"/>
            </a:xfrm>
            <a:custGeom>
              <a:rect b="b" l="l" r="r" t="t"/>
              <a:pathLst>
                <a:path extrusionOk="0" h="4080" w="2394">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4" name="Google Shape;7944;p72"/>
            <p:cNvSpPr/>
            <p:nvPr/>
          </p:nvSpPr>
          <p:spPr>
            <a:xfrm>
              <a:off x="4162850" y="3176950"/>
              <a:ext cx="825" cy="1400"/>
            </a:xfrm>
            <a:custGeom>
              <a:rect b="b" l="l" r="r" t="t"/>
              <a:pathLst>
                <a:path extrusionOk="0" h="56" w="33">
                  <a:moveTo>
                    <a:pt x="32" y="1"/>
                  </a:moveTo>
                  <a:cubicBezTo>
                    <a:pt x="24" y="12"/>
                    <a:pt x="15" y="27"/>
                    <a:pt x="6" y="41"/>
                  </a:cubicBezTo>
                  <a:lnTo>
                    <a:pt x="1" y="56"/>
                  </a:lnTo>
                  <a:cubicBezTo>
                    <a:pt x="9" y="35"/>
                    <a:pt x="24" y="18"/>
                    <a:pt x="3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5" name="Google Shape;7945;p72"/>
            <p:cNvSpPr/>
            <p:nvPr/>
          </p:nvSpPr>
          <p:spPr>
            <a:xfrm>
              <a:off x="3697825" y="3288025"/>
              <a:ext cx="7975" cy="11300"/>
            </a:xfrm>
            <a:custGeom>
              <a:rect b="b" l="l" r="r" t="t"/>
              <a:pathLst>
                <a:path extrusionOk="0" h="452" w="319">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6" name="Google Shape;7946;p72"/>
            <p:cNvSpPr/>
            <p:nvPr/>
          </p:nvSpPr>
          <p:spPr>
            <a:xfrm>
              <a:off x="3909450" y="3369675"/>
              <a:ext cx="62600" cy="80850"/>
            </a:xfrm>
            <a:custGeom>
              <a:rect b="b" l="l" r="r" t="t"/>
              <a:pathLst>
                <a:path extrusionOk="0" h="3234" w="2504">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7" name="Google Shape;7947;p72"/>
            <p:cNvSpPr/>
            <p:nvPr/>
          </p:nvSpPr>
          <p:spPr>
            <a:xfrm>
              <a:off x="3285550" y="3006625"/>
              <a:ext cx="1042475" cy="1050600"/>
            </a:xfrm>
            <a:custGeom>
              <a:rect b="b" l="l" r="r" t="t"/>
              <a:pathLst>
                <a:path extrusionOk="0" h="42024" w="41699">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8" name="Google Shape;7948;p72"/>
            <p:cNvSpPr/>
            <p:nvPr/>
          </p:nvSpPr>
          <p:spPr>
            <a:xfrm>
              <a:off x="4020600" y="4528725"/>
              <a:ext cx="89650" cy="23625"/>
            </a:xfrm>
            <a:custGeom>
              <a:rect b="b" l="l" r="r" t="t"/>
              <a:pathLst>
                <a:path extrusionOk="0" h="945" w="3586">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9" name="Google Shape;7949;p72"/>
            <p:cNvSpPr/>
            <p:nvPr/>
          </p:nvSpPr>
          <p:spPr>
            <a:xfrm>
              <a:off x="3817925" y="4050975"/>
              <a:ext cx="202775" cy="477700"/>
            </a:xfrm>
            <a:custGeom>
              <a:rect b="b" l="l" r="r" t="t"/>
              <a:pathLst>
                <a:path extrusionOk="0" h="19108" w="8111">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0" name="Google Shape;7950;p72"/>
            <p:cNvSpPr/>
            <p:nvPr/>
          </p:nvSpPr>
          <p:spPr>
            <a:xfrm>
              <a:off x="4110175" y="3244525"/>
              <a:ext cx="798225" cy="1302350"/>
            </a:xfrm>
            <a:custGeom>
              <a:rect b="b" l="l" r="r" t="t"/>
              <a:pathLst>
                <a:path extrusionOk="0" h="52094" w="31929">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1" name="Google Shape;7951;p72"/>
            <p:cNvSpPr/>
            <p:nvPr/>
          </p:nvSpPr>
          <p:spPr>
            <a:xfrm>
              <a:off x="3835550" y="2303200"/>
              <a:ext cx="19500" cy="20300"/>
            </a:xfrm>
            <a:custGeom>
              <a:rect b="b" l="l" r="r" t="t"/>
              <a:pathLst>
                <a:path extrusionOk="0" h="812" w="78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2" name="Google Shape;7952;p72"/>
            <p:cNvSpPr/>
            <p:nvPr/>
          </p:nvSpPr>
          <p:spPr>
            <a:xfrm>
              <a:off x="3855025" y="2280550"/>
              <a:ext cx="21675" cy="22675"/>
            </a:xfrm>
            <a:custGeom>
              <a:rect b="b" l="l" r="r" t="t"/>
              <a:pathLst>
                <a:path extrusionOk="0" h="907" w="867">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3" name="Google Shape;7953;p72"/>
            <p:cNvSpPr/>
            <p:nvPr/>
          </p:nvSpPr>
          <p:spPr>
            <a:xfrm>
              <a:off x="3876675" y="2249375"/>
              <a:ext cx="28750" cy="31200"/>
            </a:xfrm>
            <a:custGeom>
              <a:rect b="b" l="l" r="r" t="t"/>
              <a:pathLst>
                <a:path extrusionOk="0" h="1248" w="115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4" name="Google Shape;7954;p72"/>
            <p:cNvSpPr/>
            <p:nvPr/>
          </p:nvSpPr>
          <p:spPr>
            <a:xfrm>
              <a:off x="3514925" y="1774450"/>
              <a:ext cx="981275" cy="1252850"/>
            </a:xfrm>
            <a:custGeom>
              <a:rect b="b" l="l" r="r" t="t"/>
              <a:pathLst>
                <a:path extrusionOk="0" h="50114" w="39251">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5" name="Google Shape;7955;p72"/>
            <p:cNvSpPr/>
            <p:nvPr/>
          </p:nvSpPr>
          <p:spPr>
            <a:xfrm>
              <a:off x="4676950" y="2073550"/>
              <a:ext cx="20750" cy="22675"/>
            </a:xfrm>
            <a:custGeom>
              <a:rect b="b" l="l" r="r" t="t"/>
              <a:pathLst>
                <a:path extrusionOk="0" h="907" w="83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6" name="Google Shape;7956;p72"/>
            <p:cNvSpPr/>
            <p:nvPr/>
          </p:nvSpPr>
          <p:spPr>
            <a:xfrm>
              <a:off x="4104175" y="2561150"/>
              <a:ext cx="133900" cy="132250"/>
            </a:xfrm>
            <a:custGeom>
              <a:rect b="b" l="l" r="r" t="t"/>
              <a:pathLst>
                <a:path extrusionOk="0" h="5290" w="5356">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7" name="Google Shape;7957;p72"/>
            <p:cNvSpPr/>
            <p:nvPr/>
          </p:nvSpPr>
          <p:spPr>
            <a:xfrm>
              <a:off x="4529425" y="2080700"/>
              <a:ext cx="100725" cy="115050"/>
            </a:xfrm>
            <a:custGeom>
              <a:rect b="b" l="l" r="r" t="t"/>
              <a:pathLst>
                <a:path extrusionOk="0" h="4602" w="4029">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8" name="Google Shape;7958;p72"/>
            <p:cNvSpPr/>
            <p:nvPr/>
          </p:nvSpPr>
          <p:spPr>
            <a:xfrm>
              <a:off x="4023550" y="2864950"/>
              <a:ext cx="12525" cy="11925"/>
            </a:xfrm>
            <a:custGeom>
              <a:rect b="b" l="l" r="r" t="t"/>
              <a:pathLst>
                <a:path extrusionOk="0" h="477" w="501">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9" name="Google Shape;7959;p72"/>
            <p:cNvSpPr/>
            <p:nvPr/>
          </p:nvSpPr>
          <p:spPr>
            <a:xfrm>
              <a:off x="4146900" y="2619550"/>
              <a:ext cx="291675" cy="383175"/>
            </a:xfrm>
            <a:custGeom>
              <a:rect b="b" l="l" r="r" t="t"/>
              <a:pathLst>
                <a:path extrusionOk="0" h="15327" w="11667">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0" name="Google Shape;7960;p72"/>
            <p:cNvSpPr/>
            <p:nvPr/>
          </p:nvSpPr>
          <p:spPr>
            <a:xfrm>
              <a:off x="4438500" y="2570050"/>
              <a:ext cx="41375" cy="49525"/>
            </a:xfrm>
            <a:custGeom>
              <a:rect b="b" l="l" r="r" t="t"/>
              <a:pathLst>
                <a:path extrusionOk="0" h="1981" w="1655">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1" name="Google Shape;7961;p72"/>
            <p:cNvSpPr/>
            <p:nvPr/>
          </p:nvSpPr>
          <p:spPr>
            <a:xfrm>
              <a:off x="4346675" y="2672675"/>
              <a:ext cx="43475" cy="51550"/>
            </a:xfrm>
            <a:custGeom>
              <a:rect b="b" l="l" r="r" t="t"/>
              <a:pathLst>
                <a:path extrusionOk="0" h="2062" w="1739">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2" name="Google Shape;7962;p72"/>
            <p:cNvSpPr/>
            <p:nvPr/>
          </p:nvSpPr>
          <p:spPr>
            <a:xfrm>
              <a:off x="3715150" y="1348850"/>
              <a:ext cx="1605150" cy="1793100"/>
            </a:xfrm>
            <a:custGeom>
              <a:rect b="b" l="l" r="r" t="t"/>
              <a:pathLst>
                <a:path extrusionOk="0" h="71724" w="64206">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3" name="Google Shape;7963;p72"/>
            <p:cNvSpPr/>
            <p:nvPr/>
          </p:nvSpPr>
          <p:spPr>
            <a:xfrm>
              <a:off x="5218275" y="1585725"/>
              <a:ext cx="162200" cy="137000"/>
            </a:xfrm>
            <a:custGeom>
              <a:rect b="b" l="l" r="r" t="t"/>
              <a:pathLst>
                <a:path extrusionOk="0" h="5480" w="6488">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4" name="Google Shape;7964;p72"/>
            <p:cNvSpPr/>
            <p:nvPr/>
          </p:nvSpPr>
          <p:spPr>
            <a:xfrm>
              <a:off x="4237700" y="3191475"/>
              <a:ext cx="64175" cy="89875"/>
            </a:xfrm>
            <a:custGeom>
              <a:rect b="b" l="l" r="r" t="t"/>
              <a:pathLst>
                <a:path extrusionOk="0" h="3595" w="2567">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5" name="Google Shape;7965;p72"/>
            <p:cNvSpPr/>
            <p:nvPr/>
          </p:nvSpPr>
          <p:spPr>
            <a:xfrm>
              <a:off x="4212000" y="3281400"/>
              <a:ext cx="25725" cy="37050"/>
            </a:xfrm>
            <a:custGeom>
              <a:rect b="b" l="l" r="r" t="t"/>
              <a:pathLst>
                <a:path extrusionOk="0" h="1482" w="1029">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6" name="Google Shape;7966;p72"/>
            <p:cNvSpPr/>
            <p:nvPr/>
          </p:nvSpPr>
          <p:spPr>
            <a:xfrm>
              <a:off x="3872150" y="3337350"/>
              <a:ext cx="734525" cy="1216250"/>
            </a:xfrm>
            <a:custGeom>
              <a:rect b="b" l="l" r="r" t="t"/>
              <a:pathLst>
                <a:path extrusionOk="0" h="48650" w="29381">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7" name="Google Shape;7967;p72"/>
            <p:cNvSpPr/>
            <p:nvPr/>
          </p:nvSpPr>
          <p:spPr>
            <a:xfrm>
              <a:off x="4007750" y="3526075"/>
              <a:ext cx="134350" cy="162425"/>
            </a:xfrm>
            <a:custGeom>
              <a:rect b="b" l="l" r="r" t="t"/>
              <a:pathLst>
                <a:path extrusionOk="0" h="6497" w="5374">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8" name="Google Shape;7968;p72"/>
            <p:cNvSpPr/>
            <p:nvPr/>
          </p:nvSpPr>
          <p:spPr>
            <a:xfrm>
              <a:off x="4015750" y="3586775"/>
              <a:ext cx="128225" cy="188550"/>
            </a:xfrm>
            <a:custGeom>
              <a:rect b="b" l="l" r="r" t="t"/>
              <a:pathLst>
                <a:path extrusionOk="0" h="7542" w="5129">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9" name="Google Shape;7969;p72"/>
            <p:cNvSpPr/>
            <p:nvPr/>
          </p:nvSpPr>
          <p:spPr>
            <a:xfrm>
              <a:off x="3786475" y="1293300"/>
              <a:ext cx="2115175" cy="2649500"/>
            </a:xfrm>
            <a:custGeom>
              <a:rect b="b" l="l" r="r" t="t"/>
              <a:pathLst>
                <a:path extrusionOk="0" h="105980" w="84607">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0" name="Google Shape;7970;p72"/>
            <p:cNvSpPr/>
            <p:nvPr/>
          </p:nvSpPr>
          <p:spPr>
            <a:xfrm>
              <a:off x="5490650" y="3675725"/>
              <a:ext cx="84675" cy="91500"/>
            </a:xfrm>
            <a:custGeom>
              <a:rect b="b" l="l" r="r" t="t"/>
              <a:pathLst>
                <a:path extrusionOk="0" h="3660" w="3387">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1" name="Google Shape;7971;p72"/>
            <p:cNvSpPr/>
            <p:nvPr/>
          </p:nvSpPr>
          <p:spPr>
            <a:xfrm>
              <a:off x="5646325" y="3602300"/>
              <a:ext cx="178375" cy="319450"/>
            </a:xfrm>
            <a:custGeom>
              <a:rect b="b" l="l" r="r" t="t"/>
              <a:pathLst>
                <a:path extrusionOk="0" h="12778" w="7135">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2" name="Google Shape;7972;p72"/>
            <p:cNvSpPr/>
            <p:nvPr/>
          </p:nvSpPr>
          <p:spPr>
            <a:xfrm>
              <a:off x="5824675" y="3921725"/>
              <a:ext cx="90675" cy="31725"/>
            </a:xfrm>
            <a:custGeom>
              <a:rect b="b" l="l" r="r" t="t"/>
              <a:pathLst>
                <a:path extrusionOk="0" h="1269" w="3627">
                  <a:moveTo>
                    <a:pt x="1" y="1"/>
                  </a:moveTo>
                  <a:cubicBezTo>
                    <a:pt x="853" y="653"/>
                    <a:pt x="2163" y="1049"/>
                    <a:pt x="3627" y="1268"/>
                  </a:cubicBezTo>
                  <a:cubicBezTo>
                    <a:pt x="2386" y="945"/>
                    <a:pt x="1173" y="520"/>
                    <a:pt x="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3" name="Google Shape;7973;p72"/>
            <p:cNvSpPr/>
            <p:nvPr/>
          </p:nvSpPr>
          <p:spPr>
            <a:xfrm>
              <a:off x="5516775" y="3755850"/>
              <a:ext cx="747050" cy="258800"/>
            </a:xfrm>
            <a:custGeom>
              <a:rect b="b" l="l" r="r" t="t"/>
              <a:pathLst>
                <a:path extrusionOk="0" h="10352" w="29882">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4" name="Google Shape;7974;p72"/>
            <p:cNvSpPr/>
            <p:nvPr/>
          </p:nvSpPr>
          <p:spPr>
            <a:xfrm>
              <a:off x="5788675" y="3606475"/>
              <a:ext cx="8175" cy="6375"/>
            </a:xfrm>
            <a:custGeom>
              <a:rect b="b" l="l" r="r" t="t"/>
              <a:pathLst>
                <a:path extrusionOk="0" h="255" w="327">
                  <a:moveTo>
                    <a:pt x="165" y="0"/>
                  </a:moveTo>
                  <a:cubicBezTo>
                    <a:pt x="0" y="0"/>
                    <a:pt x="0" y="254"/>
                    <a:pt x="165" y="254"/>
                  </a:cubicBezTo>
                  <a:cubicBezTo>
                    <a:pt x="326" y="254"/>
                    <a:pt x="326" y="0"/>
                    <a:pt x="165"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5" name="Google Shape;7975;p72"/>
            <p:cNvSpPr/>
            <p:nvPr/>
          </p:nvSpPr>
          <p:spPr>
            <a:xfrm>
              <a:off x="5590950" y="3167925"/>
              <a:ext cx="491425" cy="517425"/>
            </a:xfrm>
            <a:custGeom>
              <a:rect b="b" l="l" r="r" t="t"/>
              <a:pathLst>
                <a:path extrusionOk="0" h="20697" w="19657">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6" name="Google Shape;7976;p72"/>
            <p:cNvSpPr/>
            <p:nvPr/>
          </p:nvSpPr>
          <p:spPr>
            <a:xfrm>
              <a:off x="5996400" y="2979625"/>
              <a:ext cx="227725" cy="171275"/>
            </a:xfrm>
            <a:custGeom>
              <a:rect b="b" l="l" r="r" t="t"/>
              <a:pathLst>
                <a:path extrusionOk="0" h="6851" w="9109">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7" name="Google Shape;7977;p72"/>
            <p:cNvSpPr/>
            <p:nvPr/>
          </p:nvSpPr>
          <p:spPr>
            <a:xfrm>
              <a:off x="6186125" y="2701725"/>
              <a:ext cx="225450" cy="340000"/>
            </a:xfrm>
            <a:custGeom>
              <a:rect b="b" l="l" r="r" t="t"/>
              <a:pathLst>
                <a:path extrusionOk="0" h="13600" w="9018">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8" name="Google Shape;7978;p72"/>
            <p:cNvSpPr/>
            <p:nvPr/>
          </p:nvSpPr>
          <p:spPr>
            <a:xfrm>
              <a:off x="6187425" y="2719500"/>
              <a:ext cx="405000" cy="468050"/>
            </a:xfrm>
            <a:custGeom>
              <a:rect b="b" l="l" r="r" t="t"/>
              <a:pathLst>
                <a:path extrusionOk="0" h="18722" w="1620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9" name="Google Shape;7979;p72"/>
            <p:cNvSpPr/>
            <p:nvPr/>
          </p:nvSpPr>
          <p:spPr>
            <a:xfrm>
              <a:off x="6328025" y="2219625"/>
              <a:ext cx="575775" cy="590850"/>
            </a:xfrm>
            <a:custGeom>
              <a:rect b="b" l="l" r="r" t="t"/>
              <a:pathLst>
                <a:path extrusionOk="0" h="23634" w="23031">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0" name="Google Shape;7980;p72"/>
            <p:cNvSpPr/>
            <p:nvPr/>
          </p:nvSpPr>
          <p:spPr>
            <a:xfrm>
              <a:off x="6705250" y="2055250"/>
              <a:ext cx="527450" cy="644225"/>
            </a:xfrm>
            <a:custGeom>
              <a:rect b="b" l="l" r="r" t="t"/>
              <a:pathLst>
                <a:path extrusionOk="0" h="25769" w="21098">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1" name="Google Shape;7981;p72"/>
            <p:cNvSpPr/>
            <p:nvPr/>
          </p:nvSpPr>
          <p:spPr>
            <a:xfrm>
              <a:off x="5768900" y="1995950"/>
              <a:ext cx="164800" cy="211150"/>
            </a:xfrm>
            <a:custGeom>
              <a:rect b="b" l="l" r="r" t="t"/>
              <a:pathLst>
                <a:path extrusionOk="0" h="8446" w="6592">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2" name="Google Shape;7982;p72"/>
            <p:cNvSpPr/>
            <p:nvPr/>
          </p:nvSpPr>
          <p:spPr>
            <a:xfrm>
              <a:off x="5705950" y="2238400"/>
              <a:ext cx="36900" cy="47575"/>
            </a:xfrm>
            <a:custGeom>
              <a:rect b="b" l="l" r="r" t="t"/>
              <a:pathLst>
                <a:path extrusionOk="0" h="1903" w="1476">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3" name="Google Shape;7983;p72"/>
            <p:cNvSpPr/>
            <p:nvPr/>
          </p:nvSpPr>
          <p:spPr>
            <a:xfrm>
              <a:off x="5166150" y="3442125"/>
              <a:ext cx="4425" cy="5725"/>
            </a:xfrm>
            <a:custGeom>
              <a:rect b="b" l="l" r="r" t="t"/>
              <a:pathLst>
                <a:path extrusionOk="0" h="229" w="177">
                  <a:moveTo>
                    <a:pt x="177" y="1"/>
                  </a:moveTo>
                  <a:cubicBezTo>
                    <a:pt x="108" y="76"/>
                    <a:pt x="59" y="151"/>
                    <a:pt x="1" y="229"/>
                  </a:cubicBezTo>
                  <a:cubicBezTo>
                    <a:pt x="59" y="154"/>
                    <a:pt x="119" y="76"/>
                    <a:pt x="17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4" name="Google Shape;7984;p72"/>
            <p:cNvSpPr/>
            <p:nvPr/>
          </p:nvSpPr>
          <p:spPr>
            <a:xfrm>
              <a:off x="5451900" y="3109550"/>
              <a:ext cx="52075" cy="70600"/>
            </a:xfrm>
            <a:custGeom>
              <a:rect b="b" l="l" r="r" t="t"/>
              <a:pathLst>
                <a:path extrusionOk="0" h="2824" w="2083">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5" name="Google Shape;7985;p72"/>
            <p:cNvSpPr/>
            <p:nvPr/>
          </p:nvSpPr>
          <p:spPr>
            <a:xfrm>
              <a:off x="6131925" y="2028500"/>
              <a:ext cx="71475" cy="94575"/>
            </a:xfrm>
            <a:custGeom>
              <a:rect b="b" l="l" r="r" t="t"/>
              <a:pathLst>
                <a:path extrusionOk="0" h="3783" w="2859">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6" name="Google Shape;7986;p72"/>
            <p:cNvSpPr/>
            <p:nvPr/>
          </p:nvSpPr>
          <p:spPr>
            <a:xfrm>
              <a:off x="6257025" y="2090000"/>
              <a:ext cx="175750" cy="248300"/>
            </a:xfrm>
            <a:custGeom>
              <a:rect b="b" l="l" r="r" t="t"/>
              <a:pathLst>
                <a:path extrusionOk="0" h="9932" w="703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7" name="Google Shape;7987;p72"/>
            <p:cNvSpPr/>
            <p:nvPr/>
          </p:nvSpPr>
          <p:spPr>
            <a:xfrm>
              <a:off x="6294325" y="2124500"/>
              <a:ext cx="299850" cy="401100"/>
            </a:xfrm>
            <a:custGeom>
              <a:rect b="b" l="l" r="r" t="t"/>
              <a:pathLst>
                <a:path extrusionOk="0" h="16044" w="11994">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8" name="Google Shape;7988;p72"/>
            <p:cNvSpPr/>
            <p:nvPr/>
          </p:nvSpPr>
          <p:spPr>
            <a:xfrm>
              <a:off x="6594150" y="2032400"/>
              <a:ext cx="76950" cy="92050"/>
            </a:xfrm>
            <a:custGeom>
              <a:rect b="b" l="l" r="r" t="t"/>
              <a:pathLst>
                <a:path extrusionOk="0" h="3682" w="3078">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9" name="Google Shape;7989;p72"/>
            <p:cNvSpPr/>
            <p:nvPr/>
          </p:nvSpPr>
          <p:spPr>
            <a:xfrm>
              <a:off x="6161675" y="2525575"/>
              <a:ext cx="132675" cy="194325"/>
            </a:xfrm>
            <a:custGeom>
              <a:rect b="b" l="l" r="r" t="t"/>
              <a:pathLst>
                <a:path extrusionOk="0" h="7773" w="5307">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0" name="Google Shape;7990;p72"/>
            <p:cNvSpPr/>
            <p:nvPr/>
          </p:nvSpPr>
          <p:spPr>
            <a:xfrm>
              <a:off x="6379550" y="3041325"/>
              <a:ext cx="23100" cy="28100"/>
            </a:xfrm>
            <a:custGeom>
              <a:rect b="b" l="l" r="r" t="t"/>
              <a:pathLst>
                <a:path extrusionOk="0" h="1124" w="924">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1" name="Google Shape;7991;p72"/>
            <p:cNvSpPr/>
            <p:nvPr/>
          </p:nvSpPr>
          <p:spPr>
            <a:xfrm>
              <a:off x="6393200" y="3039675"/>
              <a:ext cx="2425" cy="3650"/>
            </a:xfrm>
            <a:custGeom>
              <a:rect b="b" l="l" r="r" t="t"/>
              <a:pathLst>
                <a:path extrusionOk="0" h="146" w="97">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2" name="Google Shape;7992;p72"/>
            <p:cNvSpPr/>
            <p:nvPr/>
          </p:nvSpPr>
          <p:spPr>
            <a:xfrm>
              <a:off x="6013550" y="3351625"/>
              <a:ext cx="475" cy="600"/>
            </a:xfrm>
            <a:custGeom>
              <a:rect b="b" l="l" r="r" t="t"/>
              <a:pathLst>
                <a:path extrusionOk="0" h="24" w="19">
                  <a:moveTo>
                    <a:pt x="18" y="0"/>
                  </a:moveTo>
                  <a:cubicBezTo>
                    <a:pt x="8" y="14"/>
                    <a:pt x="1" y="23"/>
                    <a:pt x="1" y="23"/>
                  </a:cubicBezTo>
                  <a:cubicBezTo>
                    <a:pt x="1" y="23"/>
                    <a:pt x="6" y="16"/>
                    <a:pt x="1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3" name="Google Shape;7993;p72"/>
            <p:cNvSpPr/>
            <p:nvPr/>
          </p:nvSpPr>
          <p:spPr>
            <a:xfrm>
              <a:off x="6661050" y="2225050"/>
              <a:ext cx="3275" cy="4200"/>
            </a:xfrm>
            <a:custGeom>
              <a:rect b="b" l="l" r="r" t="t"/>
              <a:pathLst>
                <a:path extrusionOk="0" h="168" w="131">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4" name="Google Shape;7994;p72"/>
            <p:cNvSpPr/>
            <p:nvPr/>
          </p:nvSpPr>
          <p:spPr>
            <a:xfrm>
              <a:off x="4492925" y="1558725"/>
              <a:ext cx="2898050" cy="2460325"/>
            </a:xfrm>
            <a:custGeom>
              <a:rect b="b" l="l" r="r" t="t"/>
              <a:pathLst>
                <a:path extrusionOk="0" h="98413" w="115922">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5" name="Google Shape;7995;p72"/>
            <p:cNvSpPr/>
            <p:nvPr/>
          </p:nvSpPr>
          <p:spPr>
            <a:xfrm>
              <a:off x="3821825" y="993775"/>
              <a:ext cx="392800" cy="417775"/>
            </a:xfrm>
            <a:custGeom>
              <a:rect b="b" l="l" r="r" t="t"/>
              <a:pathLst>
                <a:path extrusionOk="0" h="16711" w="15712">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6" name="Google Shape;7996;p72"/>
            <p:cNvSpPr/>
            <p:nvPr/>
          </p:nvSpPr>
          <p:spPr>
            <a:xfrm>
              <a:off x="4492625" y="804475"/>
              <a:ext cx="446125" cy="296800"/>
            </a:xfrm>
            <a:custGeom>
              <a:rect b="b" l="l" r="r" t="t"/>
              <a:pathLst>
                <a:path extrusionOk="0" h="11872" w="17845">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7" name="Google Shape;7997;p72"/>
            <p:cNvSpPr/>
            <p:nvPr/>
          </p:nvSpPr>
          <p:spPr>
            <a:xfrm>
              <a:off x="5432550" y="952075"/>
              <a:ext cx="328650" cy="322675"/>
            </a:xfrm>
            <a:custGeom>
              <a:rect b="b" l="l" r="r" t="t"/>
              <a:pathLst>
                <a:path extrusionOk="0" h="12907" w="13146">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8" name="Google Shape;7998;p72"/>
            <p:cNvSpPr/>
            <p:nvPr/>
          </p:nvSpPr>
          <p:spPr>
            <a:xfrm>
              <a:off x="6326800" y="1440800"/>
              <a:ext cx="161475" cy="100175"/>
            </a:xfrm>
            <a:custGeom>
              <a:rect b="b" l="l" r="r" t="t"/>
              <a:pathLst>
                <a:path extrusionOk="0" h="4007" w="6459">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9" name="Google Shape;7999;p72"/>
            <p:cNvSpPr/>
            <p:nvPr/>
          </p:nvSpPr>
          <p:spPr>
            <a:xfrm>
              <a:off x="6512725" y="1459400"/>
              <a:ext cx="130525" cy="109825"/>
            </a:xfrm>
            <a:custGeom>
              <a:rect b="b" l="l" r="r" t="t"/>
              <a:pathLst>
                <a:path extrusionOk="0" h="4393" w="5221">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0" name="Google Shape;8000;p72"/>
            <p:cNvSpPr/>
            <p:nvPr/>
          </p:nvSpPr>
          <p:spPr>
            <a:xfrm>
              <a:off x="6382025" y="1568650"/>
              <a:ext cx="133400" cy="76300"/>
            </a:xfrm>
            <a:custGeom>
              <a:rect b="b" l="l" r="r" t="t"/>
              <a:pathLst>
                <a:path extrusionOk="0" h="3052" w="5336">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1" name="Google Shape;8001;p72"/>
            <p:cNvSpPr/>
            <p:nvPr/>
          </p:nvSpPr>
          <p:spPr>
            <a:xfrm>
              <a:off x="7159050" y="1734200"/>
              <a:ext cx="125325" cy="71225"/>
            </a:xfrm>
            <a:custGeom>
              <a:rect b="b" l="l" r="r" t="t"/>
              <a:pathLst>
                <a:path extrusionOk="0" h="2849" w="5013">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2" name="Google Shape;8002;p72"/>
            <p:cNvSpPr/>
            <p:nvPr/>
          </p:nvSpPr>
          <p:spPr>
            <a:xfrm>
              <a:off x="5991550" y="3413900"/>
              <a:ext cx="83825" cy="164550"/>
            </a:xfrm>
            <a:custGeom>
              <a:rect b="b" l="l" r="r" t="t"/>
              <a:pathLst>
                <a:path extrusionOk="0" h="6582" w="3353">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3" name="Google Shape;8003;p72"/>
            <p:cNvSpPr/>
            <p:nvPr/>
          </p:nvSpPr>
          <p:spPr>
            <a:xfrm>
              <a:off x="5981225" y="3763550"/>
              <a:ext cx="150150" cy="137775"/>
            </a:xfrm>
            <a:custGeom>
              <a:rect b="b" l="l" r="r" t="t"/>
              <a:pathLst>
                <a:path extrusionOk="0" h="5511" w="6006">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4" name="Google Shape;8004;p72"/>
            <p:cNvSpPr/>
            <p:nvPr/>
          </p:nvSpPr>
          <p:spPr>
            <a:xfrm>
              <a:off x="6073900" y="3620300"/>
              <a:ext cx="92475" cy="102900"/>
            </a:xfrm>
            <a:custGeom>
              <a:rect b="b" l="l" r="r" t="t"/>
              <a:pathLst>
                <a:path extrusionOk="0" h="4116" w="3699">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5" name="Google Shape;8005;p72"/>
            <p:cNvSpPr/>
            <p:nvPr/>
          </p:nvSpPr>
          <p:spPr>
            <a:xfrm>
              <a:off x="5776700" y="3655450"/>
              <a:ext cx="255650" cy="229725"/>
            </a:xfrm>
            <a:custGeom>
              <a:rect b="b" l="l" r="r" t="t"/>
              <a:pathLst>
                <a:path extrusionOk="0" h="9189" w="10226">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6" name="Google Shape;8006;p72"/>
            <p:cNvSpPr/>
            <p:nvPr/>
          </p:nvSpPr>
          <p:spPr>
            <a:xfrm>
              <a:off x="6225900" y="3825325"/>
              <a:ext cx="398875" cy="192375"/>
            </a:xfrm>
            <a:custGeom>
              <a:rect b="b" l="l" r="r" t="t"/>
              <a:pathLst>
                <a:path extrusionOk="0" h="7695" w="15955">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7" name="Google Shape;8007;p72"/>
            <p:cNvSpPr/>
            <p:nvPr/>
          </p:nvSpPr>
          <p:spPr>
            <a:xfrm>
              <a:off x="6167800" y="4229200"/>
              <a:ext cx="43975" cy="65425"/>
            </a:xfrm>
            <a:custGeom>
              <a:rect b="b" l="l" r="r" t="t"/>
              <a:pathLst>
                <a:path extrusionOk="0" h="2617" w="1759">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8" name="Google Shape;8008;p72"/>
            <p:cNvSpPr/>
            <p:nvPr/>
          </p:nvSpPr>
          <p:spPr>
            <a:xfrm>
              <a:off x="6091225" y="4333200"/>
              <a:ext cx="12375" cy="16700"/>
            </a:xfrm>
            <a:custGeom>
              <a:rect b="b" l="l" r="r" t="t"/>
              <a:pathLst>
                <a:path extrusionOk="0" h="668" w="495">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9" name="Google Shape;8009;p72"/>
            <p:cNvSpPr/>
            <p:nvPr/>
          </p:nvSpPr>
          <p:spPr>
            <a:xfrm>
              <a:off x="6144775" y="4219175"/>
              <a:ext cx="40950" cy="59275"/>
            </a:xfrm>
            <a:custGeom>
              <a:rect b="b" l="l" r="r" t="t"/>
              <a:pathLst>
                <a:path extrusionOk="0" h="2371" w="1638">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0" name="Google Shape;8010;p72"/>
            <p:cNvSpPr/>
            <p:nvPr/>
          </p:nvSpPr>
          <p:spPr>
            <a:xfrm>
              <a:off x="5868925" y="3998175"/>
              <a:ext cx="673275" cy="683025"/>
            </a:xfrm>
            <a:custGeom>
              <a:rect b="b" l="l" r="r" t="t"/>
              <a:pathLst>
                <a:path extrusionOk="0" h="27321" w="26931">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1" name="Google Shape;8011;p72"/>
            <p:cNvSpPr/>
            <p:nvPr/>
          </p:nvSpPr>
          <p:spPr>
            <a:xfrm>
              <a:off x="6158125" y="4021950"/>
              <a:ext cx="552250" cy="774725"/>
            </a:xfrm>
            <a:custGeom>
              <a:rect b="b" l="l" r="r" t="t"/>
              <a:pathLst>
                <a:path extrusionOk="0" h="30989" w="2209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2" name="Google Shape;8012;p72"/>
            <p:cNvSpPr/>
            <p:nvPr/>
          </p:nvSpPr>
          <p:spPr>
            <a:xfrm>
              <a:off x="6920800" y="4536575"/>
              <a:ext cx="288650" cy="364500"/>
            </a:xfrm>
            <a:custGeom>
              <a:rect b="b" l="l" r="r" t="t"/>
              <a:pathLst>
                <a:path extrusionOk="0" h="14580" w="11546">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3" name="Google Shape;8013;p72"/>
            <p:cNvSpPr/>
            <p:nvPr/>
          </p:nvSpPr>
          <p:spPr>
            <a:xfrm>
              <a:off x="4490450" y="4030275"/>
              <a:ext cx="166950" cy="327500"/>
            </a:xfrm>
            <a:custGeom>
              <a:rect b="b" l="l" r="r" t="t"/>
              <a:pathLst>
                <a:path extrusionOk="0" h="13100" w="6678">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4" name="Google Shape;8014;p72"/>
            <p:cNvSpPr/>
            <p:nvPr/>
          </p:nvSpPr>
          <p:spPr>
            <a:xfrm>
              <a:off x="2233550" y="2129125"/>
              <a:ext cx="18850" cy="19225"/>
            </a:xfrm>
            <a:custGeom>
              <a:rect b="b" l="l" r="r" t="t"/>
              <a:pathLst>
                <a:path extrusionOk="0" h="769" w="754">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5" name="Google Shape;8015;p72"/>
            <p:cNvSpPr/>
            <p:nvPr/>
          </p:nvSpPr>
          <p:spPr>
            <a:xfrm>
              <a:off x="1535825" y="2847850"/>
              <a:ext cx="14525" cy="17925"/>
            </a:xfrm>
            <a:custGeom>
              <a:rect b="b" l="l" r="r" t="t"/>
              <a:pathLst>
                <a:path extrusionOk="0" h="717" w="581">
                  <a:moveTo>
                    <a:pt x="581" y="0"/>
                  </a:moveTo>
                  <a:cubicBezTo>
                    <a:pt x="387" y="234"/>
                    <a:pt x="194" y="474"/>
                    <a:pt x="0" y="716"/>
                  </a:cubicBezTo>
                  <a:lnTo>
                    <a:pt x="581" y="0"/>
                  </a:ln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6" name="Google Shape;8016;p72"/>
            <p:cNvSpPr/>
            <p:nvPr/>
          </p:nvSpPr>
          <p:spPr>
            <a:xfrm>
              <a:off x="1637725" y="3318000"/>
              <a:ext cx="22850" cy="21675"/>
            </a:xfrm>
            <a:custGeom>
              <a:rect b="b" l="l" r="r" t="t"/>
              <a:pathLst>
                <a:path extrusionOk="0" h="867" w="914">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7" name="Google Shape;8017;p72"/>
            <p:cNvSpPr/>
            <p:nvPr/>
          </p:nvSpPr>
          <p:spPr>
            <a:xfrm>
              <a:off x="1580550" y="3339650"/>
              <a:ext cx="57200" cy="68650"/>
            </a:xfrm>
            <a:custGeom>
              <a:rect b="b" l="l" r="r" t="t"/>
              <a:pathLst>
                <a:path extrusionOk="0" h="2746" w="2288">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8" name="Google Shape;8018;p72"/>
            <p:cNvSpPr/>
            <p:nvPr/>
          </p:nvSpPr>
          <p:spPr>
            <a:xfrm>
              <a:off x="1583350" y="3416000"/>
              <a:ext cx="9150" cy="13450"/>
            </a:xfrm>
            <a:custGeom>
              <a:rect b="b" l="l" r="r" t="t"/>
              <a:pathLst>
                <a:path extrusionOk="0" h="538" w="366">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9" name="Google Shape;8019;p72"/>
            <p:cNvSpPr/>
            <p:nvPr/>
          </p:nvSpPr>
          <p:spPr>
            <a:xfrm>
              <a:off x="989675" y="1551075"/>
              <a:ext cx="1615425" cy="1865375"/>
            </a:xfrm>
            <a:custGeom>
              <a:rect b="b" l="l" r="r" t="t"/>
              <a:pathLst>
                <a:path extrusionOk="0" h="74615" w="64617">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0" name="Google Shape;8020;p72"/>
            <p:cNvSpPr/>
            <p:nvPr/>
          </p:nvSpPr>
          <p:spPr>
            <a:xfrm>
              <a:off x="2436050" y="2480575"/>
              <a:ext cx="6675" cy="6050"/>
            </a:xfrm>
            <a:custGeom>
              <a:rect b="b" l="l" r="r" t="t"/>
              <a:pathLst>
                <a:path extrusionOk="0" h="242" w="267">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1" name="Google Shape;8021;p72"/>
            <p:cNvSpPr/>
            <p:nvPr/>
          </p:nvSpPr>
          <p:spPr>
            <a:xfrm>
              <a:off x="3237575" y="748750"/>
              <a:ext cx="6150" cy="6250"/>
            </a:xfrm>
            <a:custGeom>
              <a:rect b="b" l="l" r="r" t="t"/>
              <a:pathLst>
                <a:path extrusionOk="0" h="250" w="246">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2" name="Google Shape;8022;p72"/>
            <p:cNvSpPr/>
            <p:nvPr/>
          </p:nvSpPr>
          <p:spPr>
            <a:xfrm>
              <a:off x="3544900" y="2688975"/>
              <a:ext cx="3150" cy="5800"/>
            </a:xfrm>
            <a:custGeom>
              <a:rect b="b" l="l" r="r" t="t"/>
              <a:pathLst>
                <a:path extrusionOk="0" h="232" w="126">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3" name="Google Shape;8023;p72"/>
            <p:cNvSpPr/>
            <p:nvPr/>
          </p:nvSpPr>
          <p:spPr>
            <a:xfrm>
              <a:off x="3431000" y="2330125"/>
              <a:ext cx="228750" cy="311750"/>
            </a:xfrm>
            <a:custGeom>
              <a:rect b="b" l="l" r="r" t="t"/>
              <a:pathLst>
                <a:path extrusionOk="0" h="12470" w="915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24" name="Google Shape;8024;p72"/>
          <p:cNvGrpSpPr/>
          <p:nvPr/>
        </p:nvGrpSpPr>
        <p:grpSpPr>
          <a:xfrm>
            <a:off x="3548403" y="2849588"/>
            <a:ext cx="2310282" cy="1374222"/>
            <a:chOff x="238125" y="732525"/>
            <a:chExt cx="7130500" cy="4241425"/>
          </a:xfrm>
        </p:grpSpPr>
        <p:sp>
          <p:nvSpPr>
            <p:cNvPr id="8025" name="Google Shape;8025;p72"/>
            <p:cNvSpPr/>
            <p:nvPr/>
          </p:nvSpPr>
          <p:spPr>
            <a:xfrm>
              <a:off x="3175800" y="1003350"/>
              <a:ext cx="3741725" cy="3331975"/>
            </a:xfrm>
            <a:custGeom>
              <a:rect b="b" l="l" r="r" t="t"/>
              <a:pathLst>
                <a:path extrusionOk="0" h="133279" w="149669">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6" name="Google Shape;8026;p72"/>
            <p:cNvSpPr/>
            <p:nvPr/>
          </p:nvSpPr>
          <p:spPr>
            <a:xfrm>
              <a:off x="3167575" y="993250"/>
              <a:ext cx="3759100" cy="3349975"/>
            </a:xfrm>
            <a:custGeom>
              <a:rect b="b" l="l" r="r" t="t"/>
              <a:pathLst>
                <a:path extrusionOk="0" h="133999" w="150364">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7" name="Google Shape;8027;p72"/>
            <p:cNvSpPr/>
            <p:nvPr/>
          </p:nvSpPr>
          <p:spPr>
            <a:xfrm>
              <a:off x="4467225" y="3815075"/>
              <a:ext cx="177425" cy="289800"/>
            </a:xfrm>
            <a:custGeom>
              <a:rect b="b" l="l" r="r" t="t"/>
              <a:pathLst>
                <a:path extrusionOk="0" h="11592" w="7097">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8" name="Google Shape;8028;p72"/>
            <p:cNvSpPr/>
            <p:nvPr/>
          </p:nvSpPr>
          <p:spPr>
            <a:xfrm>
              <a:off x="4458375" y="3806875"/>
              <a:ext cx="194800" cy="307475"/>
            </a:xfrm>
            <a:custGeom>
              <a:rect b="b" l="l" r="r" t="t"/>
              <a:pathLst>
                <a:path extrusionOk="0" h="12299" w="7792">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9" name="Google Shape;8029;p72"/>
            <p:cNvSpPr/>
            <p:nvPr/>
          </p:nvSpPr>
          <p:spPr>
            <a:xfrm>
              <a:off x="5304725" y="3312525"/>
              <a:ext cx="45475" cy="78625"/>
            </a:xfrm>
            <a:custGeom>
              <a:rect b="b" l="l" r="r" t="t"/>
              <a:pathLst>
                <a:path extrusionOk="0" h="3145" w="1819">
                  <a:moveTo>
                    <a:pt x="480" y="0"/>
                  </a:moveTo>
                  <a:lnTo>
                    <a:pt x="0" y="1654"/>
                  </a:lnTo>
                  <a:lnTo>
                    <a:pt x="480" y="3144"/>
                  </a:lnTo>
                  <a:lnTo>
                    <a:pt x="1503" y="2753"/>
                  </a:lnTo>
                  <a:lnTo>
                    <a:pt x="1818" y="1566"/>
                  </a:lnTo>
                  <a:lnTo>
                    <a:pt x="48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0" name="Google Shape;8030;p72"/>
            <p:cNvSpPr/>
            <p:nvPr/>
          </p:nvSpPr>
          <p:spPr>
            <a:xfrm>
              <a:off x="5296500" y="3296100"/>
              <a:ext cx="62525" cy="105475"/>
            </a:xfrm>
            <a:custGeom>
              <a:rect b="b" l="l" r="r" t="t"/>
              <a:pathLst>
                <a:path extrusionOk="0" h="4219" w="2501">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1" name="Google Shape;8031;p72"/>
            <p:cNvSpPr/>
            <p:nvPr/>
          </p:nvSpPr>
          <p:spPr>
            <a:xfrm>
              <a:off x="5643750" y="3420800"/>
              <a:ext cx="232675" cy="252250"/>
            </a:xfrm>
            <a:custGeom>
              <a:rect b="b" l="l" r="r" t="t"/>
              <a:pathLst>
                <a:path extrusionOk="0" h="10090" w="9307">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2" name="Google Shape;8032;p72"/>
            <p:cNvSpPr/>
            <p:nvPr/>
          </p:nvSpPr>
          <p:spPr>
            <a:xfrm>
              <a:off x="5628275" y="3412900"/>
              <a:ext cx="256350" cy="268025"/>
            </a:xfrm>
            <a:custGeom>
              <a:rect b="b" l="l" r="r" t="t"/>
              <a:pathLst>
                <a:path extrusionOk="0" h="10721" w="10254">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3" name="Google Shape;8033;p72"/>
            <p:cNvSpPr/>
            <p:nvPr/>
          </p:nvSpPr>
          <p:spPr>
            <a:xfrm>
              <a:off x="5873550" y="3662925"/>
              <a:ext cx="284775" cy="73250"/>
            </a:xfrm>
            <a:custGeom>
              <a:rect b="b" l="l" r="r" t="t"/>
              <a:pathLst>
                <a:path extrusionOk="0" h="2930" w="11391">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4" name="Google Shape;8034;p72"/>
            <p:cNvSpPr/>
            <p:nvPr/>
          </p:nvSpPr>
          <p:spPr>
            <a:xfrm>
              <a:off x="5859050" y="3654075"/>
              <a:ext cx="342200" cy="90000"/>
            </a:xfrm>
            <a:custGeom>
              <a:rect b="b" l="l" r="r" t="t"/>
              <a:pathLst>
                <a:path extrusionOk="0" h="3600" w="13688">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5" name="Google Shape;8035;p72"/>
            <p:cNvSpPr/>
            <p:nvPr/>
          </p:nvSpPr>
          <p:spPr>
            <a:xfrm>
              <a:off x="6185775" y="3706475"/>
              <a:ext cx="137975" cy="31600"/>
            </a:xfrm>
            <a:custGeom>
              <a:rect b="b" l="l" r="r" t="t"/>
              <a:pathLst>
                <a:path extrusionOk="0" h="1264" w="5519">
                  <a:moveTo>
                    <a:pt x="3397" y="1"/>
                  </a:moveTo>
                  <a:lnTo>
                    <a:pt x="0" y="556"/>
                  </a:lnTo>
                  <a:lnTo>
                    <a:pt x="1818" y="1263"/>
                  </a:lnTo>
                  <a:lnTo>
                    <a:pt x="5518" y="556"/>
                  </a:lnTo>
                  <a:lnTo>
                    <a:pt x="339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6" name="Google Shape;8036;p72"/>
            <p:cNvSpPr/>
            <p:nvPr/>
          </p:nvSpPr>
          <p:spPr>
            <a:xfrm>
              <a:off x="6156100" y="3698600"/>
              <a:ext cx="203625" cy="47675"/>
            </a:xfrm>
            <a:custGeom>
              <a:rect b="b" l="l" r="r" t="t"/>
              <a:pathLst>
                <a:path extrusionOk="0" h="1907" w="8145">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7" name="Google Shape;8037;p72"/>
            <p:cNvSpPr/>
            <p:nvPr/>
          </p:nvSpPr>
          <p:spPr>
            <a:xfrm>
              <a:off x="6158300" y="3493725"/>
              <a:ext cx="139875" cy="161950"/>
            </a:xfrm>
            <a:custGeom>
              <a:rect b="b" l="l" r="r" t="t"/>
              <a:pathLst>
                <a:path extrusionOk="0" h="6478" w="5595">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8" name="Google Shape;8038;p72"/>
            <p:cNvSpPr/>
            <p:nvPr/>
          </p:nvSpPr>
          <p:spPr>
            <a:xfrm>
              <a:off x="6149775" y="3484875"/>
              <a:ext cx="165125" cy="188175"/>
            </a:xfrm>
            <a:custGeom>
              <a:rect b="b" l="l" r="r" t="t"/>
              <a:pathLst>
                <a:path extrusionOk="0" h="7527" w="6605">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9" name="Google Shape;8039;p72"/>
            <p:cNvSpPr/>
            <p:nvPr/>
          </p:nvSpPr>
          <p:spPr>
            <a:xfrm>
              <a:off x="5945525" y="3367450"/>
              <a:ext cx="213125" cy="254775"/>
            </a:xfrm>
            <a:custGeom>
              <a:rect b="b" l="l" r="r" t="t"/>
              <a:pathLst>
                <a:path extrusionOk="0" h="10191" w="8525">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0" name="Google Shape;8040;p72"/>
            <p:cNvSpPr/>
            <p:nvPr/>
          </p:nvSpPr>
          <p:spPr>
            <a:xfrm>
              <a:off x="5936075" y="3355775"/>
              <a:ext cx="232350" cy="278450"/>
            </a:xfrm>
            <a:custGeom>
              <a:rect b="b" l="l" r="r" t="t"/>
              <a:pathLst>
                <a:path extrusionOk="0" h="11138" w="9294">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1" name="Google Shape;8041;p72"/>
            <p:cNvSpPr/>
            <p:nvPr/>
          </p:nvSpPr>
          <p:spPr>
            <a:xfrm>
              <a:off x="6429775" y="3529075"/>
              <a:ext cx="453650" cy="254450"/>
            </a:xfrm>
            <a:custGeom>
              <a:rect b="b" l="l" r="r" t="t"/>
              <a:pathLst>
                <a:path extrusionOk="0" h="10178" w="18146">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2" name="Google Shape;8042;p72"/>
            <p:cNvSpPr/>
            <p:nvPr/>
          </p:nvSpPr>
          <p:spPr>
            <a:xfrm>
              <a:off x="6416200" y="3519925"/>
              <a:ext cx="483325" cy="271500"/>
            </a:xfrm>
            <a:custGeom>
              <a:rect b="b" l="l" r="r" t="t"/>
              <a:pathLst>
                <a:path extrusionOk="0" h="10860" w="19333">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3" name="Google Shape;8043;p72"/>
            <p:cNvSpPr/>
            <p:nvPr/>
          </p:nvSpPr>
          <p:spPr>
            <a:xfrm>
              <a:off x="5992575" y="3785400"/>
              <a:ext cx="867500" cy="764650"/>
            </a:xfrm>
            <a:custGeom>
              <a:rect b="b" l="l" r="r" t="t"/>
              <a:pathLst>
                <a:path extrusionOk="0" h="30586" w="3470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4" name="Google Shape;8044;p72"/>
            <p:cNvSpPr/>
            <p:nvPr/>
          </p:nvSpPr>
          <p:spPr>
            <a:xfrm>
              <a:off x="5985000" y="3768350"/>
              <a:ext cx="883600" cy="789850"/>
            </a:xfrm>
            <a:custGeom>
              <a:rect b="b" l="l" r="r" t="t"/>
              <a:pathLst>
                <a:path extrusionOk="0" h="31594" w="35344">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5" name="Google Shape;8045;p72"/>
            <p:cNvSpPr/>
            <p:nvPr/>
          </p:nvSpPr>
          <p:spPr>
            <a:xfrm>
              <a:off x="6575950" y="4616250"/>
              <a:ext cx="97550" cy="109575"/>
            </a:xfrm>
            <a:custGeom>
              <a:rect b="b" l="l" r="r" t="t"/>
              <a:pathLst>
                <a:path extrusionOk="0" h="4383" w="3902">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6" name="Google Shape;8046;p72"/>
            <p:cNvSpPr/>
            <p:nvPr/>
          </p:nvSpPr>
          <p:spPr>
            <a:xfrm>
              <a:off x="6568050" y="4609625"/>
              <a:ext cx="115875" cy="126600"/>
            </a:xfrm>
            <a:custGeom>
              <a:rect b="b" l="l" r="r" t="t"/>
              <a:pathLst>
                <a:path extrusionOk="0" h="5064" w="4635">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7" name="Google Shape;8047;p72"/>
            <p:cNvSpPr/>
            <p:nvPr/>
          </p:nvSpPr>
          <p:spPr>
            <a:xfrm>
              <a:off x="6995150" y="4713800"/>
              <a:ext cx="195750" cy="190700"/>
            </a:xfrm>
            <a:custGeom>
              <a:rect b="b" l="l" r="r" t="t"/>
              <a:pathLst>
                <a:path extrusionOk="0" h="7628" w="783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8" name="Google Shape;8048;p72"/>
            <p:cNvSpPr/>
            <p:nvPr/>
          </p:nvSpPr>
          <p:spPr>
            <a:xfrm>
              <a:off x="6985700" y="4705900"/>
              <a:ext cx="213100" cy="209650"/>
            </a:xfrm>
            <a:custGeom>
              <a:rect b="b" l="l" r="r" t="t"/>
              <a:pathLst>
                <a:path extrusionOk="0" h="8386" w="8524">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9" name="Google Shape;8049;p72"/>
            <p:cNvSpPr/>
            <p:nvPr/>
          </p:nvSpPr>
          <p:spPr>
            <a:xfrm>
              <a:off x="7223700" y="4478300"/>
              <a:ext cx="126625" cy="235850"/>
            </a:xfrm>
            <a:custGeom>
              <a:rect b="b" l="l" r="r" t="t"/>
              <a:pathLst>
                <a:path extrusionOk="0" h="9434" w="5065">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0" name="Google Shape;8050;p72"/>
            <p:cNvSpPr/>
            <p:nvPr/>
          </p:nvSpPr>
          <p:spPr>
            <a:xfrm>
              <a:off x="7219600" y="4466625"/>
              <a:ext cx="149025" cy="258875"/>
            </a:xfrm>
            <a:custGeom>
              <a:rect b="b" l="l" r="r" t="t"/>
              <a:pathLst>
                <a:path extrusionOk="0" h="10355" w="5961">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1" name="Google Shape;8051;p72"/>
            <p:cNvSpPr/>
            <p:nvPr/>
          </p:nvSpPr>
          <p:spPr>
            <a:xfrm>
              <a:off x="6134625" y="2921400"/>
              <a:ext cx="43275" cy="96300"/>
            </a:xfrm>
            <a:custGeom>
              <a:rect b="b" l="l" r="r" t="t"/>
              <a:pathLst>
                <a:path extrusionOk="0" h="3852" w="1731">
                  <a:moveTo>
                    <a:pt x="1415" y="0"/>
                  </a:moveTo>
                  <a:lnTo>
                    <a:pt x="1" y="682"/>
                  </a:lnTo>
                  <a:lnTo>
                    <a:pt x="1" y="2627"/>
                  </a:lnTo>
                  <a:lnTo>
                    <a:pt x="1415" y="3852"/>
                  </a:lnTo>
                  <a:lnTo>
                    <a:pt x="1730" y="1920"/>
                  </a:lnTo>
                  <a:lnTo>
                    <a:pt x="141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2" name="Google Shape;8052;p72"/>
            <p:cNvSpPr/>
            <p:nvPr/>
          </p:nvSpPr>
          <p:spPr>
            <a:xfrm>
              <a:off x="6126725" y="2909725"/>
              <a:ext cx="59375" cy="122825"/>
            </a:xfrm>
            <a:custGeom>
              <a:rect b="b" l="l" r="r" t="t"/>
              <a:pathLst>
                <a:path extrusionOk="0" h="4913" w="2375">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3" name="Google Shape;8053;p72"/>
            <p:cNvSpPr/>
            <p:nvPr/>
          </p:nvSpPr>
          <p:spPr>
            <a:xfrm>
              <a:off x="5917450" y="3060600"/>
              <a:ext cx="65350" cy="60650"/>
            </a:xfrm>
            <a:custGeom>
              <a:rect b="b" l="l" r="r" t="t"/>
              <a:pathLst>
                <a:path extrusionOk="0" h="2426" w="2614">
                  <a:moveTo>
                    <a:pt x="1099" y="1"/>
                  </a:moveTo>
                  <a:lnTo>
                    <a:pt x="0" y="1175"/>
                  </a:lnTo>
                  <a:lnTo>
                    <a:pt x="568" y="2425"/>
                  </a:lnTo>
                  <a:lnTo>
                    <a:pt x="1440" y="2425"/>
                  </a:lnTo>
                  <a:lnTo>
                    <a:pt x="2614" y="708"/>
                  </a:lnTo>
                  <a:lnTo>
                    <a:pt x="109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4" name="Google Shape;8054;p72"/>
            <p:cNvSpPr/>
            <p:nvPr/>
          </p:nvSpPr>
          <p:spPr>
            <a:xfrm>
              <a:off x="5908275" y="3050825"/>
              <a:ext cx="86225" cy="78325"/>
            </a:xfrm>
            <a:custGeom>
              <a:rect b="b" l="l" r="r" t="t"/>
              <a:pathLst>
                <a:path extrusionOk="0" h="3133" w="3449">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5" name="Google Shape;8055;p72"/>
            <p:cNvSpPr/>
            <p:nvPr/>
          </p:nvSpPr>
          <p:spPr>
            <a:xfrm>
              <a:off x="6168100" y="3083025"/>
              <a:ext cx="108300" cy="173650"/>
            </a:xfrm>
            <a:custGeom>
              <a:rect b="b" l="l" r="r" t="t"/>
              <a:pathLst>
                <a:path extrusionOk="0" h="6946" w="4332">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6" name="Google Shape;8056;p72"/>
            <p:cNvSpPr/>
            <p:nvPr/>
          </p:nvSpPr>
          <p:spPr>
            <a:xfrm>
              <a:off x="6159575" y="3067875"/>
              <a:ext cx="125650" cy="204275"/>
            </a:xfrm>
            <a:custGeom>
              <a:rect b="b" l="l" r="r" t="t"/>
              <a:pathLst>
                <a:path extrusionOk="0" h="8171" w="5026">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7" name="Google Shape;8057;p72"/>
            <p:cNvSpPr/>
            <p:nvPr/>
          </p:nvSpPr>
          <p:spPr>
            <a:xfrm>
              <a:off x="6241950" y="3244650"/>
              <a:ext cx="111475" cy="160375"/>
            </a:xfrm>
            <a:custGeom>
              <a:rect b="b" l="l" r="r" t="t"/>
              <a:pathLst>
                <a:path extrusionOk="0" h="6415" w="4459">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8" name="Google Shape;8058;p72"/>
            <p:cNvSpPr/>
            <p:nvPr/>
          </p:nvSpPr>
          <p:spPr>
            <a:xfrm>
              <a:off x="6225225" y="3228550"/>
              <a:ext cx="138600" cy="187525"/>
            </a:xfrm>
            <a:custGeom>
              <a:rect b="b" l="l" r="r" t="t"/>
              <a:pathLst>
                <a:path extrusionOk="0" h="7501" w="5544">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9" name="Google Shape;8059;p72"/>
            <p:cNvSpPr/>
            <p:nvPr/>
          </p:nvSpPr>
          <p:spPr>
            <a:xfrm>
              <a:off x="6323400" y="2434950"/>
              <a:ext cx="220375" cy="347575"/>
            </a:xfrm>
            <a:custGeom>
              <a:rect b="b" l="l" r="r" t="t"/>
              <a:pathLst>
                <a:path extrusionOk="0" h="13903" w="8815">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0" name="Google Shape;8060;p72"/>
            <p:cNvSpPr/>
            <p:nvPr/>
          </p:nvSpPr>
          <p:spPr>
            <a:xfrm>
              <a:off x="6314250" y="2424850"/>
              <a:ext cx="238050" cy="377575"/>
            </a:xfrm>
            <a:custGeom>
              <a:rect b="b" l="l" r="r" t="t"/>
              <a:pathLst>
                <a:path extrusionOk="0" h="15103" w="9522">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1" name="Google Shape;8061;p72"/>
            <p:cNvSpPr/>
            <p:nvPr/>
          </p:nvSpPr>
          <p:spPr>
            <a:xfrm>
              <a:off x="6470500" y="2285950"/>
              <a:ext cx="89675" cy="141450"/>
            </a:xfrm>
            <a:custGeom>
              <a:rect b="b" l="l" r="r" t="t"/>
              <a:pathLst>
                <a:path extrusionOk="0" h="5658" w="3587">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2" name="Google Shape;8062;p72"/>
            <p:cNvSpPr/>
            <p:nvPr/>
          </p:nvSpPr>
          <p:spPr>
            <a:xfrm>
              <a:off x="6462300" y="2274900"/>
              <a:ext cx="105775" cy="160375"/>
            </a:xfrm>
            <a:custGeom>
              <a:rect b="b" l="l" r="r" t="t"/>
              <a:pathLst>
                <a:path extrusionOk="0" h="6415" w="4231">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3" name="Google Shape;8063;p72"/>
            <p:cNvSpPr/>
            <p:nvPr/>
          </p:nvSpPr>
          <p:spPr>
            <a:xfrm>
              <a:off x="6378950" y="1950375"/>
              <a:ext cx="126300" cy="303725"/>
            </a:xfrm>
            <a:custGeom>
              <a:rect b="b" l="l" r="r" t="t"/>
              <a:pathLst>
                <a:path extrusionOk="0" h="12149" w="5052">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4" name="Google Shape;8064;p72"/>
            <p:cNvSpPr/>
            <p:nvPr/>
          </p:nvSpPr>
          <p:spPr>
            <a:xfrm>
              <a:off x="6370425" y="1934925"/>
              <a:ext cx="145575" cy="327050"/>
            </a:xfrm>
            <a:custGeom>
              <a:rect b="b" l="l" r="r" t="t"/>
              <a:pathLst>
                <a:path extrusionOk="0" h="13082" w="5823">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5" name="Google Shape;8065;p72"/>
            <p:cNvSpPr/>
            <p:nvPr/>
          </p:nvSpPr>
          <p:spPr>
            <a:xfrm>
              <a:off x="5626075" y="893825"/>
              <a:ext cx="145875" cy="113350"/>
            </a:xfrm>
            <a:custGeom>
              <a:rect b="b" l="l" r="r" t="t"/>
              <a:pathLst>
                <a:path extrusionOk="0" h="4534" w="5835">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6" name="Google Shape;8066;p72"/>
            <p:cNvSpPr/>
            <p:nvPr/>
          </p:nvSpPr>
          <p:spPr>
            <a:xfrm>
              <a:off x="5617225" y="885625"/>
              <a:ext cx="162600" cy="131025"/>
            </a:xfrm>
            <a:custGeom>
              <a:rect b="b" l="l" r="r" t="t"/>
              <a:pathLst>
                <a:path extrusionOk="0" h="5241" w="6504">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7" name="Google Shape;8067;p72"/>
            <p:cNvSpPr/>
            <p:nvPr/>
          </p:nvSpPr>
          <p:spPr>
            <a:xfrm>
              <a:off x="5828725" y="897925"/>
              <a:ext cx="80850" cy="36650"/>
            </a:xfrm>
            <a:custGeom>
              <a:rect b="b" l="l" r="r" t="t"/>
              <a:pathLst>
                <a:path extrusionOk="0" h="1466" w="3234">
                  <a:moveTo>
                    <a:pt x="1" y="1"/>
                  </a:moveTo>
                  <a:lnTo>
                    <a:pt x="885" y="1465"/>
                  </a:lnTo>
                  <a:lnTo>
                    <a:pt x="3233" y="733"/>
                  </a:lnTo>
                  <a:lnTo>
                    <a:pt x="235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8" name="Google Shape;8068;p72"/>
            <p:cNvSpPr/>
            <p:nvPr/>
          </p:nvSpPr>
          <p:spPr>
            <a:xfrm>
              <a:off x="5814525" y="890350"/>
              <a:ext cx="111475" cy="53700"/>
            </a:xfrm>
            <a:custGeom>
              <a:rect b="b" l="l" r="r" t="t"/>
              <a:pathLst>
                <a:path extrusionOk="0" h="2148" w="4459">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9" name="Google Shape;8069;p72"/>
            <p:cNvSpPr/>
            <p:nvPr/>
          </p:nvSpPr>
          <p:spPr>
            <a:xfrm>
              <a:off x="5765925" y="1013475"/>
              <a:ext cx="80825" cy="48625"/>
            </a:xfrm>
            <a:custGeom>
              <a:rect b="b" l="l" r="r" t="t"/>
              <a:pathLst>
                <a:path extrusionOk="0" h="1945" w="3233">
                  <a:moveTo>
                    <a:pt x="0" y="0"/>
                  </a:moveTo>
                  <a:lnTo>
                    <a:pt x="871" y="1945"/>
                  </a:lnTo>
                  <a:lnTo>
                    <a:pt x="3233" y="972"/>
                  </a:lnTo>
                  <a:lnTo>
                    <a:pt x="1616" y="164"/>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0" name="Google Shape;8070;p72"/>
            <p:cNvSpPr/>
            <p:nvPr/>
          </p:nvSpPr>
          <p:spPr>
            <a:xfrm>
              <a:off x="5752975" y="1004300"/>
              <a:ext cx="113025" cy="68225"/>
            </a:xfrm>
            <a:custGeom>
              <a:rect b="b" l="l" r="r" t="t"/>
              <a:pathLst>
                <a:path extrusionOk="0" h="2729" w="4521">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1" name="Google Shape;8071;p72"/>
            <p:cNvSpPr/>
            <p:nvPr/>
          </p:nvSpPr>
          <p:spPr>
            <a:xfrm>
              <a:off x="4952100" y="890350"/>
              <a:ext cx="78950" cy="112725"/>
            </a:xfrm>
            <a:custGeom>
              <a:rect b="b" l="l" r="r" t="t"/>
              <a:pathLst>
                <a:path extrusionOk="0" h="4509" w="3158">
                  <a:moveTo>
                    <a:pt x="1" y="0"/>
                  </a:moveTo>
                  <a:lnTo>
                    <a:pt x="1" y="1882"/>
                  </a:lnTo>
                  <a:lnTo>
                    <a:pt x="960" y="4508"/>
                  </a:lnTo>
                  <a:lnTo>
                    <a:pt x="3157" y="2576"/>
                  </a:lnTo>
                  <a:lnTo>
                    <a:pt x="3157" y="1251"/>
                  </a:lnTo>
                  <a:lnTo>
                    <a:pt x="1"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2" name="Google Shape;8072;p72"/>
            <p:cNvSpPr/>
            <p:nvPr/>
          </p:nvSpPr>
          <p:spPr>
            <a:xfrm>
              <a:off x="4944200" y="878675"/>
              <a:ext cx="94750" cy="137975"/>
            </a:xfrm>
            <a:custGeom>
              <a:rect b="b" l="l" r="r" t="t"/>
              <a:pathLst>
                <a:path extrusionOk="0" h="5519" w="379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3" name="Google Shape;8073;p72"/>
            <p:cNvSpPr/>
            <p:nvPr/>
          </p:nvSpPr>
          <p:spPr>
            <a:xfrm>
              <a:off x="4770275" y="799125"/>
              <a:ext cx="164800" cy="161950"/>
            </a:xfrm>
            <a:custGeom>
              <a:rect b="b" l="l" r="r" t="t"/>
              <a:pathLst>
                <a:path extrusionOk="0" h="6478" w="6592">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4" name="Google Shape;8074;p72"/>
            <p:cNvSpPr/>
            <p:nvPr/>
          </p:nvSpPr>
          <p:spPr>
            <a:xfrm>
              <a:off x="4761750" y="785550"/>
              <a:ext cx="184075" cy="183425"/>
            </a:xfrm>
            <a:custGeom>
              <a:rect b="b" l="l" r="r" t="t"/>
              <a:pathLst>
                <a:path extrusionOk="0" h="7337" w="7363">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5" name="Google Shape;8075;p72"/>
            <p:cNvSpPr/>
            <p:nvPr/>
          </p:nvSpPr>
          <p:spPr>
            <a:xfrm>
              <a:off x="4392100" y="1174150"/>
              <a:ext cx="165750" cy="386075"/>
            </a:xfrm>
            <a:custGeom>
              <a:rect b="b" l="l" r="r" t="t"/>
              <a:pathLst>
                <a:path extrusionOk="0" h="15443" w="663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6" name="Google Shape;8076;p72"/>
            <p:cNvSpPr/>
            <p:nvPr/>
          </p:nvSpPr>
          <p:spPr>
            <a:xfrm>
              <a:off x="4383875" y="1161200"/>
              <a:ext cx="181875" cy="406925"/>
            </a:xfrm>
            <a:custGeom>
              <a:rect b="b" l="l" r="r" t="t"/>
              <a:pathLst>
                <a:path extrusionOk="0" h="16277" w="7275">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7" name="Google Shape;8077;p72"/>
            <p:cNvSpPr/>
            <p:nvPr/>
          </p:nvSpPr>
          <p:spPr>
            <a:xfrm>
              <a:off x="3327950" y="2153675"/>
              <a:ext cx="78950" cy="116200"/>
            </a:xfrm>
            <a:custGeom>
              <a:rect b="b" l="l" r="r" t="t"/>
              <a:pathLst>
                <a:path extrusionOk="0" h="4648" w="3158">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8" name="Google Shape;8078;p72"/>
            <p:cNvSpPr/>
            <p:nvPr/>
          </p:nvSpPr>
          <p:spPr>
            <a:xfrm>
              <a:off x="3320050" y="2144525"/>
              <a:ext cx="94725" cy="134825"/>
            </a:xfrm>
            <a:custGeom>
              <a:rect b="b" l="l" r="r" t="t"/>
              <a:pathLst>
                <a:path extrusionOk="0" h="5393" w="3789">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9" name="Google Shape;8079;p72"/>
            <p:cNvSpPr/>
            <p:nvPr/>
          </p:nvSpPr>
          <p:spPr>
            <a:xfrm>
              <a:off x="3404025" y="2057075"/>
              <a:ext cx="144925" cy="252250"/>
            </a:xfrm>
            <a:custGeom>
              <a:rect b="b" l="l" r="r" t="t"/>
              <a:pathLst>
                <a:path extrusionOk="0" h="10090" w="5797">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0" name="Google Shape;8080;p72"/>
            <p:cNvSpPr/>
            <p:nvPr/>
          </p:nvSpPr>
          <p:spPr>
            <a:xfrm>
              <a:off x="3394250" y="2048250"/>
              <a:ext cx="162600" cy="270550"/>
            </a:xfrm>
            <a:custGeom>
              <a:rect b="b" l="l" r="r" t="t"/>
              <a:pathLst>
                <a:path extrusionOk="0" h="10822" w="6504">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1" name="Google Shape;8081;p72"/>
            <p:cNvSpPr/>
            <p:nvPr/>
          </p:nvSpPr>
          <p:spPr>
            <a:xfrm>
              <a:off x="3658775" y="1084500"/>
              <a:ext cx="236775" cy="215300"/>
            </a:xfrm>
            <a:custGeom>
              <a:rect b="b" l="l" r="r" t="t"/>
              <a:pathLst>
                <a:path extrusionOk="0" h="8612" w="9471">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2" name="Google Shape;8082;p72"/>
            <p:cNvSpPr/>
            <p:nvPr/>
          </p:nvSpPr>
          <p:spPr>
            <a:xfrm>
              <a:off x="3645200" y="1074400"/>
              <a:ext cx="260450" cy="239600"/>
            </a:xfrm>
            <a:custGeom>
              <a:rect b="b" l="l" r="r" t="t"/>
              <a:pathLst>
                <a:path extrusionOk="0" h="9584" w="10418">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3" name="Google Shape;8083;p72"/>
            <p:cNvSpPr/>
            <p:nvPr/>
          </p:nvSpPr>
          <p:spPr>
            <a:xfrm>
              <a:off x="3780950" y="1045975"/>
              <a:ext cx="134825" cy="91250"/>
            </a:xfrm>
            <a:custGeom>
              <a:rect b="b" l="l" r="r" t="t"/>
              <a:pathLst>
                <a:path extrusionOk="0" h="3650" w="5393">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4" name="Google Shape;8084;p72"/>
            <p:cNvSpPr/>
            <p:nvPr/>
          </p:nvSpPr>
          <p:spPr>
            <a:xfrm>
              <a:off x="3768950" y="1035550"/>
              <a:ext cx="156600" cy="111475"/>
            </a:xfrm>
            <a:custGeom>
              <a:rect b="b" l="l" r="r" t="t"/>
              <a:pathLst>
                <a:path extrusionOk="0" h="4459" w="6264">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5" name="Google Shape;8085;p72"/>
            <p:cNvSpPr/>
            <p:nvPr/>
          </p:nvSpPr>
          <p:spPr>
            <a:xfrm>
              <a:off x="3098775" y="1751200"/>
              <a:ext cx="166375" cy="133550"/>
            </a:xfrm>
            <a:custGeom>
              <a:rect b="b" l="l" r="r" t="t"/>
              <a:pathLst>
                <a:path extrusionOk="0" h="5342" w="6655">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6" name="Google Shape;8086;p72"/>
            <p:cNvSpPr/>
            <p:nvPr/>
          </p:nvSpPr>
          <p:spPr>
            <a:xfrm>
              <a:off x="3089925" y="1740150"/>
              <a:ext cx="182800" cy="153450"/>
            </a:xfrm>
            <a:custGeom>
              <a:rect b="b" l="l" r="r" t="t"/>
              <a:pathLst>
                <a:path extrusionOk="0" h="6138" w="7312">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7" name="Google Shape;8087;p72"/>
            <p:cNvSpPr/>
            <p:nvPr/>
          </p:nvSpPr>
          <p:spPr>
            <a:xfrm>
              <a:off x="3793250" y="2636350"/>
              <a:ext cx="57175" cy="35700"/>
            </a:xfrm>
            <a:custGeom>
              <a:rect b="b" l="l" r="r" t="t"/>
              <a:pathLst>
                <a:path extrusionOk="0" h="1428" w="2287">
                  <a:moveTo>
                    <a:pt x="1743" y="0"/>
                  </a:moveTo>
                  <a:lnTo>
                    <a:pt x="1" y="480"/>
                  </a:lnTo>
                  <a:lnTo>
                    <a:pt x="2286" y="1427"/>
                  </a:lnTo>
                  <a:lnTo>
                    <a:pt x="2286" y="1427"/>
                  </a:lnTo>
                  <a:lnTo>
                    <a:pt x="174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8" name="Google Shape;8088;p72"/>
            <p:cNvSpPr/>
            <p:nvPr/>
          </p:nvSpPr>
          <p:spPr>
            <a:xfrm>
              <a:off x="3768950" y="2626875"/>
              <a:ext cx="95675" cy="59375"/>
            </a:xfrm>
            <a:custGeom>
              <a:rect b="b" l="l" r="r" t="t"/>
              <a:pathLst>
                <a:path extrusionOk="0" h="2375" w="3827">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9" name="Google Shape;8089;p72"/>
            <p:cNvSpPr/>
            <p:nvPr/>
          </p:nvSpPr>
          <p:spPr>
            <a:xfrm>
              <a:off x="3702975" y="2517025"/>
              <a:ext cx="43275" cy="68200"/>
            </a:xfrm>
            <a:custGeom>
              <a:rect b="b" l="l" r="r" t="t"/>
              <a:pathLst>
                <a:path extrusionOk="0" h="2728" w="1731">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0" name="Google Shape;8090;p72"/>
            <p:cNvSpPr/>
            <p:nvPr/>
          </p:nvSpPr>
          <p:spPr>
            <a:xfrm>
              <a:off x="3694450" y="2505025"/>
              <a:ext cx="62850" cy="88100"/>
            </a:xfrm>
            <a:custGeom>
              <a:rect b="b" l="l" r="r" t="t"/>
              <a:pathLst>
                <a:path extrusionOk="0" h="3524" w="2514">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1" name="Google Shape;8091;p72"/>
            <p:cNvSpPr/>
            <p:nvPr/>
          </p:nvSpPr>
          <p:spPr>
            <a:xfrm>
              <a:off x="3696975" y="2570375"/>
              <a:ext cx="25275" cy="78000"/>
            </a:xfrm>
            <a:custGeom>
              <a:rect b="b" l="l" r="r" t="t"/>
              <a:pathLst>
                <a:path extrusionOk="0" h="3120" w="1011">
                  <a:moveTo>
                    <a:pt x="455" y="0"/>
                  </a:moveTo>
                  <a:lnTo>
                    <a:pt x="1" y="1402"/>
                  </a:lnTo>
                  <a:lnTo>
                    <a:pt x="581" y="3119"/>
                  </a:lnTo>
                  <a:lnTo>
                    <a:pt x="1011" y="3119"/>
                  </a:lnTo>
                  <a:lnTo>
                    <a:pt x="1011" y="278"/>
                  </a:lnTo>
                  <a:lnTo>
                    <a:pt x="4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2" name="Google Shape;8092;p72"/>
            <p:cNvSpPr/>
            <p:nvPr/>
          </p:nvSpPr>
          <p:spPr>
            <a:xfrm>
              <a:off x="3688775" y="2563750"/>
              <a:ext cx="43275" cy="92500"/>
            </a:xfrm>
            <a:custGeom>
              <a:rect b="b" l="l" r="r" t="t"/>
              <a:pathLst>
                <a:path extrusionOk="0" h="3700" w="1731">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3" name="Google Shape;8093;p72"/>
            <p:cNvSpPr/>
            <p:nvPr/>
          </p:nvSpPr>
          <p:spPr>
            <a:xfrm>
              <a:off x="4360850" y="1623350"/>
              <a:ext cx="47375" cy="27475"/>
            </a:xfrm>
            <a:custGeom>
              <a:rect b="b" l="l" r="r" t="t"/>
              <a:pathLst>
                <a:path extrusionOk="0" h="1099" w="1895">
                  <a:moveTo>
                    <a:pt x="0" y="0"/>
                  </a:moveTo>
                  <a:lnTo>
                    <a:pt x="556" y="1099"/>
                  </a:lnTo>
                  <a:lnTo>
                    <a:pt x="1326" y="947"/>
                  </a:lnTo>
                  <a:lnTo>
                    <a:pt x="1894"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4" name="Google Shape;8094;p72"/>
            <p:cNvSpPr/>
            <p:nvPr/>
          </p:nvSpPr>
          <p:spPr>
            <a:xfrm>
              <a:off x="4347900" y="1615450"/>
              <a:ext cx="74200" cy="44550"/>
            </a:xfrm>
            <a:custGeom>
              <a:rect b="b" l="l" r="r" t="t"/>
              <a:pathLst>
                <a:path extrusionOk="0" h="1782" w="2968">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5" name="Google Shape;8095;p72"/>
            <p:cNvSpPr/>
            <p:nvPr/>
          </p:nvSpPr>
          <p:spPr>
            <a:xfrm>
              <a:off x="2445000" y="785850"/>
              <a:ext cx="922425" cy="1196450"/>
            </a:xfrm>
            <a:custGeom>
              <a:rect b="b" l="l" r="r" t="t"/>
              <a:pathLst>
                <a:path extrusionOk="0" h="47858" w="36897">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6" name="Google Shape;8096;p72"/>
            <p:cNvSpPr/>
            <p:nvPr/>
          </p:nvSpPr>
          <p:spPr>
            <a:xfrm>
              <a:off x="2437100" y="777350"/>
              <a:ext cx="939800" cy="1218525"/>
            </a:xfrm>
            <a:custGeom>
              <a:rect b="b" l="l" r="r" t="t"/>
              <a:pathLst>
                <a:path extrusionOk="0" h="48741" w="37592">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7" name="Google Shape;8097;p72"/>
            <p:cNvSpPr/>
            <p:nvPr/>
          </p:nvSpPr>
          <p:spPr>
            <a:xfrm>
              <a:off x="2067150" y="740400"/>
              <a:ext cx="667350" cy="530050"/>
            </a:xfrm>
            <a:custGeom>
              <a:rect b="b" l="l" r="r" t="t"/>
              <a:pathLst>
                <a:path extrusionOk="0" h="21202" w="26694">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8" name="Google Shape;8098;p72"/>
            <p:cNvSpPr/>
            <p:nvPr/>
          </p:nvSpPr>
          <p:spPr>
            <a:xfrm>
              <a:off x="2057975" y="732525"/>
              <a:ext cx="685375" cy="546450"/>
            </a:xfrm>
            <a:custGeom>
              <a:rect b="b" l="l" r="r" t="t"/>
              <a:pathLst>
                <a:path extrusionOk="0" h="21858" w="27415">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9" name="Google Shape;8099;p72"/>
            <p:cNvSpPr/>
            <p:nvPr/>
          </p:nvSpPr>
          <p:spPr>
            <a:xfrm>
              <a:off x="2007475" y="1152350"/>
              <a:ext cx="49275" cy="59075"/>
            </a:xfrm>
            <a:custGeom>
              <a:rect b="b" l="l" r="r" t="t"/>
              <a:pathLst>
                <a:path extrusionOk="0" h="2363" w="1971">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0" name="Google Shape;8100;p72"/>
            <p:cNvSpPr/>
            <p:nvPr/>
          </p:nvSpPr>
          <p:spPr>
            <a:xfrm>
              <a:off x="1995800" y="1140375"/>
              <a:ext cx="70100" cy="82100"/>
            </a:xfrm>
            <a:custGeom>
              <a:rect b="b" l="l" r="r" t="t"/>
              <a:pathLst>
                <a:path extrusionOk="0" h="3284" w="2804">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1" name="Google Shape;8101;p72"/>
            <p:cNvSpPr/>
            <p:nvPr/>
          </p:nvSpPr>
          <p:spPr>
            <a:xfrm>
              <a:off x="2092700" y="954125"/>
              <a:ext cx="54950" cy="101675"/>
            </a:xfrm>
            <a:custGeom>
              <a:rect b="b" l="l" r="r" t="t"/>
              <a:pathLst>
                <a:path extrusionOk="0" h="4067" w="2198">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2" name="Google Shape;8102;p72"/>
            <p:cNvSpPr/>
            <p:nvPr/>
          </p:nvSpPr>
          <p:spPr>
            <a:xfrm>
              <a:off x="2084500" y="938325"/>
              <a:ext cx="73900" cy="125350"/>
            </a:xfrm>
            <a:custGeom>
              <a:rect b="b" l="l" r="r" t="t"/>
              <a:pathLst>
                <a:path extrusionOk="0" h="5014" w="2956">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3" name="Google Shape;8103;p72"/>
            <p:cNvSpPr/>
            <p:nvPr/>
          </p:nvSpPr>
          <p:spPr>
            <a:xfrm>
              <a:off x="1999575" y="874575"/>
              <a:ext cx="83050" cy="141750"/>
            </a:xfrm>
            <a:custGeom>
              <a:rect b="b" l="l" r="r" t="t"/>
              <a:pathLst>
                <a:path extrusionOk="0" h="5670" w="3322">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4" name="Google Shape;8104;p72"/>
            <p:cNvSpPr/>
            <p:nvPr/>
          </p:nvSpPr>
          <p:spPr>
            <a:xfrm>
              <a:off x="1989175" y="864475"/>
              <a:ext cx="101025" cy="173625"/>
            </a:xfrm>
            <a:custGeom>
              <a:rect b="b" l="l" r="r" t="t"/>
              <a:pathLst>
                <a:path extrusionOk="0" h="6945" w="4041">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5" name="Google Shape;8105;p72"/>
            <p:cNvSpPr/>
            <p:nvPr/>
          </p:nvSpPr>
          <p:spPr>
            <a:xfrm>
              <a:off x="1924775" y="1047875"/>
              <a:ext cx="106400" cy="104500"/>
            </a:xfrm>
            <a:custGeom>
              <a:rect b="b" l="l" r="r" t="t"/>
              <a:pathLst>
                <a:path extrusionOk="0" h="4180" w="4256">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6" name="Google Shape;8106;p72"/>
            <p:cNvSpPr/>
            <p:nvPr/>
          </p:nvSpPr>
          <p:spPr>
            <a:xfrm>
              <a:off x="1916875" y="1036500"/>
              <a:ext cx="124100" cy="128500"/>
            </a:xfrm>
            <a:custGeom>
              <a:rect b="b" l="l" r="r" t="t"/>
              <a:pathLst>
                <a:path extrusionOk="0" h="5140" w="4964">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7" name="Google Shape;8107;p72"/>
            <p:cNvSpPr/>
            <p:nvPr/>
          </p:nvSpPr>
          <p:spPr>
            <a:xfrm>
              <a:off x="1706650" y="1016300"/>
              <a:ext cx="192575" cy="136400"/>
            </a:xfrm>
            <a:custGeom>
              <a:rect b="b" l="l" r="r" t="t"/>
              <a:pathLst>
                <a:path extrusionOk="0" h="5456" w="7703">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8" name="Google Shape;8108;p72"/>
            <p:cNvSpPr/>
            <p:nvPr/>
          </p:nvSpPr>
          <p:spPr>
            <a:xfrm>
              <a:off x="1697800" y="1004950"/>
              <a:ext cx="209625" cy="156600"/>
            </a:xfrm>
            <a:custGeom>
              <a:rect b="b" l="l" r="r" t="t"/>
              <a:pathLst>
                <a:path extrusionOk="0" h="6264" w="8385">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9" name="Google Shape;8109;p72"/>
            <p:cNvSpPr/>
            <p:nvPr/>
          </p:nvSpPr>
          <p:spPr>
            <a:xfrm>
              <a:off x="1640975" y="919700"/>
              <a:ext cx="161975" cy="96625"/>
            </a:xfrm>
            <a:custGeom>
              <a:rect b="b" l="l" r="r" t="t"/>
              <a:pathLst>
                <a:path extrusionOk="0" h="3865" w="6479">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0" name="Google Shape;8110;p72"/>
            <p:cNvSpPr/>
            <p:nvPr/>
          </p:nvSpPr>
          <p:spPr>
            <a:xfrm>
              <a:off x="1629625" y="910875"/>
              <a:ext cx="184375" cy="113650"/>
            </a:xfrm>
            <a:custGeom>
              <a:rect b="b" l="l" r="r" t="t"/>
              <a:pathLst>
                <a:path extrusionOk="0" h="4546" w="7375">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1" name="Google Shape;8111;p72"/>
            <p:cNvSpPr/>
            <p:nvPr/>
          </p:nvSpPr>
          <p:spPr>
            <a:xfrm>
              <a:off x="1843950" y="961050"/>
              <a:ext cx="72950" cy="40125"/>
            </a:xfrm>
            <a:custGeom>
              <a:rect b="b" l="l" r="r" t="t"/>
              <a:pathLst>
                <a:path extrusionOk="0" h="1605" w="2918">
                  <a:moveTo>
                    <a:pt x="392" y="1"/>
                  </a:moveTo>
                  <a:lnTo>
                    <a:pt x="1" y="594"/>
                  </a:lnTo>
                  <a:lnTo>
                    <a:pt x="1024" y="1605"/>
                  </a:lnTo>
                  <a:lnTo>
                    <a:pt x="2211" y="670"/>
                  </a:lnTo>
                  <a:lnTo>
                    <a:pt x="2918"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2" name="Google Shape;8112;p72"/>
            <p:cNvSpPr/>
            <p:nvPr/>
          </p:nvSpPr>
          <p:spPr>
            <a:xfrm>
              <a:off x="1833850" y="953475"/>
              <a:ext cx="102950" cy="58125"/>
            </a:xfrm>
            <a:custGeom>
              <a:rect b="b" l="l" r="r" t="t"/>
              <a:pathLst>
                <a:path extrusionOk="0" h="2325" w="4118">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3" name="Google Shape;8113;p72"/>
            <p:cNvSpPr/>
            <p:nvPr/>
          </p:nvSpPr>
          <p:spPr>
            <a:xfrm>
              <a:off x="1900150" y="882450"/>
              <a:ext cx="40425" cy="51500"/>
            </a:xfrm>
            <a:custGeom>
              <a:rect b="b" l="l" r="r" t="t"/>
              <a:pathLst>
                <a:path extrusionOk="0" h="2060" w="1617">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4" name="Google Shape;8114;p72"/>
            <p:cNvSpPr/>
            <p:nvPr/>
          </p:nvSpPr>
          <p:spPr>
            <a:xfrm>
              <a:off x="1889725" y="873000"/>
              <a:ext cx="58750" cy="77975"/>
            </a:xfrm>
            <a:custGeom>
              <a:rect b="b" l="l" r="r" t="t"/>
              <a:pathLst>
                <a:path extrusionOk="0" h="3119" w="235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5" name="Google Shape;8115;p72"/>
            <p:cNvSpPr/>
            <p:nvPr/>
          </p:nvSpPr>
          <p:spPr>
            <a:xfrm>
              <a:off x="1439900" y="1099950"/>
              <a:ext cx="185325" cy="192275"/>
            </a:xfrm>
            <a:custGeom>
              <a:rect b="b" l="l" r="r" t="t"/>
              <a:pathLst>
                <a:path extrusionOk="0" h="7691" w="7413">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6" name="Google Shape;8116;p72"/>
            <p:cNvSpPr/>
            <p:nvPr/>
          </p:nvSpPr>
          <p:spPr>
            <a:xfrm>
              <a:off x="1431375" y="1091425"/>
              <a:ext cx="201725" cy="208700"/>
            </a:xfrm>
            <a:custGeom>
              <a:rect b="b" l="l" r="r" t="t"/>
              <a:pathLst>
                <a:path extrusionOk="0" h="8348" w="8069">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7" name="Google Shape;8117;p72"/>
            <p:cNvSpPr/>
            <p:nvPr/>
          </p:nvSpPr>
          <p:spPr>
            <a:xfrm>
              <a:off x="1514700" y="1211400"/>
              <a:ext cx="329275" cy="270225"/>
            </a:xfrm>
            <a:custGeom>
              <a:rect b="b" l="l" r="r" t="t"/>
              <a:pathLst>
                <a:path extrusionOk="0" h="10809" w="13171">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8" name="Google Shape;8118;p72"/>
            <p:cNvSpPr/>
            <p:nvPr/>
          </p:nvSpPr>
          <p:spPr>
            <a:xfrm>
              <a:off x="1506825" y="1202875"/>
              <a:ext cx="349150" cy="287600"/>
            </a:xfrm>
            <a:custGeom>
              <a:rect b="b" l="l" r="r" t="t"/>
              <a:pathLst>
                <a:path extrusionOk="0" h="11504" w="13966">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9" name="Google Shape;8119;p72"/>
            <p:cNvSpPr/>
            <p:nvPr/>
          </p:nvSpPr>
          <p:spPr>
            <a:xfrm>
              <a:off x="1843950" y="1219275"/>
              <a:ext cx="96625" cy="163875"/>
            </a:xfrm>
            <a:custGeom>
              <a:rect b="b" l="l" r="r" t="t"/>
              <a:pathLst>
                <a:path extrusionOk="0" h="6555" w="3865">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0" name="Google Shape;8120;p72"/>
            <p:cNvSpPr/>
            <p:nvPr/>
          </p:nvSpPr>
          <p:spPr>
            <a:xfrm>
              <a:off x="1835425" y="1205075"/>
              <a:ext cx="113050" cy="190700"/>
            </a:xfrm>
            <a:custGeom>
              <a:rect b="b" l="l" r="r" t="t"/>
              <a:pathLst>
                <a:path extrusionOk="0" h="7628" w="4522">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1" name="Google Shape;8121;p72"/>
            <p:cNvSpPr/>
            <p:nvPr/>
          </p:nvSpPr>
          <p:spPr>
            <a:xfrm>
              <a:off x="1794700" y="1458875"/>
              <a:ext cx="74850" cy="69800"/>
            </a:xfrm>
            <a:custGeom>
              <a:rect b="b" l="l" r="r" t="t"/>
              <a:pathLst>
                <a:path extrusionOk="0" h="2792" w="2994">
                  <a:moveTo>
                    <a:pt x="1971" y="1"/>
                  </a:moveTo>
                  <a:lnTo>
                    <a:pt x="872" y="847"/>
                  </a:lnTo>
                  <a:lnTo>
                    <a:pt x="1" y="1465"/>
                  </a:lnTo>
                  <a:lnTo>
                    <a:pt x="1504" y="2791"/>
                  </a:lnTo>
                  <a:lnTo>
                    <a:pt x="2994" y="2791"/>
                  </a:lnTo>
                  <a:lnTo>
                    <a:pt x="1971"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2" name="Google Shape;8122;p72"/>
            <p:cNvSpPr/>
            <p:nvPr/>
          </p:nvSpPr>
          <p:spPr>
            <a:xfrm>
              <a:off x="1782075" y="1445925"/>
              <a:ext cx="98850" cy="90625"/>
            </a:xfrm>
            <a:custGeom>
              <a:rect b="b" l="l" r="r" t="t"/>
              <a:pathLst>
                <a:path extrusionOk="0" h="3625" w="3954">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3" name="Google Shape;8123;p72"/>
            <p:cNvSpPr/>
            <p:nvPr/>
          </p:nvSpPr>
          <p:spPr>
            <a:xfrm>
              <a:off x="241275" y="1079650"/>
              <a:ext cx="2559200" cy="3887025"/>
            </a:xfrm>
            <a:custGeom>
              <a:rect b="b" l="l" r="r" t="t"/>
              <a:pathLst>
                <a:path extrusionOk="0" h="155481" w="102368">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4" name="Google Shape;8124;p72"/>
            <p:cNvSpPr/>
            <p:nvPr/>
          </p:nvSpPr>
          <p:spPr>
            <a:xfrm>
              <a:off x="238125" y="1071925"/>
              <a:ext cx="2568675" cy="3902025"/>
            </a:xfrm>
            <a:custGeom>
              <a:rect b="b" l="l" r="r" t="t"/>
              <a:pathLst>
                <a:path extrusionOk="0" h="156081" w="102747">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5" name="Google Shape;8125;p72"/>
            <p:cNvSpPr/>
            <p:nvPr/>
          </p:nvSpPr>
          <p:spPr>
            <a:xfrm>
              <a:off x="1940550" y="1654925"/>
              <a:ext cx="124725" cy="149650"/>
            </a:xfrm>
            <a:custGeom>
              <a:rect b="b" l="l" r="r" t="t"/>
              <a:pathLst>
                <a:path extrusionOk="0" h="5986" w="4989">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6" name="Google Shape;8126;p72"/>
            <p:cNvSpPr/>
            <p:nvPr/>
          </p:nvSpPr>
          <p:spPr>
            <a:xfrm>
              <a:off x="1932650" y="1641650"/>
              <a:ext cx="145575" cy="179325"/>
            </a:xfrm>
            <a:custGeom>
              <a:rect b="b" l="l" r="r" t="t"/>
              <a:pathLst>
                <a:path extrusionOk="0" h="7173" w="5823">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7" name="Google Shape;8127;p72"/>
            <p:cNvSpPr/>
            <p:nvPr/>
          </p:nvSpPr>
          <p:spPr>
            <a:xfrm>
              <a:off x="2019475" y="1292525"/>
              <a:ext cx="410075" cy="583375"/>
            </a:xfrm>
            <a:custGeom>
              <a:rect b="b" l="l" r="r" t="t"/>
              <a:pathLst>
                <a:path extrusionOk="0" h="23335" w="16403">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8" name="Google Shape;8128;p72"/>
            <p:cNvSpPr/>
            <p:nvPr/>
          </p:nvSpPr>
          <p:spPr>
            <a:xfrm>
              <a:off x="2011275" y="1270725"/>
              <a:ext cx="427750" cy="619075"/>
            </a:xfrm>
            <a:custGeom>
              <a:rect b="b" l="l" r="r" t="t"/>
              <a:pathLst>
                <a:path extrusionOk="0" h="24763" w="1711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9" name="Google Shape;8129;p72"/>
            <p:cNvSpPr/>
            <p:nvPr/>
          </p:nvSpPr>
          <p:spPr>
            <a:xfrm>
              <a:off x="2342725" y="2272700"/>
              <a:ext cx="102300" cy="109875"/>
            </a:xfrm>
            <a:custGeom>
              <a:rect b="b" l="l" r="r" t="t"/>
              <a:pathLst>
                <a:path extrusionOk="0" h="4395" w="4092">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0" name="Google Shape;8130;p72"/>
            <p:cNvSpPr/>
            <p:nvPr/>
          </p:nvSpPr>
          <p:spPr>
            <a:xfrm>
              <a:off x="2334825" y="2250600"/>
              <a:ext cx="118400" cy="142075"/>
            </a:xfrm>
            <a:custGeom>
              <a:rect b="b" l="l" r="r" t="t"/>
              <a:pathLst>
                <a:path extrusionOk="0" h="5683" w="4736">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1" name="Google Shape;8131;p72"/>
            <p:cNvSpPr/>
            <p:nvPr/>
          </p:nvSpPr>
          <p:spPr>
            <a:xfrm>
              <a:off x="1713900" y="3010725"/>
              <a:ext cx="224775" cy="69925"/>
            </a:xfrm>
            <a:custGeom>
              <a:rect b="b" l="l" r="r" t="t"/>
              <a:pathLst>
                <a:path extrusionOk="0" h="2797" w="8991">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2" name="Google Shape;8132;p72"/>
            <p:cNvSpPr/>
            <p:nvPr/>
          </p:nvSpPr>
          <p:spPr>
            <a:xfrm>
              <a:off x="1691475" y="3002850"/>
              <a:ext cx="265200" cy="86825"/>
            </a:xfrm>
            <a:custGeom>
              <a:rect b="b" l="l" r="r" t="t"/>
              <a:pathLst>
                <a:path extrusionOk="0" h="3473" w="10608">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3" name="Google Shape;8133;p72"/>
            <p:cNvSpPr/>
            <p:nvPr/>
          </p:nvSpPr>
          <p:spPr>
            <a:xfrm>
              <a:off x="1938650" y="3067875"/>
              <a:ext cx="120300" cy="55275"/>
            </a:xfrm>
            <a:custGeom>
              <a:rect b="b" l="l" r="r" t="t"/>
              <a:pathLst>
                <a:path extrusionOk="0" h="2211" w="4812">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4" name="Google Shape;8134;p72"/>
            <p:cNvSpPr/>
            <p:nvPr/>
          </p:nvSpPr>
          <p:spPr>
            <a:xfrm>
              <a:off x="1916875" y="3059350"/>
              <a:ext cx="152175" cy="75475"/>
            </a:xfrm>
            <a:custGeom>
              <a:rect b="b" l="l" r="r" t="t"/>
              <a:pathLst>
                <a:path extrusionOk="0" h="3019" w="6087">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5" name="Google Shape;8135;p72"/>
            <p:cNvSpPr/>
            <p:nvPr/>
          </p:nvSpPr>
          <p:spPr>
            <a:xfrm>
              <a:off x="1843950" y="3121225"/>
              <a:ext cx="55275" cy="29075"/>
            </a:xfrm>
            <a:custGeom>
              <a:rect b="b" l="l" r="r" t="t"/>
              <a:pathLst>
                <a:path extrusionOk="0" h="1163" w="2211">
                  <a:moveTo>
                    <a:pt x="1" y="0"/>
                  </a:moveTo>
                  <a:lnTo>
                    <a:pt x="1226" y="1162"/>
                  </a:lnTo>
                  <a:lnTo>
                    <a:pt x="2211" y="278"/>
                  </a:lnTo>
                  <a:lnTo>
                    <a:pt x="1655" y="0"/>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6" name="Google Shape;8136;p72"/>
            <p:cNvSpPr/>
            <p:nvPr/>
          </p:nvSpPr>
          <p:spPr>
            <a:xfrm>
              <a:off x="1824375" y="3113325"/>
              <a:ext cx="88750" cy="47700"/>
            </a:xfrm>
            <a:custGeom>
              <a:rect b="b" l="l" r="r" t="t"/>
              <a:pathLst>
                <a:path extrusionOk="0" h="1908" w="355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7" name="Google Shape;8137;p72"/>
            <p:cNvSpPr/>
            <p:nvPr/>
          </p:nvSpPr>
          <p:spPr>
            <a:xfrm>
              <a:off x="2090500" y="3105425"/>
              <a:ext cx="65050" cy="33175"/>
            </a:xfrm>
            <a:custGeom>
              <a:rect b="b" l="l" r="r" t="t"/>
              <a:pathLst>
                <a:path extrusionOk="0" h="1327" w="2602">
                  <a:moveTo>
                    <a:pt x="0" y="1"/>
                  </a:moveTo>
                  <a:lnTo>
                    <a:pt x="468" y="1327"/>
                  </a:lnTo>
                  <a:lnTo>
                    <a:pt x="2602" y="658"/>
                  </a:lnTo>
                  <a:lnTo>
                    <a:pt x="0" y="1"/>
                  </a:ln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8" name="Google Shape;8138;p72"/>
            <p:cNvSpPr/>
            <p:nvPr/>
          </p:nvSpPr>
          <p:spPr>
            <a:xfrm>
              <a:off x="2077875" y="3094075"/>
              <a:ext cx="106725" cy="54325"/>
            </a:xfrm>
            <a:custGeom>
              <a:rect b="b" l="l" r="r" t="t"/>
              <a:pathLst>
                <a:path extrusionOk="0" h="2173" w="4269">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42" name="Shape 8142"/>
        <p:cNvGrpSpPr/>
        <p:nvPr/>
      </p:nvGrpSpPr>
      <p:grpSpPr>
        <a:xfrm>
          <a:off x="0" y="0"/>
          <a:ext cx="0" cy="0"/>
          <a:chOff x="0" y="0"/>
          <a:chExt cx="0" cy="0"/>
        </a:xfrm>
      </p:grpSpPr>
      <p:grpSp>
        <p:nvGrpSpPr>
          <p:cNvPr id="8143" name="Google Shape;8143;p73"/>
          <p:cNvGrpSpPr/>
          <p:nvPr/>
        </p:nvGrpSpPr>
        <p:grpSpPr>
          <a:xfrm>
            <a:off x="2100560" y="3398663"/>
            <a:ext cx="1102891" cy="760337"/>
            <a:chOff x="4967783" y="2151471"/>
            <a:chExt cx="3920692" cy="2702940"/>
          </a:xfrm>
        </p:grpSpPr>
        <p:grpSp>
          <p:nvGrpSpPr>
            <p:cNvPr id="8144" name="Google Shape;8144;p73"/>
            <p:cNvGrpSpPr/>
            <p:nvPr/>
          </p:nvGrpSpPr>
          <p:grpSpPr>
            <a:xfrm>
              <a:off x="5045709" y="2252109"/>
              <a:ext cx="3761071" cy="2501708"/>
              <a:chOff x="2691784" y="1805334"/>
              <a:chExt cx="3761071" cy="2501708"/>
            </a:xfrm>
          </p:grpSpPr>
          <p:sp>
            <p:nvSpPr>
              <p:cNvPr id="8145" name="Google Shape;8145;p73"/>
              <p:cNvSpPr/>
              <p:nvPr/>
            </p:nvSpPr>
            <p:spPr>
              <a:xfrm>
                <a:off x="4306153"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6" name="Google Shape;8146;p73"/>
              <p:cNvSpPr/>
              <p:nvPr/>
            </p:nvSpPr>
            <p:spPr>
              <a:xfrm>
                <a:off x="2691784" y="3762285"/>
                <a:ext cx="1916675" cy="544757"/>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7" name="Google Shape;8147;p73"/>
              <p:cNvSpPr/>
              <p:nvPr/>
            </p:nvSpPr>
            <p:spPr>
              <a:xfrm>
                <a:off x="2695021" y="3035999"/>
                <a:ext cx="754960" cy="529407"/>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8" name="Google Shape;8148;p73"/>
              <p:cNvSpPr/>
              <p:nvPr/>
            </p:nvSpPr>
            <p:spPr>
              <a:xfrm>
                <a:off x="3661791" y="2531620"/>
                <a:ext cx="2791064" cy="544757"/>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9" name="Google Shape;8149;p73"/>
              <p:cNvSpPr/>
              <p:nvPr/>
            </p:nvSpPr>
            <p:spPr>
              <a:xfrm>
                <a:off x="5153124" y="1805334"/>
                <a:ext cx="1294451" cy="51246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0" name="Google Shape;8150;p73"/>
              <p:cNvSpPr/>
              <p:nvPr/>
            </p:nvSpPr>
            <p:spPr>
              <a:xfrm>
                <a:off x="2785807" y="1805334"/>
                <a:ext cx="2143839" cy="4036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1" name="Google Shape;8151;p73"/>
              <p:cNvSpPr/>
              <p:nvPr/>
            </p:nvSpPr>
            <p:spPr>
              <a:xfrm>
                <a:off x="5447728" y="4266675"/>
                <a:ext cx="932050" cy="40353"/>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52" name="Google Shape;8152;p73"/>
            <p:cNvGrpSpPr/>
            <p:nvPr/>
          </p:nvGrpSpPr>
          <p:grpSpPr>
            <a:xfrm>
              <a:off x="4967783" y="2151471"/>
              <a:ext cx="3920692" cy="2702940"/>
              <a:chOff x="2613858" y="1704696"/>
              <a:chExt cx="3920692" cy="2702940"/>
            </a:xfrm>
          </p:grpSpPr>
          <p:sp>
            <p:nvSpPr>
              <p:cNvPr id="8153" name="Google Shape;8153;p73"/>
              <p:cNvSpPr/>
              <p:nvPr/>
            </p:nvSpPr>
            <p:spPr>
              <a:xfrm rot="5400000">
                <a:off x="4924676" y="1720789"/>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4" name="Google Shape;8154;p73"/>
              <p:cNvSpPr/>
              <p:nvPr/>
            </p:nvSpPr>
            <p:spPr>
              <a:xfrm rot="5400000">
                <a:off x="6309028" y="2311963"/>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5" name="Google Shape;8155;p73"/>
              <p:cNvSpPr/>
              <p:nvPr/>
            </p:nvSpPr>
            <p:spPr>
              <a:xfrm rot="5400000">
                <a:off x="5222154" y="418211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6" name="Google Shape;8156;p73"/>
              <p:cNvSpPr/>
              <p:nvPr/>
            </p:nvSpPr>
            <p:spPr>
              <a:xfrm rot="5400000">
                <a:off x="2597765" y="3554395"/>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7" name="Google Shape;8157;p73"/>
              <p:cNvSpPr/>
              <p:nvPr/>
            </p:nvSpPr>
            <p:spPr>
              <a:xfrm rot="5400000">
                <a:off x="3433899" y="2945028"/>
                <a:ext cx="241614" cy="209428"/>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158" name="Google Shape;8158;p73"/>
          <p:cNvGrpSpPr/>
          <p:nvPr/>
        </p:nvGrpSpPr>
        <p:grpSpPr>
          <a:xfrm>
            <a:off x="3504468" y="1286940"/>
            <a:ext cx="1561911" cy="708580"/>
            <a:chOff x="3530532" y="1496185"/>
            <a:chExt cx="1561911" cy="708580"/>
          </a:xfrm>
        </p:grpSpPr>
        <p:grpSp>
          <p:nvGrpSpPr>
            <p:cNvPr id="8159" name="Google Shape;8159;p73"/>
            <p:cNvGrpSpPr/>
            <p:nvPr/>
          </p:nvGrpSpPr>
          <p:grpSpPr>
            <a:xfrm>
              <a:off x="3720318" y="1857562"/>
              <a:ext cx="1372125" cy="54"/>
              <a:chOff x="3720318" y="1857562"/>
              <a:chExt cx="1372125" cy="54"/>
            </a:xfrm>
          </p:grpSpPr>
          <p:cxnSp>
            <p:nvCxnSpPr>
              <p:cNvPr id="8160" name="Google Shape;8160;p73"/>
              <p:cNvCxnSpPr>
                <a:endCxn id="8161" idx="2"/>
              </p:cNvCxnSpPr>
              <p:nvPr/>
            </p:nvCxnSpPr>
            <p:spPr>
              <a:xfrm>
                <a:off x="4440243" y="1857616"/>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162" name="Google Shape;8162;p73"/>
              <p:cNvCxnSpPr/>
              <p:nvPr/>
            </p:nvCxnSpPr>
            <p:spPr>
              <a:xfrm>
                <a:off x="4074943"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163" name="Google Shape;8163;p73"/>
              <p:cNvCxnSpPr/>
              <p:nvPr/>
            </p:nvCxnSpPr>
            <p:spPr>
              <a:xfrm>
                <a:off x="3720318" y="1857562"/>
                <a:ext cx="173400" cy="0"/>
              </a:xfrm>
              <a:prstGeom prst="straightConnector1">
                <a:avLst/>
              </a:prstGeom>
              <a:noFill/>
              <a:ln cap="flat" cmpd="sng" w="9525">
                <a:solidFill>
                  <a:srgbClr val="A5B7C6"/>
                </a:solidFill>
                <a:prstDash val="solid"/>
                <a:round/>
                <a:headEnd len="med" w="med" type="none"/>
                <a:tailEnd len="med" w="med" type="none"/>
              </a:ln>
            </p:spPr>
          </p:cxnSp>
          <p:cxnSp>
            <p:nvCxnSpPr>
              <p:cNvPr id="8164" name="Google Shape;8164;p73"/>
              <p:cNvCxnSpPr>
                <a:stCxn id="8161" idx="6"/>
              </p:cNvCxnSpPr>
              <p:nvPr/>
            </p:nvCxnSpPr>
            <p:spPr>
              <a:xfrm>
                <a:off x="4801443" y="1857616"/>
                <a:ext cx="291000" cy="0"/>
              </a:xfrm>
              <a:prstGeom prst="straightConnector1">
                <a:avLst/>
              </a:prstGeom>
              <a:noFill/>
              <a:ln cap="flat" cmpd="sng" w="9525">
                <a:solidFill>
                  <a:srgbClr val="A5B7C6"/>
                </a:solidFill>
                <a:prstDash val="solid"/>
                <a:round/>
                <a:headEnd len="med" w="med" type="none"/>
                <a:tailEnd len="med" w="med" type="triangle"/>
              </a:ln>
            </p:spPr>
          </p:cxnSp>
        </p:grpSp>
        <p:grpSp>
          <p:nvGrpSpPr>
            <p:cNvPr id="8165" name="Google Shape;8165;p73"/>
            <p:cNvGrpSpPr/>
            <p:nvPr/>
          </p:nvGrpSpPr>
          <p:grpSpPr>
            <a:xfrm>
              <a:off x="3567462" y="1496185"/>
              <a:ext cx="286500" cy="272914"/>
              <a:chOff x="3567462" y="1496185"/>
              <a:chExt cx="286500" cy="272914"/>
            </a:xfrm>
          </p:grpSpPr>
          <p:cxnSp>
            <p:nvCxnSpPr>
              <p:cNvPr id="8166" name="Google Shape;8166;p73"/>
              <p:cNvCxnSpPr/>
              <p:nvPr/>
            </p:nvCxnSpPr>
            <p:spPr>
              <a:xfrm rot="10800000">
                <a:off x="3626625"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8167" name="Google Shape;8167;p73"/>
              <p:cNvSpPr/>
              <p:nvPr/>
            </p:nvSpPr>
            <p:spPr>
              <a:xfrm>
                <a:off x="3567462"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168" name="Google Shape;8168;p73"/>
            <p:cNvSpPr/>
            <p:nvPr/>
          </p:nvSpPr>
          <p:spPr>
            <a:xfrm>
              <a:off x="3530532"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9" name="Google Shape;8169;p73"/>
            <p:cNvSpPr/>
            <p:nvPr/>
          </p:nvSpPr>
          <p:spPr>
            <a:xfrm>
              <a:off x="3891569" y="1779209"/>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70" name="Google Shape;8170;p73"/>
            <p:cNvGrpSpPr/>
            <p:nvPr/>
          </p:nvGrpSpPr>
          <p:grpSpPr>
            <a:xfrm>
              <a:off x="3929014" y="1960574"/>
              <a:ext cx="286500" cy="242342"/>
              <a:chOff x="3929014" y="1960574"/>
              <a:chExt cx="286500" cy="242342"/>
            </a:xfrm>
          </p:grpSpPr>
          <p:cxnSp>
            <p:nvCxnSpPr>
              <p:cNvPr id="8171" name="Google Shape;8171;p73"/>
              <p:cNvCxnSpPr/>
              <p:nvPr/>
            </p:nvCxnSpPr>
            <p:spPr>
              <a:xfrm rot="10800000">
                <a:off x="3988400" y="1960574"/>
                <a:ext cx="0" cy="144300"/>
              </a:xfrm>
              <a:prstGeom prst="straightConnector1">
                <a:avLst/>
              </a:prstGeom>
              <a:noFill/>
              <a:ln cap="flat" cmpd="sng" w="9525">
                <a:solidFill>
                  <a:srgbClr val="A5B7C6"/>
                </a:solidFill>
                <a:prstDash val="solid"/>
                <a:round/>
                <a:headEnd len="med" w="med" type="none"/>
                <a:tailEnd len="med" w="med" type="none"/>
              </a:ln>
            </p:spPr>
          </p:cxnSp>
          <p:sp>
            <p:nvSpPr>
              <p:cNvPr id="8172" name="Google Shape;8172;p73"/>
              <p:cNvSpPr/>
              <p:nvPr/>
            </p:nvSpPr>
            <p:spPr>
              <a:xfrm>
                <a:off x="3929014" y="210301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73" name="Google Shape;8173;p73"/>
            <p:cNvGrpSpPr/>
            <p:nvPr/>
          </p:nvGrpSpPr>
          <p:grpSpPr>
            <a:xfrm>
              <a:off x="4290828" y="1496185"/>
              <a:ext cx="286500" cy="272914"/>
              <a:chOff x="4290828" y="1496185"/>
              <a:chExt cx="286500" cy="272914"/>
            </a:xfrm>
          </p:grpSpPr>
          <p:cxnSp>
            <p:nvCxnSpPr>
              <p:cNvPr id="8174" name="Google Shape;8174;p73"/>
              <p:cNvCxnSpPr/>
              <p:nvPr/>
            </p:nvCxnSpPr>
            <p:spPr>
              <a:xfrm rot="10800000">
                <a:off x="4350000" y="1596000"/>
                <a:ext cx="0" cy="173100"/>
              </a:xfrm>
              <a:prstGeom prst="straightConnector1">
                <a:avLst/>
              </a:prstGeom>
              <a:noFill/>
              <a:ln cap="flat" cmpd="sng" w="9525">
                <a:solidFill>
                  <a:srgbClr val="A5B7C6"/>
                </a:solidFill>
                <a:prstDash val="solid"/>
                <a:round/>
                <a:headEnd len="med" w="med" type="none"/>
                <a:tailEnd len="med" w="med" type="none"/>
              </a:ln>
            </p:spPr>
          </p:cxnSp>
          <p:sp>
            <p:nvSpPr>
              <p:cNvPr id="8175" name="Google Shape;8175;p73"/>
              <p:cNvSpPr/>
              <p:nvPr/>
            </p:nvSpPr>
            <p:spPr>
              <a:xfrm>
                <a:off x="4290828" y="1496185"/>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176" name="Google Shape;8176;p73"/>
            <p:cNvSpPr/>
            <p:nvPr/>
          </p:nvSpPr>
          <p:spPr>
            <a:xfrm>
              <a:off x="4252606" y="1771972"/>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1" name="Google Shape;8161;p73"/>
            <p:cNvSpPr/>
            <p:nvPr/>
          </p:nvSpPr>
          <p:spPr>
            <a:xfrm>
              <a:off x="4613643" y="1763716"/>
              <a:ext cx="187800" cy="187800"/>
            </a:xfrm>
            <a:prstGeom prst="ellipse">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77" name="Google Shape;8177;p73"/>
            <p:cNvGrpSpPr/>
            <p:nvPr/>
          </p:nvGrpSpPr>
          <p:grpSpPr>
            <a:xfrm>
              <a:off x="4657726" y="1959674"/>
              <a:ext cx="286500" cy="245092"/>
              <a:chOff x="4657726" y="1959674"/>
              <a:chExt cx="286500" cy="245092"/>
            </a:xfrm>
          </p:grpSpPr>
          <p:cxnSp>
            <p:nvCxnSpPr>
              <p:cNvPr id="8178" name="Google Shape;8178;p73"/>
              <p:cNvCxnSpPr/>
              <p:nvPr/>
            </p:nvCxnSpPr>
            <p:spPr>
              <a:xfrm rot="10800000">
                <a:off x="4707475" y="1959674"/>
                <a:ext cx="0" cy="145200"/>
              </a:xfrm>
              <a:prstGeom prst="straightConnector1">
                <a:avLst/>
              </a:prstGeom>
              <a:noFill/>
              <a:ln cap="flat" cmpd="sng" w="9525">
                <a:solidFill>
                  <a:srgbClr val="A5B7C6"/>
                </a:solidFill>
                <a:prstDash val="solid"/>
                <a:round/>
                <a:headEnd len="med" w="med" type="none"/>
                <a:tailEnd len="med" w="med" type="none"/>
              </a:ln>
            </p:spPr>
          </p:cxnSp>
          <p:sp>
            <p:nvSpPr>
              <p:cNvPr id="8179" name="Google Shape;8179;p73"/>
              <p:cNvSpPr/>
              <p:nvPr/>
            </p:nvSpPr>
            <p:spPr>
              <a:xfrm>
                <a:off x="4657726" y="2104866"/>
                <a:ext cx="286500" cy="999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180" name="Google Shape;8180;p73"/>
          <p:cNvGrpSpPr/>
          <p:nvPr/>
        </p:nvGrpSpPr>
        <p:grpSpPr>
          <a:xfrm>
            <a:off x="3486488" y="2149036"/>
            <a:ext cx="1597032" cy="378649"/>
            <a:chOff x="3512551" y="2358282"/>
            <a:chExt cx="1597032" cy="378649"/>
          </a:xfrm>
        </p:grpSpPr>
        <p:grpSp>
          <p:nvGrpSpPr>
            <p:cNvPr id="8181" name="Google Shape;8181;p73"/>
            <p:cNvGrpSpPr/>
            <p:nvPr/>
          </p:nvGrpSpPr>
          <p:grpSpPr>
            <a:xfrm>
              <a:off x="3738198" y="2553002"/>
              <a:ext cx="1145834" cy="117"/>
              <a:chOff x="3738198" y="2553002"/>
              <a:chExt cx="1145834" cy="117"/>
            </a:xfrm>
          </p:grpSpPr>
          <p:cxnSp>
            <p:nvCxnSpPr>
              <p:cNvPr id="8182" name="Google Shape;8182;p73"/>
              <p:cNvCxnSpPr/>
              <p:nvPr/>
            </p:nvCxnSpPr>
            <p:spPr>
              <a:xfrm>
                <a:off x="4195395"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8183" name="Google Shape;8183;p73"/>
              <p:cNvCxnSpPr/>
              <p:nvPr/>
            </p:nvCxnSpPr>
            <p:spPr>
              <a:xfrm>
                <a:off x="4652432" y="2553002"/>
                <a:ext cx="231600" cy="0"/>
              </a:xfrm>
              <a:prstGeom prst="straightConnector1">
                <a:avLst/>
              </a:prstGeom>
              <a:noFill/>
              <a:ln cap="flat" cmpd="sng" w="9525">
                <a:solidFill>
                  <a:srgbClr val="435D74"/>
                </a:solidFill>
                <a:prstDash val="solid"/>
                <a:round/>
                <a:headEnd len="med" w="med" type="none"/>
                <a:tailEnd len="med" w="med" type="none"/>
              </a:ln>
            </p:spPr>
          </p:cxnSp>
          <p:cxnSp>
            <p:nvCxnSpPr>
              <p:cNvPr id="8184" name="Google Shape;8184;p73"/>
              <p:cNvCxnSpPr>
                <a:stCxn id="8185" idx="6"/>
                <a:endCxn id="8186" idx="2"/>
              </p:cNvCxnSpPr>
              <p:nvPr/>
            </p:nvCxnSpPr>
            <p:spPr>
              <a:xfrm>
                <a:off x="3738198" y="2553118"/>
                <a:ext cx="231300" cy="0"/>
              </a:xfrm>
              <a:prstGeom prst="straightConnector1">
                <a:avLst/>
              </a:prstGeom>
              <a:noFill/>
              <a:ln cap="flat" cmpd="sng" w="9525">
                <a:solidFill>
                  <a:srgbClr val="435D74"/>
                </a:solidFill>
                <a:prstDash val="solid"/>
                <a:round/>
                <a:headEnd len="med" w="med" type="none"/>
                <a:tailEnd len="med" w="med" type="none"/>
              </a:ln>
            </p:spPr>
          </p:cxnSp>
        </p:grpSp>
        <p:grpSp>
          <p:nvGrpSpPr>
            <p:cNvPr id="8187" name="Google Shape;8187;p73"/>
            <p:cNvGrpSpPr/>
            <p:nvPr/>
          </p:nvGrpSpPr>
          <p:grpSpPr>
            <a:xfrm>
              <a:off x="3969644" y="2440153"/>
              <a:ext cx="225900" cy="296779"/>
              <a:chOff x="3969644" y="2440153"/>
              <a:chExt cx="225900" cy="296779"/>
            </a:xfrm>
          </p:grpSpPr>
          <p:cxnSp>
            <p:nvCxnSpPr>
              <p:cNvPr id="8188" name="Google Shape;8188;p73"/>
              <p:cNvCxnSpPr/>
              <p:nvPr/>
            </p:nvCxnSpPr>
            <p:spPr>
              <a:xfrm>
                <a:off x="4082390" y="2637031"/>
                <a:ext cx="0" cy="99900"/>
              </a:xfrm>
              <a:prstGeom prst="straightConnector1">
                <a:avLst/>
              </a:prstGeom>
              <a:noFill/>
              <a:ln cap="flat" cmpd="sng" w="9525">
                <a:solidFill>
                  <a:srgbClr val="435D74"/>
                </a:solidFill>
                <a:prstDash val="solid"/>
                <a:round/>
                <a:headEnd len="med" w="med" type="none"/>
                <a:tailEnd len="med" w="med" type="none"/>
              </a:ln>
            </p:spPr>
          </p:cxnSp>
          <p:sp>
            <p:nvSpPr>
              <p:cNvPr id="8186" name="Google Shape;8186;p73"/>
              <p:cNvSpPr/>
              <p:nvPr/>
            </p:nvSpPr>
            <p:spPr>
              <a:xfrm>
                <a:off x="3969644" y="2440153"/>
                <a:ext cx="225900" cy="2259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9" name="Google Shape;8189;p73"/>
              <p:cNvSpPr/>
              <p:nvPr/>
            </p:nvSpPr>
            <p:spPr>
              <a:xfrm>
                <a:off x="3998471" y="2468982"/>
                <a:ext cx="168300" cy="1683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90" name="Google Shape;8190;p73"/>
            <p:cNvGrpSpPr/>
            <p:nvPr/>
          </p:nvGrpSpPr>
          <p:grpSpPr>
            <a:xfrm>
              <a:off x="4426818" y="2358282"/>
              <a:ext cx="225600" cy="307471"/>
              <a:chOff x="4426818" y="2358282"/>
              <a:chExt cx="225600" cy="307471"/>
            </a:xfrm>
          </p:grpSpPr>
          <p:cxnSp>
            <p:nvCxnSpPr>
              <p:cNvPr id="8191" name="Google Shape;8191;p73"/>
              <p:cNvCxnSpPr>
                <a:stCxn id="8192" idx="0"/>
              </p:cNvCxnSpPr>
              <p:nvPr/>
            </p:nvCxnSpPr>
            <p:spPr>
              <a:xfrm rot="10800000">
                <a:off x="4539644" y="2358282"/>
                <a:ext cx="0" cy="110700"/>
              </a:xfrm>
              <a:prstGeom prst="straightConnector1">
                <a:avLst/>
              </a:prstGeom>
              <a:noFill/>
              <a:ln cap="flat" cmpd="sng" w="9525">
                <a:solidFill>
                  <a:srgbClr val="435D74"/>
                </a:solidFill>
                <a:prstDash val="solid"/>
                <a:round/>
                <a:headEnd len="med" w="med" type="none"/>
                <a:tailEnd len="med" w="med" type="none"/>
              </a:ln>
            </p:spPr>
          </p:cxnSp>
          <p:sp>
            <p:nvSpPr>
              <p:cNvPr id="8193" name="Google Shape;8193;p73"/>
              <p:cNvSpPr/>
              <p:nvPr/>
            </p:nvSpPr>
            <p:spPr>
              <a:xfrm>
                <a:off x="4426818"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2" name="Google Shape;8192;p73"/>
              <p:cNvSpPr/>
              <p:nvPr/>
            </p:nvSpPr>
            <p:spPr>
              <a:xfrm>
                <a:off x="4455644"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94" name="Google Shape;8194;p73"/>
            <p:cNvGrpSpPr/>
            <p:nvPr/>
          </p:nvGrpSpPr>
          <p:grpSpPr>
            <a:xfrm>
              <a:off x="4883984" y="2440153"/>
              <a:ext cx="225600" cy="296479"/>
              <a:chOff x="4883984" y="2440153"/>
              <a:chExt cx="225600" cy="296479"/>
            </a:xfrm>
          </p:grpSpPr>
          <p:cxnSp>
            <p:nvCxnSpPr>
              <p:cNvPr id="8195" name="Google Shape;8195;p73"/>
              <p:cNvCxnSpPr/>
              <p:nvPr/>
            </p:nvCxnSpPr>
            <p:spPr>
              <a:xfrm>
                <a:off x="4996858" y="2637031"/>
                <a:ext cx="0" cy="99600"/>
              </a:xfrm>
              <a:prstGeom prst="straightConnector1">
                <a:avLst/>
              </a:prstGeom>
              <a:noFill/>
              <a:ln cap="flat" cmpd="sng" w="9525">
                <a:solidFill>
                  <a:srgbClr val="435D74"/>
                </a:solidFill>
                <a:prstDash val="solid"/>
                <a:round/>
                <a:headEnd len="med" w="med" type="none"/>
                <a:tailEnd len="med" w="med" type="none"/>
              </a:ln>
            </p:spPr>
          </p:cxnSp>
          <p:sp>
            <p:nvSpPr>
              <p:cNvPr id="8196" name="Google Shape;8196;p73"/>
              <p:cNvSpPr/>
              <p:nvPr/>
            </p:nvSpPr>
            <p:spPr>
              <a:xfrm>
                <a:off x="4883984" y="2440153"/>
                <a:ext cx="225600" cy="225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7" name="Google Shape;8197;p73"/>
              <p:cNvSpPr/>
              <p:nvPr/>
            </p:nvSpPr>
            <p:spPr>
              <a:xfrm>
                <a:off x="4912810" y="2468982"/>
                <a:ext cx="168000" cy="1680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98" name="Google Shape;8198;p73"/>
            <p:cNvGrpSpPr/>
            <p:nvPr/>
          </p:nvGrpSpPr>
          <p:grpSpPr>
            <a:xfrm>
              <a:off x="3512551" y="2358356"/>
              <a:ext cx="225647" cy="307629"/>
              <a:chOff x="2182679" y="2005014"/>
              <a:chExt cx="792300" cy="1080158"/>
            </a:xfrm>
          </p:grpSpPr>
          <p:cxnSp>
            <p:nvCxnSpPr>
              <p:cNvPr id="8199" name="Google Shape;8199;p73"/>
              <p:cNvCxnSpPr>
                <a:stCxn id="8200" idx="0"/>
              </p:cNvCxnSpPr>
              <p:nvPr/>
            </p:nvCxnSpPr>
            <p:spPr>
              <a:xfrm rot="10800000">
                <a:off x="2578961" y="2005014"/>
                <a:ext cx="0" cy="388800"/>
              </a:xfrm>
              <a:prstGeom prst="straightConnector1">
                <a:avLst/>
              </a:prstGeom>
              <a:noFill/>
              <a:ln cap="flat" cmpd="sng" w="9525">
                <a:solidFill>
                  <a:srgbClr val="435D74"/>
                </a:solidFill>
                <a:prstDash val="solid"/>
                <a:round/>
                <a:headEnd len="med" w="med" type="none"/>
                <a:tailEnd len="med" w="med" type="none"/>
              </a:ln>
            </p:spPr>
          </p:cxnSp>
          <p:sp>
            <p:nvSpPr>
              <p:cNvPr id="8185" name="Google Shape;8185;p73"/>
              <p:cNvSpPr/>
              <p:nvPr/>
            </p:nvSpPr>
            <p:spPr>
              <a:xfrm>
                <a:off x="2182679" y="2292572"/>
                <a:ext cx="792300" cy="7926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0" name="Google Shape;8200;p73"/>
              <p:cNvSpPr/>
              <p:nvPr/>
            </p:nvSpPr>
            <p:spPr>
              <a:xfrm>
                <a:off x="2283911" y="2393814"/>
                <a:ext cx="590100" cy="590100"/>
              </a:xfrm>
              <a:prstGeom prst="ellipse">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01" name="Google Shape;8201;p73"/>
          <p:cNvGrpSpPr/>
          <p:nvPr/>
        </p:nvGrpSpPr>
        <p:grpSpPr>
          <a:xfrm>
            <a:off x="6846570" y="972834"/>
            <a:ext cx="1559809" cy="722610"/>
            <a:chOff x="634175" y="2986275"/>
            <a:chExt cx="3147949" cy="1458344"/>
          </a:xfrm>
        </p:grpSpPr>
        <p:cxnSp>
          <p:nvCxnSpPr>
            <p:cNvPr id="8202" name="Google Shape;8202;p73"/>
            <p:cNvCxnSpPr>
              <a:stCxn id="8203" idx="4"/>
              <a:endCxn id="8204" idx="0"/>
            </p:cNvCxnSpPr>
            <p:nvPr/>
          </p:nvCxnSpPr>
          <p:spPr>
            <a:xfrm>
              <a:off x="929975" y="3577875"/>
              <a:ext cx="591300" cy="275100"/>
            </a:xfrm>
            <a:prstGeom prst="straightConnector1">
              <a:avLst/>
            </a:prstGeom>
            <a:noFill/>
            <a:ln cap="flat" cmpd="sng" w="9525">
              <a:solidFill>
                <a:srgbClr val="435D74"/>
              </a:solidFill>
              <a:prstDash val="solid"/>
              <a:round/>
              <a:headEnd len="med" w="med" type="none"/>
              <a:tailEnd len="med" w="med" type="none"/>
            </a:ln>
          </p:spPr>
        </p:cxnSp>
        <p:cxnSp>
          <p:nvCxnSpPr>
            <p:cNvPr id="8205" name="Google Shape;8205;p73"/>
            <p:cNvCxnSpPr>
              <a:stCxn id="8204" idx="0"/>
              <a:endCxn id="8206" idx="4"/>
            </p:cNvCxnSpPr>
            <p:nvPr/>
          </p:nvCxnSpPr>
          <p:spPr>
            <a:xfrm flipH="1" rot="10800000">
              <a:off x="1521366" y="3577919"/>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8207" name="Google Shape;8207;p73"/>
            <p:cNvCxnSpPr>
              <a:stCxn id="8206" idx="4"/>
              <a:endCxn id="8208" idx="0"/>
            </p:cNvCxnSpPr>
            <p:nvPr/>
          </p:nvCxnSpPr>
          <p:spPr>
            <a:xfrm>
              <a:off x="2208152" y="3577875"/>
              <a:ext cx="686700" cy="275100"/>
            </a:xfrm>
            <a:prstGeom prst="straightConnector1">
              <a:avLst/>
            </a:prstGeom>
            <a:noFill/>
            <a:ln cap="flat" cmpd="sng" w="9525">
              <a:solidFill>
                <a:srgbClr val="435D74"/>
              </a:solidFill>
              <a:prstDash val="solid"/>
              <a:round/>
              <a:headEnd len="med" w="med" type="none"/>
              <a:tailEnd len="med" w="med" type="none"/>
            </a:ln>
          </p:spPr>
        </p:cxnSp>
        <p:cxnSp>
          <p:nvCxnSpPr>
            <p:cNvPr id="8209" name="Google Shape;8209;p73"/>
            <p:cNvCxnSpPr>
              <a:stCxn id="8208" idx="0"/>
              <a:endCxn id="8210" idx="4"/>
            </p:cNvCxnSpPr>
            <p:nvPr/>
          </p:nvCxnSpPr>
          <p:spPr>
            <a:xfrm flipH="1" rot="10800000">
              <a:off x="2894933" y="3577918"/>
              <a:ext cx="591300" cy="275100"/>
            </a:xfrm>
            <a:prstGeom prst="straightConnector1">
              <a:avLst/>
            </a:prstGeom>
            <a:noFill/>
            <a:ln cap="flat" cmpd="sng" w="9525">
              <a:solidFill>
                <a:srgbClr val="435D74"/>
              </a:solidFill>
              <a:prstDash val="solid"/>
              <a:round/>
              <a:headEnd len="med" w="med" type="none"/>
              <a:tailEnd len="med" w="med" type="none"/>
            </a:ln>
          </p:spPr>
        </p:cxnSp>
        <p:sp>
          <p:nvSpPr>
            <p:cNvPr id="8210" name="Google Shape;8210;p73"/>
            <p:cNvSpPr/>
            <p:nvPr/>
          </p:nvSpPr>
          <p:spPr>
            <a:xfrm>
              <a:off x="3190524"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206" name="Google Shape;8206;p73"/>
            <p:cNvSpPr/>
            <p:nvPr/>
          </p:nvSpPr>
          <p:spPr>
            <a:xfrm>
              <a:off x="1912352"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203" name="Google Shape;8203;p73"/>
            <p:cNvSpPr/>
            <p:nvPr/>
          </p:nvSpPr>
          <p:spPr>
            <a:xfrm>
              <a:off x="634175" y="2986275"/>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208" name="Google Shape;8208;p73"/>
            <p:cNvSpPr/>
            <p:nvPr/>
          </p:nvSpPr>
          <p:spPr>
            <a:xfrm>
              <a:off x="2599133" y="3853018"/>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sp>
          <p:nvSpPr>
            <p:cNvPr id="8204" name="Google Shape;8204;p73"/>
            <p:cNvSpPr/>
            <p:nvPr/>
          </p:nvSpPr>
          <p:spPr>
            <a:xfrm>
              <a:off x="1225566" y="3853019"/>
              <a:ext cx="591600" cy="5916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grpSp>
      <p:grpSp>
        <p:nvGrpSpPr>
          <p:cNvPr id="8211" name="Google Shape;8211;p73"/>
          <p:cNvGrpSpPr/>
          <p:nvPr/>
        </p:nvGrpSpPr>
        <p:grpSpPr>
          <a:xfrm>
            <a:off x="3500360" y="2682741"/>
            <a:ext cx="1570719" cy="294123"/>
            <a:chOff x="998425" y="1182125"/>
            <a:chExt cx="1065400" cy="199500"/>
          </a:xfrm>
        </p:grpSpPr>
        <p:sp>
          <p:nvSpPr>
            <p:cNvPr id="8212" name="Google Shape;8212;p73"/>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3" name="Google Shape;8213;p73"/>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4" name="Google Shape;8214;p73"/>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5" name="Google Shape;8215;p73"/>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6" name="Google Shape;8216;p73"/>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17" name="Google Shape;8217;p73"/>
          <p:cNvGrpSpPr/>
          <p:nvPr/>
        </p:nvGrpSpPr>
        <p:grpSpPr>
          <a:xfrm>
            <a:off x="6843616" y="1800228"/>
            <a:ext cx="1565716" cy="366729"/>
            <a:chOff x="1247650" y="2075423"/>
            <a:chExt cx="6648477" cy="1557238"/>
          </a:xfrm>
        </p:grpSpPr>
        <p:sp>
          <p:nvSpPr>
            <p:cNvPr id="8218" name="Google Shape;8218;p73"/>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9" name="Google Shape;8219;p73"/>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0" name="Google Shape;8220;p73"/>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1" name="Google Shape;8221;p73"/>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2" name="Google Shape;8222;p73"/>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3" name="Google Shape;8223;p73"/>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cap="flat" cmpd="sng" w="9525">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24" name="Google Shape;8224;p73"/>
          <p:cNvGrpSpPr/>
          <p:nvPr/>
        </p:nvGrpSpPr>
        <p:grpSpPr>
          <a:xfrm>
            <a:off x="6827928" y="2949043"/>
            <a:ext cx="1597061" cy="663440"/>
            <a:chOff x="6796238" y="3158297"/>
            <a:chExt cx="1630319" cy="677257"/>
          </a:xfrm>
        </p:grpSpPr>
        <p:cxnSp>
          <p:nvCxnSpPr>
            <p:cNvPr id="8225" name="Google Shape;8225;p73"/>
            <p:cNvCxnSpPr/>
            <p:nvPr/>
          </p:nvCxnSpPr>
          <p:spPr>
            <a:xfrm>
              <a:off x="7012244"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8226" name="Google Shape;8226;p73"/>
            <p:cNvCxnSpPr/>
            <p:nvPr/>
          </p:nvCxnSpPr>
          <p:spPr>
            <a:xfrm>
              <a:off x="7810957" y="3664854"/>
              <a:ext cx="0" cy="170700"/>
            </a:xfrm>
            <a:prstGeom prst="straightConnector1">
              <a:avLst/>
            </a:prstGeom>
            <a:noFill/>
            <a:ln cap="flat" cmpd="sng" w="9525">
              <a:solidFill>
                <a:srgbClr val="A5B7C6"/>
              </a:solidFill>
              <a:prstDash val="solid"/>
              <a:round/>
              <a:headEnd len="med" w="med" type="none"/>
              <a:tailEnd len="med" w="med" type="diamond"/>
            </a:ln>
          </p:spPr>
        </p:cxnSp>
        <p:cxnSp>
          <p:nvCxnSpPr>
            <p:cNvPr id="8227" name="Google Shape;8227;p73"/>
            <p:cNvCxnSpPr/>
            <p:nvPr/>
          </p:nvCxnSpPr>
          <p:spPr>
            <a:xfrm rot="10800000">
              <a:off x="8196652" y="3170826"/>
              <a:ext cx="0" cy="169800"/>
            </a:xfrm>
            <a:prstGeom prst="straightConnector1">
              <a:avLst/>
            </a:prstGeom>
            <a:noFill/>
            <a:ln cap="flat" cmpd="sng" w="9525">
              <a:solidFill>
                <a:srgbClr val="A5B7C6"/>
              </a:solidFill>
              <a:prstDash val="solid"/>
              <a:round/>
              <a:headEnd len="med" w="med" type="none"/>
              <a:tailEnd len="med" w="med" type="diamond"/>
            </a:ln>
          </p:spPr>
        </p:cxnSp>
        <p:cxnSp>
          <p:nvCxnSpPr>
            <p:cNvPr id="8228" name="Google Shape;8228;p73"/>
            <p:cNvCxnSpPr/>
            <p:nvPr/>
          </p:nvCxnSpPr>
          <p:spPr>
            <a:xfrm rot="10800000">
              <a:off x="7411601" y="3158297"/>
              <a:ext cx="0" cy="170700"/>
            </a:xfrm>
            <a:prstGeom prst="straightConnector1">
              <a:avLst/>
            </a:prstGeom>
            <a:noFill/>
            <a:ln cap="flat" cmpd="sng" w="9525">
              <a:solidFill>
                <a:srgbClr val="A5B7C6"/>
              </a:solidFill>
              <a:prstDash val="solid"/>
              <a:round/>
              <a:headEnd len="med" w="med" type="none"/>
              <a:tailEnd len="med" w="med" type="diamond"/>
            </a:ln>
          </p:spPr>
        </p:cxnSp>
        <p:grpSp>
          <p:nvGrpSpPr>
            <p:cNvPr id="8229" name="Google Shape;8229;p73"/>
            <p:cNvGrpSpPr/>
            <p:nvPr/>
          </p:nvGrpSpPr>
          <p:grpSpPr>
            <a:xfrm>
              <a:off x="6796238" y="3311904"/>
              <a:ext cx="1630319" cy="377697"/>
              <a:chOff x="6796238" y="3311904"/>
              <a:chExt cx="1630319" cy="377697"/>
            </a:xfrm>
          </p:grpSpPr>
          <p:sp>
            <p:nvSpPr>
              <p:cNvPr id="8230" name="Google Shape;8230;p73"/>
              <p:cNvSpPr/>
              <p:nvPr/>
            </p:nvSpPr>
            <p:spPr>
              <a:xfrm>
                <a:off x="6796238" y="3311904"/>
                <a:ext cx="798025" cy="377697"/>
              </a:xfrm>
              <a:custGeom>
                <a:rect b="b" l="l" r="r" t="t"/>
                <a:pathLst>
                  <a:path extrusionOk="0" h="16266" w="34368">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1" name="Google Shape;8231;p73"/>
              <p:cNvSpPr/>
              <p:nvPr/>
            </p:nvSpPr>
            <p:spPr>
              <a:xfrm>
                <a:off x="7628207" y="3311904"/>
                <a:ext cx="798350" cy="377697"/>
              </a:xfrm>
              <a:custGeom>
                <a:rect b="b" l="l" r="r" t="t"/>
                <a:pathLst>
                  <a:path extrusionOk="0" h="16266" w="34382">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2" name="Google Shape;8232;p73"/>
              <p:cNvSpPr/>
              <p:nvPr/>
            </p:nvSpPr>
            <p:spPr>
              <a:xfrm>
                <a:off x="7229098" y="3311904"/>
                <a:ext cx="762823" cy="377697"/>
              </a:xfrm>
              <a:custGeom>
                <a:rect b="b" l="l" r="r" t="t"/>
                <a:pathLst>
                  <a:path extrusionOk="0" h="16266" w="32852">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33" name="Google Shape;8233;p73"/>
          <p:cNvGrpSpPr/>
          <p:nvPr/>
        </p:nvGrpSpPr>
        <p:grpSpPr>
          <a:xfrm>
            <a:off x="5349066" y="970435"/>
            <a:ext cx="1368606" cy="1593805"/>
            <a:chOff x="1839112" y="2209163"/>
            <a:chExt cx="1918159" cy="2233784"/>
          </a:xfrm>
        </p:grpSpPr>
        <p:sp>
          <p:nvSpPr>
            <p:cNvPr id="8234" name="Google Shape;8234;p73"/>
            <p:cNvSpPr/>
            <p:nvPr/>
          </p:nvSpPr>
          <p:spPr>
            <a:xfrm>
              <a:off x="1839112"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5" name="Google Shape;8235;p73"/>
            <p:cNvSpPr/>
            <p:nvPr/>
          </p:nvSpPr>
          <p:spPr>
            <a:xfrm>
              <a:off x="3182171" y="2209163"/>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6" name="Google Shape;8236;p73"/>
            <p:cNvSpPr/>
            <p:nvPr/>
          </p:nvSpPr>
          <p:spPr>
            <a:xfrm>
              <a:off x="3182171"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237" name="Google Shape;8237;p73"/>
            <p:cNvCxnSpPr>
              <a:stCxn id="8234" idx="6"/>
              <a:endCxn id="8235" idx="2"/>
            </p:cNvCxnSpPr>
            <p:nvPr/>
          </p:nvCxnSpPr>
          <p:spPr>
            <a:xfrm>
              <a:off x="2414212" y="2496713"/>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8238" name="Google Shape;8238;p73"/>
            <p:cNvCxnSpPr>
              <a:stCxn id="8235" idx="4"/>
              <a:endCxn id="8239" idx="0"/>
            </p:cNvCxnSpPr>
            <p:nvPr/>
          </p:nvCxnSpPr>
          <p:spPr>
            <a:xfrm rot="5400000">
              <a:off x="2669921" y="2240963"/>
              <a:ext cx="256500" cy="1343100"/>
            </a:xfrm>
            <a:prstGeom prst="bentConnector3">
              <a:avLst>
                <a:gd fmla="val 50000" name="adj1"/>
              </a:avLst>
            </a:prstGeom>
            <a:noFill/>
            <a:ln cap="flat" cmpd="sng" w="9525">
              <a:solidFill>
                <a:srgbClr val="325D79"/>
              </a:solidFill>
              <a:prstDash val="solid"/>
              <a:round/>
              <a:headEnd len="med" w="med" type="none"/>
              <a:tailEnd len="med" w="med" type="none"/>
            </a:ln>
          </p:spPr>
        </p:cxnSp>
        <p:cxnSp>
          <p:nvCxnSpPr>
            <p:cNvPr id="8240" name="Google Shape;8240;p73"/>
            <p:cNvCxnSpPr>
              <a:stCxn id="8239" idx="6"/>
              <a:endCxn id="8236" idx="2"/>
            </p:cNvCxnSpPr>
            <p:nvPr/>
          </p:nvCxnSpPr>
          <p:spPr>
            <a:xfrm>
              <a:off x="2414212" y="3328316"/>
              <a:ext cx="768000" cy="600"/>
            </a:xfrm>
            <a:prstGeom prst="bentConnector3">
              <a:avLst>
                <a:gd fmla="val 50017" name="adj1"/>
              </a:avLst>
            </a:prstGeom>
            <a:noFill/>
            <a:ln cap="flat" cmpd="sng" w="9525">
              <a:solidFill>
                <a:srgbClr val="325D79"/>
              </a:solidFill>
              <a:prstDash val="solid"/>
              <a:round/>
              <a:headEnd len="med" w="med" type="none"/>
              <a:tailEnd len="med" w="med" type="none"/>
            </a:ln>
          </p:spPr>
        </p:cxnSp>
        <p:cxnSp>
          <p:nvCxnSpPr>
            <p:cNvPr id="8241" name="Google Shape;8241;p73"/>
            <p:cNvCxnSpPr>
              <a:stCxn id="8236" idx="4"/>
              <a:endCxn id="8242" idx="0"/>
            </p:cNvCxnSpPr>
            <p:nvPr/>
          </p:nvCxnSpPr>
          <p:spPr>
            <a:xfrm rot="5400000">
              <a:off x="2672171" y="3070316"/>
              <a:ext cx="252000" cy="1343100"/>
            </a:xfrm>
            <a:prstGeom prst="bentConnector3">
              <a:avLst>
                <a:gd fmla="val 49996" name="adj1"/>
              </a:avLst>
            </a:prstGeom>
            <a:noFill/>
            <a:ln cap="flat" cmpd="sng" w="9525">
              <a:solidFill>
                <a:srgbClr val="325D79"/>
              </a:solidFill>
              <a:prstDash val="solid"/>
              <a:round/>
              <a:headEnd len="med" w="med" type="none"/>
              <a:tailEnd len="med" w="med" type="none"/>
            </a:ln>
          </p:spPr>
        </p:cxnSp>
        <p:sp>
          <p:nvSpPr>
            <p:cNvPr id="8239" name="Google Shape;8239;p73"/>
            <p:cNvSpPr/>
            <p:nvPr/>
          </p:nvSpPr>
          <p:spPr>
            <a:xfrm>
              <a:off x="1839112" y="3040766"/>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2" name="Google Shape;8242;p73"/>
            <p:cNvSpPr/>
            <p:nvPr/>
          </p:nvSpPr>
          <p:spPr>
            <a:xfrm>
              <a:off x="1839112"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3" name="Google Shape;8243;p73"/>
            <p:cNvSpPr/>
            <p:nvPr/>
          </p:nvSpPr>
          <p:spPr>
            <a:xfrm>
              <a:off x="3182171" y="3867848"/>
              <a:ext cx="575100" cy="575100"/>
            </a:xfrm>
            <a:prstGeom prst="flowChartConnector">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244" name="Google Shape;8244;p73"/>
            <p:cNvCxnSpPr>
              <a:endCxn id="8243" idx="2"/>
            </p:cNvCxnSpPr>
            <p:nvPr/>
          </p:nvCxnSpPr>
          <p:spPr>
            <a:xfrm>
              <a:off x="2413871" y="4154498"/>
              <a:ext cx="768300" cy="900"/>
            </a:xfrm>
            <a:prstGeom prst="bentConnector3">
              <a:avLst>
                <a:gd fmla="val 50000" name="adj1"/>
              </a:avLst>
            </a:prstGeom>
            <a:noFill/>
            <a:ln cap="flat" cmpd="sng" w="9525">
              <a:solidFill>
                <a:srgbClr val="325D79"/>
              </a:solidFill>
              <a:prstDash val="solid"/>
              <a:round/>
              <a:headEnd len="med" w="med" type="none"/>
              <a:tailEnd len="med" w="med" type="none"/>
            </a:ln>
          </p:spPr>
        </p:cxnSp>
      </p:grpSp>
      <p:grpSp>
        <p:nvGrpSpPr>
          <p:cNvPr id="8245" name="Google Shape;8245;p73"/>
          <p:cNvGrpSpPr/>
          <p:nvPr/>
        </p:nvGrpSpPr>
        <p:grpSpPr>
          <a:xfrm>
            <a:off x="3481439" y="976671"/>
            <a:ext cx="1637968" cy="154942"/>
            <a:chOff x="238125" y="2506075"/>
            <a:chExt cx="7115411" cy="673075"/>
          </a:xfrm>
        </p:grpSpPr>
        <p:sp>
          <p:nvSpPr>
            <p:cNvPr id="8246" name="Google Shape;8246;p73"/>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7" name="Google Shape;8247;p73"/>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8" name="Google Shape;8248;p73"/>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9" name="Google Shape;8249;p73"/>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0" name="Google Shape;8250;p73"/>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51" name="Google Shape;8251;p73"/>
          <p:cNvGrpSpPr/>
          <p:nvPr/>
        </p:nvGrpSpPr>
        <p:grpSpPr>
          <a:xfrm>
            <a:off x="720124" y="1298269"/>
            <a:ext cx="2476762" cy="91743"/>
            <a:chOff x="1464850" y="436376"/>
            <a:chExt cx="6001362" cy="222300"/>
          </a:xfrm>
        </p:grpSpPr>
        <p:sp>
          <p:nvSpPr>
            <p:cNvPr id="8252" name="Google Shape;8252;p73"/>
            <p:cNvSpPr/>
            <p:nvPr/>
          </p:nvSpPr>
          <p:spPr>
            <a:xfrm>
              <a:off x="1464850"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3" name="Google Shape;8253;p73"/>
            <p:cNvSpPr/>
            <p:nvPr/>
          </p:nvSpPr>
          <p:spPr>
            <a:xfrm>
              <a:off x="4410215"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4" name="Google Shape;8254;p73"/>
            <p:cNvSpPr/>
            <p:nvPr/>
          </p:nvSpPr>
          <p:spPr>
            <a:xfrm>
              <a:off x="7243912"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5" name="Google Shape;8255;p73"/>
            <p:cNvSpPr/>
            <p:nvPr/>
          </p:nvSpPr>
          <p:spPr>
            <a:xfrm>
              <a:off x="2920366"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6" name="Google Shape;8256;p73"/>
            <p:cNvSpPr/>
            <p:nvPr/>
          </p:nvSpPr>
          <p:spPr>
            <a:xfrm>
              <a:off x="5831847" y="436376"/>
              <a:ext cx="222300" cy="222300"/>
            </a:xfrm>
            <a:prstGeom prst="diamond">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257" name="Google Shape;8257;p73"/>
            <p:cNvCxnSpPr/>
            <p:nvPr/>
          </p:nvCxnSpPr>
          <p:spPr>
            <a:xfrm>
              <a:off x="1798637"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258" name="Google Shape;8258;p73"/>
            <p:cNvCxnSpPr/>
            <p:nvPr/>
          </p:nvCxnSpPr>
          <p:spPr>
            <a:xfrm>
              <a:off x="327624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259" name="Google Shape;8259;p73"/>
            <p:cNvCxnSpPr/>
            <p:nvPr/>
          </p:nvCxnSpPr>
          <p:spPr>
            <a:xfrm>
              <a:off x="4753898" y="547513"/>
              <a:ext cx="988200" cy="0"/>
            </a:xfrm>
            <a:prstGeom prst="straightConnector1">
              <a:avLst/>
            </a:prstGeom>
            <a:noFill/>
            <a:ln cap="flat" cmpd="sng" w="9525">
              <a:solidFill>
                <a:srgbClr val="5F7D95"/>
              </a:solidFill>
              <a:prstDash val="solid"/>
              <a:round/>
              <a:headEnd len="med" w="med" type="none"/>
              <a:tailEnd len="med" w="med" type="none"/>
            </a:ln>
          </p:spPr>
        </p:cxnSp>
        <p:cxnSp>
          <p:nvCxnSpPr>
            <p:cNvPr id="8260" name="Google Shape;8260;p73"/>
            <p:cNvCxnSpPr/>
            <p:nvPr/>
          </p:nvCxnSpPr>
          <p:spPr>
            <a:xfrm>
              <a:off x="6143961" y="547513"/>
              <a:ext cx="988200" cy="0"/>
            </a:xfrm>
            <a:prstGeom prst="straightConnector1">
              <a:avLst/>
            </a:prstGeom>
            <a:noFill/>
            <a:ln cap="flat" cmpd="sng" w="9525">
              <a:solidFill>
                <a:srgbClr val="5F7D95"/>
              </a:solidFill>
              <a:prstDash val="solid"/>
              <a:round/>
              <a:headEnd len="med" w="med" type="none"/>
              <a:tailEnd len="med" w="med" type="none"/>
            </a:ln>
          </p:spPr>
        </p:cxnSp>
      </p:grpSp>
      <p:grpSp>
        <p:nvGrpSpPr>
          <p:cNvPr id="8261" name="Google Shape;8261;p73"/>
          <p:cNvGrpSpPr/>
          <p:nvPr/>
        </p:nvGrpSpPr>
        <p:grpSpPr>
          <a:xfrm>
            <a:off x="706391" y="2533734"/>
            <a:ext cx="1452710" cy="651923"/>
            <a:chOff x="803162" y="2667727"/>
            <a:chExt cx="1411906" cy="633611"/>
          </a:xfrm>
        </p:grpSpPr>
        <p:cxnSp>
          <p:nvCxnSpPr>
            <p:cNvPr id="8262" name="Google Shape;8262;p73"/>
            <p:cNvCxnSpPr>
              <a:stCxn id="8263" idx="2"/>
              <a:endCxn id="8264" idx="0"/>
            </p:cNvCxnSpPr>
            <p:nvPr/>
          </p:nvCxnSpPr>
          <p:spPr>
            <a:xfrm flipH="1" rot="-5400000">
              <a:off x="1629114" y="2672827"/>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265" name="Google Shape;8265;p73"/>
            <p:cNvCxnSpPr>
              <a:stCxn id="8266" idx="0"/>
              <a:endCxn id="8263" idx="2"/>
            </p:cNvCxnSpPr>
            <p:nvPr/>
          </p:nvCxnSpPr>
          <p:spPr>
            <a:xfrm rot="-5400000">
              <a:off x="1259830" y="2672682"/>
              <a:ext cx="129300" cy="3693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267" name="Google Shape;8267;p73"/>
            <p:cNvCxnSpPr>
              <a:stCxn id="8266" idx="2"/>
              <a:endCxn id="8268" idx="0"/>
            </p:cNvCxnSpPr>
            <p:nvPr/>
          </p:nvCxnSpPr>
          <p:spPr>
            <a:xfrm flipH="1" rot="-5400000">
              <a:off x="1163380"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269" name="Google Shape;8269;p73"/>
            <p:cNvCxnSpPr>
              <a:stCxn id="8270" idx="0"/>
              <a:endCxn id="8266" idx="2"/>
            </p:cNvCxnSpPr>
            <p:nvPr/>
          </p:nvCxnSpPr>
          <p:spPr>
            <a:xfrm rot="-5400000">
              <a:off x="987062"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271" name="Google Shape;8271;p73"/>
            <p:cNvCxnSpPr>
              <a:stCxn id="8264" idx="2"/>
              <a:endCxn id="8272" idx="0"/>
            </p:cNvCxnSpPr>
            <p:nvPr/>
          </p:nvCxnSpPr>
          <p:spPr>
            <a:xfrm flipH="1" rot="-5400000">
              <a:off x="1901948" y="3023532"/>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cxnSp>
          <p:nvCxnSpPr>
            <p:cNvPr id="8273" name="Google Shape;8273;p73"/>
            <p:cNvCxnSpPr>
              <a:stCxn id="8274" idx="0"/>
              <a:endCxn id="8264" idx="2"/>
            </p:cNvCxnSpPr>
            <p:nvPr/>
          </p:nvCxnSpPr>
          <p:spPr>
            <a:xfrm rot="-5400000">
              <a:off x="1725631" y="3023388"/>
              <a:ext cx="129300" cy="176400"/>
            </a:xfrm>
            <a:prstGeom prst="bentConnector3">
              <a:avLst>
                <a:gd fmla="val 49963" name="adj1"/>
              </a:avLst>
            </a:prstGeom>
            <a:noFill/>
            <a:ln cap="flat" cmpd="sng" w="9525">
              <a:solidFill>
                <a:srgbClr val="C2C2C2"/>
              </a:solidFill>
              <a:prstDash val="solid"/>
              <a:round/>
              <a:headEnd len="sm" w="sm" type="none"/>
              <a:tailEnd len="sm" w="sm" type="none"/>
            </a:ln>
          </p:spPr>
        </p:cxnSp>
        <p:sp>
          <p:nvSpPr>
            <p:cNvPr id="8270" name="Google Shape;8270;p73"/>
            <p:cNvSpPr/>
            <p:nvPr/>
          </p:nvSpPr>
          <p:spPr>
            <a:xfrm>
              <a:off x="803162"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68" name="Google Shape;8268;p73"/>
            <p:cNvSpPr/>
            <p:nvPr/>
          </p:nvSpPr>
          <p:spPr>
            <a:xfrm>
              <a:off x="1155799"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74" name="Google Shape;8274;p73"/>
            <p:cNvSpPr/>
            <p:nvPr/>
          </p:nvSpPr>
          <p:spPr>
            <a:xfrm>
              <a:off x="1541731"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72" name="Google Shape;8272;p73"/>
            <p:cNvSpPr/>
            <p:nvPr/>
          </p:nvSpPr>
          <p:spPr>
            <a:xfrm>
              <a:off x="1894368" y="3176238"/>
              <a:ext cx="320700" cy="125100"/>
            </a:xfrm>
            <a:prstGeom prst="roundRect">
              <a:avLst>
                <a:gd fmla="val 50000" name="adj"/>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64" name="Google Shape;8264;p73"/>
            <p:cNvSpPr/>
            <p:nvPr/>
          </p:nvSpPr>
          <p:spPr>
            <a:xfrm>
              <a:off x="1718048"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66" name="Google Shape;8266;p73"/>
            <p:cNvSpPr/>
            <p:nvPr/>
          </p:nvSpPr>
          <p:spPr>
            <a:xfrm>
              <a:off x="979480" y="2921982"/>
              <a:ext cx="320700" cy="125100"/>
            </a:xfrm>
            <a:prstGeom prst="roundRect">
              <a:avLst>
                <a:gd fmla="val 50000" name="adj"/>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endParaRPr>
            </a:p>
          </p:txBody>
        </p:sp>
        <p:sp>
          <p:nvSpPr>
            <p:cNvPr id="8263" name="Google Shape;8263;p73"/>
            <p:cNvSpPr/>
            <p:nvPr/>
          </p:nvSpPr>
          <p:spPr>
            <a:xfrm>
              <a:off x="1348764" y="2667727"/>
              <a:ext cx="320700" cy="125100"/>
            </a:xfrm>
            <a:prstGeom prst="roundRect">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FFFFFF"/>
                </a:solidFill>
              </a:endParaRPr>
            </a:p>
          </p:txBody>
        </p:sp>
      </p:grpSp>
      <p:grpSp>
        <p:nvGrpSpPr>
          <p:cNvPr id="8275" name="Google Shape;8275;p73"/>
          <p:cNvGrpSpPr/>
          <p:nvPr/>
        </p:nvGrpSpPr>
        <p:grpSpPr>
          <a:xfrm>
            <a:off x="706393" y="969273"/>
            <a:ext cx="2518541" cy="209309"/>
            <a:chOff x="803163" y="1111966"/>
            <a:chExt cx="2447800" cy="203430"/>
          </a:xfrm>
        </p:grpSpPr>
        <p:grpSp>
          <p:nvGrpSpPr>
            <p:cNvPr id="8276" name="Google Shape;8276;p73"/>
            <p:cNvGrpSpPr/>
            <p:nvPr/>
          </p:nvGrpSpPr>
          <p:grpSpPr>
            <a:xfrm>
              <a:off x="1958180" y="1111966"/>
              <a:ext cx="588019" cy="121396"/>
              <a:chOff x="4808316" y="2800065"/>
              <a:chExt cx="1999386" cy="412910"/>
            </a:xfrm>
          </p:grpSpPr>
          <p:sp>
            <p:nvSpPr>
              <p:cNvPr id="8277" name="Google Shape;8277;p73"/>
              <p:cNvSpPr/>
              <p:nvPr/>
            </p:nvSpPr>
            <p:spPr>
              <a:xfrm>
                <a:off x="4849302" y="3079475"/>
                <a:ext cx="1958400" cy="1335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78" name="Google Shape;8278;p73"/>
              <p:cNvGrpSpPr/>
              <p:nvPr/>
            </p:nvGrpSpPr>
            <p:grpSpPr>
              <a:xfrm>
                <a:off x="4808316" y="2800065"/>
                <a:ext cx="92400" cy="411825"/>
                <a:chOff x="845575" y="2563700"/>
                <a:chExt cx="92400" cy="411825"/>
              </a:xfrm>
            </p:grpSpPr>
            <p:cxnSp>
              <p:nvCxnSpPr>
                <p:cNvPr id="8279" name="Google Shape;8279;p73"/>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280" name="Google Shape;8280;p73"/>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cxnSp>
          <p:nvCxnSpPr>
            <p:cNvPr id="8281" name="Google Shape;8281;p73"/>
            <p:cNvCxnSpPr/>
            <p:nvPr/>
          </p:nvCxnSpPr>
          <p:spPr>
            <a:xfrm>
              <a:off x="3237251" y="1127387"/>
              <a:ext cx="0" cy="105600"/>
            </a:xfrm>
            <a:prstGeom prst="straightConnector1">
              <a:avLst/>
            </a:prstGeom>
            <a:noFill/>
            <a:ln cap="flat" cmpd="sng" w="9525">
              <a:solidFill>
                <a:srgbClr val="667E92"/>
              </a:solidFill>
              <a:prstDash val="solid"/>
              <a:round/>
              <a:headEnd len="sm" w="sm" type="none"/>
              <a:tailEnd len="sm" w="sm" type="none"/>
            </a:ln>
          </p:spPr>
        </p:cxnSp>
        <p:sp>
          <p:nvSpPr>
            <p:cNvPr id="8282" name="Google Shape;8282;p73"/>
            <p:cNvSpPr/>
            <p:nvPr/>
          </p:nvSpPr>
          <p:spPr>
            <a:xfrm>
              <a:off x="3223663" y="1111974"/>
              <a:ext cx="27300" cy="273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83" name="Google Shape;8283;p73"/>
            <p:cNvGrpSpPr/>
            <p:nvPr/>
          </p:nvGrpSpPr>
          <p:grpSpPr>
            <a:xfrm>
              <a:off x="803163" y="1111974"/>
              <a:ext cx="591158" cy="121545"/>
              <a:chOff x="803163" y="1111974"/>
              <a:chExt cx="591158" cy="121545"/>
            </a:xfrm>
          </p:grpSpPr>
          <p:grpSp>
            <p:nvGrpSpPr>
              <p:cNvPr id="8284" name="Google Shape;8284;p73"/>
              <p:cNvGrpSpPr/>
              <p:nvPr/>
            </p:nvGrpSpPr>
            <p:grpSpPr>
              <a:xfrm>
                <a:off x="803163" y="1111974"/>
                <a:ext cx="27175" cy="121077"/>
                <a:chOff x="845575" y="2563700"/>
                <a:chExt cx="92400" cy="411825"/>
              </a:xfrm>
            </p:grpSpPr>
            <p:cxnSp>
              <p:nvCxnSpPr>
                <p:cNvPr id="8285" name="Google Shape;8285;p73"/>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286" name="Google Shape;8286;p73"/>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87" name="Google Shape;8287;p73"/>
              <p:cNvSpPr/>
              <p:nvPr/>
            </p:nvSpPr>
            <p:spPr>
              <a:xfrm>
                <a:off x="818321" y="1194219"/>
                <a:ext cx="576000" cy="393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88" name="Google Shape;8288;p73"/>
            <p:cNvGrpSpPr/>
            <p:nvPr/>
          </p:nvGrpSpPr>
          <p:grpSpPr>
            <a:xfrm>
              <a:off x="1381910" y="1194219"/>
              <a:ext cx="588341" cy="121177"/>
              <a:chOff x="1381910" y="1194219"/>
              <a:chExt cx="588341" cy="121177"/>
            </a:xfrm>
          </p:grpSpPr>
          <p:grpSp>
            <p:nvGrpSpPr>
              <p:cNvPr id="8289" name="Google Shape;8289;p73"/>
              <p:cNvGrpSpPr/>
              <p:nvPr/>
            </p:nvGrpSpPr>
            <p:grpSpPr>
              <a:xfrm rot="10800000">
                <a:off x="1381910" y="1194319"/>
                <a:ext cx="27175" cy="121077"/>
                <a:chOff x="2070100" y="2563700"/>
                <a:chExt cx="92400" cy="411825"/>
              </a:xfrm>
            </p:grpSpPr>
            <p:cxnSp>
              <p:nvCxnSpPr>
                <p:cNvPr id="8290" name="Google Shape;8290;p73"/>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291" name="Google Shape;8291;p73"/>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92" name="Google Shape;8292;p73"/>
              <p:cNvSpPr/>
              <p:nvPr/>
            </p:nvSpPr>
            <p:spPr>
              <a:xfrm>
                <a:off x="1394250" y="1194219"/>
                <a:ext cx="5760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93" name="Google Shape;8293;p73"/>
            <p:cNvGrpSpPr/>
            <p:nvPr/>
          </p:nvGrpSpPr>
          <p:grpSpPr>
            <a:xfrm>
              <a:off x="2532079" y="1194219"/>
              <a:ext cx="704927" cy="121177"/>
              <a:chOff x="2532079" y="1194219"/>
              <a:chExt cx="704927" cy="121177"/>
            </a:xfrm>
          </p:grpSpPr>
          <p:grpSp>
            <p:nvGrpSpPr>
              <p:cNvPr id="8294" name="Google Shape;8294;p73"/>
              <p:cNvGrpSpPr/>
              <p:nvPr/>
            </p:nvGrpSpPr>
            <p:grpSpPr>
              <a:xfrm rot="10800000">
                <a:off x="2532079" y="1194319"/>
                <a:ext cx="27175" cy="121077"/>
                <a:chOff x="2070100" y="2563700"/>
                <a:chExt cx="92400" cy="411825"/>
              </a:xfrm>
            </p:grpSpPr>
            <p:cxnSp>
              <p:nvCxnSpPr>
                <p:cNvPr id="8295" name="Google Shape;8295;p73"/>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296" name="Google Shape;8296;p73"/>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97" name="Google Shape;8297;p73"/>
              <p:cNvSpPr/>
              <p:nvPr/>
            </p:nvSpPr>
            <p:spPr>
              <a:xfrm>
                <a:off x="2546107" y="1194219"/>
                <a:ext cx="690900" cy="393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98" name="Google Shape;8298;p73"/>
          <p:cNvGrpSpPr/>
          <p:nvPr/>
        </p:nvGrpSpPr>
        <p:grpSpPr>
          <a:xfrm>
            <a:off x="3499403" y="3665904"/>
            <a:ext cx="1567778" cy="491677"/>
            <a:chOff x="5194708" y="3484366"/>
            <a:chExt cx="3148148" cy="987304"/>
          </a:xfrm>
        </p:grpSpPr>
        <p:grpSp>
          <p:nvGrpSpPr>
            <p:cNvPr id="8299" name="Google Shape;8299;p73"/>
            <p:cNvGrpSpPr/>
            <p:nvPr/>
          </p:nvGrpSpPr>
          <p:grpSpPr>
            <a:xfrm>
              <a:off x="7531521" y="3484366"/>
              <a:ext cx="811335" cy="987304"/>
              <a:chOff x="3379425" y="1617275"/>
              <a:chExt cx="1090650" cy="1327200"/>
            </a:xfrm>
          </p:grpSpPr>
          <p:sp>
            <p:nvSpPr>
              <p:cNvPr id="8300" name="Google Shape;8300;p73"/>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1" name="Google Shape;8301;p73"/>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2" name="Google Shape;8302;p73"/>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03" name="Google Shape;8303;p73"/>
            <p:cNvGrpSpPr/>
            <p:nvPr/>
          </p:nvGrpSpPr>
          <p:grpSpPr>
            <a:xfrm>
              <a:off x="6752546" y="3484366"/>
              <a:ext cx="811428" cy="987304"/>
              <a:chOff x="2332275" y="1617275"/>
              <a:chExt cx="1090775" cy="1327200"/>
            </a:xfrm>
          </p:grpSpPr>
          <p:sp>
            <p:nvSpPr>
              <p:cNvPr id="8304" name="Google Shape;8304;p73"/>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5" name="Google Shape;8305;p73"/>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6" name="Google Shape;8306;p73"/>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07" name="Google Shape;8307;p73"/>
            <p:cNvGrpSpPr/>
            <p:nvPr/>
          </p:nvGrpSpPr>
          <p:grpSpPr>
            <a:xfrm>
              <a:off x="5973664" y="3484366"/>
              <a:ext cx="811335" cy="987304"/>
              <a:chOff x="1285250" y="1617275"/>
              <a:chExt cx="1090650" cy="1327200"/>
            </a:xfrm>
          </p:grpSpPr>
          <p:sp>
            <p:nvSpPr>
              <p:cNvPr id="8308" name="Google Shape;8308;p73"/>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cap="flat" cmpd="sng" w="19050">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9" name="Google Shape;8309;p73"/>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0" name="Google Shape;8310;p73"/>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11" name="Google Shape;8311;p73"/>
            <p:cNvGrpSpPr/>
            <p:nvPr/>
          </p:nvGrpSpPr>
          <p:grpSpPr>
            <a:xfrm>
              <a:off x="5194708" y="3484366"/>
              <a:ext cx="811409" cy="987304"/>
              <a:chOff x="238125" y="1617275"/>
              <a:chExt cx="1090750" cy="1327200"/>
            </a:xfrm>
          </p:grpSpPr>
          <p:sp>
            <p:nvSpPr>
              <p:cNvPr id="8312" name="Google Shape;8312;p73"/>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cap="flat" cmpd="sng" w="19050">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3" name="Google Shape;8313;p73"/>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4" name="Google Shape;8314;p73"/>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315" name="Google Shape;8315;p73"/>
          <p:cNvGrpSpPr/>
          <p:nvPr/>
        </p:nvGrpSpPr>
        <p:grpSpPr>
          <a:xfrm>
            <a:off x="3460012" y="3146315"/>
            <a:ext cx="1616964" cy="346256"/>
            <a:chOff x="1808063" y="4294338"/>
            <a:chExt cx="3370782" cy="721817"/>
          </a:xfrm>
        </p:grpSpPr>
        <p:sp>
          <p:nvSpPr>
            <p:cNvPr id="8316" name="Google Shape;8316;p73"/>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7" name="Google Shape;8317;p73"/>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8" name="Google Shape;8318;p73"/>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9" name="Google Shape;8319;p73"/>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0" name="Google Shape;8320;p73"/>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1" name="Google Shape;8321;p73"/>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2" name="Google Shape;8322;p73"/>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3" name="Google Shape;8323;p73"/>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4" name="Google Shape;8324;p73"/>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5" name="Google Shape;8325;p73"/>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D7DF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26" name="Google Shape;8326;p73"/>
          <p:cNvGrpSpPr/>
          <p:nvPr/>
        </p:nvGrpSpPr>
        <p:grpSpPr>
          <a:xfrm>
            <a:off x="738224" y="3432344"/>
            <a:ext cx="1295882" cy="646587"/>
            <a:chOff x="834100" y="3642869"/>
            <a:chExt cx="1259483" cy="628426"/>
          </a:xfrm>
        </p:grpSpPr>
        <p:sp>
          <p:nvSpPr>
            <p:cNvPr id="8327" name="Google Shape;8327;p73"/>
            <p:cNvSpPr/>
            <p:nvPr/>
          </p:nvSpPr>
          <p:spPr>
            <a:xfrm>
              <a:off x="1557115" y="4061516"/>
              <a:ext cx="127079" cy="163426"/>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8" name="Google Shape;8328;p73"/>
            <p:cNvSpPr/>
            <p:nvPr/>
          </p:nvSpPr>
          <p:spPr>
            <a:xfrm>
              <a:off x="1847875" y="4224937"/>
              <a:ext cx="161119" cy="4"/>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9" name="Google Shape;8329;p73"/>
            <p:cNvSpPr/>
            <p:nvPr/>
          </p:nvSpPr>
          <p:spPr>
            <a:xfrm>
              <a:off x="1684189" y="4176763"/>
              <a:ext cx="163690" cy="94532"/>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0" name="Google Shape;8330;p73"/>
            <p:cNvSpPr/>
            <p:nvPr/>
          </p:nvSpPr>
          <p:spPr>
            <a:xfrm>
              <a:off x="1246916" y="3961205"/>
              <a:ext cx="77612" cy="4"/>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1" name="Google Shape;8331;p73"/>
            <p:cNvSpPr/>
            <p:nvPr/>
          </p:nvSpPr>
          <p:spPr>
            <a:xfrm>
              <a:off x="854078" y="3861292"/>
              <a:ext cx="154429" cy="4"/>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2" name="Google Shape;8332;p73"/>
            <p:cNvSpPr/>
            <p:nvPr/>
          </p:nvSpPr>
          <p:spPr>
            <a:xfrm>
              <a:off x="1164630" y="3861309"/>
              <a:ext cx="79574" cy="199792"/>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3" name="Google Shape;8333;p73"/>
            <p:cNvSpPr/>
            <p:nvPr/>
          </p:nvSpPr>
          <p:spPr>
            <a:xfrm>
              <a:off x="854078" y="4061097"/>
              <a:ext cx="146866" cy="4"/>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4" name="Google Shape;8334;p73"/>
            <p:cNvSpPr/>
            <p:nvPr/>
          </p:nvSpPr>
          <p:spPr>
            <a:xfrm>
              <a:off x="1000939" y="4005884"/>
              <a:ext cx="163695" cy="94514"/>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5" name="Google Shape;8335;p73"/>
            <p:cNvSpPr/>
            <p:nvPr/>
          </p:nvSpPr>
          <p:spPr>
            <a:xfrm>
              <a:off x="1008502" y="3822418"/>
              <a:ext cx="163690" cy="94528"/>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6" name="Google Shape;8336;p73"/>
            <p:cNvSpPr/>
            <p:nvPr/>
          </p:nvSpPr>
          <p:spPr>
            <a:xfrm>
              <a:off x="1603156" y="3961205"/>
              <a:ext cx="77612" cy="4"/>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7" name="Google Shape;8337;p73"/>
            <p:cNvSpPr/>
            <p:nvPr/>
          </p:nvSpPr>
          <p:spPr>
            <a:xfrm>
              <a:off x="1926576" y="3861292"/>
              <a:ext cx="144308" cy="4"/>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8" name="Google Shape;8338;p73"/>
            <p:cNvSpPr/>
            <p:nvPr/>
          </p:nvSpPr>
          <p:spPr>
            <a:xfrm>
              <a:off x="1680763" y="3861309"/>
              <a:ext cx="82127" cy="199792"/>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9" name="Google Shape;8339;p73"/>
            <p:cNvSpPr/>
            <p:nvPr/>
          </p:nvSpPr>
          <p:spPr>
            <a:xfrm>
              <a:off x="1926576" y="4061097"/>
              <a:ext cx="144308" cy="4"/>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0" name="Google Shape;8340;p73"/>
            <p:cNvSpPr/>
            <p:nvPr/>
          </p:nvSpPr>
          <p:spPr>
            <a:xfrm>
              <a:off x="1762436" y="3822418"/>
              <a:ext cx="163677" cy="94528"/>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1" name="Google Shape;8341;p73"/>
            <p:cNvSpPr/>
            <p:nvPr/>
          </p:nvSpPr>
          <p:spPr>
            <a:xfrm>
              <a:off x="1762886" y="4005884"/>
              <a:ext cx="163695" cy="94514"/>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2" name="Google Shape;8342;p73"/>
            <p:cNvSpPr/>
            <p:nvPr/>
          </p:nvSpPr>
          <p:spPr>
            <a:xfrm>
              <a:off x="1325004" y="3820086"/>
              <a:ext cx="278558" cy="278382"/>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3" name="Google Shape;8343;p73"/>
            <p:cNvSpPr/>
            <p:nvPr/>
          </p:nvSpPr>
          <p:spPr>
            <a:xfrm>
              <a:off x="1235816" y="3689223"/>
              <a:ext cx="134752" cy="171223"/>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4" name="Google Shape;8344;p73"/>
            <p:cNvSpPr/>
            <p:nvPr/>
          </p:nvSpPr>
          <p:spPr>
            <a:xfrm>
              <a:off x="910512" y="3689223"/>
              <a:ext cx="161618" cy="4"/>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5" name="Google Shape;8345;p73"/>
            <p:cNvSpPr/>
            <p:nvPr/>
          </p:nvSpPr>
          <p:spPr>
            <a:xfrm>
              <a:off x="1072126" y="3642869"/>
              <a:ext cx="163695" cy="94532"/>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6" name="Google Shape;8346;p73"/>
            <p:cNvSpPr/>
            <p:nvPr/>
          </p:nvSpPr>
          <p:spPr>
            <a:xfrm>
              <a:off x="1235913" y="4073301"/>
              <a:ext cx="134655" cy="15164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7" name="Google Shape;8347;p73"/>
            <p:cNvSpPr/>
            <p:nvPr/>
          </p:nvSpPr>
          <p:spPr>
            <a:xfrm>
              <a:off x="910512" y="4224937"/>
              <a:ext cx="161618" cy="4"/>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8" name="Google Shape;8348;p73"/>
            <p:cNvSpPr/>
            <p:nvPr/>
          </p:nvSpPr>
          <p:spPr>
            <a:xfrm>
              <a:off x="1072126" y="4176763"/>
              <a:ext cx="163695" cy="94532"/>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9" name="Google Shape;8349;p73"/>
            <p:cNvSpPr/>
            <p:nvPr/>
          </p:nvSpPr>
          <p:spPr>
            <a:xfrm>
              <a:off x="1562328" y="3689223"/>
              <a:ext cx="128816" cy="171223"/>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0" name="Google Shape;8350;p73"/>
            <p:cNvSpPr/>
            <p:nvPr/>
          </p:nvSpPr>
          <p:spPr>
            <a:xfrm>
              <a:off x="1854826" y="3689223"/>
              <a:ext cx="154169" cy="4"/>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1" name="Google Shape;8351;p73"/>
            <p:cNvSpPr/>
            <p:nvPr/>
          </p:nvSpPr>
          <p:spPr>
            <a:xfrm>
              <a:off x="1691140" y="3642869"/>
              <a:ext cx="163690" cy="94532"/>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52" name="Google Shape;8352;p73"/>
            <p:cNvGrpSpPr/>
            <p:nvPr/>
          </p:nvGrpSpPr>
          <p:grpSpPr>
            <a:xfrm>
              <a:off x="1360364" y="3847835"/>
              <a:ext cx="208119" cy="224359"/>
              <a:chOff x="1360769" y="3847100"/>
              <a:chExt cx="208119" cy="224359"/>
            </a:xfrm>
          </p:grpSpPr>
          <p:sp>
            <p:nvSpPr>
              <p:cNvPr id="8353" name="Google Shape;8353;p73"/>
              <p:cNvSpPr/>
              <p:nvPr/>
            </p:nvSpPr>
            <p:spPr>
              <a:xfrm>
                <a:off x="1360769" y="3847113"/>
                <a:ext cx="99163" cy="224346"/>
              </a:xfrm>
              <a:custGeom>
                <a:rect b="b" l="l" r="r" t="t"/>
                <a:pathLst>
                  <a:path extrusionOk="0" fill="none" h="50901" w="22486">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cap="flat" cmpd="sng" w="9525">
                <a:solidFill>
                  <a:srgbClr val="E4E9E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4" name="Google Shape;8354;p73"/>
              <p:cNvSpPr/>
              <p:nvPr/>
            </p:nvSpPr>
            <p:spPr>
              <a:xfrm>
                <a:off x="1418941" y="3907967"/>
                <a:ext cx="40718" cy="51312"/>
              </a:xfrm>
              <a:custGeom>
                <a:rect b="b" l="l" r="r" t="t"/>
                <a:pathLst>
                  <a:path extrusionOk="0" fill="none" h="11642" w="9233">
                    <a:moveTo>
                      <a:pt x="9233" y="1"/>
                    </a:moveTo>
                    <a:cubicBezTo>
                      <a:pt x="9233" y="1"/>
                      <a:pt x="0" y="570"/>
                      <a:pt x="2586" y="1164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5" name="Google Shape;8355;p73"/>
              <p:cNvSpPr/>
              <p:nvPr/>
            </p:nvSpPr>
            <p:spPr>
              <a:xfrm>
                <a:off x="1432983" y="3877824"/>
                <a:ext cx="26566" cy="25035"/>
              </a:xfrm>
              <a:custGeom>
                <a:rect b="b" l="l" r="r" t="t"/>
                <a:pathLst>
                  <a:path extrusionOk="0" fill="none" h="5680" w="6024">
                    <a:moveTo>
                      <a:pt x="1" y="1795"/>
                    </a:moveTo>
                    <a:cubicBezTo>
                      <a:pt x="1" y="1795"/>
                      <a:pt x="6023" y="0"/>
                      <a:pt x="6023" y="568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6" name="Google Shape;8356;p73"/>
              <p:cNvSpPr/>
              <p:nvPr/>
            </p:nvSpPr>
            <p:spPr>
              <a:xfrm>
                <a:off x="1406421" y="3881663"/>
                <a:ext cx="8727" cy="21196"/>
              </a:xfrm>
              <a:custGeom>
                <a:rect b="b" l="l" r="r" t="t"/>
                <a:pathLst>
                  <a:path extrusionOk="0" fill="none" h="4809" w="1979">
                    <a:moveTo>
                      <a:pt x="1" y="1"/>
                    </a:moveTo>
                    <a:cubicBezTo>
                      <a:pt x="1" y="1"/>
                      <a:pt x="1" y="2730"/>
                      <a:pt x="1978" y="4809"/>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7" name="Google Shape;8357;p73"/>
              <p:cNvSpPr/>
              <p:nvPr/>
            </p:nvSpPr>
            <p:spPr>
              <a:xfrm>
                <a:off x="1372301" y="3910479"/>
                <a:ext cx="51967" cy="15131"/>
              </a:xfrm>
              <a:custGeom>
                <a:rect b="b" l="l" r="r" t="t"/>
                <a:pathLst>
                  <a:path extrusionOk="0" fill="none" h="3433" w="11784">
                    <a:moveTo>
                      <a:pt x="1" y="2663"/>
                    </a:moveTo>
                    <a:cubicBezTo>
                      <a:pt x="3364" y="0"/>
                      <a:pt x="6622" y="3433"/>
                      <a:pt x="6622" y="3433"/>
                    </a:cubicBezTo>
                    <a:cubicBezTo>
                      <a:pt x="6622" y="3433"/>
                      <a:pt x="7307" y="387"/>
                      <a:pt x="11783" y="1653"/>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8" name="Google Shape;8358;p73"/>
              <p:cNvSpPr/>
              <p:nvPr/>
            </p:nvSpPr>
            <p:spPr>
              <a:xfrm>
                <a:off x="1383436" y="3963823"/>
                <a:ext cx="27351" cy="50572"/>
              </a:xfrm>
              <a:custGeom>
                <a:rect b="b" l="l" r="r" t="t"/>
                <a:pathLst>
                  <a:path extrusionOk="0" fill="none" h="11474" w="6202">
                    <a:moveTo>
                      <a:pt x="22" y="11474"/>
                    </a:moveTo>
                    <a:cubicBezTo>
                      <a:pt x="22" y="11474"/>
                      <a:pt x="0" y="5735"/>
                      <a:pt x="4440" y="6297"/>
                    </a:cubicBezTo>
                    <a:cubicBezTo>
                      <a:pt x="4440" y="6297"/>
                      <a:pt x="2134" y="3149"/>
                      <a:pt x="6202"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9" name="Google Shape;8359;p73"/>
              <p:cNvSpPr/>
              <p:nvPr/>
            </p:nvSpPr>
            <p:spPr>
              <a:xfrm>
                <a:off x="1398461" y="4014391"/>
                <a:ext cx="12132" cy="31518"/>
              </a:xfrm>
              <a:custGeom>
                <a:rect b="b" l="l" r="r" t="t"/>
                <a:pathLst>
                  <a:path extrusionOk="0" fill="none" h="7151" w="2751">
                    <a:moveTo>
                      <a:pt x="2751" y="1"/>
                    </a:moveTo>
                    <a:cubicBezTo>
                      <a:pt x="2751" y="1"/>
                      <a:pt x="0" y="2963"/>
                      <a:pt x="1806" y="715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0" name="Google Shape;8360;p73"/>
              <p:cNvSpPr/>
              <p:nvPr/>
            </p:nvSpPr>
            <p:spPr>
              <a:xfrm>
                <a:off x="1424264" y="4012138"/>
                <a:ext cx="35284" cy="21165"/>
              </a:xfrm>
              <a:custGeom>
                <a:rect b="b" l="l" r="r" t="t"/>
                <a:pathLst>
                  <a:path extrusionOk="0" fill="none" h="4802" w="8001">
                    <a:moveTo>
                      <a:pt x="8000" y="512"/>
                    </a:moveTo>
                    <a:cubicBezTo>
                      <a:pt x="3783" y="1"/>
                      <a:pt x="1978" y="4087"/>
                      <a:pt x="1978" y="4087"/>
                    </a:cubicBezTo>
                    <a:cubicBezTo>
                      <a:pt x="1978" y="4087"/>
                      <a:pt x="858" y="3598"/>
                      <a:pt x="0" y="480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1" name="Google Shape;8361;p73"/>
              <p:cNvSpPr/>
              <p:nvPr/>
            </p:nvSpPr>
            <p:spPr>
              <a:xfrm>
                <a:off x="1397156" y="3942280"/>
                <a:ext cx="31183" cy="17449"/>
              </a:xfrm>
              <a:custGeom>
                <a:rect b="b" l="l" r="r" t="t"/>
                <a:pathLst>
                  <a:path extrusionOk="0" fill="none" h="3959" w="7071">
                    <a:moveTo>
                      <a:pt x="7070" y="1"/>
                    </a:moveTo>
                    <a:cubicBezTo>
                      <a:pt x="7070" y="1"/>
                      <a:pt x="2802" y="3959"/>
                      <a:pt x="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2" name="Google Shape;8362;p73"/>
              <p:cNvSpPr/>
              <p:nvPr/>
            </p:nvSpPr>
            <p:spPr>
              <a:xfrm>
                <a:off x="1428334" y="3973727"/>
                <a:ext cx="31214" cy="15378"/>
              </a:xfrm>
              <a:custGeom>
                <a:rect b="b" l="l" r="r" t="t"/>
                <a:pathLst>
                  <a:path extrusionOk="0" fill="none" h="3489" w="7078">
                    <a:moveTo>
                      <a:pt x="0" y="1125"/>
                    </a:moveTo>
                    <a:cubicBezTo>
                      <a:pt x="0" y="1125"/>
                      <a:pt x="4411" y="1"/>
                      <a:pt x="7077" y="3488"/>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3" name="Google Shape;8363;p73"/>
              <p:cNvSpPr/>
              <p:nvPr/>
            </p:nvSpPr>
            <p:spPr>
              <a:xfrm>
                <a:off x="1468924" y="3907967"/>
                <a:ext cx="40704" cy="51312"/>
              </a:xfrm>
              <a:custGeom>
                <a:rect b="b" l="l" r="r" t="t"/>
                <a:pathLst>
                  <a:path extrusionOk="0" fill="none" h="11642" w="9230">
                    <a:moveTo>
                      <a:pt x="0" y="1"/>
                    </a:moveTo>
                    <a:cubicBezTo>
                      <a:pt x="0" y="1"/>
                      <a:pt x="9229" y="570"/>
                      <a:pt x="6647" y="1164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4" name="Google Shape;8364;p73"/>
              <p:cNvSpPr/>
              <p:nvPr/>
            </p:nvSpPr>
            <p:spPr>
              <a:xfrm>
                <a:off x="1469021" y="3877824"/>
                <a:ext cx="26561" cy="25035"/>
              </a:xfrm>
              <a:custGeom>
                <a:rect b="b" l="l" r="r" t="t"/>
                <a:pathLst>
                  <a:path extrusionOk="0" fill="none" h="5680" w="6023">
                    <a:moveTo>
                      <a:pt x="6023" y="1795"/>
                    </a:moveTo>
                    <a:cubicBezTo>
                      <a:pt x="6023" y="1795"/>
                      <a:pt x="0" y="0"/>
                      <a:pt x="0" y="5680"/>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5" name="Google Shape;8365;p73"/>
              <p:cNvSpPr/>
              <p:nvPr/>
            </p:nvSpPr>
            <p:spPr>
              <a:xfrm>
                <a:off x="1513434" y="3881663"/>
                <a:ext cx="8710" cy="21196"/>
              </a:xfrm>
              <a:custGeom>
                <a:rect b="b" l="l" r="r" t="t"/>
                <a:pathLst>
                  <a:path extrusionOk="0" fill="none" h="4809" w="1975">
                    <a:moveTo>
                      <a:pt x="1975" y="1"/>
                    </a:moveTo>
                    <a:cubicBezTo>
                      <a:pt x="1975" y="1"/>
                      <a:pt x="1975" y="2730"/>
                      <a:pt x="1" y="4809"/>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6" name="Google Shape;8366;p73"/>
              <p:cNvSpPr/>
              <p:nvPr/>
            </p:nvSpPr>
            <p:spPr>
              <a:xfrm>
                <a:off x="1517778" y="3963823"/>
                <a:ext cx="27355" cy="50572"/>
              </a:xfrm>
              <a:custGeom>
                <a:rect b="b" l="l" r="r" t="t"/>
                <a:pathLst>
                  <a:path extrusionOk="0" fill="none" h="11474" w="6203">
                    <a:moveTo>
                      <a:pt x="6181" y="11474"/>
                    </a:moveTo>
                    <a:cubicBezTo>
                      <a:pt x="6181" y="11474"/>
                      <a:pt x="6202" y="5735"/>
                      <a:pt x="1767" y="6297"/>
                    </a:cubicBezTo>
                    <a:cubicBezTo>
                      <a:pt x="1767" y="6297"/>
                      <a:pt x="4068" y="3149"/>
                      <a:pt x="1"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7" name="Google Shape;8367;p73"/>
              <p:cNvSpPr/>
              <p:nvPr/>
            </p:nvSpPr>
            <p:spPr>
              <a:xfrm>
                <a:off x="1517990" y="4014391"/>
                <a:ext cx="12119" cy="31518"/>
              </a:xfrm>
              <a:custGeom>
                <a:rect b="b" l="l" r="r" t="t"/>
                <a:pathLst>
                  <a:path extrusionOk="0" fill="none" h="7151" w="2748">
                    <a:moveTo>
                      <a:pt x="0" y="1"/>
                    </a:moveTo>
                    <a:cubicBezTo>
                      <a:pt x="0" y="1"/>
                      <a:pt x="2747" y="2963"/>
                      <a:pt x="942" y="715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8" name="Google Shape;8368;p73"/>
              <p:cNvSpPr/>
              <p:nvPr/>
            </p:nvSpPr>
            <p:spPr>
              <a:xfrm>
                <a:off x="1469021" y="4012138"/>
                <a:ext cx="35298" cy="21165"/>
              </a:xfrm>
              <a:custGeom>
                <a:rect b="b" l="l" r="r" t="t"/>
                <a:pathLst>
                  <a:path extrusionOk="0" fill="none" h="4802" w="8004">
                    <a:moveTo>
                      <a:pt x="0" y="512"/>
                    </a:moveTo>
                    <a:cubicBezTo>
                      <a:pt x="4217" y="1"/>
                      <a:pt x="6023" y="4087"/>
                      <a:pt x="6023" y="4087"/>
                    </a:cubicBezTo>
                    <a:cubicBezTo>
                      <a:pt x="6023" y="4087"/>
                      <a:pt x="7143" y="3598"/>
                      <a:pt x="8004" y="4802"/>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9" name="Google Shape;8369;p73"/>
              <p:cNvSpPr/>
              <p:nvPr/>
            </p:nvSpPr>
            <p:spPr>
              <a:xfrm>
                <a:off x="1500244" y="3942280"/>
                <a:ext cx="31183" cy="17449"/>
              </a:xfrm>
              <a:custGeom>
                <a:rect b="b" l="l" r="r" t="t"/>
                <a:pathLst>
                  <a:path extrusionOk="0" fill="none" h="3959" w="7071">
                    <a:moveTo>
                      <a:pt x="1" y="1"/>
                    </a:moveTo>
                    <a:cubicBezTo>
                      <a:pt x="1" y="1"/>
                      <a:pt x="4265" y="3959"/>
                      <a:pt x="7070" y="1"/>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0" name="Google Shape;8370;p73"/>
              <p:cNvSpPr/>
              <p:nvPr/>
            </p:nvSpPr>
            <p:spPr>
              <a:xfrm>
                <a:off x="1469021" y="3973727"/>
                <a:ext cx="31227" cy="15378"/>
              </a:xfrm>
              <a:custGeom>
                <a:rect b="b" l="l" r="r" t="t"/>
                <a:pathLst>
                  <a:path extrusionOk="0" fill="none" h="3489" w="7081">
                    <a:moveTo>
                      <a:pt x="7081" y="1125"/>
                    </a:moveTo>
                    <a:cubicBezTo>
                      <a:pt x="7081" y="1125"/>
                      <a:pt x="2670" y="1"/>
                      <a:pt x="0" y="3488"/>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1" name="Google Shape;8371;p73"/>
              <p:cNvSpPr/>
              <p:nvPr/>
            </p:nvSpPr>
            <p:spPr>
              <a:xfrm>
                <a:off x="1504314" y="3910479"/>
                <a:ext cx="51950" cy="15131"/>
              </a:xfrm>
              <a:custGeom>
                <a:rect b="b" l="l" r="r" t="t"/>
                <a:pathLst>
                  <a:path extrusionOk="0" fill="none" h="3433" w="11780">
                    <a:moveTo>
                      <a:pt x="11780" y="2663"/>
                    </a:moveTo>
                    <a:cubicBezTo>
                      <a:pt x="8420" y="0"/>
                      <a:pt x="5162" y="3433"/>
                      <a:pt x="5162" y="3433"/>
                    </a:cubicBezTo>
                    <a:cubicBezTo>
                      <a:pt x="5162" y="3433"/>
                      <a:pt x="4473" y="387"/>
                      <a:pt x="1" y="1653"/>
                    </a:cubicBezTo>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2" name="Google Shape;8372;p73"/>
              <p:cNvSpPr/>
              <p:nvPr/>
            </p:nvSpPr>
            <p:spPr>
              <a:xfrm>
                <a:off x="1469738" y="3847100"/>
                <a:ext cx="99150" cy="224346"/>
              </a:xfrm>
              <a:custGeom>
                <a:rect b="b" l="l" r="r" t="t"/>
                <a:pathLst>
                  <a:path extrusionOk="0" fill="none" h="50901" w="22483">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cap="flat" cmpd="sng" w="9525">
                <a:solidFill>
                  <a:srgbClr val="40566D"/>
                </a:solidFill>
                <a:prstDash val="solid"/>
                <a:miter lim="36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373" name="Google Shape;8373;p73"/>
            <p:cNvSpPr/>
            <p:nvPr/>
          </p:nvSpPr>
          <p:spPr>
            <a:xfrm>
              <a:off x="2008060" y="4212384"/>
              <a:ext cx="24537" cy="23585"/>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4" name="Google Shape;8374;p73"/>
            <p:cNvSpPr/>
            <p:nvPr/>
          </p:nvSpPr>
          <p:spPr>
            <a:xfrm>
              <a:off x="1545645" y="4049730"/>
              <a:ext cx="24520" cy="23576"/>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5" name="Google Shape;8375;p73"/>
            <p:cNvSpPr/>
            <p:nvPr/>
          </p:nvSpPr>
          <p:spPr>
            <a:xfrm>
              <a:off x="1231521" y="3947489"/>
              <a:ext cx="24524" cy="23576"/>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6" name="Google Shape;8376;p73"/>
            <p:cNvSpPr/>
            <p:nvPr/>
          </p:nvSpPr>
          <p:spPr>
            <a:xfrm>
              <a:off x="834100" y="4046742"/>
              <a:ext cx="24520" cy="23580"/>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7" name="Google Shape;8377;p73"/>
            <p:cNvSpPr/>
            <p:nvPr/>
          </p:nvSpPr>
          <p:spPr>
            <a:xfrm>
              <a:off x="834100" y="3849652"/>
              <a:ext cx="24520" cy="23580"/>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8" name="Google Shape;8378;p73"/>
            <p:cNvSpPr/>
            <p:nvPr/>
          </p:nvSpPr>
          <p:spPr>
            <a:xfrm>
              <a:off x="1668053" y="3947489"/>
              <a:ext cx="24520" cy="23576"/>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9" name="Google Shape;8379;p73"/>
            <p:cNvSpPr/>
            <p:nvPr/>
          </p:nvSpPr>
          <p:spPr>
            <a:xfrm>
              <a:off x="889649" y="3678195"/>
              <a:ext cx="23589" cy="23576"/>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0" name="Google Shape;8380;p73"/>
            <p:cNvSpPr/>
            <p:nvPr/>
          </p:nvSpPr>
          <p:spPr>
            <a:xfrm>
              <a:off x="1357708" y="3848642"/>
              <a:ext cx="24542" cy="23585"/>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1" name="Google Shape;8381;p73"/>
            <p:cNvSpPr/>
            <p:nvPr/>
          </p:nvSpPr>
          <p:spPr>
            <a:xfrm>
              <a:off x="1357708" y="4049730"/>
              <a:ext cx="24542" cy="23585"/>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2" name="Google Shape;8382;p73"/>
            <p:cNvSpPr/>
            <p:nvPr/>
          </p:nvSpPr>
          <p:spPr>
            <a:xfrm>
              <a:off x="889649" y="4212384"/>
              <a:ext cx="24520" cy="23585"/>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3" name="Google Shape;8383;p73"/>
            <p:cNvSpPr/>
            <p:nvPr/>
          </p:nvSpPr>
          <p:spPr>
            <a:xfrm>
              <a:off x="2008060" y="3678195"/>
              <a:ext cx="24537" cy="23576"/>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4" name="Google Shape;8384;p73"/>
            <p:cNvSpPr/>
            <p:nvPr/>
          </p:nvSpPr>
          <p:spPr>
            <a:xfrm>
              <a:off x="1548251" y="3848642"/>
              <a:ext cx="24520" cy="23580"/>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5" name="Google Shape;8385;p73"/>
            <p:cNvSpPr/>
            <p:nvPr/>
          </p:nvSpPr>
          <p:spPr>
            <a:xfrm>
              <a:off x="2069063" y="3847033"/>
              <a:ext cx="24520" cy="23585"/>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6" name="Google Shape;8386;p73"/>
            <p:cNvSpPr/>
            <p:nvPr/>
          </p:nvSpPr>
          <p:spPr>
            <a:xfrm>
              <a:off x="2069063" y="4046870"/>
              <a:ext cx="24520" cy="23576"/>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87" name="Google Shape;8387;p73"/>
          <p:cNvGrpSpPr/>
          <p:nvPr/>
        </p:nvGrpSpPr>
        <p:grpSpPr>
          <a:xfrm rot="5400000">
            <a:off x="5951337" y="3228841"/>
            <a:ext cx="164064" cy="1414916"/>
            <a:chOff x="4428249" y="1369375"/>
            <a:chExt cx="36905" cy="429569"/>
          </a:xfrm>
        </p:grpSpPr>
        <p:sp>
          <p:nvSpPr>
            <p:cNvPr id="8388" name="Google Shape;8388;p73"/>
            <p:cNvSpPr/>
            <p:nvPr/>
          </p:nvSpPr>
          <p:spPr>
            <a:xfrm>
              <a:off x="4428249" y="1369375"/>
              <a:ext cx="2375" cy="429104"/>
            </a:xfrm>
            <a:custGeom>
              <a:rect b="b" l="l" r="r" t="t"/>
              <a:pathLst>
                <a:path extrusionOk="0" h="18328" w="95">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9" name="Google Shape;8389;p73"/>
            <p:cNvSpPr/>
            <p:nvPr/>
          </p:nvSpPr>
          <p:spPr>
            <a:xfrm>
              <a:off x="4428354" y="1369375"/>
              <a:ext cx="36800" cy="2200"/>
            </a:xfrm>
            <a:custGeom>
              <a:rect b="b" l="l" r="r" t="t"/>
              <a:pathLst>
                <a:path extrusionOk="0" h="88" w="1472">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0" name="Google Shape;8390;p73"/>
            <p:cNvSpPr/>
            <p:nvPr/>
          </p:nvSpPr>
          <p:spPr>
            <a:xfrm>
              <a:off x="4428704" y="1383625"/>
              <a:ext cx="17350" cy="2200"/>
            </a:xfrm>
            <a:custGeom>
              <a:rect b="b" l="l" r="r" t="t"/>
              <a:pathLst>
                <a:path extrusionOk="0" h="88" w="694">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1" name="Google Shape;8391;p73"/>
            <p:cNvSpPr/>
            <p:nvPr/>
          </p:nvSpPr>
          <p:spPr>
            <a:xfrm>
              <a:off x="4428704" y="1397875"/>
              <a:ext cx="17350" cy="2175"/>
            </a:xfrm>
            <a:custGeom>
              <a:rect b="b" l="l" r="r" t="t"/>
              <a:pathLst>
                <a:path extrusionOk="0" h="87" w="694">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2" name="Google Shape;8392;p73"/>
            <p:cNvSpPr/>
            <p:nvPr/>
          </p:nvSpPr>
          <p:spPr>
            <a:xfrm>
              <a:off x="4428704" y="1412125"/>
              <a:ext cx="36100" cy="2175"/>
            </a:xfrm>
            <a:custGeom>
              <a:rect b="b" l="l" r="r" t="t"/>
              <a:pathLst>
                <a:path extrusionOk="0" h="87" w="1444">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3" name="Google Shape;8393;p73"/>
            <p:cNvSpPr/>
            <p:nvPr/>
          </p:nvSpPr>
          <p:spPr>
            <a:xfrm>
              <a:off x="4428354" y="1426350"/>
              <a:ext cx="18050" cy="2200"/>
            </a:xfrm>
            <a:custGeom>
              <a:rect b="b" l="l" r="r" t="t"/>
              <a:pathLst>
                <a:path extrusionOk="0" h="88" w="722">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4" name="Google Shape;8394;p73"/>
            <p:cNvSpPr/>
            <p:nvPr/>
          </p:nvSpPr>
          <p:spPr>
            <a:xfrm>
              <a:off x="4428704" y="1440600"/>
              <a:ext cx="17350" cy="2200"/>
            </a:xfrm>
            <a:custGeom>
              <a:rect b="b" l="l" r="r" t="t"/>
              <a:pathLst>
                <a:path extrusionOk="0" h="88" w="694">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5" name="Google Shape;8395;p73"/>
            <p:cNvSpPr/>
            <p:nvPr/>
          </p:nvSpPr>
          <p:spPr>
            <a:xfrm>
              <a:off x="4428704" y="1454850"/>
              <a:ext cx="36100" cy="2375"/>
            </a:xfrm>
            <a:custGeom>
              <a:rect b="b" l="l" r="r" t="t"/>
              <a:pathLst>
                <a:path extrusionOk="0" h="95" w="1444">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6" name="Google Shape;8396;p73"/>
            <p:cNvSpPr/>
            <p:nvPr/>
          </p:nvSpPr>
          <p:spPr>
            <a:xfrm>
              <a:off x="4428354" y="1469100"/>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7" name="Google Shape;8397;p73"/>
            <p:cNvSpPr/>
            <p:nvPr/>
          </p:nvSpPr>
          <p:spPr>
            <a:xfrm>
              <a:off x="4428354" y="1483350"/>
              <a:ext cx="18050" cy="2350"/>
            </a:xfrm>
            <a:custGeom>
              <a:rect b="b" l="l" r="r" t="t"/>
              <a:pathLst>
                <a:path extrusionOk="0" h="94"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8" name="Google Shape;8398;p73"/>
            <p:cNvSpPr/>
            <p:nvPr/>
          </p:nvSpPr>
          <p:spPr>
            <a:xfrm>
              <a:off x="4428704" y="1497575"/>
              <a:ext cx="36100" cy="2200"/>
            </a:xfrm>
            <a:custGeom>
              <a:rect b="b" l="l" r="r" t="t"/>
              <a:pathLst>
                <a:path extrusionOk="0" h="88" w="1444">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9" name="Google Shape;8399;p73"/>
            <p:cNvSpPr/>
            <p:nvPr/>
          </p:nvSpPr>
          <p:spPr>
            <a:xfrm>
              <a:off x="4428704" y="151182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0" name="Google Shape;8400;p73"/>
            <p:cNvSpPr/>
            <p:nvPr/>
          </p:nvSpPr>
          <p:spPr>
            <a:xfrm>
              <a:off x="4428354" y="1526075"/>
              <a:ext cx="18050" cy="2375"/>
            </a:xfrm>
            <a:custGeom>
              <a:rect b="b" l="l" r="r" t="t"/>
              <a:pathLst>
                <a:path extrusionOk="0" h="95" w="722">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1" name="Google Shape;8401;p73"/>
            <p:cNvSpPr/>
            <p:nvPr/>
          </p:nvSpPr>
          <p:spPr>
            <a:xfrm>
              <a:off x="4428704" y="1540325"/>
              <a:ext cx="36100" cy="2350"/>
            </a:xfrm>
            <a:custGeom>
              <a:rect b="b" l="l" r="r" t="t"/>
              <a:pathLst>
                <a:path extrusionOk="0" h="94" w="1444">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2" name="Google Shape;8402;p73"/>
            <p:cNvSpPr/>
            <p:nvPr/>
          </p:nvSpPr>
          <p:spPr>
            <a:xfrm>
              <a:off x="4428704" y="1554550"/>
              <a:ext cx="17350" cy="2375"/>
            </a:xfrm>
            <a:custGeom>
              <a:rect b="b" l="l" r="r" t="t"/>
              <a:pathLst>
                <a:path extrusionOk="0" h="95" w="694">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3" name="Google Shape;8403;p73"/>
            <p:cNvSpPr/>
            <p:nvPr/>
          </p:nvSpPr>
          <p:spPr>
            <a:xfrm>
              <a:off x="4428704" y="1568800"/>
              <a:ext cx="17350" cy="2375"/>
            </a:xfrm>
            <a:custGeom>
              <a:rect b="b" l="l" r="r" t="t"/>
              <a:pathLst>
                <a:path extrusionOk="0" h="95" w="694">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4" name="Google Shape;8404;p73"/>
            <p:cNvSpPr/>
            <p:nvPr/>
          </p:nvSpPr>
          <p:spPr>
            <a:xfrm>
              <a:off x="4428354" y="1583050"/>
              <a:ext cx="36800" cy="2375"/>
            </a:xfrm>
            <a:custGeom>
              <a:rect b="b" l="l" r="r" t="t"/>
              <a:pathLst>
                <a:path extrusionOk="0" h="95" w="1472">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5" name="Google Shape;8405;p73"/>
            <p:cNvSpPr/>
            <p:nvPr/>
          </p:nvSpPr>
          <p:spPr>
            <a:xfrm>
              <a:off x="4428704" y="1597300"/>
              <a:ext cx="17350" cy="2375"/>
            </a:xfrm>
            <a:custGeom>
              <a:rect b="b" l="l" r="r" t="t"/>
              <a:pathLst>
                <a:path extrusionOk="0" h="95" w="694">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6" name="Google Shape;8406;p73"/>
            <p:cNvSpPr/>
            <p:nvPr/>
          </p:nvSpPr>
          <p:spPr>
            <a:xfrm>
              <a:off x="4428704" y="1611550"/>
              <a:ext cx="17350" cy="2350"/>
            </a:xfrm>
            <a:custGeom>
              <a:rect b="b" l="l" r="r" t="t"/>
              <a:pathLst>
                <a:path extrusionOk="0" h="94" w="694">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7" name="Google Shape;8407;p73"/>
            <p:cNvSpPr/>
            <p:nvPr/>
          </p:nvSpPr>
          <p:spPr>
            <a:xfrm>
              <a:off x="4428704" y="1625775"/>
              <a:ext cx="36100" cy="2375"/>
            </a:xfrm>
            <a:custGeom>
              <a:rect b="b" l="l" r="r" t="t"/>
              <a:pathLst>
                <a:path extrusionOk="0" h="95" w="1444">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8" name="Google Shape;8408;p73"/>
            <p:cNvSpPr/>
            <p:nvPr/>
          </p:nvSpPr>
          <p:spPr>
            <a:xfrm>
              <a:off x="4428354" y="1640025"/>
              <a:ext cx="18050" cy="2375"/>
            </a:xfrm>
            <a:custGeom>
              <a:rect b="b" l="l" r="r" t="t"/>
              <a:pathLst>
                <a:path extrusionOk="0" h="95" w="722">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9" name="Google Shape;8409;p73"/>
            <p:cNvSpPr/>
            <p:nvPr/>
          </p:nvSpPr>
          <p:spPr>
            <a:xfrm>
              <a:off x="4428704" y="1654275"/>
              <a:ext cx="17350" cy="2375"/>
            </a:xfrm>
            <a:custGeom>
              <a:rect b="b" l="l" r="r" t="t"/>
              <a:pathLst>
                <a:path extrusionOk="0" h="95" w="694">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0" name="Google Shape;8410;p73"/>
            <p:cNvSpPr/>
            <p:nvPr/>
          </p:nvSpPr>
          <p:spPr>
            <a:xfrm>
              <a:off x="4428704" y="1668525"/>
              <a:ext cx="36100" cy="2350"/>
            </a:xfrm>
            <a:custGeom>
              <a:rect b="b" l="l" r="r" t="t"/>
              <a:pathLst>
                <a:path extrusionOk="0" h="94" w="1444">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1" name="Google Shape;8411;p73"/>
            <p:cNvSpPr/>
            <p:nvPr/>
          </p:nvSpPr>
          <p:spPr>
            <a:xfrm>
              <a:off x="4428704" y="1682950"/>
              <a:ext cx="17350" cy="2175"/>
            </a:xfrm>
            <a:custGeom>
              <a:rect b="b" l="l" r="r" t="t"/>
              <a:pathLst>
                <a:path extrusionOk="0" h="87" w="694">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2" name="Google Shape;8412;p73"/>
            <p:cNvSpPr/>
            <p:nvPr/>
          </p:nvSpPr>
          <p:spPr>
            <a:xfrm>
              <a:off x="4428354" y="1697200"/>
              <a:ext cx="18050" cy="2175"/>
            </a:xfrm>
            <a:custGeom>
              <a:rect b="b" l="l" r="r" t="t"/>
              <a:pathLst>
                <a:path extrusionOk="0" h="87" w="722">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3" name="Google Shape;8413;p73"/>
            <p:cNvSpPr/>
            <p:nvPr/>
          </p:nvSpPr>
          <p:spPr>
            <a:xfrm>
              <a:off x="4428704" y="1711425"/>
              <a:ext cx="36100" cy="2200"/>
            </a:xfrm>
            <a:custGeom>
              <a:rect b="b" l="l" r="r" t="t"/>
              <a:pathLst>
                <a:path extrusionOk="0" h="88" w="1444">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4" name="Google Shape;8414;p73"/>
            <p:cNvSpPr/>
            <p:nvPr/>
          </p:nvSpPr>
          <p:spPr>
            <a:xfrm>
              <a:off x="4428704" y="1725675"/>
              <a:ext cx="17350" cy="2375"/>
            </a:xfrm>
            <a:custGeom>
              <a:rect b="b" l="l" r="r" t="t"/>
              <a:pathLst>
                <a:path extrusionOk="0" h="95" w="694">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5" name="Google Shape;8415;p73"/>
            <p:cNvSpPr/>
            <p:nvPr/>
          </p:nvSpPr>
          <p:spPr>
            <a:xfrm>
              <a:off x="4428704" y="1739925"/>
              <a:ext cx="17350" cy="2175"/>
            </a:xfrm>
            <a:custGeom>
              <a:rect b="b" l="l" r="r" t="t"/>
              <a:pathLst>
                <a:path extrusionOk="0" h="87" w="694">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6" name="Google Shape;8416;p73"/>
            <p:cNvSpPr/>
            <p:nvPr/>
          </p:nvSpPr>
          <p:spPr>
            <a:xfrm>
              <a:off x="4428354" y="1754175"/>
              <a:ext cx="36800" cy="2175"/>
            </a:xfrm>
            <a:custGeom>
              <a:rect b="b" l="l" r="r" t="t"/>
              <a:pathLst>
                <a:path extrusionOk="0" h="87" w="1472">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7" name="Google Shape;8417;p73"/>
            <p:cNvSpPr/>
            <p:nvPr/>
          </p:nvSpPr>
          <p:spPr>
            <a:xfrm>
              <a:off x="4428704" y="1768400"/>
              <a:ext cx="17350" cy="2200"/>
            </a:xfrm>
            <a:custGeom>
              <a:rect b="b" l="l" r="r" t="t"/>
              <a:pathLst>
                <a:path extrusionOk="0" h="88" w="694">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8" name="Google Shape;8418;p73"/>
            <p:cNvSpPr/>
            <p:nvPr/>
          </p:nvSpPr>
          <p:spPr>
            <a:xfrm>
              <a:off x="4428704" y="1782650"/>
              <a:ext cx="17350" cy="2200"/>
            </a:xfrm>
            <a:custGeom>
              <a:rect b="b" l="l" r="r" t="t"/>
              <a:pathLst>
                <a:path extrusionOk="0" h="88" w="694">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9" name="Google Shape;8419;p73"/>
            <p:cNvSpPr/>
            <p:nvPr/>
          </p:nvSpPr>
          <p:spPr>
            <a:xfrm>
              <a:off x="4428542" y="1796744"/>
              <a:ext cx="36100" cy="2200"/>
            </a:xfrm>
            <a:custGeom>
              <a:rect b="b" l="l" r="r" t="t"/>
              <a:pathLst>
                <a:path extrusionOk="0" h="88" w="1444">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20" name="Google Shape;8420;p73"/>
          <p:cNvGrpSpPr/>
          <p:nvPr/>
        </p:nvGrpSpPr>
        <p:grpSpPr>
          <a:xfrm flipH="1" rot="10800000">
            <a:off x="5323766" y="2817385"/>
            <a:ext cx="1419207" cy="24808"/>
            <a:chOff x="219558" y="4738465"/>
            <a:chExt cx="5852400" cy="102300"/>
          </a:xfrm>
        </p:grpSpPr>
        <p:cxnSp>
          <p:nvCxnSpPr>
            <p:cNvPr id="8421" name="Google Shape;8421;p73"/>
            <p:cNvCxnSpPr/>
            <p:nvPr/>
          </p:nvCxnSpPr>
          <p:spPr>
            <a:xfrm>
              <a:off x="219558" y="4789684"/>
              <a:ext cx="5852400" cy="0"/>
            </a:xfrm>
            <a:prstGeom prst="straightConnector1">
              <a:avLst/>
            </a:prstGeom>
            <a:noFill/>
            <a:ln cap="flat" cmpd="sng" w="9525">
              <a:solidFill>
                <a:srgbClr val="5F7D95"/>
              </a:solidFill>
              <a:prstDash val="solid"/>
              <a:round/>
              <a:headEnd len="med" w="med" type="oval"/>
              <a:tailEnd len="med" w="med" type="oval"/>
            </a:ln>
          </p:spPr>
        </p:cxnSp>
        <p:sp>
          <p:nvSpPr>
            <p:cNvPr id="8422" name="Google Shape;8422;p73"/>
            <p:cNvSpPr/>
            <p:nvPr/>
          </p:nvSpPr>
          <p:spPr>
            <a:xfrm>
              <a:off x="1200298"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3" name="Google Shape;8423;p73"/>
            <p:cNvSpPr/>
            <p:nvPr/>
          </p:nvSpPr>
          <p:spPr>
            <a:xfrm>
              <a:off x="2175146"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4" name="Google Shape;8424;p73"/>
            <p:cNvSpPr/>
            <p:nvPr/>
          </p:nvSpPr>
          <p:spPr>
            <a:xfrm>
              <a:off x="3040751"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5" name="Google Shape;8425;p73"/>
            <p:cNvSpPr/>
            <p:nvPr/>
          </p:nvSpPr>
          <p:spPr>
            <a:xfrm>
              <a:off x="402815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6" name="Google Shape;8426;p73"/>
            <p:cNvSpPr/>
            <p:nvPr/>
          </p:nvSpPr>
          <p:spPr>
            <a:xfrm>
              <a:off x="5040827" y="4738465"/>
              <a:ext cx="102300" cy="102300"/>
            </a:xfrm>
            <a:prstGeom prst="ellipse">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27" name="Google Shape;8427;p73"/>
          <p:cNvGrpSpPr/>
          <p:nvPr/>
        </p:nvGrpSpPr>
        <p:grpSpPr>
          <a:xfrm>
            <a:off x="5335084" y="3190448"/>
            <a:ext cx="1396570" cy="385016"/>
            <a:chOff x="5286284" y="2966544"/>
            <a:chExt cx="1396570" cy="385016"/>
          </a:xfrm>
        </p:grpSpPr>
        <p:cxnSp>
          <p:nvCxnSpPr>
            <p:cNvPr id="8428" name="Google Shape;8428;p73"/>
            <p:cNvCxnSpPr/>
            <p:nvPr/>
          </p:nvCxnSpPr>
          <p:spPr>
            <a:xfrm>
              <a:off x="5752056" y="3094781"/>
              <a:ext cx="470100" cy="0"/>
            </a:xfrm>
            <a:prstGeom prst="straightConnector1">
              <a:avLst/>
            </a:prstGeom>
            <a:noFill/>
            <a:ln cap="flat" cmpd="sng" w="9525">
              <a:solidFill>
                <a:srgbClr val="435D74"/>
              </a:solidFill>
              <a:prstDash val="solid"/>
              <a:round/>
              <a:headEnd len="med" w="med" type="oval"/>
              <a:tailEnd len="med" w="med" type="oval"/>
            </a:ln>
          </p:spPr>
        </p:cxnSp>
        <p:cxnSp>
          <p:nvCxnSpPr>
            <p:cNvPr id="8429" name="Google Shape;8429;p73"/>
            <p:cNvCxnSpPr/>
            <p:nvPr/>
          </p:nvCxnSpPr>
          <p:spPr>
            <a:xfrm>
              <a:off x="5980194" y="3351560"/>
              <a:ext cx="594300" cy="0"/>
            </a:xfrm>
            <a:prstGeom prst="straightConnector1">
              <a:avLst/>
            </a:prstGeom>
            <a:noFill/>
            <a:ln cap="flat" cmpd="sng" w="9525">
              <a:solidFill>
                <a:srgbClr val="435D74"/>
              </a:solidFill>
              <a:prstDash val="solid"/>
              <a:round/>
              <a:headEnd len="med" w="med" type="oval"/>
              <a:tailEnd len="med" w="med" type="oval"/>
            </a:ln>
          </p:spPr>
        </p:cxnSp>
        <p:grpSp>
          <p:nvGrpSpPr>
            <p:cNvPr id="8430" name="Google Shape;8430;p73"/>
            <p:cNvGrpSpPr/>
            <p:nvPr/>
          </p:nvGrpSpPr>
          <p:grpSpPr>
            <a:xfrm>
              <a:off x="5287688" y="3173364"/>
              <a:ext cx="1395166" cy="74100"/>
              <a:chOff x="5287688" y="3173364"/>
              <a:chExt cx="1395166" cy="74100"/>
            </a:xfrm>
          </p:grpSpPr>
          <p:cxnSp>
            <p:nvCxnSpPr>
              <p:cNvPr id="8431" name="Google Shape;8431;p73"/>
              <p:cNvCxnSpPr/>
              <p:nvPr/>
            </p:nvCxnSpPr>
            <p:spPr>
              <a:xfrm>
                <a:off x="6682853" y="3173540"/>
                <a:ext cx="0" cy="73800"/>
              </a:xfrm>
              <a:prstGeom prst="straightConnector1">
                <a:avLst/>
              </a:prstGeom>
              <a:noFill/>
              <a:ln cap="flat" cmpd="sng" w="9525">
                <a:solidFill>
                  <a:srgbClr val="5F7D95"/>
                </a:solidFill>
                <a:prstDash val="solid"/>
                <a:round/>
                <a:headEnd len="med" w="med" type="none"/>
                <a:tailEnd len="med" w="med" type="none"/>
              </a:ln>
            </p:spPr>
          </p:cxnSp>
          <p:cxnSp>
            <p:nvCxnSpPr>
              <p:cNvPr id="8432" name="Google Shape;8432;p73"/>
              <p:cNvCxnSpPr/>
              <p:nvPr/>
            </p:nvCxnSpPr>
            <p:spPr>
              <a:xfrm>
                <a:off x="5287688" y="3210371"/>
                <a:ext cx="1394700" cy="0"/>
              </a:xfrm>
              <a:prstGeom prst="straightConnector1">
                <a:avLst/>
              </a:prstGeom>
              <a:noFill/>
              <a:ln cap="flat" cmpd="sng" w="9525">
                <a:solidFill>
                  <a:srgbClr val="5F7D95"/>
                </a:solidFill>
                <a:prstDash val="solid"/>
                <a:round/>
                <a:headEnd len="med" w="med" type="none"/>
                <a:tailEnd len="med" w="med" type="none"/>
              </a:ln>
            </p:spPr>
          </p:cxnSp>
          <p:cxnSp>
            <p:nvCxnSpPr>
              <p:cNvPr id="8433" name="Google Shape;8433;p73"/>
              <p:cNvCxnSpPr/>
              <p:nvPr/>
            </p:nvCxnSpPr>
            <p:spPr>
              <a:xfrm>
                <a:off x="5518476"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434" name="Google Shape;8434;p73"/>
              <p:cNvCxnSpPr/>
              <p:nvPr/>
            </p:nvCxnSpPr>
            <p:spPr>
              <a:xfrm>
                <a:off x="5287935"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435" name="Google Shape;8435;p73"/>
              <p:cNvCxnSpPr/>
              <p:nvPr/>
            </p:nvCxnSpPr>
            <p:spPr>
              <a:xfrm>
                <a:off x="5751239"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436" name="Google Shape;8436;p73"/>
              <p:cNvCxnSpPr/>
              <p:nvPr/>
            </p:nvCxnSpPr>
            <p:spPr>
              <a:xfrm>
                <a:off x="5982252"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437" name="Google Shape;8437;p73"/>
              <p:cNvCxnSpPr/>
              <p:nvPr/>
            </p:nvCxnSpPr>
            <p:spPr>
              <a:xfrm>
                <a:off x="6216184" y="3173364"/>
                <a:ext cx="0" cy="74100"/>
              </a:xfrm>
              <a:prstGeom prst="straightConnector1">
                <a:avLst/>
              </a:prstGeom>
              <a:noFill/>
              <a:ln cap="flat" cmpd="sng" w="9525">
                <a:solidFill>
                  <a:srgbClr val="5F7D95"/>
                </a:solidFill>
                <a:prstDash val="solid"/>
                <a:round/>
                <a:headEnd len="med" w="med" type="none"/>
                <a:tailEnd len="med" w="med" type="none"/>
              </a:ln>
            </p:spPr>
          </p:cxnSp>
          <p:cxnSp>
            <p:nvCxnSpPr>
              <p:cNvPr id="8438" name="Google Shape;8438;p73"/>
              <p:cNvCxnSpPr/>
              <p:nvPr/>
            </p:nvCxnSpPr>
            <p:spPr>
              <a:xfrm>
                <a:off x="6449534" y="3173364"/>
                <a:ext cx="0" cy="74100"/>
              </a:xfrm>
              <a:prstGeom prst="straightConnector1">
                <a:avLst/>
              </a:prstGeom>
              <a:noFill/>
              <a:ln cap="flat" cmpd="sng" w="9525">
                <a:solidFill>
                  <a:srgbClr val="5F7D95"/>
                </a:solidFill>
                <a:prstDash val="solid"/>
                <a:round/>
                <a:headEnd len="med" w="med" type="none"/>
                <a:tailEnd len="med" w="med" type="none"/>
              </a:ln>
            </p:spPr>
          </p:cxnSp>
        </p:grpSp>
        <p:cxnSp>
          <p:nvCxnSpPr>
            <p:cNvPr id="8439" name="Google Shape;8439;p73"/>
            <p:cNvCxnSpPr/>
            <p:nvPr/>
          </p:nvCxnSpPr>
          <p:spPr>
            <a:xfrm>
              <a:off x="5286284" y="2966544"/>
              <a:ext cx="468600" cy="0"/>
            </a:xfrm>
            <a:prstGeom prst="straightConnector1">
              <a:avLst/>
            </a:prstGeom>
            <a:noFill/>
            <a:ln cap="flat" cmpd="sng" w="9525">
              <a:solidFill>
                <a:srgbClr val="435D74"/>
              </a:solidFill>
              <a:prstDash val="solid"/>
              <a:round/>
              <a:headEnd len="med" w="med" type="oval"/>
              <a:tailEnd len="med" w="med" type="oval"/>
            </a:ln>
          </p:spPr>
        </p:cxnSp>
      </p:grpSp>
      <p:grpSp>
        <p:nvGrpSpPr>
          <p:cNvPr id="8440" name="Google Shape;8440;p73"/>
          <p:cNvGrpSpPr/>
          <p:nvPr/>
        </p:nvGrpSpPr>
        <p:grpSpPr>
          <a:xfrm>
            <a:off x="2021150" y="1609224"/>
            <a:ext cx="1182276" cy="662027"/>
            <a:chOff x="2029517" y="1732295"/>
            <a:chExt cx="1149068" cy="643432"/>
          </a:xfrm>
        </p:grpSpPr>
        <p:grpSp>
          <p:nvGrpSpPr>
            <p:cNvPr id="8441" name="Google Shape;8441;p73"/>
            <p:cNvGrpSpPr/>
            <p:nvPr/>
          </p:nvGrpSpPr>
          <p:grpSpPr>
            <a:xfrm>
              <a:off x="2708660" y="1746937"/>
              <a:ext cx="455427" cy="244429"/>
              <a:chOff x="2700693" y="1746937"/>
              <a:chExt cx="455427" cy="244429"/>
            </a:xfrm>
          </p:grpSpPr>
          <p:grpSp>
            <p:nvGrpSpPr>
              <p:cNvPr id="8442" name="Google Shape;8442;p73"/>
              <p:cNvGrpSpPr/>
              <p:nvPr/>
            </p:nvGrpSpPr>
            <p:grpSpPr>
              <a:xfrm>
                <a:off x="2905682" y="1782817"/>
                <a:ext cx="250438" cy="208549"/>
                <a:chOff x="2905682" y="1782817"/>
                <a:chExt cx="250438" cy="208549"/>
              </a:xfrm>
            </p:grpSpPr>
            <p:cxnSp>
              <p:nvCxnSpPr>
                <p:cNvPr id="8443" name="Google Shape;8443;p73"/>
                <p:cNvCxnSpPr/>
                <p:nvPr/>
              </p:nvCxnSpPr>
              <p:spPr>
                <a:xfrm flipH="1" rot="-5400000">
                  <a:off x="2905682" y="1782817"/>
                  <a:ext cx="175200" cy="1752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444" name="Google Shape;8444;p73"/>
                <p:cNvSpPr/>
                <p:nvPr/>
              </p:nvSpPr>
              <p:spPr>
                <a:xfrm>
                  <a:off x="3078213" y="1919045"/>
                  <a:ext cx="77906" cy="7232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45" name="Google Shape;8445;p73"/>
              <p:cNvGrpSpPr/>
              <p:nvPr/>
            </p:nvGrpSpPr>
            <p:grpSpPr>
              <a:xfrm>
                <a:off x="2700693" y="1746937"/>
                <a:ext cx="449967" cy="72374"/>
                <a:chOff x="2700693" y="1746937"/>
                <a:chExt cx="449967" cy="72374"/>
              </a:xfrm>
            </p:grpSpPr>
            <p:cxnSp>
              <p:nvCxnSpPr>
                <p:cNvPr id="8446" name="Google Shape;8446;p73"/>
                <p:cNvCxnSpPr/>
                <p:nvPr/>
              </p:nvCxnSpPr>
              <p:spPr>
                <a:xfrm>
                  <a:off x="2700693" y="1782453"/>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447" name="Google Shape;8447;p73"/>
                <p:cNvSpPr/>
                <p:nvPr/>
              </p:nvSpPr>
              <p:spPr>
                <a:xfrm>
                  <a:off x="3072753" y="1746937"/>
                  <a:ext cx="77906" cy="72374"/>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448" name="Google Shape;8448;p73"/>
            <p:cNvGrpSpPr/>
            <p:nvPr/>
          </p:nvGrpSpPr>
          <p:grpSpPr>
            <a:xfrm>
              <a:off x="2029517" y="1732295"/>
              <a:ext cx="1149068" cy="643432"/>
              <a:chOff x="2029517" y="1732295"/>
              <a:chExt cx="1149068" cy="643432"/>
            </a:xfrm>
          </p:grpSpPr>
          <p:grpSp>
            <p:nvGrpSpPr>
              <p:cNvPr id="8449" name="Google Shape;8449;p73"/>
              <p:cNvGrpSpPr/>
              <p:nvPr/>
            </p:nvGrpSpPr>
            <p:grpSpPr>
              <a:xfrm>
                <a:off x="2703618" y="2103152"/>
                <a:ext cx="474966" cy="260017"/>
                <a:chOff x="2703618" y="2103152"/>
                <a:chExt cx="474966" cy="260017"/>
              </a:xfrm>
            </p:grpSpPr>
            <p:grpSp>
              <p:nvGrpSpPr>
                <p:cNvPr id="8450" name="Google Shape;8450;p73"/>
                <p:cNvGrpSpPr/>
                <p:nvPr/>
              </p:nvGrpSpPr>
              <p:grpSpPr>
                <a:xfrm>
                  <a:off x="2703618" y="2290640"/>
                  <a:ext cx="450291" cy="72529"/>
                  <a:chOff x="2703618" y="2290640"/>
                  <a:chExt cx="450291" cy="72529"/>
                </a:xfrm>
              </p:grpSpPr>
              <p:cxnSp>
                <p:nvCxnSpPr>
                  <p:cNvPr id="8451" name="Google Shape;8451;p73"/>
                  <p:cNvCxnSpPr/>
                  <p:nvPr/>
                </p:nvCxnSpPr>
                <p:spPr>
                  <a:xfrm>
                    <a:off x="2703618" y="2326818"/>
                    <a:ext cx="379800" cy="6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452" name="Google Shape;8452;p73"/>
                  <p:cNvSpPr/>
                  <p:nvPr/>
                </p:nvSpPr>
                <p:spPr>
                  <a:xfrm>
                    <a:off x="3076003" y="2290640"/>
                    <a:ext cx="77906" cy="72529"/>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53" name="Google Shape;8453;p73"/>
                <p:cNvGrpSpPr/>
                <p:nvPr/>
              </p:nvGrpSpPr>
              <p:grpSpPr>
                <a:xfrm>
                  <a:off x="2908607" y="2103152"/>
                  <a:ext cx="269977" cy="223538"/>
                  <a:chOff x="2908607" y="2103152"/>
                  <a:chExt cx="269977" cy="223538"/>
                </a:xfrm>
              </p:grpSpPr>
              <p:cxnSp>
                <p:nvCxnSpPr>
                  <p:cNvPr id="8454" name="Google Shape;8454;p73"/>
                  <p:cNvCxnSpPr/>
                  <p:nvPr/>
                </p:nvCxnSpPr>
                <p:spPr>
                  <a:xfrm flipH="1" rot="10800000">
                    <a:off x="2908607" y="2140990"/>
                    <a:ext cx="199800" cy="185700"/>
                  </a:xfrm>
                  <a:prstGeom prst="bentConnector3">
                    <a:avLst>
                      <a:gd fmla="val 50000" name="adj1"/>
                    </a:avLst>
                  </a:prstGeom>
                  <a:noFill/>
                  <a:ln cap="flat" cmpd="sng" w="9525">
                    <a:solidFill>
                      <a:srgbClr val="869FB2"/>
                    </a:solidFill>
                    <a:prstDash val="solid"/>
                    <a:round/>
                    <a:headEnd len="med" w="med" type="none"/>
                    <a:tailEnd len="med" w="med" type="none"/>
                  </a:ln>
                </p:spPr>
              </p:cxnSp>
              <p:sp>
                <p:nvSpPr>
                  <p:cNvPr id="8455" name="Google Shape;8455;p73"/>
                  <p:cNvSpPr/>
                  <p:nvPr/>
                </p:nvSpPr>
                <p:spPr>
                  <a:xfrm>
                    <a:off x="3100678" y="2103152"/>
                    <a:ext cx="77906" cy="7236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456" name="Google Shape;8456;p73"/>
              <p:cNvGrpSpPr/>
              <p:nvPr/>
            </p:nvGrpSpPr>
            <p:grpSpPr>
              <a:xfrm>
                <a:off x="2029517" y="1732295"/>
                <a:ext cx="685827" cy="643432"/>
                <a:chOff x="2029517" y="1732295"/>
                <a:chExt cx="685827" cy="643432"/>
              </a:xfrm>
            </p:grpSpPr>
            <p:sp>
              <p:nvSpPr>
                <p:cNvPr id="8457" name="Google Shape;8457;p73"/>
                <p:cNvSpPr/>
                <p:nvPr/>
              </p:nvSpPr>
              <p:spPr>
                <a:xfrm>
                  <a:off x="2029517" y="1996395"/>
                  <a:ext cx="135152" cy="135374"/>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58" name="Google Shape;8458;p73"/>
                <p:cNvGrpSpPr/>
                <p:nvPr/>
              </p:nvGrpSpPr>
              <p:grpSpPr>
                <a:xfrm>
                  <a:off x="2158948" y="1732295"/>
                  <a:ext cx="556396" cy="333108"/>
                  <a:chOff x="2158948" y="1732295"/>
                  <a:chExt cx="556396" cy="333108"/>
                </a:xfrm>
              </p:grpSpPr>
              <p:cxnSp>
                <p:nvCxnSpPr>
                  <p:cNvPr id="8459" name="Google Shape;8459;p73"/>
                  <p:cNvCxnSpPr/>
                  <p:nvPr/>
                </p:nvCxnSpPr>
                <p:spPr>
                  <a:xfrm flipH="1" rot="10800000">
                    <a:off x="2158948" y="1783103"/>
                    <a:ext cx="459000" cy="2823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8460" name="Google Shape;8460;p73"/>
                  <p:cNvSpPr/>
                  <p:nvPr/>
                </p:nvSpPr>
                <p:spPr>
                  <a:xfrm>
                    <a:off x="2612072" y="1732295"/>
                    <a:ext cx="103272" cy="10009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61" name="Google Shape;8461;p73"/>
                <p:cNvGrpSpPr/>
                <p:nvPr/>
              </p:nvGrpSpPr>
              <p:grpSpPr>
                <a:xfrm>
                  <a:off x="2159908" y="2065057"/>
                  <a:ext cx="550884" cy="310670"/>
                  <a:chOff x="2159908" y="2065057"/>
                  <a:chExt cx="550884" cy="310670"/>
                </a:xfrm>
              </p:grpSpPr>
              <p:cxnSp>
                <p:nvCxnSpPr>
                  <p:cNvPr id="8462" name="Google Shape;8462;p73"/>
                  <p:cNvCxnSpPr/>
                  <p:nvPr/>
                </p:nvCxnSpPr>
                <p:spPr>
                  <a:xfrm>
                    <a:off x="2159908" y="2065057"/>
                    <a:ext cx="454500" cy="262200"/>
                  </a:xfrm>
                  <a:prstGeom prst="bentConnector3">
                    <a:avLst>
                      <a:gd fmla="val 50000" name="adj1"/>
                    </a:avLst>
                  </a:prstGeom>
                  <a:noFill/>
                  <a:ln cap="flat" cmpd="sng" w="9525">
                    <a:solidFill>
                      <a:srgbClr val="BAC8D3"/>
                    </a:solidFill>
                    <a:prstDash val="solid"/>
                    <a:round/>
                    <a:headEnd len="med" w="med" type="none"/>
                    <a:tailEnd len="med" w="med" type="none"/>
                  </a:ln>
                </p:spPr>
              </p:cxnSp>
              <p:sp>
                <p:nvSpPr>
                  <p:cNvPr id="8463" name="Google Shape;8463;p73"/>
                  <p:cNvSpPr/>
                  <p:nvPr/>
                </p:nvSpPr>
                <p:spPr>
                  <a:xfrm>
                    <a:off x="2607514" y="2275632"/>
                    <a:ext cx="103279" cy="10009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8464" name="Google Shape;8464;p73"/>
          <p:cNvGrpSpPr/>
          <p:nvPr/>
        </p:nvGrpSpPr>
        <p:grpSpPr>
          <a:xfrm>
            <a:off x="706399" y="1556837"/>
            <a:ext cx="962651" cy="810058"/>
            <a:chOff x="844912" y="1681380"/>
            <a:chExt cx="935611" cy="787305"/>
          </a:xfrm>
        </p:grpSpPr>
        <p:grpSp>
          <p:nvGrpSpPr>
            <p:cNvPr id="8465" name="Google Shape;8465;p73"/>
            <p:cNvGrpSpPr/>
            <p:nvPr/>
          </p:nvGrpSpPr>
          <p:grpSpPr>
            <a:xfrm>
              <a:off x="844912" y="1819635"/>
              <a:ext cx="329836" cy="510016"/>
              <a:chOff x="844912" y="1819635"/>
              <a:chExt cx="329836" cy="510016"/>
            </a:xfrm>
          </p:grpSpPr>
          <p:sp>
            <p:nvSpPr>
              <p:cNvPr id="8466" name="Google Shape;8466;p73"/>
              <p:cNvSpPr/>
              <p:nvPr/>
            </p:nvSpPr>
            <p:spPr>
              <a:xfrm>
                <a:off x="844912" y="2015566"/>
                <a:ext cx="118283" cy="11847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7" name="Google Shape;8467;p73"/>
              <p:cNvSpPr/>
              <p:nvPr/>
            </p:nvSpPr>
            <p:spPr>
              <a:xfrm>
                <a:off x="1013654" y="2074499"/>
                <a:ext cx="148151" cy="238327"/>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8" name="Google Shape;8468;p73"/>
              <p:cNvSpPr/>
              <p:nvPr/>
            </p:nvSpPr>
            <p:spPr>
              <a:xfrm>
                <a:off x="1013654" y="1836607"/>
                <a:ext cx="148151" cy="238327"/>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9" name="Google Shape;8469;p73"/>
              <p:cNvSpPr/>
              <p:nvPr/>
            </p:nvSpPr>
            <p:spPr>
              <a:xfrm>
                <a:off x="1004031" y="2056625"/>
                <a:ext cx="35958" cy="35958"/>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0" name="Google Shape;8470;p73"/>
              <p:cNvSpPr/>
              <p:nvPr/>
            </p:nvSpPr>
            <p:spPr>
              <a:xfrm>
                <a:off x="1149398" y="2295742"/>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1" name="Google Shape;8471;p73"/>
              <p:cNvSpPr/>
              <p:nvPr/>
            </p:nvSpPr>
            <p:spPr>
              <a:xfrm>
                <a:off x="1149398" y="1819635"/>
                <a:ext cx="25351" cy="34032"/>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72" name="Google Shape;8472;p73"/>
            <p:cNvGrpSpPr/>
            <p:nvPr/>
          </p:nvGrpSpPr>
          <p:grpSpPr>
            <a:xfrm>
              <a:off x="1284601" y="2158168"/>
              <a:ext cx="495923" cy="310517"/>
              <a:chOff x="1284601" y="2158168"/>
              <a:chExt cx="495923" cy="310517"/>
            </a:xfrm>
          </p:grpSpPr>
          <p:sp>
            <p:nvSpPr>
              <p:cNvPr id="8473" name="Google Shape;8473;p73"/>
              <p:cNvSpPr/>
              <p:nvPr/>
            </p:nvSpPr>
            <p:spPr>
              <a:xfrm>
                <a:off x="1284601" y="226577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74" name="Google Shape;8474;p73"/>
              <p:cNvGrpSpPr/>
              <p:nvPr/>
            </p:nvGrpSpPr>
            <p:grpSpPr>
              <a:xfrm>
                <a:off x="1507666" y="2158168"/>
                <a:ext cx="272858" cy="310517"/>
                <a:chOff x="1507666" y="2158168"/>
                <a:chExt cx="272858" cy="310517"/>
              </a:xfrm>
            </p:grpSpPr>
            <p:grpSp>
              <p:nvGrpSpPr>
                <p:cNvPr id="8475" name="Google Shape;8475;p73"/>
                <p:cNvGrpSpPr/>
                <p:nvPr/>
              </p:nvGrpSpPr>
              <p:grpSpPr>
                <a:xfrm>
                  <a:off x="1507666" y="2176104"/>
                  <a:ext cx="166395" cy="273149"/>
                  <a:chOff x="1507666" y="2176104"/>
                  <a:chExt cx="166395" cy="273149"/>
                </a:xfrm>
              </p:grpSpPr>
              <p:sp>
                <p:nvSpPr>
                  <p:cNvPr id="8476" name="Google Shape;8476;p73"/>
                  <p:cNvSpPr/>
                  <p:nvPr/>
                </p:nvSpPr>
                <p:spPr>
                  <a:xfrm>
                    <a:off x="1512966" y="2312791"/>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7" name="Google Shape;8477;p73"/>
                  <p:cNvSpPr/>
                  <p:nvPr/>
                </p:nvSpPr>
                <p:spPr>
                  <a:xfrm>
                    <a:off x="1588205" y="2193153"/>
                    <a:ext cx="72901" cy="54035"/>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8" name="Google Shape;8478;p73"/>
                  <p:cNvSpPr/>
                  <p:nvPr/>
                </p:nvSpPr>
                <p:spPr>
                  <a:xfrm>
                    <a:off x="1588205" y="2378202"/>
                    <a:ext cx="72901" cy="54041"/>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9" name="Google Shape;8479;p73"/>
                  <p:cNvSpPr/>
                  <p:nvPr/>
                </p:nvSpPr>
                <p:spPr>
                  <a:xfrm>
                    <a:off x="1512966" y="2246980"/>
                    <a:ext cx="75451" cy="65821"/>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0" name="Google Shape;8480;p73"/>
                  <p:cNvSpPr/>
                  <p:nvPr/>
                </p:nvSpPr>
                <p:spPr>
                  <a:xfrm>
                    <a:off x="1507666" y="2294782"/>
                    <a:ext cx="37926" cy="35823"/>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1" name="Google Shape;8481;p73"/>
                  <p:cNvSpPr/>
                  <p:nvPr/>
                </p:nvSpPr>
                <p:spPr>
                  <a:xfrm>
                    <a:off x="1648710" y="2415180"/>
                    <a:ext cx="25351" cy="3407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2" name="Google Shape;8482;p73"/>
                  <p:cNvSpPr/>
                  <p:nvPr/>
                </p:nvSpPr>
                <p:spPr>
                  <a:xfrm>
                    <a:off x="1648710" y="2176104"/>
                    <a:ext cx="25351" cy="34103"/>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83" name="Google Shape;8483;p73"/>
                <p:cNvSpPr/>
                <p:nvPr/>
              </p:nvSpPr>
              <p:spPr>
                <a:xfrm>
                  <a:off x="1707626" y="239571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4" name="Google Shape;8484;p73"/>
                <p:cNvSpPr/>
                <p:nvPr/>
              </p:nvSpPr>
              <p:spPr>
                <a:xfrm>
                  <a:off x="1707626" y="2158168"/>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485" name="Google Shape;8485;p73"/>
            <p:cNvGrpSpPr/>
            <p:nvPr/>
          </p:nvGrpSpPr>
          <p:grpSpPr>
            <a:xfrm>
              <a:off x="1284601" y="1681380"/>
              <a:ext cx="495923" cy="310517"/>
              <a:chOff x="1284601" y="1681380"/>
              <a:chExt cx="495923" cy="310517"/>
            </a:xfrm>
          </p:grpSpPr>
          <p:sp>
            <p:nvSpPr>
              <p:cNvPr id="8486" name="Google Shape;8486;p73"/>
              <p:cNvSpPr/>
              <p:nvPr/>
            </p:nvSpPr>
            <p:spPr>
              <a:xfrm>
                <a:off x="1284601" y="1789723"/>
                <a:ext cx="93683" cy="93836"/>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87" name="Google Shape;8487;p73"/>
              <p:cNvGrpSpPr/>
              <p:nvPr/>
            </p:nvGrpSpPr>
            <p:grpSpPr>
              <a:xfrm>
                <a:off x="1507666" y="1681380"/>
                <a:ext cx="272858" cy="310517"/>
                <a:chOff x="1507666" y="1681380"/>
                <a:chExt cx="272858" cy="310517"/>
              </a:xfrm>
            </p:grpSpPr>
            <p:grpSp>
              <p:nvGrpSpPr>
                <p:cNvPr id="8488" name="Google Shape;8488;p73"/>
                <p:cNvGrpSpPr/>
                <p:nvPr/>
              </p:nvGrpSpPr>
              <p:grpSpPr>
                <a:xfrm>
                  <a:off x="1507666" y="1700120"/>
                  <a:ext cx="166395" cy="272984"/>
                  <a:chOff x="1507666" y="1700120"/>
                  <a:chExt cx="166395" cy="272984"/>
                </a:xfrm>
              </p:grpSpPr>
              <p:sp>
                <p:nvSpPr>
                  <p:cNvPr id="8489" name="Google Shape;8489;p73"/>
                  <p:cNvSpPr/>
                  <p:nvPr/>
                </p:nvSpPr>
                <p:spPr>
                  <a:xfrm>
                    <a:off x="1512966" y="1836607"/>
                    <a:ext cx="75451" cy="66021"/>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0" name="Google Shape;8490;p73"/>
                  <p:cNvSpPr/>
                  <p:nvPr/>
                </p:nvSpPr>
                <p:spPr>
                  <a:xfrm>
                    <a:off x="1588205" y="1716969"/>
                    <a:ext cx="72901" cy="54235"/>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1" name="Google Shape;8491;p73"/>
                  <p:cNvSpPr/>
                  <p:nvPr/>
                </p:nvSpPr>
                <p:spPr>
                  <a:xfrm>
                    <a:off x="1588205" y="1902024"/>
                    <a:ext cx="72901" cy="54035"/>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2" name="Google Shape;8492;p73"/>
                  <p:cNvSpPr/>
                  <p:nvPr/>
                </p:nvSpPr>
                <p:spPr>
                  <a:xfrm>
                    <a:off x="1512966" y="1770990"/>
                    <a:ext cx="75451" cy="65632"/>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3" name="Google Shape;8493;p73"/>
                  <p:cNvSpPr/>
                  <p:nvPr/>
                </p:nvSpPr>
                <p:spPr>
                  <a:xfrm>
                    <a:off x="1507666" y="1818598"/>
                    <a:ext cx="37926" cy="36023"/>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4" name="Google Shape;8494;p73"/>
                  <p:cNvSpPr/>
                  <p:nvPr/>
                </p:nvSpPr>
                <p:spPr>
                  <a:xfrm>
                    <a:off x="1648710" y="1939072"/>
                    <a:ext cx="25351" cy="34032"/>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5" name="Google Shape;8495;p73"/>
                  <p:cNvSpPr/>
                  <p:nvPr/>
                </p:nvSpPr>
                <p:spPr>
                  <a:xfrm>
                    <a:off x="1648710" y="1700120"/>
                    <a:ext cx="25351" cy="33909"/>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96" name="Google Shape;8496;p73"/>
                <p:cNvSpPr/>
                <p:nvPr/>
              </p:nvSpPr>
              <p:spPr>
                <a:xfrm>
                  <a:off x="1707626" y="191893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7" name="Google Shape;8497;p73"/>
                <p:cNvSpPr/>
                <p:nvPr/>
              </p:nvSpPr>
              <p:spPr>
                <a:xfrm>
                  <a:off x="1707626" y="1681380"/>
                  <a:ext cx="72898" cy="72967"/>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498" name="Google Shape;8498;p73"/>
          <p:cNvGrpSpPr/>
          <p:nvPr/>
        </p:nvGrpSpPr>
        <p:grpSpPr>
          <a:xfrm>
            <a:off x="6815339" y="2324267"/>
            <a:ext cx="1622269" cy="552443"/>
            <a:chOff x="6894650" y="2574740"/>
            <a:chExt cx="1445100" cy="492111"/>
          </a:xfrm>
        </p:grpSpPr>
        <p:sp>
          <p:nvSpPr>
            <p:cNvPr id="8499" name="Google Shape;8499;p73"/>
            <p:cNvSpPr/>
            <p:nvPr/>
          </p:nvSpPr>
          <p:spPr>
            <a:xfrm>
              <a:off x="7151862"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0" name="Google Shape;8500;p73"/>
            <p:cNvSpPr/>
            <p:nvPr/>
          </p:nvSpPr>
          <p:spPr>
            <a:xfrm>
              <a:off x="7664213" y="2854413"/>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1" name="Google Shape;8501;p73"/>
            <p:cNvSpPr/>
            <p:nvPr/>
          </p:nvSpPr>
          <p:spPr>
            <a:xfrm>
              <a:off x="6895687" y="2575804"/>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2" name="Google Shape;8502;p73"/>
            <p:cNvSpPr/>
            <p:nvPr/>
          </p:nvSpPr>
          <p:spPr>
            <a:xfrm>
              <a:off x="739953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3" name="Google Shape;8503;p73"/>
            <p:cNvSpPr/>
            <p:nvPr/>
          </p:nvSpPr>
          <p:spPr>
            <a:xfrm>
              <a:off x="7911880" y="2574740"/>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504" name="Google Shape;8504;p73"/>
            <p:cNvCxnSpPr/>
            <p:nvPr/>
          </p:nvCxnSpPr>
          <p:spPr>
            <a:xfrm>
              <a:off x="6894650" y="2821921"/>
              <a:ext cx="1445100" cy="0"/>
            </a:xfrm>
            <a:prstGeom prst="straightConnector1">
              <a:avLst/>
            </a:prstGeom>
            <a:noFill/>
            <a:ln cap="flat" cmpd="sng" w="9525">
              <a:solidFill>
                <a:srgbClr val="869FB2"/>
              </a:solidFill>
              <a:prstDash val="solid"/>
              <a:round/>
              <a:headEnd len="med" w="med" type="none"/>
              <a:tailEnd len="med" w="med" type="none"/>
            </a:ln>
          </p:spPr>
        </p:cxnSp>
      </p:grpSp>
      <p:grpSp>
        <p:nvGrpSpPr>
          <p:cNvPr id="8505" name="Google Shape;8505;p73"/>
          <p:cNvGrpSpPr/>
          <p:nvPr/>
        </p:nvGrpSpPr>
        <p:grpSpPr>
          <a:xfrm>
            <a:off x="6834882" y="3698522"/>
            <a:ext cx="1583206" cy="475705"/>
            <a:chOff x="6953919" y="3907920"/>
            <a:chExt cx="1377300" cy="475705"/>
          </a:xfrm>
        </p:grpSpPr>
        <p:cxnSp>
          <p:nvCxnSpPr>
            <p:cNvPr id="8506" name="Google Shape;8506;p73"/>
            <p:cNvCxnSpPr/>
            <p:nvPr/>
          </p:nvCxnSpPr>
          <p:spPr>
            <a:xfrm rot="10800000">
              <a:off x="7118546" y="4100689"/>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8507" name="Google Shape;8507;p73"/>
            <p:cNvCxnSpPr/>
            <p:nvPr/>
          </p:nvCxnSpPr>
          <p:spPr>
            <a:xfrm>
              <a:off x="7480500" y="4197025"/>
              <a:ext cx="0" cy="186600"/>
            </a:xfrm>
            <a:prstGeom prst="straightConnector1">
              <a:avLst/>
            </a:prstGeom>
            <a:noFill/>
            <a:ln cap="flat" cmpd="sng" w="19050">
              <a:solidFill>
                <a:srgbClr val="5F7D95"/>
              </a:solidFill>
              <a:prstDash val="solid"/>
              <a:round/>
              <a:headEnd len="med" w="med" type="none"/>
              <a:tailEnd len="med" w="med" type="none"/>
            </a:ln>
          </p:spPr>
        </p:cxnSp>
        <p:cxnSp>
          <p:nvCxnSpPr>
            <p:cNvPr id="8508" name="Google Shape;8508;p73"/>
            <p:cNvCxnSpPr/>
            <p:nvPr/>
          </p:nvCxnSpPr>
          <p:spPr>
            <a:xfrm rot="10800000">
              <a:off x="7848574" y="3907920"/>
              <a:ext cx="0" cy="185100"/>
            </a:xfrm>
            <a:prstGeom prst="straightConnector1">
              <a:avLst/>
            </a:prstGeom>
            <a:noFill/>
            <a:ln cap="flat" cmpd="sng" w="19050">
              <a:solidFill>
                <a:srgbClr val="5F7D95"/>
              </a:solidFill>
              <a:prstDash val="solid"/>
              <a:round/>
              <a:headEnd len="med" w="med" type="none"/>
              <a:tailEnd len="med" w="med" type="none"/>
            </a:ln>
          </p:spPr>
        </p:cxnSp>
        <p:cxnSp>
          <p:nvCxnSpPr>
            <p:cNvPr id="8509" name="Google Shape;8509;p73"/>
            <p:cNvCxnSpPr/>
            <p:nvPr/>
          </p:nvCxnSpPr>
          <p:spPr>
            <a:xfrm>
              <a:off x="8218032" y="3997243"/>
              <a:ext cx="0" cy="197100"/>
            </a:xfrm>
            <a:prstGeom prst="straightConnector1">
              <a:avLst/>
            </a:prstGeom>
            <a:noFill/>
            <a:ln cap="flat" cmpd="sng" w="19050">
              <a:solidFill>
                <a:srgbClr val="5F7D95"/>
              </a:solidFill>
              <a:prstDash val="solid"/>
              <a:round/>
              <a:headEnd len="med" w="med" type="none"/>
              <a:tailEnd len="med" w="med" type="none"/>
            </a:ln>
          </p:spPr>
        </p:cxnSp>
        <p:cxnSp>
          <p:nvCxnSpPr>
            <p:cNvPr id="8510" name="Google Shape;8510;p73"/>
            <p:cNvCxnSpPr/>
            <p:nvPr/>
          </p:nvCxnSpPr>
          <p:spPr>
            <a:xfrm flipH="1">
              <a:off x="6953919" y="3961822"/>
              <a:ext cx="1377300" cy="376800"/>
            </a:xfrm>
            <a:prstGeom prst="straightConnector1">
              <a:avLst/>
            </a:prstGeom>
            <a:noFill/>
            <a:ln cap="flat" cmpd="sng" w="19050">
              <a:solidFill>
                <a:srgbClr val="435D74"/>
              </a:solidFill>
              <a:prstDash val="solid"/>
              <a:round/>
              <a:headEnd len="med" w="med" type="none"/>
              <a:tailEnd len="med" w="med" type="none"/>
            </a:ln>
          </p:spPr>
        </p:cxnSp>
      </p:grpSp>
      <p:grpSp>
        <p:nvGrpSpPr>
          <p:cNvPr id="8511" name="Google Shape;8511;p73"/>
          <p:cNvGrpSpPr/>
          <p:nvPr/>
        </p:nvGrpSpPr>
        <p:grpSpPr>
          <a:xfrm>
            <a:off x="2338470" y="2459668"/>
            <a:ext cx="836286" cy="824529"/>
            <a:chOff x="2389399" y="2595741"/>
            <a:chExt cx="812796" cy="801369"/>
          </a:xfrm>
        </p:grpSpPr>
        <p:grpSp>
          <p:nvGrpSpPr>
            <p:cNvPr id="8512" name="Google Shape;8512;p73"/>
            <p:cNvGrpSpPr/>
            <p:nvPr/>
          </p:nvGrpSpPr>
          <p:grpSpPr>
            <a:xfrm>
              <a:off x="2492145" y="2881565"/>
              <a:ext cx="607300" cy="229751"/>
              <a:chOff x="2492145" y="2881565"/>
              <a:chExt cx="607300" cy="229751"/>
            </a:xfrm>
          </p:grpSpPr>
          <p:sp>
            <p:nvSpPr>
              <p:cNvPr id="8513" name="Google Shape;8513;p73"/>
              <p:cNvSpPr/>
              <p:nvPr/>
            </p:nvSpPr>
            <p:spPr>
              <a:xfrm>
                <a:off x="2530550" y="2913581"/>
                <a:ext cx="530589" cy="165697"/>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4" name="Google Shape;8514;p73"/>
              <p:cNvSpPr/>
              <p:nvPr/>
            </p:nvSpPr>
            <p:spPr>
              <a:xfrm>
                <a:off x="2886492" y="2881565"/>
                <a:ext cx="212952" cy="229751"/>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5" name="Google Shape;8515;p73"/>
              <p:cNvSpPr/>
              <p:nvPr/>
            </p:nvSpPr>
            <p:spPr>
              <a:xfrm>
                <a:off x="2492145" y="2881565"/>
                <a:ext cx="212934" cy="229751"/>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16" name="Google Shape;8516;p73"/>
            <p:cNvGrpSpPr/>
            <p:nvPr/>
          </p:nvGrpSpPr>
          <p:grpSpPr>
            <a:xfrm>
              <a:off x="2389399" y="2595741"/>
              <a:ext cx="812796" cy="296825"/>
              <a:chOff x="2389399" y="2595741"/>
              <a:chExt cx="812796" cy="296825"/>
            </a:xfrm>
          </p:grpSpPr>
          <p:grpSp>
            <p:nvGrpSpPr>
              <p:cNvPr id="8517" name="Google Shape;8517;p73"/>
              <p:cNvGrpSpPr/>
              <p:nvPr/>
            </p:nvGrpSpPr>
            <p:grpSpPr>
              <a:xfrm>
                <a:off x="2389399" y="2595741"/>
                <a:ext cx="363638" cy="296825"/>
                <a:chOff x="2389399" y="2595741"/>
                <a:chExt cx="363638" cy="296825"/>
              </a:xfrm>
            </p:grpSpPr>
            <p:grpSp>
              <p:nvGrpSpPr>
                <p:cNvPr id="8518" name="Google Shape;8518;p73"/>
                <p:cNvGrpSpPr/>
                <p:nvPr/>
              </p:nvGrpSpPr>
              <p:grpSpPr>
                <a:xfrm>
                  <a:off x="2493852" y="2794333"/>
                  <a:ext cx="259185" cy="98232"/>
                  <a:chOff x="2493852" y="2794333"/>
                  <a:chExt cx="259185" cy="98232"/>
                </a:xfrm>
              </p:grpSpPr>
              <p:sp>
                <p:nvSpPr>
                  <p:cNvPr id="8519" name="Google Shape;8519;p73"/>
                  <p:cNvSpPr/>
                  <p:nvPr/>
                </p:nvSpPr>
                <p:spPr>
                  <a:xfrm>
                    <a:off x="2500419" y="2800896"/>
                    <a:ext cx="246135" cy="8512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0" name="Google Shape;8520;p73"/>
                  <p:cNvSpPr/>
                  <p:nvPr/>
                </p:nvSpPr>
                <p:spPr>
                  <a:xfrm>
                    <a:off x="2493852" y="2794333"/>
                    <a:ext cx="15360" cy="15356"/>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1" name="Google Shape;8521;p73"/>
                  <p:cNvSpPr/>
                  <p:nvPr/>
                </p:nvSpPr>
                <p:spPr>
                  <a:xfrm>
                    <a:off x="2737686" y="2877210"/>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22" name="Google Shape;8522;p73"/>
                <p:cNvGrpSpPr/>
                <p:nvPr/>
              </p:nvGrpSpPr>
              <p:grpSpPr>
                <a:xfrm>
                  <a:off x="2389399" y="2595741"/>
                  <a:ext cx="224343" cy="182054"/>
                  <a:chOff x="2389399" y="2595741"/>
                  <a:chExt cx="224343" cy="182054"/>
                </a:xfrm>
              </p:grpSpPr>
              <p:sp>
                <p:nvSpPr>
                  <p:cNvPr id="8523" name="Google Shape;8523;p73"/>
                  <p:cNvSpPr/>
                  <p:nvPr/>
                </p:nvSpPr>
                <p:spPr>
                  <a:xfrm>
                    <a:off x="2389399" y="2595741"/>
                    <a:ext cx="224343" cy="182054"/>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4" name="Google Shape;8524;p73"/>
                  <p:cNvSpPr/>
                  <p:nvPr/>
                </p:nvSpPr>
                <p:spPr>
                  <a:xfrm>
                    <a:off x="2430284" y="2686181"/>
                    <a:ext cx="140326" cy="1106"/>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525" name="Google Shape;8525;p73"/>
              <p:cNvGrpSpPr/>
              <p:nvPr/>
            </p:nvGrpSpPr>
            <p:grpSpPr>
              <a:xfrm>
                <a:off x="2683630" y="2595741"/>
                <a:ext cx="224334" cy="296825"/>
                <a:chOff x="2683630" y="2595741"/>
                <a:chExt cx="224334" cy="296825"/>
              </a:xfrm>
            </p:grpSpPr>
            <p:grpSp>
              <p:nvGrpSpPr>
                <p:cNvPr id="8526" name="Google Shape;8526;p73"/>
                <p:cNvGrpSpPr/>
                <p:nvPr/>
              </p:nvGrpSpPr>
              <p:grpSpPr>
                <a:xfrm>
                  <a:off x="2788083" y="2794333"/>
                  <a:ext cx="15356" cy="98232"/>
                  <a:chOff x="2788083" y="2794333"/>
                  <a:chExt cx="15356" cy="98232"/>
                </a:xfrm>
              </p:grpSpPr>
              <p:sp>
                <p:nvSpPr>
                  <p:cNvPr id="8527" name="Google Shape;8527;p73"/>
                  <p:cNvSpPr/>
                  <p:nvPr/>
                </p:nvSpPr>
                <p:spPr>
                  <a:xfrm>
                    <a:off x="2794655" y="2800905"/>
                    <a:ext cx="2213" cy="85114"/>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8" name="Google Shape;8528;p73"/>
                  <p:cNvSpPr/>
                  <p:nvPr/>
                </p:nvSpPr>
                <p:spPr>
                  <a:xfrm>
                    <a:off x="2788083" y="2794333"/>
                    <a:ext cx="15356" cy="15356"/>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9" name="Google Shape;8529;p73"/>
                  <p:cNvSpPr/>
                  <p:nvPr/>
                </p:nvSpPr>
                <p:spPr>
                  <a:xfrm>
                    <a:off x="2788083" y="2877210"/>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30" name="Google Shape;8530;p73"/>
                <p:cNvGrpSpPr/>
                <p:nvPr/>
              </p:nvGrpSpPr>
              <p:grpSpPr>
                <a:xfrm>
                  <a:off x="2683630" y="2595741"/>
                  <a:ext cx="224334" cy="182054"/>
                  <a:chOff x="2683630" y="2595741"/>
                  <a:chExt cx="224334" cy="182054"/>
                </a:xfrm>
              </p:grpSpPr>
              <p:sp>
                <p:nvSpPr>
                  <p:cNvPr id="8531" name="Google Shape;8531;p73"/>
                  <p:cNvSpPr/>
                  <p:nvPr/>
                </p:nvSpPr>
                <p:spPr>
                  <a:xfrm>
                    <a:off x="2683630" y="2595741"/>
                    <a:ext cx="224334" cy="182054"/>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2" name="Google Shape;8532;p73"/>
                  <p:cNvSpPr/>
                  <p:nvPr/>
                </p:nvSpPr>
                <p:spPr>
                  <a:xfrm>
                    <a:off x="2724889" y="2686181"/>
                    <a:ext cx="140322" cy="1106"/>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533" name="Google Shape;8533;p73"/>
              <p:cNvGrpSpPr/>
              <p:nvPr/>
            </p:nvGrpSpPr>
            <p:grpSpPr>
              <a:xfrm>
                <a:off x="2838475" y="2595741"/>
                <a:ext cx="363719" cy="296825"/>
                <a:chOff x="2838475" y="2595741"/>
                <a:chExt cx="363719" cy="296825"/>
              </a:xfrm>
            </p:grpSpPr>
            <p:grpSp>
              <p:nvGrpSpPr>
                <p:cNvPr id="8534" name="Google Shape;8534;p73"/>
                <p:cNvGrpSpPr/>
                <p:nvPr/>
              </p:nvGrpSpPr>
              <p:grpSpPr>
                <a:xfrm>
                  <a:off x="2838475" y="2794333"/>
                  <a:ext cx="259185" cy="98232"/>
                  <a:chOff x="2838475" y="2794333"/>
                  <a:chExt cx="259185" cy="98232"/>
                </a:xfrm>
              </p:grpSpPr>
              <p:sp>
                <p:nvSpPr>
                  <p:cNvPr id="8535" name="Google Shape;8535;p73"/>
                  <p:cNvSpPr/>
                  <p:nvPr/>
                </p:nvSpPr>
                <p:spPr>
                  <a:xfrm>
                    <a:off x="2845042" y="2800896"/>
                    <a:ext cx="246122" cy="8512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6" name="Google Shape;8536;p73"/>
                  <p:cNvSpPr/>
                  <p:nvPr/>
                </p:nvSpPr>
                <p:spPr>
                  <a:xfrm>
                    <a:off x="3082301" y="2794333"/>
                    <a:ext cx="15360" cy="15356"/>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7" name="Google Shape;8537;p73"/>
                  <p:cNvSpPr/>
                  <p:nvPr/>
                </p:nvSpPr>
                <p:spPr>
                  <a:xfrm>
                    <a:off x="2838475" y="2877210"/>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38" name="Google Shape;8538;p73"/>
                <p:cNvGrpSpPr/>
                <p:nvPr/>
              </p:nvGrpSpPr>
              <p:grpSpPr>
                <a:xfrm>
                  <a:off x="2977852" y="2595741"/>
                  <a:ext cx="224343" cy="182054"/>
                  <a:chOff x="2977852" y="2595741"/>
                  <a:chExt cx="224343" cy="182054"/>
                </a:xfrm>
              </p:grpSpPr>
              <p:sp>
                <p:nvSpPr>
                  <p:cNvPr id="8539" name="Google Shape;8539;p73"/>
                  <p:cNvSpPr/>
                  <p:nvPr/>
                </p:nvSpPr>
                <p:spPr>
                  <a:xfrm>
                    <a:off x="2977852" y="2595741"/>
                    <a:ext cx="224343" cy="182054"/>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0" name="Google Shape;8540;p73"/>
                  <p:cNvSpPr/>
                  <p:nvPr/>
                </p:nvSpPr>
                <p:spPr>
                  <a:xfrm>
                    <a:off x="3020572" y="2686181"/>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541" name="Google Shape;8541;p73"/>
            <p:cNvGrpSpPr/>
            <p:nvPr/>
          </p:nvGrpSpPr>
          <p:grpSpPr>
            <a:xfrm>
              <a:off x="2389399" y="3100241"/>
              <a:ext cx="812796" cy="296869"/>
              <a:chOff x="2389399" y="3100241"/>
              <a:chExt cx="812796" cy="296869"/>
            </a:xfrm>
          </p:grpSpPr>
          <p:grpSp>
            <p:nvGrpSpPr>
              <p:cNvPr id="8542" name="Google Shape;8542;p73"/>
              <p:cNvGrpSpPr/>
              <p:nvPr/>
            </p:nvGrpSpPr>
            <p:grpSpPr>
              <a:xfrm>
                <a:off x="2683630" y="3100241"/>
                <a:ext cx="224334" cy="296869"/>
                <a:chOff x="2683630" y="3100241"/>
                <a:chExt cx="224334" cy="296869"/>
              </a:xfrm>
            </p:grpSpPr>
            <p:grpSp>
              <p:nvGrpSpPr>
                <p:cNvPr id="8543" name="Google Shape;8543;p73"/>
                <p:cNvGrpSpPr/>
                <p:nvPr/>
              </p:nvGrpSpPr>
              <p:grpSpPr>
                <a:xfrm>
                  <a:off x="2788083" y="3100241"/>
                  <a:ext cx="15356" cy="98237"/>
                  <a:chOff x="2788083" y="3100241"/>
                  <a:chExt cx="15356" cy="98237"/>
                </a:xfrm>
              </p:grpSpPr>
              <p:sp>
                <p:nvSpPr>
                  <p:cNvPr id="8544" name="Google Shape;8544;p73"/>
                  <p:cNvSpPr/>
                  <p:nvPr/>
                </p:nvSpPr>
                <p:spPr>
                  <a:xfrm>
                    <a:off x="2794655" y="3106808"/>
                    <a:ext cx="2213" cy="8511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5" name="Google Shape;8545;p73"/>
                  <p:cNvSpPr/>
                  <p:nvPr/>
                </p:nvSpPr>
                <p:spPr>
                  <a:xfrm>
                    <a:off x="2788083" y="3183117"/>
                    <a:ext cx="15356" cy="15360"/>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6" name="Google Shape;8546;p73"/>
                  <p:cNvSpPr/>
                  <p:nvPr/>
                </p:nvSpPr>
                <p:spPr>
                  <a:xfrm>
                    <a:off x="2788083" y="3100241"/>
                    <a:ext cx="15356" cy="15356"/>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47" name="Google Shape;8547;p73"/>
                <p:cNvGrpSpPr/>
                <p:nvPr/>
              </p:nvGrpSpPr>
              <p:grpSpPr>
                <a:xfrm>
                  <a:off x="2683630" y="3215065"/>
                  <a:ext cx="224334" cy="182045"/>
                  <a:chOff x="2683630" y="3215065"/>
                  <a:chExt cx="224334" cy="182045"/>
                </a:xfrm>
              </p:grpSpPr>
              <p:sp>
                <p:nvSpPr>
                  <p:cNvPr id="8548" name="Google Shape;8548;p73"/>
                  <p:cNvSpPr/>
                  <p:nvPr/>
                </p:nvSpPr>
                <p:spPr>
                  <a:xfrm>
                    <a:off x="2683630" y="3215065"/>
                    <a:ext cx="224334" cy="182045"/>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9" name="Google Shape;8549;p73"/>
                  <p:cNvSpPr/>
                  <p:nvPr/>
                </p:nvSpPr>
                <p:spPr>
                  <a:xfrm>
                    <a:off x="2724889" y="3305500"/>
                    <a:ext cx="140331" cy="1106"/>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550" name="Google Shape;8550;p73"/>
              <p:cNvGrpSpPr/>
              <p:nvPr/>
            </p:nvGrpSpPr>
            <p:grpSpPr>
              <a:xfrm>
                <a:off x="2389399" y="3100241"/>
                <a:ext cx="363638" cy="296869"/>
                <a:chOff x="2389399" y="3100241"/>
                <a:chExt cx="363638" cy="296869"/>
              </a:xfrm>
            </p:grpSpPr>
            <p:grpSp>
              <p:nvGrpSpPr>
                <p:cNvPr id="8551" name="Google Shape;8551;p73"/>
                <p:cNvGrpSpPr/>
                <p:nvPr/>
              </p:nvGrpSpPr>
              <p:grpSpPr>
                <a:xfrm>
                  <a:off x="2493852" y="3100241"/>
                  <a:ext cx="259185" cy="98237"/>
                  <a:chOff x="2493852" y="3100241"/>
                  <a:chExt cx="259185" cy="98237"/>
                </a:xfrm>
              </p:grpSpPr>
              <p:sp>
                <p:nvSpPr>
                  <p:cNvPr id="8552" name="Google Shape;8552;p73"/>
                  <p:cNvSpPr/>
                  <p:nvPr/>
                </p:nvSpPr>
                <p:spPr>
                  <a:xfrm>
                    <a:off x="2500428" y="3106803"/>
                    <a:ext cx="246126" cy="8512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3" name="Google Shape;8553;p73"/>
                  <p:cNvSpPr/>
                  <p:nvPr/>
                </p:nvSpPr>
                <p:spPr>
                  <a:xfrm>
                    <a:off x="2493852" y="3183117"/>
                    <a:ext cx="15360" cy="15360"/>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4" name="Google Shape;8554;p73"/>
                  <p:cNvSpPr/>
                  <p:nvPr/>
                </p:nvSpPr>
                <p:spPr>
                  <a:xfrm>
                    <a:off x="2737686" y="3100241"/>
                    <a:ext cx="15351" cy="15356"/>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55" name="Google Shape;8555;p73"/>
                <p:cNvGrpSpPr/>
                <p:nvPr/>
              </p:nvGrpSpPr>
              <p:grpSpPr>
                <a:xfrm>
                  <a:off x="2389399" y="3215065"/>
                  <a:ext cx="224343" cy="182045"/>
                  <a:chOff x="2389399" y="3215065"/>
                  <a:chExt cx="224343" cy="182045"/>
                </a:xfrm>
              </p:grpSpPr>
              <p:sp>
                <p:nvSpPr>
                  <p:cNvPr id="8556" name="Google Shape;8556;p73"/>
                  <p:cNvSpPr/>
                  <p:nvPr/>
                </p:nvSpPr>
                <p:spPr>
                  <a:xfrm>
                    <a:off x="2389399" y="3215065"/>
                    <a:ext cx="224343" cy="182045"/>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7" name="Google Shape;8557;p73"/>
                  <p:cNvSpPr/>
                  <p:nvPr/>
                </p:nvSpPr>
                <p:spPr>
                  <a:xfrm>
                    <a:off x="2430630" y="3305500"/>
                    <a:ext cx="140331" cy="1106"/>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558" name="Google Shape;8558;p73"/>
              <p:cNvGrpSpPr/>
              <p:nvPr/>
            </p:nvGrpSpPr>
            <p:grpSpPr>
              <a:xfrm>
                <a:off x="2838475" y="3100241"/>
                <a:ext cx="363719" cy="296869"/>
                <a:chOff x="2838475" y="3100241"/>
                <a:chExt cx="363719" cy="296869"/>
              </a:xfrm>
            </p:grpSpPr>
            <p:grpSp>
              <p:nvGrpSpPr>
                <p:cNvPr id="8559" name="Google Shape;8559;p73"/>
                <p:cNvGrpSpPr/>
                <p:nvPr/>
              </p:nvGrpSpPr>
              <p:grpSpPr>
                <a:xfrm>
                  <a:off x="2838475" y="3100241"/>
                  <a:ext cx="259185" cy="98237"/>
                  <a:chOff x="2838475" y="3100241"/>
                  <a:chExt cx="259185" cy="98237"/>
                </a:xfrm>
              </p:grpSpPr>
              <p:sp>
                <p:nvSpPr>
                  <p:cNvPr id="8560" name="Google Shape;8560;p73"/>
                  <p:cNvSpPr/>
                  <p:nvPr/>
                </p:nvSpPr>
                <p:spPr>
                  <a:xfrm>
                    <a:off x="2845042" y="3106803"/>
                    <a:ext cx="246131" cy="8512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1" name="Google Shape;8561;p73"/>
                  <p:cNvSpPr/>
                  <p:nvPr/>
                </p:nvSpPr>
                <p:spPr>
                  <a:xfrm>
                    <a:off x="3082301" y="3183117"/>
                    <a:ext cx="15360" cy="15360"/>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2" name="Google Shape;8562;p73"/>
                  <p:cNvSpPr/>
                  <p:nvPr/>
                </p:nvSpPr>
                <p:spPr>
                  <a:xfrm>
                    <a:off x="2838475" y="3100241"/>
                    <a:ext cx="15351" cy="15356"/>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63" name="Google Shape;8563;p73"/>
                <p:cNvGrpSpPr/>
                <p:nvPr/>
              </p:nvGrpSpPr>
              <p:grpSpPr>
                <a:xfrm>
                  <a:off x="2977852" y="3215065"/>
                  <a:ext cx="224343" cy="182045"/>
                  <a:chOff x="2977852" y="3215065"/>
                  <a:chExt cx="224343" cy="182045"/>
                </a:xfrm>
              </p:grpSpPr>
              <p:sp>
                <p:nvSpPr>
                  <p:cNvPr id="8564" name="Google Shape;8564;p73"/>
                  <p:cNvSpPr/>
                  <p:nvPr/>
                </p:nvSpPr>
                <p:spPr>
                  <a:xfrm>
                    <a:off x="2977852" y="3215065"/>
                    <a:ext cx="224343" cy="182045"/>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5" name="Google Shape;8565;p73"/>
                  <p:cNvSpPr/>
                  <p:nvPr/>
                </p:nvSpPr>
                <p:spPr>
                  <a:xfrm>
                    <a:off x="3020598" y="3305519"/>
                    <a:ext cx="140326" cy="1106"/>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9" name="Shape 8569"/>
        <p:cNvGrpSpPr/>
        <p:nvPr/>
      </p:nvGrpSpPr>
      <p:grpSpPr>
        <a:xfrm>
          <a:off x="0" y="0"/>
          <a:ext cx="0" cy="0"/>
          <a:chOff x="0" y="0"/>
          <a:chExt cx="0" cy="0"/>
        </a:xfrm>
      </p:grpSpPr>
      <p:grpSp>
        <p:nvGrpSpPr>
          <p:cNvPr id="8570" name="Google Shape;8570;p74"/>
          <p:cNvGrpSpPr/>
          <p:nvPr/>
        </p:nvGrpSpPr>
        <p:grpSpPr>
          <a:xfrm>
            <a:off x="702088" y="3155922"/>
            <a:ext cx="2390414" cy="1024800"/>
            <a:chOff x="728925" y="3296613"/>
            <a:chExt cx="2390414" cy="1024800"/>
          </a:xfrm>
        </p:grpSpPr>
        <p:grpSp>
          <p:nvGrpSpPr>
            <p:cNvPr id="8571" name="Google Shape;8571;p74"/>
            <p:cNvGrpSpPr/>
            <p:nvPr/>
          </p:nvGrpSpPr>
          <p:grpSpPr>
            <a:xfrm>
              <a:off x="728925" y="3619800"/>
              <a:ext cx="2390414" cy="500893"/>
              <a:chOff x="728925" y="3619800"/>
              <a:chExt cx="2390414" cy="500893"/>
            </a:xfrm>
          </p:grpSpPr>
          <p:sp>
            <p:nvSpPr>
              <p:cNvPr id="8572" name="Google Shape;8572;p74"/>
              <p:cNvSpPr/>
              <p:nvPr/>
            </p:nvSpPr>
            <p:spPr>
              <a:xfrm>
                <a:off x="728925" y="3619800"/>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573" name="Google Shape;8573;p74"/>
              <p:cNvSpPr/>
              <p:nvPr/>
            </p:nvSpPr>
            <p:spPr>
              <a:xfrm>
                <a:off x="728939" y="3953593"/>
                <a:ext cx="2390400" cy="167100"/>
              </a:xfrm>
              <a:prstGeom prst="rect">
                <a:avLst/>
              </a:prstGeom>
              <a:noFill/>
              <a:ln cap="flat" cmpd="sng" w="9525">
                <a:solidFill>
                  <a:srgbClr val="E3E7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8574" name="Google Shape;8574;p74"/>
            <p:cNvGrpSpPr/>
            <p:nvPr/>
          </p:nvGrpSpPr>
          <p:grpSpPr>
            <a:xfrm>
              <a:off x="1348050" y="3296613"/>
              <a:ext cx="1706152" cy="1024800"/>
              <a:chOff x="1348050" y="3296613"/>
              <a:chExt cx="1706152" cy="1024800"/>
            </a:xfrm>
          </p:grpSpPr>
          <p:sp>
            <p:nvSpPr>
              <p:cNvPr id="8575" name="Google Shape;8575;p74"/>
              <p:cNvSpPr/>
              <p:nvPr/>
            </p:nvSpPr>
            <p:spPr>
              <a:xfrm>
                <a:off x="1348050"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576" name="Google Shape;8576;p74"/>
              <p:cNvSpPr/>
              <p:nvPr/>
            </p:nvSpPr>
            <p:spPr>
              <a:xfrm>
                <a:off x="168708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577" name="Google Shape;8577;p74"/>
              <p:cNvSpPr/>
              <p:nvPr/>
            </p:nvSpPr>
            <p:spPr>
              <a:xfrm>
                <a:off x="2040389"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578" name="Google Shape;8578;p74"/>
              <p:cNvSpPr/>
              <p:nvPr/>
            </p:nvSpPr>
            <p:spPr>
              <a:xfrm>
                <a:off x="2393695"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8579" name="Google Shape;8579;p74"/>
              <p:cNvSpPr/>
              <p:nvPr/>
            </p:nvSpPr>
            <p:spPr>
              <a:xfrm>
                <a:off x="2747002" y="3296613"/>
                <a:ext cx="307200" cy="1024800"/>
              </a:xfrm>
              <a:prstGeom prst="rect">
                <a:avLst/>
              </a:pr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grpSp>
        <p:grpSp>
          <p:nvGrpSpPr>
            <p:cNvPr id="8580" name="Google Shape;8580;p74"/>
            <p:cNvGrpSpPr/>
            <p:nvPr/>
          </p:nvGrpSpPr>
          <p:grpSpPr>
            <a:xfrm>
              <a:off x="1455707" y="3654858"/>
              <a:ext cx="1491150" cy="417657"/>
              <a:chOff x="1455707" y="3654858"/>
              <a:chExt cx="1491150" cy="417657"/>
            </a:xfrm>
          </p:grpSpPr>
          <p:sp>
            <p:nvSpPr>
              <p:cNvPr id="8581" name="Google Shape;8581;p74"/>
              <p:cNvSpPr/>
              <p:nvPr/>
            </p:nvSpPr>
            <p:spPr>
              <a:xfrm>
                <a:off x="1472938"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2" name="Google Shape;8582;p74"/>
              <p:cNvSpPr/>
              <p:nvPr/>
            </p:nvSpPr>
            <p:spPr>
              <a:xfrm>
                <a:off x="1490853"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3" name="Google Shape;8583;p74"/>
              <p:cNvSpPr/>
              <p:nvPr/>
            </p:nvSpPr>
            <p:spPr>
              <a:xfrm>
                <a:off x="181918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4" name="Google Shape;8584;p74"/>
              <p:cNvSpPr/>
              <p:nvPr/>
            </p:nvSpPr>
            <p:spPr>
              <a:xfrm>
                <a:off x="183709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5" name="Google Shape;8585;p74"/>
              <p:cNvSpPr/>
              <p:nvPr/>
            </p:nvSpPr>
            <p:spPr>
              <a:xfrm>
                <a:off x="1478676" y="40082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6" name="Google Shape;8586;p74"/>
              <p:cNvSpPr/>
              <p:nvPr/>
            </p:nvSpPr>
            <p:spPr>
              <a:xfrm>
                <a:off x="1455707" y="40079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7" name="Google Shape;8587;p74"/>
              <p:cNvSpPr/>
              <p:nvPr/>
            </p:nvSpPr>
            <p:spPr>
              <a:xfrm>
                <a:off x="184157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8" name="Google Shape;8588;p74"/>
              <p:cNvSpPr/>
              <p:nvPr/>
            </p:nvSpPr>
            <p:spPr>
              <a:xfrm>
                <a:off x="181861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9" name="Google Shape;8589;p74"/>
              <p:cNvSpPr/>
              <p:nvPr/>
            </p:nvSpPr>
            <p:spPr>
              <a:xfrm>
                <a:off x="2172491"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0" name="Google Shape;8590;p74"/>
              <p:cNvSpPr/>
              <p:nvPr/>
            </p:nvSpPr>
            <p:spPr>
              <a:xfrm>
                <a:off x="2190406"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1" name="Google Shape;8591;p74"/>
              <p:cNvSpPr/>
              <p:nvPr/>
            </p:nvSpPr>
            <p:spPr>
              <a:xfrm>
                <a:off x="2194889"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2" name="Google Shape;8592;p74"/>
              <p:cNvSpPr/>
              <p:nvPr/>
            </p:nvSpPr>
            <p:spPr>
              <a:xfrm>
                <a:off x="2171920"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3" name="Google Shape;8593;p74"/>
              <p:cNvSpPr/>
              <p:nvPr/>
            </p:nvSpPr>
            <p:spPr>
              <a:xfrm>
                <a:off x="2874730" y="36876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4" name="Google Shape;8594;p74"/>
              <p:cNvSpPr/>
              <p:nvPr/>
            </p:nvSpPr>
            <p:spPr>
              <a:xfrm>
                <a:off x="2892645" y="36696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5" name="Google Shape;8595;p74"/>
              <p:cNvSpPr/>
              <p:nvPr/>
            </p:nvSpPr>
            <p:spPr>
              <a:xfrm>
                <a:off x="2901559" y="40055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6" name="Google Shape;8596;p74"/>
              <p:cNvSpPr/>
              <p:nvPr/>
            </p:nvSpPr>
            <p:spPr>
              <a:xfrm>
                <a:off x="2878589" y="40052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7" name="Google Shape;8597;p74"/>
              <p:cNvSpPr/>
              <p:nvPr/>
            </p:nvSpPr>
            <p:spPr>
              <a:xfrm>
                <a:off x="2525796" y="40314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8" name="Google Shape;8598;p74"/>
              <p:cNvSpPr/>
              <p:nvPr/>
            </p:nvSpPr>
            <p:spPr>
              <a:xfrm>
                <a:off x="2543711" y="40134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9" name="Google Shape;8599;p74"/>
              <p:cNvSpPr/>
              <p:nvPr/>
            </p:nvSpPr>
            <p:spPr>
              <a:xfrm>
                <a:off x="2548194" y="36550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0" name="Google Shape;8600;p74"/>
              <p:cNvSpPr/>
              <p:nvPr/>
            </p:nvSpPr>
            <p:spPr>
              <a:xfrm>
                <a:off x="2525225" y="36548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8601" name="Google Shape;8601;p74"/>
          <p:cNvGraphicFramePr/>
          <p:nvPr/>
        </p:nvGraphicFramePr>
        <p:xfrm>
          <a:off x="5937787" y="2153834"/>
          <a:ext cx="3000000" cy="3000000"/>
        </p:xfrm>
        <a:graphic>
          <a:graphicData uri="http://schemas.openxmlformats.org/drawingml/2006/table">
            <a:tbl>
              <a:tblPr>
                <a:noFill/>
                <a:tableStyleId>{FE733ACE-D28B-45FE-A9BC-BD882C99EDB6}</a:tableStyleId>
              </a:tblPr>
              <a:tblGrid>
                <a:gridCol w="626025"/>
                <a:gridCol w="626025"/>
                <a:gridCol w="626025"/>
                <a:gridCol w="626025"/>
              </a:tblGrid>
              <a:tr h="10000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solid"/>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CFD9E0"/>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E3E9ED"/>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869FB2"/>
                    </a:solidFill>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r>
              <a:tr h="217150">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tcPr>
                </a:tc>
                <a:tc>
                  <a:txBody>
                    <a:bodyPr/>
                    <a:lstStyle/>
                    <a:p>
                      <a:pPr indent="0" lvl="0" marL="0" rtl="0" algn="ctr">
                        <a:spcBef>
                          <a:spcPts val="0"/>
                        </a:spcBef>
                        <a:spcAft>
                          <a:spcPts val="0"/>
                        </a:spcAft>
                        <a:buNone/>
                      </a:pPr>
                      <a:r>
                        <a:t/>
                      </a:r>
                      <a:endParaRPr b="1" sz="200">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9525">
                      <a:solidFill>
                        <a:srgbClr val="E1E7EC"/>
                      </a:solidFill>
                      <a:prstDash val="dot"/>
                      <a:round/>
                      <a:headEnd len="sm" w="sm" type="none"/>
                      <a:tailEnd len="sm" w="sm" type="none"/>
                    </a:lnT>
                    <a:lnB cap="flat" cmpd="sng" w="9525">
                      <a:solidFill>
                        <a:srgbClr val="E1E7EC"/>
                      </a:solidFill>
                      <a:prstDash val="dot"/>
                      <a:round/>
                      <a:headEnd len="sm" w="sm" type="none"/>
                      <a:tailEnd len="sm" w="sm" type="none"/>
                    </a:lnB>
                    <a:solidFill>
                      <a:srgbClr val="7994A9">
                        <a:alpha val="64709"/>
                      </a:srgbClr>
                    </a:solidFill>
                  </a:tcPr>
                </a:tc>
              </a:tr>
            </a:tbl>
          </a:graphicData>
        </a:graphic>
      </p:graphicFrame>
      <p:grpSp>
        <p:nvGrpSpPr>
          <p:cNvPr id="8602" name="Google Shape;8602;p74"/>
          <p:cNvGrpSpPr/>
          <p:nvPr/>
        </p:nvGrpSpPr>
        <p:grpSpPr>
          <a:xfrm>
            <a:off x="710464" y="981599"/>
            <a:ext cx="2396505" cy="976502"/>
            <a:chOff x="749309" y="1112739"/>
            <a:chExt cx="2371603" cy="976502"/>
          </a:xfrm>
        </p:grpSpPr>
        <p:grpSp>
          <p:nvGrpSpPr>
            <p:cNvPr id="8603" name="Google Shape;8603;p74"/>
            <p:cNvGrpSpPr/>
            <p:nvPr/>
          </p:nvGrpSpPr>
          <p:grpSpPr>
            <a:xfrm>
              <a:off x="1092126" y="1112739"/>
              <a:ext cx="2028786" cy="975464"/>
              <a:chOff x="1092126" y="1112739"/>
              <a:chExt cx="2028786" cy="975464"/>
            </a:xfrm>
          </p:grpSpPr>
          <p:sp>
            <p:nvSpPr>
              <p:cNvPr id="8604" name="Google Shape;8604;p74"/>
              <p:cNvSpPr/>
              <p:nvPr/>
            </p:nvSpPr>
            <p:spPr>
              <a:xfrm>
                <a:off x="1092126"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5" name="Google Shape;8605;p74"/>
              <p:cNvSpPr/>
              <p:nvPr/>
            </p:nvSpPr>
            <p:spPr>
              <a:xfrm>
                <a:off x="1434943"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6" name="Google Shape;8606;p74"/>
              <p:cNvSpPr/>
              <p:nvPr/>
            </p:nvSpPr>
            <p:spPr>
              <a:xfrm>
                <a:off x="1777760"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7" name="Google Shape;8607;p74"/>
              <p:cNvSpPr/>
              <p:nvPr/>
            </p:nvSpPr>
            <p:spPr>
              <a:xfrm>
                <a:off x="2120578"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8" name="Google Shape;8608;p74"/>
              <p:cNvSpPr/>
              <p:nvPr/>
            </p:nvSpPr>
            <p:spPr>
              <a:xfrm>
                <a:off x="2463395"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9" name="Google Shape;8609;p74"/>
              <p:cNvSpPr/>
              <p:nvPr/>
            </p:nvSpPr>
            <p:spPr>
              <a:xfrm>
                <a:off x="2806212" y="111273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0" name="Google Shape;8610;p74"/>
              <p:cNvSpPr/>
              <p:nvPr/>
            </p:nvSpPr>
            <p:spPr>
              <a:xfrm>
                <a:off x="1092126"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1" name="Google Shape;8611;p74"/>
              <p:cNvSpPr/>
              <p:nvPr/>
            </p:nvSpPr>
            <p:spPr>
              <a:xfrm>
                <a:off x="1434943"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2" name="Google Shape;8612;p74"/>
              <p:cNvSpPr/>
              <p:nvPr/>
            </p:nvSpPr>
            <p:spPr>
              <a:xfrm>
                <a:off x="1777760"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3" name="Google Shape;8613;p74"/>
              <p:cNvSpPr/>
              <p:nvPr/>
            </p:nvSpPr>
            <p:spPr>
              <a:xfrm>
                <a:off x="2120578"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4" name="Google Shape;8614;p74"/>
              <p:cNvSpPr/>
              <p:nvPr/>
            </p:nvSpPr>
            <p:spPr>
              <a:xfrm>
                <a:off x="2463395"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5" name="Google Shape;8615;p74"/>
              <p:cNvSpPr/>
              <p:nvPr/>
            </p:nvSpPr>
            <p:spPr>
              <a:xfrm>
                <a:off x="2806212" y="136229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6" name="Google Shape;8616;p74"/>
              <p:cNvSpPr/>
              <p:nvPr/>
            </p:nvSpPr>
            <p:spPr>
              <a:xfrm>
                <a:off x="1092126"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7" name="Google Shape;8617;p74"/>
              <p:cNvSpPr/>
              <p:nvPr/>
            </p:nvSpPr>
            <p:spPr>
              <a:xfrm>
                <a:off x="1434943"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8" name="Google Shape;8618;p74"/>
              <p:cNvSpPr/>
              <p:nvPr/>
            </p:nvSpPr>
            <p:spPr>
              <a:xfrm>
                <a:off x="1777760"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9" name="Google Shape;8619;p74"/>
              <p:cNvSpPr/>
              <p:nvPr/>
            </p:nvSpPr>
            <p:spPr>
              <a:xfrm>
                <a:off x="2120578"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0" name="Google Shape;8620;p74"/>
              <p:cNvSpPr/>
              <p:nvPr/>
            </p:nvSpPr>
            <p:spPr>
              <a:xfrm>
                <a:off x="2463395"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1" name="Google Shape;8621;p74"/>
              <p:cNvSpPr/>
              <p:nvPr/>
            </p:nvSpPr>
            <p:spPr>
              <a:xfrm>
                <a:off x="2806212" y="1611849"/>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2" name="Google Shape;8622;p74"/>
              <p:cNvSpPr/>
              <p:nvPr/>
            </p:nvSpPr>
            <p:spPr>
              <a:xfrm>
                <a:off x="1092126"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3" name="Google Shape;8623;p74"/>
              <p:cNvSpPr/>
              <p:nvPr/>
            </p:nvSpPr>
            <p:spPr>
              <a:xfrm>
                <a:off x="1434943"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4" name="Google Shape;8624;p74"/>
              <p:cNvSpPr/>
              <p:nvPr/>
            </p:nvSpPr>
            <p:spPr>
              <a:xfrm>
                <a:off x="1777760"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5" name="Google Shape;8625;p74"/>
              <p:cNvSpPr/>
              <p:nvPr/>
            </p:nvSpPr>
            <p:spPr>
              <a:xfrm>
                <a:off x="2120578"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6" name="Google Shape;8626;p74"/>
              <p:cNvSpPr/>
              <p:nvPr/>
            </p:nvSpPr>
            <p:spPr>
              <a:xfrm>
                <a:off x="2463395"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7" name="Google Shape;8627;p74"/>
              <p:cNvSpPr/>
              <p:nvPr/>
            </p:nvSpPr>
            <p:spPr>
              <a:xfrm>
                <a:off x="2806212" y="1861404"/>
                <a:ext cx="314700" cy="2268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28" name="Google Shape;8628;p74"/>
            <p:cNvGrpSpPr/>
            <p:nvPr/>
          </p:nvGrpSpPr>
          <p:grpSpPr>
            <a:xfrm>
              <a:off x="749309" y="1112739"/>
              <a:ext cx="314700" cy="975464"/>
              <a:chOff x="749309" y="1112739"/>
              <a:chExt cx="314700" cy="975464"/>
            </a:xfrm>
          </p:grpSpPr>
          <p:sp>
            <p:nvSpPr>
              <p:cNvPr id="8629" name="Google Shape;8629;p74"/>
              <p:cNvSpPr/>
              <p:nvPr/>
            </p:nvSpPr>
            <p:spPr>
              <a:xfrm>
                <a:off x="749309" y="136229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0" name="Google Shape;8630;p74"/>
              <p:cNvSpPr/>
              <p:nvPr/>
            </p:nvSpPr>
            <p:spPr>
              <a:xfrm>
                <a:off x="749309" y="161184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1" name="Google Shape;8631;p74"/>
              <p:cNvSpPr/>
              <p:nvPr/>
            </p:nvSpPr>
            <p:spPr>
              <a:xfrm>
                <a:off x="749309" y="1861404"/>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2" name="Google Shape;8632;p74"/>
              <p:cNvSpPr/>
              <p:nvPr/>
            </p:nvSpPr>
            <p:spPr>
              <a:xfrm>
                <a:off x="749309" y="1112739"/>
                <a:ext cx="314700" cy="226800"/>
              </a:xfrm>
              <a:prstGeom prst="rect">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633" name="Google Shape;8633;p74"/>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4" name="Google Shape;8634;p74"/>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5" name="Google Shape;8635;p74"/>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6" name="Google Shape;8636;p74"/>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8637" name="Google Shape;8637;p74"/>
          <p:cNvGraphicFramePr/>
          <p:nvPr/>
        </p:nvGraphicFramePr>
        <p:xfrm>
          <a:off x="5937812" y="981584"/>
          <a:ext cx="3000000" cy="3000000"/>
        </p:xfrm>
        <a:graphic>
          <a:graphicData uri="http://schemas.openxmlformats.org/drawingml/2006/table">
            <a:tbl>
              <a:tblPr>
                <a:noFill/>
                <a:tableStyleId>{FE733ACE-D28B-45FE-A9BC-BD882C99EDB6}</a:tableStyleId>
              </a:tblPr>
              <a:tblGrid>
                <a:gridCol w="626025"/>
                <a:gridCol w="626025"/>
                <a:gridCol w="626025"/>
                <a:gridCol w="626025"/>
              </a:tblGrid>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32550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aphicFrame>
        <p:nvGraphicFramePr>
          <p:cNvPr id="8638" name="Google Shape;8638;p74"/>
          <p:cNvGraphicFramePr/>
          <p:nvPr/>
        </p:nvGraphicFramePr>
        <p:xfrm>
          <a:off x="3358675" y="2153834"/>
          <a:ext cx="3000000" cy="3000000"/>
        </p:xfrm>
        <a:graphic>
          <a:graphicData uri="http://schemas.openxmlformats.org/drawingml/2006/table">
            <a:tbl>
              <a:tblPr>
                <a:noFill/>
                <a:tableStyleId>{FE733ACE-D28B-45FE-A9BC-BD882C99EDB6}</a:tableStyleId>
              </a:tblPr>
              <a:tblGrid>
                <a:gridCol w="590850"/>
                <a:gridCol w="590850"/>
                <a:gridCol w="590850"/>
                <a:gridCol w="590850"/>
              </a:tblGrid>
              <a:tr h="289525">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r h="289525">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19050">
                      <a:solidFill>
                        <a:srgbClr val="F2F2F2">
                          <a:alpha val="0"/>
                        </a:srgbClr>
                      </a:solidFill>
                      <a:prstDash val="solid"/>
                      <a:round/>
                      <a:headEnd len="sm" w="sm" type="none"/>
                      <a:tailEnd len="sm" w="sm" type="none"/>
                    </a:lnL>
                    <a:lnR cap="flat" cmpd="sng" w="9525">
                      <a:solidFill>
                        <a:srgbClr val="F2F2F2"/>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F2F2F2"/>
                      </a:solidFill>
                      <a:prstDash val="solid"/>
                      <a:round/>
                      <a:headEnd len="sm" w="sm" type="none"/>
                      <a:tailEnd len="sm" w="sm" type="none"/>
                    </a:lnB>
                  </a:tcPr>
                </a:tc>
              </a:tr>
            </a:tbl>
          </a:graphicData>
        </a:graphic>
      </p:graphicFrame>
      <p:grpSp>
        <p:nvGrpSpPr>
          <p:cNvPr id="8639" name="Google Shape;8639;p74"/>
          <p:cNvGrpSpPr/>
          <p:nvPr/>
        </p:nvGrpSpPr>
        <p:grpSpPr>
          <a:xfrm>
            <a:off x="3360661" y="3144795"/>
            <a:ext cx="2363377" cy="1047062"/>
            <a:chOff x="3358399" y="3285485"/>
            <a:chExt cx="2363377" cy="1047062"/>
          </a:xfrm>
        </p:grpSpPr>
        <p:grpSp>
          <p:nvGrpSpPr>
            <p:cNvPr id="8640" name="Google Shape;8640;p74"/>
            <p:cNvGrpSpPr/>
            <p:nvPr/>
          </p:nvGrpSpPr>
          <p:grpSpPr>
            <a:xfrm>
              <a:off x="3358412" y="3285485"/>
              <a:ext cx="2363244" cy="139500"/>
              <a:chOff x="3358412" y="3285485"/>
              <a:chExt cx="2363244" cy="139500"/>
            </a:xfrm>
          </p:grpSpPr>
          <p:sp>
            <p:nvSpPr>
              <p:cNvPr id="8641" name="Google Shape;8641;p74"/>
              <p:cNvSpPr/>
              <p:nvPr/>
            </p:nvSpPr>
            <p:spPr>
              <a:xfrm>
                <a:off x="3358412"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2" name="Google Shape;8642;p74"/>
              <p:cNvSpPr/>
              <p:nvPr/>
            </p:nvSpPr>
            <p:spPr>
              <a:xfrm>
                <a:off x="3838898"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3" name="Google Shape;8643;p74"/>
              <p:cNvSpPr/>
              <p:nvPr/>
            </p:nvSpPr>
            <p:spPr>
              <a:xfrm>
                <a:off x="4319384"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4" name="Google Shape;8644;p74"/>
              <p:cNvSpPr/>
              <p:nvPr/>
            </p:nvSpPr>
            <p:spPr>
              <a:xfrm>
                <a:off x="4799870"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5" name="Google Shape;8645;p74"/>
              <p:cNvSpPr/>
              <p:nvPr/>
            </p:nvSpPr>
            <p:spPr>
              <a:xfrm>
                <a:off x="5280356" y="3285485"/>
                <a:ext cx="441300" cy="139500"/>
              </a:xfrm>
              <a:prstGeom prst="flowChartAlternateProcess">
                <a:avLst/>
              </a:pr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46" name="Google Shape;8646;p74"/>
            <p:cNvGrpSpPr/>
            <p:nvPr/>
          </p:nvGrpSpPr>
          <p:grpSpPr>
            <a:xfrm>
              <a:off x="3358412" y="3466996"/>
              <a:ext cx="2363244" cy="139500"/>
              <a:chOff x="3358412" y="3466996"/>
              <a:chExt cx="2363244" cy="139500"/>
            </a:xfrm>
          </p:grpSpPr>
          <p:sp>
            <p:nvSpPr>
              <p:cNvPr id="8647" name="Google Shape;8647;p74"/>
              <p:cNvSpPr/>
              <p:nvPr/>
            </p:nvSpPr>
            <p:spPr>
              <a:xfrm>
                <a:off x="3358412"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8" name="Google Shape;8648;p74"/>
              <p:cNvSpPr/>
              <p:nvPr/>
            </p:nvSpPr>
            <p:spPr>
              <a:xfrm>
                <a:off x="3838898"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9" name="Google Shape;8649;p74"/>
              <p:cNvSpPr/>
              <p:nvPr/>
            </p:nvSpPr>
            <p:spPr>
              <a:xfrm>
                <a:off x="4319384"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0" name="Google Shape;8650;p74"/>
              <p:cNvSpPr/>
              <p:nvPr/>
            </p:nvSpPr>
            <p:spPr>
              <a:xfrm>
                <a:off x="4799870"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1" name="Google Shape;8651;p74"/>
              <p:cNvSpPr/>
              <p:nvPr/>
            </p:nvSpPr>
            <p:spPr>
              <a:xfrm>
                <a:off x="5280356" y="3466996"/>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52" name="Google Shape;8652;p74"/>
            <p:cNvGrpSpPr/>
            <p:nvPr/>
          </p:nvGrpSpPr>
          <p:grpSpPr>
            <a:xfrm>
              <a:off x="3358412" y="3648507"/>
              <a:ext cx="2363244" cy="139500"/>
              <a:chOff x="3358412" y="3648507"/>
              <a:chExt cx="2363244" cy="139500"/>
            </a:xfrm>
          </p:grpSpPr>
          <p:sp>
            <p:nvSpPr>
              <p:cNvPr id="8653" name="Google Shape;8653;p74"/>
              <p:cNvSpPr/>
              <p:nvPr/>
            </p:nvSpPr>
            <p:spPr>
              <a:xfrm>
                <a:off x="3358412"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4" name="Google Shape;8654;p74"/>
              <p:cNvSpPr/>
              <p:nvPr/>
            </p:nvSpPr>
            <p:spPr>
              <a:xfrm>
                <a:off x="3838898"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5" name="Google Shape;8655;p74"/>
              <p:cNvSpPr/>
              <p:nvPr/>
            </p:nvSpPr>
            <p:spPr>
              <a:xfrm>
                <a:off x="4319384"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6" name="Google Shape;8656;p74"/>
              <p:cNvSpPr/>
              <p:nvPr/>
            </p:nvSpPr>
            <p:spPr>
              <a:xfrm>
                <a:off x="4799870"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7" name="Google Shape;8657;p74"/>
              <p:cNvSpPr/>
              <p:nvPr/>
            </p:nvSpPr>
            <p:spPr>
              <a:xfrm>
                <a:off x="5280356" y="3648507"/>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58" name="Google Shape;8658;p74"/>
            <p:cNvGrpSpPr/>
            <p:nvPr/>
          </p:nvGrpSpPr>
          <p:grpSpPr>
            <a:xfrm>
              <a:off x="3358412" y="3830018"/>
              <a:ext cx="2363244" cy="139500"/>
              <a:chOff x="3358412" y="3830018"/>
              <a:chExt cx="2363244" cy="139500"/>
            </a:xfrm>
          </p:grpSpPr>
          <p:sp>
            <p:nvSpPr>
              <p:cNvPr id="8659" name="Google Shape;8659;p74"/>
              <p:cNvSpPr/>
              <p:nvPr/>
            </p:nvSpPr>
            <p:spPr>
              <a:xfrm>
                <a:off x="3358412"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0" name="Google Shape;8660;p74"/>
              <p:cNvSpPr/>
              <p:nvPr/>
            </p:nvSpPr>
            <p:spPr>
              <a:xfrm>
                <a:off x="3838898"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1" name="Google Shape;8661;p74"/>
              <p:cNvSpPr/>
              <p:nvPr/>
            </p:nvSpPr>
            <p:spPr>
              <a:xfrm>
                <a:off x="4319384"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2" name="Google Shape;8662;p74"/>
              <p:cNvSpPr/>
              <p:nvPr/>
            </p:nvSpPr>
            <p:spPr>
              <a:xfrm>
                <a:off x="4799870"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3" name="Google Shape;8663;p74"/>
              <p:cNvSpPr/>
              <p:nvPr/>
            </p:nvSpPr>
            <p:spPr>
              <a:xfrm>
                <a:off x="5280356" y="3830018"/>
                <a:ext cx="441300" cy="1395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64" name="Google Shape;8664;p74"/>
            <p:cNvGrpSpPr/>
            <p:nvPr/>
          </p:nvGrpSpPr>
          <p:grpSpPr>
            <a:xfrm>
              <a:off x="3358399" y="4011514"/>
              <a:ext cx="2363377" cy="139537"/>
              <a:chOff x="3294800" y="4134603"/>
              <a:chExt cx="2638876" cy="152400"/>
            </a:xfrm>
          </p:grpSpPr>
          <p:sp>
            <p:nvSpPr>
              <p:cNvPr id="8665" name="Google Shape;8665;p74"/>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6" name="Google Shape;8666;p74"/>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7" name="Google Shape;8667;p74"/>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8" name="Google Shape;8668;p74"/>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9" name="Google Shape;8669;p74"/>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70" name="Google Shape;8670;p74"/>
            <p:cNvGrpSpPr/>
            <p:nvPr/>
          </p:nvGrpSpPr>
          <p:grpSpPr>
            <a:xfrm>
              <a:off x="3358399" y="4193010"/>
              <a:ext cx="2363377" cy="139537"/>
              <a:chOff x="3294800" y="4134603"/>
              <a:chExt cx="2638876" cy="152400"/>
            </a:xfrm>
          </p:grpSpPr>
          <p:sp>
            <p:nvSpPr>
              <p:cNvPr id="8671" name="Google Shape;8671;p74"/>
              <p:cNvSpPr/>
              <p:nvPr/>
            </p:nvSpPr>
            <p:spPr>
              <a:xfrm>
                <a:off x="3294800"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2" name="Google Shape;8672;p74"/>
              <p:cNvSpPr/>
              <p:nvPr/>
            </p:nvSpPr>
            <p:spPr>
              <a:xfrm>
                <a:off x="3831294"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3" name="Google Shape;8673;p74"/>
              <p:cNvSpPr/>
              <p:nvPr/>
            </p:nvSpPr>
            <p:spPr>
              <a:xfrm>
                <a:off x="4367788"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4" name="Google Shape;8674;p74"/>
              <p:cNvSpPr/>
              <p:nvPr/>
            </p:nvSpPr>
            <p:spPr>
              <a:xfrm>
                <a:off x="4904282"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5" name="Google Shape;8675;p74"/>
              <p:cNvSpPr/>
              <p:nvPr/>
            </p:nvSpPr>
            <p:spPr>
              <a:xfrm>
                <a:off x="5440776" y="4134603"/>
                <a:ext cx="492900" cy="152400"/>
              </a:xfrm>
              <a:prstGeom prst="flowChartAlternateProcess">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aphicFrame>
        <p:nvGraphicFramePr>
          <p:cNvPr id="8676" name="Google Shape;8676;p74"/>
          <p:cNvGraphicFramePr/>
          <p:nvPr/>
        </p:nvGraphicFramePr>
        <p:xfrm>
          <a:off x="711463" y="2153834"/>
          <a:ext cx="3000000" cy="3000000"/>
        </p:xfrm>
        <a:graphic>
          <a:graphicData uri="http://schemas.openxmlformats.org/drawingml/2006/table">
            <a:tbl>
              <a:tblPr>
                <a:noFill/>
                <a:tableStyleId>{FE733ACE-D28B-45FE-A9BC-BD882C99EDB6}</a:tableStyleId>
              </a:tblPr>
              <a:tblGrid>
                <a:gridCol w="592450"/>
                <a:gridCol w="592450"/>
                <a:gridCol w="592450"/>
                <a:gridCol w="592450"/>
              </a:tblGrid>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F2F2F2">
                          <a:alpha val="0"/>
                        </a:srgbClr>
                      </a:solidFill>
                      <a:prstDash val="solid"/>
                      <a:round/>
                      <a:headEnd len="sm" w="sm" type="none"/>
                      <a:tailEnd len="sm" w="sm" type="none"/>
                    </a:lnL>
                    <a:lnR cap="flat" cmpd="sng" w="9525">
                      <a:solidFill>
                        <a:srgbClr val="5F8195"/>
                      </a:solidFill>
                      <a:prstDash val="solid"/>
                      <a:round/>
                      <a:headEnd len="sm" w="sm" type="none"/>
                      <a:tailEnd len="sm" w="sm" type="none"/>
                    </a:lnR>
                    <a:lnT cap="flat" cmpd="sng" w="9525">
                      <a:solidFill>
                        <a:srgbClr val="F2F2F2">
                          <a:alpha val="0"/>
                        </a:srgbClr>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solidFill>
                      <a:prstDash val="solid"/>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alpha val="0"/>
                        </a:srgbClr>
                      </a:solidFill>
                      <a:prstDash val="dash"/>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5F8195">
                          <a:alpha val="0"/>
                        </a:srgbClr>
                      </a:solidFill>
                      <a:prstDash val="dash"/>
                      <a:round/>
                      <a:headEnd len="sm" w="sm" type="none"/>
                      <a:tailEnd len="sm" w="sm" type="none"/>
                    </a:lnL>
                    <a:lnR cap="flat" cmpd="sng" w="9525">
                      <a:solidFill>
                        <a:srgbClr val="5F8195"/>
                      </a:solidFill>
                      <a:prstDash val="solid"/>
                      <a:round/>
                      <a:headEnd len="sm" w="sm" type="none"/>
                      <a:tailEnd len="sm" w="sm" type="none"/>
                    </a:lnR>
                    <a:lnT cap="flat" cmpd="sng" w="9525">
                      <a:solidFill>
                        <a:srgbClr val="5F8195"/>
                      </a:solidFill>
                      <a:prstDash val="solid"/>
                      <a:round/>
                      <a:headEnd len="sm" w="sm" type="none"/>
                      <a:tailEnd len="sm" w="sm" type="none"/>
                    </a:lnT>
                    <a:lnB cap="flat" cmpd="sng" w="9525">
                      <a:solidFill>
                        <a:srgbClr val="A5B7C5"/>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869FB1"/>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A5B7C5"/>
                      </a:solidFill>
                      <a:prstDash val="solid"/>
                      <a:round/>
                      <a:headEnd len="sm" w="sm" type="none"/>
                      <a:tailEnd len="sm" w="sm" type="none"/>
                    </a:lnT>
                    <a:lnB cap="flat" cmpd="sng" w="9525">
                      <a:solidFill>
                        <a:srgbClr val="F2F2F2"/>
                      </a:solidFill>
                      <a:prstDash val="solid"/>
                      <a:round/>
                      <a:headEnd len="sm" w="sm" type="none"/>
                      <a:tailEnd len="sm" w="sm" type="none"/>
                    </a:lnB>
                  </a:tcPr>
                </a:tc>
              </a:tr>
              <a:tr h="296450">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869FB1"/>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869FB1"/>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869FB1"/>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alpha val="0"/>
                        </a:srgbClr>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c>
                  <a:txBody>
                    <a:bodyPr/>
                    <a:lstStyle/>
                    <a:p>
                      <a:pPr indent="0" lvl="0" marL="0" rtl="0" algn="l">
                        <a:spcBef>
                          <a:spcPts val="0"/>
                        </a:spcBef>
                        <a:spcAft>
                          <a:spcPts val="0"/>
                        </a:spcAft>
                        <a:buNone/>
                      </a:pPr>
                      <a:r>
                        <a:t/>
                      </a:r>
                      <a:endParaRPr sz="200"/>
                    </a:p>
                  </a:txBody>
                  <a:tcPr marT="91425" marB="91425" marR="91425" marL="91425">
                    <a:lnL cap="flat" cmpd="sng" w="9525">
                      <a:solidFill>
                        <a:srgbClr val="A5B7C5">
                          <a:alpha val="0"/>
                        </a:srgbClr>
                      </a:solidFill>
                      <a:prstDash val="solid"/>
                      <a:round/>
                      <a:headEnd len="sm" w="sm" type="none"/>
                      <a:tailEnd len="sm" w="sm" type="none"/>
                    </a:lnL>
                    <a:lnR cap="flat" cmpd="sng" w="9525">
                      <a:solidFill>
                        <a:srgbClr val="A5B7C5"/>
                      </a:solidFill>
                      <a:prstDash val="solid"/>
                      <a:round/>
                      <a:headEnd len="sm" w="sm" type="none"/>
                      <a:tailEnd len="sm" w="sm" type="none"/>
                    </a:lnR>
                    <a:lnT cap="flat" cmpd="sng" w="9525">
                      <a:solidFill>
                        <a:srgbClr val="F2F2F2"/>
                      </a:solidFill>
                      <a:prstDash val="solid"/>
                      <a:round/>
                      <a:headEnd len="sm" w="sm" type="none"/>
                      <a:tailEnd len="sm" w="sm" type="none"/>
                    </a:lnT>
                    <a:lnB cap="flat" cmpd="sng" w="9525">
                      <a:solidFill>
                        <a:srgbClr val="A5B7C5"/>
                      </a:solidFill>
                      <a:prstDash val="solid"/>
                      <a:round/>
                      <a:headEnd len="sm" w="sm" type="none"/>
                      <a:tailEnd len="sm" w="sm" type="none"/>
                    </a:lnB>
                  </a:tcPr>
                </a:tc>
              </a:tr>
            </a:tbl>
          </a:graphicData>
        </a:graphic>
      </p:graphicFrame>
      <p:grpSp>
        <p:nvGrpSpPr>
          <p:cNvPr id="8677" name="Google Shape;8677;p74"/>
          <p:cNvGrpSpPr/>
          <p:nvPr/>
        </p:nvGrpSpPr>
        <p:grpSpPr>
          <a:xfrm>
            <a:off x="4161132" y="2557649"/>
            <a:ext cx="1302095" cy="60959"/>
            <a:chOff x="3558802" y="4011427"/>
            <a:chExt cx="1866000" cy="111300"/>
          </a:xfrm>
        </p:grpSpPr>
        <p:sp>
          <p:nvSpPr>
            <p:cNvPr id="8678" name="Google Shape;8678;p74"/>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9" name="Google Shape;8679;p74"/>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0" name="Google Shape;8680;p74"/>
          <p:cNvGrpSpPr/>
          <p:nvPr/>
        </p:nvGrpSpPr>
        <p:grpSpPr>
          <a:xfrm>
            <a:off x="4706620" y="2839808"/>
            <a:ext cx="914340" cy="60959"/>
            <a:chOff x="3558802" y="4011427"/>
            <a:chExt cx="1866000" cy="111300"/>
          </a:xfrm>
        </p:grpSpPr>
        <p:sp>
          <p:nvSpPr>
            <p:cNvPr id="8681" name="Google Shape;8681;p74"/>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2" name="Google Shape;8682;p74"/>
            <p:cNvSpPr/>
            <p:nvPr/>
          </p:nvSpPr>
          <p:spPr>
            <a:xfrm flipH="1" rot="5400000">
              <a:off x="4167866" y="3416648"/>
              <a:ext cx="97200" cy="13014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83" name="Google Shape;8683;p74"/>
          <p:cNvGrpSpPr/>
          <p:nvPr/>
        </p:nvGrpSpPr>
        <p:grpSpPr>
          <a:xfrm>
            <a:off x="5871419" y="3167606"/>
            <a:ext cx="2522867" cy="1001454"/>
            <a:chOff x="1904318" y="789980"/>
            <a:chExt cx="1489472" cy="606868"/>
          </a:xfrm>
        </p:grpSpPr>
        <p:cxnSp>
          <p:nvCxnSpPr>
            <p:cNvPr id="8684" name="Google Shape;8684;p74"/>
            <p:cNvCxnSpPr/>
            <p:nvPr/>
          </p:nvCxnSpPr>
          <p:spPr>
            <a:xfrm rot="10800000">
              <a:off x="2109981" y="1180903"/>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8685" name="Google Shape;8685;p74"/>
            <p:cNvCxnSpPr/>
            <p:nvPr/>
          </p:nvCxnSpPr>
          <p:spPr>
            <a:xfrm rot="10800000">
              <a:off x="2109981" y="985080"/>
              <a:ext cx="1280400" cy="0"/>
            </a:xfrm>
            <a:prstGeom prst="straightConnector1">
              <a:avLst/>
            </a:prstGeom>
            <a:noFill/>
            <a:ln cap="flat" cmpd="sng" w="9525">
              <a:solidFill>
                <a:srgbClr val="B3C3CE"/>
              </a:solidFill>
              <a:prstDash val="solid"/>
              <a:round/>
              <a:headEnd len="med" w="med" type="none"/>
              <a:tailEnd len="med" w="med" type="none"/>
            </a:ln>
          </p:spPr>
        </p:cxnSp>
        <p:cxnSp>
          <p:nvCxnSpPr>
            <p:cNvPr id="8686" name="Google Shape;8686;p74"/>
            <p:cNvCxnSpPr/>
            <p:nvPr/>
          </p:nvCxnSpPr>
          <p:spPr>
            <a:xfrm rot="10800000">
              <a:off x="2109981" y="1376729"/>
              <a:ext cx="1280400" cy="0"/>
            </a:xfrm>
            <a:prstGeom prst="straightConnector1">
              <a:avLst/>
            </a:prstGeom>
            <a:noFill/>
            <a:ln cap="flat" cmpd="sng" w="9525">
              <a:solidFill>
                <a:srgbClr val="B3C3CE"/>
              </a:solidFill>
              <a:prstDash val="solid"/>
              <a:round/>
              <a:headEnd len="med" w="med" type="none"/>
              <a:tailEnd len="med" w="med" type="none"/>
            </a:ln>
          </p:spPr>
        </p:cxnSp>
        <p:sp>
          <p:nvSpPr>
            <p:cNvPr id="8687" name="Google Shape;8687;p74"/>
            <p:cNvSpPr txBox="1"/>
            <p:nvPr/>
          </p:nvSpPr>
          <p:spPr>
            <a:xfrm flipH="1">
              <a:off x="210971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JANUARY</a:t>
              </a:r>
              <a:endParaRPr sz="400">
                <a:solidFill>
                  <a:srgbClr val="E3E9ED"/>
                </a:solidFill>
              </a:endParaRPr>
            </a:p>
          </p:txBody>
        </p:sp>
        <p:sp>
          <p:nvSpPr>
            <p:cNvPr id="8688" name="Google Shape;8688;p74"/>
            <p:cNvSpPr txBox="1"/>
            <p:nvPr/>
          </p:nvSpPr>
          <p:spPr>
            <a:xfrm flipH="1">
              <a:off x="2434275" y="789980"/>
              <a:ext cx="2892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FEBRUARY</a:t>
              </a:r>
              <a:endParaRPr sz="400">
                <a:solidFill>
                  <a:srgbClr val="E3E9ED"/>
                </a:solidFill>
              </a:endParaRPr>
            </a:p>
          </p:txBody>
        </p:sp>
        <p:sp>
          <p:nvSpPr>
            <p:cNvPr id="8689" name="Google Shape;8689;p74"/>
            <p:cNvSpPr txBox="1"/>
            <p:nvPr/>
          </p:nvSpPr>
          <p:spPr>
            <a:xfrm flipH="1">
              <a:off x="2781049"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MARCH</a:t>
              </a:r>
              <a:endParaRPr sz="400">
                <a:solidFill>
                  <a:srgbClr val="E3E9ED"/>
                </a:solidFill>
              </a:endParaRPr>
            </a:p>
          </p:txBody>
        </p:sp>
        <p:sp>
          <p:nvSpPr>
            <p:cNvPr id="8690" name="Google Shape;8690;p74"/>
            <p:cNvSpPr txBox="1"/>
            <p:nvPr/>
          </p:nvSpPr>
          <p:spPr>
            <a:xfrm flipH="1">
              <a:off x="3112690" y="789981"/>
              <a:ext cx="281100" cy="107400"/>
            </a:xfrm>
            <a:prstGeom prst="rect">
              <a:avLst/>
            </a:prstGeom>
            <a:noFill/>
            <a:ln>
              <a:noFill/>
            </a:ln>
          </p:spPr>
          <p:txBody>
            <a:bodyPr anchorCtr="0" anchor="t" bIns="91425" lIns="0" spcFirstLastPara="1" rIns="0" wrap="square" tIns="91425">
              <a:noAutofit/>
            </a:bodyPr>
            <a:lstStyle/>
            <a:p>
              <a:pPr indent="0" lvl="0" marL="0" rtl="0" algn="ctr">
                <a:spcBef>
                  <a:spcPts val="0"/>
                </a:spcBef>
                <a:spcAft>
                  <a:spcPts val="1600"/>
                </a:spcAft>
                <a:buNone/>
              </a:pPr>
              <a:r>
                <a:rPr lang="en" sz="400">
                  <a:solidFill>
                    <a:srgbClr val="E3E9ED"/>
                  </a:solidFill>
                </a:rPr>
                <a:t>APRIL</a:t>
              </a:r>
              <a:endParaRPr sz="400">
                <a:solidFill>
                  <a:srgbClr val="E3E9ED"/>
                </a:solidFill>
              </a:endParaRPr>
            </a:p>
          </p:txBody>
        </p:sp>
        <p:sp>
          <p:nvSpPr>
            <p:cNvPr id="8691" name="Google Shape;8691;p74"/>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2" name="Google Shape;8692;p74"/>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3" name="Google Shape;8693;p74"/>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4" name="Google Shape;8694;p74"/>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5" name="Google Shape;8695;p74"/>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6" name="Google Shape;8696;p74"/>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7" name="Google Shape;8697;p74"/>
            <p:cNvSpPr txBox="1"/>
            <p:nvPr/>
          </p:nvSpPr>
          <p:spPr>
            <a:xfrm flipH="1">
              <a:off x="1906114" y="918164"/>
              <a:ext cx="203400" cy="106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1600"/>
                </a:spcAft>
                <a:buNone/>
              </a:pPr>
              <a:r>
                <a:rPr lang="en" sz="400">
                  <a:solidFill>
                    <a:srgbClr val="E3E9ED"/>
                  </a:solidFill>
                </a:rPr>
                <a:t>PHASE 1</a:t>
              </a:r>
              <a:endParaRPr sz="400">
                <a:solidFill>
                  <a:srgbClr val="E3E9ED"/>
                </a:solidFill>
              </a:endParaRPr>
            </a:p>
          </p:txBody>
        </p:sp>
        <p:sp>
          <p:nvSpPr>
            <p:cNvPr id="8698" name="Google Shape;8698;p74"/>
            <p:cNvSpPr txBox="1"/>
            <p:nvPr/>
          </p:nvSpPr>
          <p:spPr>
            <a:xfrm flipH="1">
              <a:off x="1904318" y="1113390"/>
              <a:ext cx="2052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8699" name="Google Shape;8699;p74"/>
            <p:cNvSpPr txBox="1"/>
            <p:nvPr/>
          </p:nvSpPr>
          <p:spPr>
            <a:xfrm flipH="1">
              <a:off x="1906118" y="1304527"/>
              <a:ext cx="203400" cy="912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8700" name="Google Shape;8700;p74"/>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01" name="Google Shape;8701;p74"/>
          <p:cNvGrpSpPr/>
          <p:nvPr/>
        </p:nvGrpSpPr>
        <p:grpSpPr>
          <a:xfrm>
            <a:off x="3355824" y="951642"/>
            <a:ext cx="2363393" cy="1005865"/>
            <a:chOff x="3292400" y="1193188"/>
            <a:chExt cx="2615240" cy="1131075"/>
          </a:xfrm>
        </p:grpSpPr>
        <p:sp>
          <p:nvSpPr>
            <p:cNvPr id="8702" name="Google Shape;8702;p74"/>
            <p:cNvSpPr/>
            <p:nvPr/>
          </p:nvSpPr>
          <p:spPr>
            <a:xfrm>
              <a:off x="3292400" y="1845763"/>
              <a:ext cx="370500" cy="478500"/>
            </a:xfrm>
            <a:prstGeom prst="round2DiagRect">
              <a:avLst>
                <a:gd fmla="val 16667" name="adj1"/>
                <a:gd fmla="val 0" name="adj2"/>
              </a:avLst>
            </a:prstGeom>
            <a:noFill/>
            <a:ln cap="flat" cmpd="sng" w="9525">
              <a:solidFill>
                <a:srgbClr val="ABBC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03" name="Google Shape;8703;p74"/>
            <p:cNvSpPr/>
            <p:nvPr/>
          </p:nvSpPr>
          <p:spPr>
            <a:xfrm>
              <a:off x="3292400" y="1314860"/>
              <a:ext cx="370500" cy="478500"/>
            </a:xfrm>
            <a:prstGeom prst="round2DiagRect">
              <a:avLst>
                <a:gd fmla="val 16667" name="adj1"/>
                <a:gd fmla="val 0" name="adj2"/>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04" name="Google Shape;8704;p74"/>
            <p:cNvSpPr txBox="1"/>
            <p:nvPr/>
          </p:nvSpPr>
          <p:spPr>
            <a:xfrm flipH="1">
              <a:off x="3678794" y="1193199"/>
              <a:ext cx="3705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JANUARY</a:t>
              </a:r>
              <a:endParaRPr sz="400">
                <a:solidFill>
                  <a:srgbClr val="FFFFFF"/>
                </a:solidFill>
              </a:endParaRPr>
            </a:p>
          </p:txBody>
        </p:sp>
        <p:sp>
          <p:nvSpPr>
            <p:cNvPr id="8705" name="Google Shape;8705;p74"/>
            <p:cNvSpPr txBox="1"/>
            <p:nvPr/>
          </p:nvSpPr>
          <p:spPr>
            <a:xfrm flipH="1">
              <a:off x="4051671" y="1193188"/>
              <a:ext cx="4014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FEBRUARY</a:t>
              </a:r>
              <a:endParaRPr sz="400">
                <a:solidFill>
                  <a:srgbClr val="FFFFFF"/>
                </a:solidFill>
              </a:endParaRPr>
            </a:p>
          </p:txBody>
        </p:sp>
        <p:sp>
          <p:nvSpPr>
            <p:cNvPr id="8706" name="Google Shape;8706;p74"/>
            <p:cNvSpPr txBox="1"/>
            <p:nvPr/>
          </p:nvSpPr>
          <p:spPr>
            <a:xfrm flipH="1">
              <a:off x="4453057" y="1193188"/>
              <a:ext cx="3480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MARCH</a:t>
              </a:r>
              <a:endParaRPr sz="400">
                <a:solidFill>
                  <a:srgbClr val="FFFFFF"/>
                </a:solidFill>
              </a:endParaRPr>
            </a:p>
          </p:txBody>
        </p:sp>
        <p:sp>
          <p:nvSpPr>
            <p:cNvPr id="8707" name="Google Shape;8707;p74"/>
            <p:cNvSpPr txBox="1"/>
            <p:nvPr/>
          </p:nvSpPr>
          <p:spPr>
            <a:xfrm flipH="1">
              <a:off x="4831790"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APRIL</a:t>
              </a:r>
              <a:endParaRPr sz="400">
                <a:solidFill>
                  <a:srgbClr val="FFFFFF"/>
                </a:solidFill>
              </a:endParaRPr>
            </a:p>
          </p:txBody>
        </p:sp>
        <p:sp>
          <p:nvSpPr>
            <p:cNvPr id="8708" name="Google Shape;8708;p74"/>
            <p:cNvSpPr txBox="1"/>
            <p:nvPr/>
          </p:nvSpPr>
          <p:spPr>
            <a:xfrm flipH="1">
              <a:off x="5186134"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MAY</a:t>
              </a:r>
              <a:endParaRPr sz="400">
                <a:solidFill>
                  <a:srgbClr val="FFFFFF"/>
                </a:solidFill>
              </a:endParaRPr>
            </a:p>
          </p:txBody>
        </p:sp>
        <p:sp>
          <p:nvSpPr>
            <p:cNvPr id="8709" name="Google Shape;8709;p74"/>
            <p:cNvSpPr txBox="1"/>
            <p:nvPr/>
          </p:nvSpPr>
          <p:spPr>
            <a:xfrm flipH="1">
              <a:off x="5562148" y="1193197"/>
              <a:ext cx="313200" cy="84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600"/>
                </a:spcAft>
                <a:buNone/>
              </a:pPr>
              <a:r>
                <a:rPr lang="en" sz="400">
                  <a:solidFill>
                    <a:srgbClr val="FFFFFF"/>
                  </a:solidFill>
                </a:rPr>
                <a:t>JUNE</a:t>
              </a:r>
              <a:endParaRPr sz="400">
                <a:solidFill>
                  <a:srgbClr val="FFFFFF"/>
                </a:solidFill>
              </a:endParaRPr>
            </a:p>
          </p:txBody>
        </p:sp>
        <p:sp>
          <p:nvSpPr>
            <p:cNvPr id="8710" name="Google Shape;8710;p74"/>
            <p:cNvSpPr txBox="1"/>
            <p:nvPr/>
          </p:nvSpPr>
          <p:spPr>
            <a:xfrm flipH="1">
              <a:off x="3349576" y="137246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1</a:t>
              </a:r>
              <a:endParaRPr sz="400">
                <a:solidFill>
                  <a:srgbClr val="FFFFFF"/>
                </a:solidFill>
              </a:endParaRPr>
            </a:p>
          </p:txBody>
        </p:sp>
        <p:sp>
          <p:nvSpPr>
            <p:cNvPr id="8711" name="Google Shape;8711;p74"/>
            <p:cNvSpPr txBox="1"/>
            <p:nvPr/>
          </p:nvSpPr>
          <p:spPr>
            <a:xfrm flipH="1">
              <a:off x="3349579" y="1895516"/>
              <a:ext cx="272700" cy="96600"/>
            </a:xfrm>
            <a:prstGeom prst="rect">
              <a:avLst/>
            </a:prstGeom>
            <a:noFill/>
            <a:ln>
              <a:noFill/>
            </a:ln>
          </p:spPr>
          <p:txBody>
            <a:bodyPr anchorCtr="0" anchor="t" bIns="0" lIns="0" spcFirstLastPara="1" rIns="0" wrap="square" tIns="0">
              <a:noAutofit/>
            </a:bodyPr>
            <a:lstStyle/>
            <a:p>
              <a:pPr indent="0" lvl="0" marL="0" rtl="0" algn="r">
                <a:spcBef>
                  <a:spcPts val="0"/>
                </a:spcBef>
                <a:spcAft>
                  <a:spcPts val="1600"/>
                </a:spcAft>
                <a:buNone/>
              </a:pPr>
              <a:r>
                <a:rPr lang="en" sz="400">
                  <a:solidFill>
                    <a:srgbClr val="FFFFFF"/>
                  </a:solidFill>
                </a:rPr>
                <a:t>PHASE 2</a:t>
              </a:r>
              <a:endParaRPr sz="400">
                <a:solidFill>
                  <a:srgbClr val="FFFFFF"/>
                </a:solidFill>
              </a:endParaRPr>
            </a:p>
          </p:txBody>
        </p:sp>
        <p:sp>
          <p:nvSpPr>
            <p:cNvPr id="8712" name="Google Shape;8712;p74"/>
            <p:cNvSpPr txBox="1"/>
            <p:nvPr/>
          </p:nvSpPr>
          <p:spPr>
            <a:xfrm flipH="1">
              <a:off x="3355878" y="1543623"/>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8713" name="Google Shape;8713;p74"/>
            <p:cNvSpPr txBox="1"/>
            <p:nvPr/>
          </p:nvSpPr>
          <p:spPr>
            <a:xfrm flipH="1">
              <a:off x="3355878" y="1720328"/>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8714" name="Google Shape;8714;p74"/>
            <p:cNvSpPr txBox="1"/>
            <p:nvPr/>
          </p:nvSpPr>
          <p:spPr>
            <a:xfrm flipH="1">
              <a:off x="3355878" y="2072220"/>
              <a:ext cx="256200" cy="966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8715" name="Google Shape;8715;p74"/>
            <p:cNvSpPr txBox="1"/>
            <p:nvPr/>
          </p:nvSpPr>
          <p:spPr>
            <a:xfrm flipH="1">
              <a:off x="3355889" y="2248920"/>
              <a:ext cx="256200" cy="68400"/>
            </a:xfrm>
            <a:prstGeom prst="rect">
              <a:avLst/>
            </a:prstGeom>
            <a:noFill/>
            <a:ln>
              <a:noFill/>
            </a:ln>
          </p:spPr>
          <p:txBody>
            <a:bodyPr anchorCtr="0" anchor="t" bIns="0" lIns="0" spcFirstLastPara="1" rIns="0" wrap="square" tIns="0">
              <a:noAutofit/>
            </a:bodyPr>
            <a:lstStyle/>
            <a:p>
              <a:pPr indent="0" lvl="0" marL="0" rtl="0" algn="r">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8716" name="Google Shape;8716;p74"/>
            <p:cNvGrpSpPr/>
            <p:nvPr/>
          </p:nvGrpSpPr>
          <p:grpSpPr>
            <a:xfrm>
              <a:off x="3748438" y="1378608"/>
              <a:ext cx="2159202" cy="903971"/>
              <a:chOff x="1683525" y="2179850"/>
              <a:chExt cx="4519050" cy="2134525"/>
            </a:xfrm>
          </p:grpSpPr>
          <p:sp>
            <p:nvSpPr>
              <p:cNvPr id="8717" name="Google Shape;8717;p74"/>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18" name="Google Shape;8718;p74"/>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19" name="Google Shape;8719;p74"/>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0" name="Google Shape;8720;p74"/>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1" name="Google Shape;8721;p74"/>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2" name="Google Shape;8722;p74"/>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3" name="Google Shape;8723;p74"/>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4" name="Google Shape;8724;p74"/>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5" name="Google Shape;8725;p74"/>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6" name="Google Shape;8726;p74"/>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7" name="Google Shape;8727;p74"/>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sp>
            <p:nvSpPr>
              <p:cNvPr id="8728" name="Google Shape;8728;p74"/>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400">
                  <a:solidFill>
                    <a:srgbClr val="FFFFFF"/>
                  </a:solidFill>
                </a:endParaRPr>
              </a:p>
            </p:txBody>
          </p:sp>
        </p:grpSp>
      </p:gr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2" name="Shape 8732"/>
        <p:cNvGrpSpPr/>
        <p:nvPr/>
      </p:nvGrpSpPr>
      <p:grpSpPr>
        <a:xfrm>
          <a:off x="0" y="0"/>
          <a:ext cx="0" cy="0"/>
          <a:chOff x="0" y="0"/>
          <a:chExt cx="0" cy="0"/>
        </a:xfrm>
      </p:grpSpPr>
      <p:grpSp>
        <p:nvGrpSpPr>
          <p:cNvPr id="8733" name="Google Shape;8733;p75"/>
          <p:cNvGrpSpPr/>
          <p:nvPr/>
        </p:nvGrpSpPr>
        <p:grpSpPr>
          <a:xfrm>
            <a:off x="4796690" y="970936"/>
            <a:ext cx="745431" cy="718863"/>
            <a:chOff x="4249973" y="1201875"/>
            <a:chExt cx="1958568" cy="1888762"/>
          </a:xfrm>
        </p:grpSpPr>
        <p:sp>
          <p:nvSpPr>
            <p:cNvPr id="8734" name="Google Shape;8734;p75"/>
            <p:cNvSpPr/>
            <p:nvPr/>
          </p:nvSpPr>
          <p:spPr>
            <a:xfrm>
              <a:off x="4468527" y="1411932"/>
              <a:ext cx="1528500" cy="1452600"/>
            </a:xfrm>
            <a:prstGeom prst="pentagon">
              <a:avLst>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35" name="Google Shape;8735;p75"/>
            <p:cNvGrpSpPr/>
            <p:nvPr/>
          </p:nvGrpSpPr>
          <p:grpSpPr>
            <a:xfrm>
              <a:off x="5853086" y="1789142"/>
              <a:ext cx="355454" cy="1048099"/>
              <a:chOff x="5576108" y="2016725"/>
              <a:chExt cx="565200" cy="1666560"/>
            </a:xfrm>
          </p:grpSpPr>
          <p:sp>
            <p:nvSpPr>
              <p:cNvPr id="8736" name="Google Shape;8736;p75"/>
              <p:cNvSpPr/>
              <p:nvPr/>
            </p:nvSpPr>
            <p:spPr>
              <a:xfrm>
                <a:off x="5576108"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737" name="Google Shape;8737;p75"/>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38" name="Google Shape;8738;p75"/>
            <p:cNvGrpSpPr/>
            <p:nvPr/>
          </p:nvGrpSpPr>
          <p:grpSpPr>
            <a:xfrm>
              <a:off x="4869455" y="2691676"/>
              <a:ext cx="1013897" cy="398961"/>
              <a:chOff x="4012057" y="3451825"/>
              <a:chExt cx="1612175" cy="634379"/>
            </a:xfrm>
          </p:grpSpPr>
          <p:sp>
            <p:nvSpPr>
              <p:cNvPr id="8739" name="Google Shape;8739;p75"/>
              <p:cNvSpPr/>
              <p:nvPr/>
            </p:nvSpPr>
            <p:spPr>
              <a:xfrm>
                <a:off x="505903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740" name="Google Shape;8740;p75"/>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41" name="Google Shape;8741;p75"/>
            <p:cNvGrpSpPr/>
            <p:nvPr/>
          </p:nvGrpSpPr>
          <p:grpSpPr>
            <a:xfrm>
              <a:off x="4276937" y="2155961"/>
              <a:ext cx="651965" cy="891358"/>
              <a:chOff x="3069908" y="2599997"/>
              <a:chExt cx="1036675" cy="1417328"/>
            </a:xfrm>
          </p:grpSpPr>
          <p:sp>
            <p:nvSpPr>
              <p:cNvPr id="8742" name="Google Shape;8742;p75"/>
              <p:cNvSpPr/>
              <p:nvPr/>
            </p:nvSpPr>
            <p:spPr>
              <a:xfrm>
                <a:off x="3541383" y="34518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743" name="Google Shape;8743;p75"/>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44" name="Google Shape;8744;p75"/>
            <p:cNvGrpSpPr/>
            <p:nvPr/>
          </p:nvGrpSpPr>
          <p:grpSpPr>
            <a:xfrm>
              <a:off x="5054918" y="1201875"/>
              <a:ext cx="999548" cy="602711"/>
              <a:chOff x="4306958" y="1082925"/>
              <a:chExt cx="1589359" cy="958358"/>
            </a:xfrm>
          </p:grpSpPr>
          <p:sp>
            <p:nvSpPr>
              <p:cNvPr id="8745" name="Google Shape;8745;p75"/>
              <p:cNvSpPr/>
              <p:nvPr/>
            </p:nvSpPr>
            <p:spPr>
              <a:xfrm>
                <a:off x="4306958" y="10829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746" name="Google Shape;8746;p75"/>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47" name="Google Shape;8747;p75"/>
            <p:cNvGrpSpPr/>
            <p:nvPr/>
          </p:nvGrpSpPr>
          <p:grpSpPr>
            <a:xfrm>
              <a:off x="4249973" y="1303451"/>
              <a:ext cx="799317" cy="841334"/>
              <a:chOff x="3027033" y="1244439"/>
              <a:chExt cx="1270977" cy="1337786"/>
            </a:xfrm>
          </p:grpSpPr>
          <p:sp>
            <p:nvSpPr>
              <p:cNvPr id="8748" name="Google Shape;8748;p75"/>
              <p:cNvSpPr/>
              <p:nvPr/>
            </p:nvSpPr>
            <p:spPr>
              <a:xfrm>
                <a:off x="3027033" y="2016725"/>
                <a:ext cx="565200" cy="5655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rgbClr val="FFFFFF"/>
                  </a:solidFill>
                  <a:latin typeface="Roboto Medium"/>
                  <a:ea typeface="Roboto Medium"/>
                  <a:cs typeface="Roboto Medium"/>
                  <a:sym typeface="Roboto Medium"/>
                </a:endParaRPr>
              </a:p>
            </p:txBody>
          </p:sp>
          <p:sp>
            <p:nvSpPr>
              <p:cNvPr id="8749" name="Google Shape;8749;p75"/>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750" name="Google Shape;8750;p75"/>
          <p:cNvGrpSpPr/>
          <p:nvPr/>
        </p:nvGrpSpPr>
        <p:grpSpPr>
          <a:xfrm>
            <a:off x="713063" y="1849386"/>
            <a:ext cx="761767" cy="729896"/>
            <a:chOff x="2657744" y="2337745"/>
            <a:chExt cx="832987" cy="798137"/>
          </a:xfrm>
        </p:grpSpPr>
        <p:sp>
          <p:nvSpPr>
            <p:cNvPr id="8751" name="Google Shape;8751;p75"/>
            <p:cNvSpPr/>
            <p:nvPr/>
          </p:nvSpPr>
          <p:spPr>
            <a:xfrm>
              <a:off x="2812050" y="233774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2" name="Google Shape;8752;p75"/>
            <p:cNvSpPr/>
            <p:nvPr/>
          </p:nvSpPr>
          <p:spPr>
            <a:xfrm>
              <a:off x="3113181"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3" name="Google Shape;8753;p75"/>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4" name="Google Shape;8754;p75"/>
            <p:cNvSpPr/>
            <p:nvPr/>
          </p:nvSpPr>
          <p:spPr>
            <a:xfrm>
              <a:off x="2657744" y="2659457"/>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5" name="Google Shape;8755;p75"/>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6" name="Google Shape;8756;p75"/>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57" name="Google Shape;8757;p75"/>
          <p:cNvGrpSpPr/>
          <p:nvPr/>
        </p:nvGrpSpPr>
        <p:grpSpPr>
          <a:xfrm>
            <a:off x="3224027" y="1852592"/>
            <a:ext cx="685569" cy="723586"/>
            <a:chOff x="3398134" y="2057755"/>
            <a:chExt cx="704087" cy="743130"/>
          </a:xfrm>
        </p:grpSpPr>
        <p:grpSp>
          <p:nvGrpSpPr>
            <p:cNvPr id="8758" name="Google Shape;8758;p75"/>
            <p:cNvGrpSpPr/>
            <p:nvPr/>
          </p:nvGrpSpPr>
          <p:grpSpPr>
            <a:xfrm>
              <a:off x="3398134" y="2290183"/>
              <a:ext cx="315300" cy="219900"/>
              <a:chOff x="3398134" y="2290183"/>
              <a:chExt cx="315300" cy="219900"/>
            </a:xfrm>
          </p:grpSpPr>
          <p:sp>
            <p:nvSpPr>
              <p:cNvPr id="8759" name="Google Shape;8759;p75"/>
              <p:cNvSpPr/>
              <p:nvPr/>
            </p:nvSpPr>
            <p:spPr>
              <a:xfrm>
                <a:off x="3493534" y="2290183"/>
                <a:ext cx="219900" cy="219900"/>
              </a:xfrm>
              <a:prstGeom prst="ellipse">
                <a:avLst/>
              </a:prstGeom>
              <a:noFill/>
              <a:ln cap="flat" cmpd="sng" w="9525">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760" name="Google Shape;8760;p75"/>
              <p:cNvCxnSpPr>
                <a:stCxn id="8759" idx="2"/>
              </p:cNvCxnSpPr>
              <p:nvPr/>
            </p:nvCxnSpPr>
            <p:spPr>
              <a:xfrm rot="10800000">
                <a:off x="3398134" y="2400133"/>
                <a:ext cx="95400" cy="0"/>
              </a:xfrm>
              <a:prstGeom prst="straightConnector1">
                <a:avLst/>
              </a:prstGeom>
              <a:noFill/>
              <a:ln cap="flat" cmpd="sng" w="9525">
                <a:solidFill>
                  <a:srgbClr val="435D74"/>
                </a:solidFill>
                <a:prstDash val="solid"/>
                <a:round/>
                <a:headEnd len="med" w="med" type="none"/>
                <a:tailEnd len="med" w="med" type="none"/>
              </a:ln>
            </p:spPr>
          </p:cxnSp>
        </p:grpSp>
        <p:grpSp>
          <p:nvGrpSpPr>
            <p:cNvPr id="8761" name="Google Shape;8761;p75"/>
            <p:cNvGrpSpPr/>
            <p:nvPr/>
          </p:nvGrpSpPr>
          <p:grpSpPr>
            <a:xfrm>
              <a:off x="3547823" y="2467358"/>
              <a:ext cx="219900" cy="333527"/>
              <a:chOff x="3547823" y="2467358"/>
              <a:chExt cx="219900" cy="333527"/>
            </a:xfrm>
          </p:grpSpPr>
          <p:sp>
            <p:nvSpPr>
              <p:cNvPr id="8762" name="Google Shape;8762;p75"/>
              <p:cNvSpPr/>
              <p:nvPr/>
            </p:nvSpPr>
            <p:spPr>
              <a:xfrm>
                <a:off x="3547823" y="2467358"/>
                <a:ext cx="219900" cy="219900"/>
              </a:xfrm>
              <a:prstGeom prst="ellipse">
                <a:avLst/>
              </a:prstGeom>
              <a:noFill/>
              <a:ln cap="flat" cmpd="sng" w="9525">
                <a:solidFill>
                  <a:srgbClr val="5F7D95"/>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763" name="Google Shape;8763;p75"/>
              <p:cNvCxnSpPr/>
              <p:nvPr/>
            </p:nvCxnSpPr>
            <p:spPr>
              <a:xfrm rot="10800000">
                <a:off x="3657701" y="2687185"/>
                <a:ext cx="0" cy="113700"/>
              </a:xfrm>
              <a:prstGeom prst="straightConnector1">
                <a:avLst/>
              </a:prstGeom>
              <a:noFill/>
              <a:ln cap="flat" cmpd="sng" w="9525">
                <a:solidFill>
                  <a:srgbClr val="5F7D95"/>
                </a:solidFill>
                <a:prstDash val="solid"/>
                <a:round/>
                <a:headEnd len="med" w="med" type="none"/>
                <a:tailEnd len="med" w="med" type="none"/>
              </a:ln>
            </p:spPr>
          </p:cxnSp>
        </p:grpSp>
        <p:grpSp>
          <p:nvGrpSpPr>
            <p:cNvPr id="8764" name="Google Shape;8764;p75"/>
            <p:cNvGrpSpPr/>
            <p:nvPr/>
          </p:nvGrpSpPr>
          <p:grpSpPr>
            <a:xfrm>
              <a:off x="3734138" y="2467358"/>
              <a:ext cx="219900" cy="333527"/>
              <a:chOff x="3734138" y="2467358"/>
              <a:chExt cx="219900" cy="333527"/>
            </a:xfrm>
          </p:grpSpPr>
          <p:sp>
            <p:nvSpPr>
              <p:cNvPr id="8765" name="Google Shape;8765;p75"/>
              <p:cNvSpPr/>
              <p:nvPr/>
            </p:nvSpPr>
            <p:spPr>
              <a:xfrm>
                <a:off x="3734138" y="2467358"/>
                <a:ext cx="219900" cy="219900"/>
              </a:xfrm>
              <a:prstGeom prst="ellipse">
                <a:avLst/>
              </a:prstGeom>
              <a:noFill/>
              <a:ln cap="flat" cmpd="sng" w="9525">
                <a:solidFill>
                  <a:srgbClr val="869FB2"/>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766" name="Google Shape;8766;p75"/>
              <p:cNvCxnSpPr/>
              <p:nvPr/>
            </p:nvCxnSpPr>
            <p:spPr>
              <a:xfrm rot="10800000">
                <a:off x="3844020" y="2687185"/>
                <a:ext cx="0" cy="113700"/>
              </a:xfrm>
              <a:prstGeom prst="straightConnector1">
                <a:avLst/>
              </a:prstGeom>
              <a:noFill/>
              <a:ln cap="flat" cmpd="sng" w="9525">
                <a:solidFill>
                  <a:srgbClr val="869FB2"/>
                </a:solidFill>
                <a:prstDash val="solid"/>
                <a:round/>
                <a:headEnd len="med" w="med" type="none"/>
                <a:tailEnd len="med" w="med" type="none"/>
              </a:ln>
            </p:spPr>
          </p:cxnSp>
        </p:grpSp>
        <p:grpSp>
          <p:nvGrpSpPr>
            <p:cNvPr id="8767" name="Google Shape;8767;p75"/>
            <p:cNvGrpSpPr/>
            <p:nvPr/>
          </p:nvGrpSpPr>
          <p:grpSpPr>
            <a:xfrm>
              <a:off x="3787560" y="2288011"/>
              <a:ext cx="314661" cy="219900"/>
              <a:chOff x="3787560" y="2288011"/>
              <a:chExt cx="314661" cy="219900"/>
            </a:xfrm>
          </p:grpSpPr>
          <p:sp>
            <p:nvSpPr>
              <p:cNvPr id="8768" name="Google Shape;8768;p75"/>
              <p:cNvSpPr/>
              <p:nvPr/>
            </p:nvSpPr>
            <p:spPr>
              <a:xfrm>
                <a:off x="3787560" y="2288011"/>
                <a:ext cx="219900" cy="219900"/>
              </a:xfrm>
              <a:prstGeom prst="ellipse">
                <a:avLst/>
              </a:prstGeom>
              <a:noFill/>
              <a:ln cap="flat" cmpd="sng" w="9525">
                <a:solidFill>
                  <a:srgbClr val="A5B7C6"/>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00C3B1"/>
                  </a:solidFill>
                  <a:latin typeface="Calibri"/>
                  <a:ea typeface="Calibri"/>
                  <a:cs typeface="Calibri"/>
                  <a:sym typeface="Calibri"/>
                </a:endParaRPr>
              </a:p>
            </p:txBody>
          </p:sp>
          <p:cxnSp>
            <p:nvCxnSpPr>
              <p:cNvPr id="8769" name="Google Shape;8769;p75"/>
              <p:cNvCxnSpPr/>
              <p:nvPr/>
            </p:nvCxnSpPr>
            <p:spPr>
              <a:xfrm rot="10800000">
                <a:off x="4007421" y="2400064"/>
                <a:ext cx="94800" cy="0"/>
              </a:xfrm>
              <a:prstGeom prst="straightConnector1">
                <a:avLst/>
              </a:prstGeom>
              <a:noFill/>
              <a:ln cap="flat" cmpd="sng" w="9525">
                <a:solidFill>
                  <a:srgbClr val="A5B7C6"/>
                </a:solidFill>
                <a:prstDash val="solid"/>
                <a:round/>
                <a:headEnd len="med" w="med" type="none"/>
                <a:tailEnd len="med" w="med" type="none"/>
              </a:ln>
            </p:spPr>
          </p:cxnSp>
        </p:grpSp>
        <p:grpSp>
          <p:nvGrpSpPr>
            <p:cNvPr id="8770" name="Google Shape;8770;p75"/>
            <p:cNvGrpSpPr/>
            <p:nvPr/>
          </p:nvGrpSpPr>
          <p:grpSpPr>
            <a:xfrm>
              <a:off x="3637290" y="2057755"/>
              <a:ext cx="219900" cy="335499"/>
              <a:chOff x="3637290" y="2057755"/>
              <a:chExt cx="219900" cy="335499"/>
            </a:xfrm>
          </p:grpSpPr>
          <p:sp>
            <p:nvSpPr>
              <p:cNvPr id="8771" name="Google Shape;8771;p75"/>
              <p:cNvSpPr/>
              <p:nvPr/>
            </p:nvSpPr>
            <p:spPr>
              <a:xfrm>
                <a:off x="3637290" y="2173354"/>
                <a:ext cx="219900" cy="219900"/>
              </a:xfrm>
              <a:prstGeom prst="ellipse">
                <a:avLst/>
              </a:prstGeom>
              <a:noFill/>
              <a:ln cap="flat" cmpd="sng" w="9525">
                <a:solidFill>
                  <a:srgbClr val="BAC8D3"/>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FFFFFF"/>
                  </a:solidFill>
                  <a:latin typeface="Calibri"/>
                  <a:ea typeface="Calibri"/>
                  <a:cs typeface="Calibri"/>
                  <a:sym typeface="Calibri"/>
                </a:endParaRPr>
              </a:p>
            </p:txBody>
          </p:sp>
          <p:cxnSp>
            <p:nvCxnSpPr>
              <p:cNvPr id="8772" name="Google Shape;8772;p75"/>
              <p:cNvCxnSpPr/>
              <p:nvPr/>
            </p:nvCxnSpPr>
            <p:spPr>
              <a:xfrm rot="10800000">
                <a:off x="3747169" y="2057755"/>
                <a:ext cx="0" cy="113700"/>
              </a:xfrm>
              <a:prstGeom prst="straightConnector1">
                <a:avLst/>
              </a:prstGeom>
              <a:noFill/>
              <a:ln cap="flat" cmpd="sng" w="9525">
                <a:solidFill>
                  <a:srgbClr val="BAC8D3"/>
                </a:solidFill>
                <a:prstDash val="solid"/>
                <a:round/>
                <a:headEnd len="med" w="med" type="none"/>
                <a:tailEnd len="med" w="med" type="none"/>
              </a:ln>
            </p:spPr>
          </p:cxnSp>
        </p:grpSp>
      </p:grpSp>
      <p:grpSp>
        <p:nvGrpSpPr>
          <p:cNvPr id="8773" name="Google Shape;8773;p75"/>
          <p:cNvGrpSpPr/>
          <p:nvPr/>
        </p:nvGrpSpPr>
        <p:grpSpPr>
          <a:xfrm>
            <a:off x="4899249" y="1859288"/>
            <a:ext cx="710153" cy="710153"/>
            <a:chOff x="5007123" y="2079403"/>
            <a:chExt cx="687600" cy="687600"/>
          </a:xfrm>
        </p:grpSpPr>
        <p:sp>
          <p:nvSpPr>
            <p:cNvPr id="8774" name="Google Shape;8774;p75"/>
            <p:cNvSpPr/>
            <p:nvPr/>
          </p:nvSpPr>
          <p:spPr>
            <a:xfrm>
              <a:off x="5007123" y="2079403"/>
              <a:ext cx="687600" cy="6876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5" name="Google Shape;8775;p75"/>
            <p:cNvSpPr/>
            <p:nvPr/>
          </p:nvSpPr>
          <p:spPr>
            <a:xfrm>
              <a:off x="5069448" y="2141702"/>
              <a:ext cx="563100" cy="5628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6" name="Google Shape;8776;p75"/>
            <p:cNvSpPr/>
            <p:nvPr/>
          </p:nvSpPr>
          <p:spPr>
            <a:xfrm>
              <a:off x="5146403" y="2218605"/>
              <a:ext cx="409200" cy="4092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7" name="Google Shape;8777;p75"/>
            <p:cNvSpPr/>
            <p:nvPr/>
          </p:nvSpPr>
          <p:spPr>
            <a:xfrm>
              <a:off x="5221891" y="2294066"/>
              <a:ext cx="258300" cy="258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78" name="Google Shape;8778;p75"/>
          <p:cNvGrpSpPr/>
          <p:nvPr/>
        </p:nvGrpSpPr>
        <p:grpSpPr>
          <a:xfrm>
            <a:off x="5708687" y="1853794"/>
            <a:ext cx="720998" cy="721183"/>
            <a:chOff x="5797446" y="2063053"/>
            <a:chExt cx="698100" cy="698280"/>
          </a:xfrm>
        </p:grpSpPr>
        <p:sp>
          <p:nvSpPr>
            <p:cNvPr id="8779" name="Google Shape;8779;p75"/>
            <p:cNvSpPr/>
            <p:nvPr/>
          </p:nvSpPr>
          <p:spPr>
            <a:xfrm>
              <a:off x="5797446" y="2063053"/>
              <a:ext cx="698100" cy="698100"/>
            </a:xfrm>
            <a:prstGeom prst="ellipse">
              <a:avLst/>
            </a:pr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0" name="Google Shape;8780;p75"/>
            <p:cNvSpPr/>
            <p:nvPr/>
          </p:nvSpPr>
          <p:spPr>
            <a:xfrm>
              <a:off x="5872067" y="2212295"/>
              <a:ext cx="549000" cy="549000"/>
            </a:xfrm>
            <a:prstGeom prst="ellipse">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1" name="Google Shape;8781;p75"/>
            <p:cNvSpPr/>
            <p:nvPr/>
          </p:nvSpPr>
          <p:spPr>
            <a:xfrm>
              <a:off x="5921353" y="2310867"/>
              <a:ext cx="450300" cy="450300"/>
            </a:xfrm>
            <a:prstGeom prst="ellipse">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2" name="Google Shape;8782;p75"/>
            <p:cNvSpPr/>
            <p:nvPr/>
          </p:nvSpPr>
          <p:spPr>
            <a:xfrm>
              <a:off x="5967936" y="2404033"/>
              <a:ext cx="357300" cy="3573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83" name="Google Shape;8783;p75"/>
          <p:cNvGrpSpPr/>
          <p:nvPr/>
        </p:nvGrpSpPr>
        <p:grpSpPr>
          <a:xfrm>
            <a:off x="8153834" y="3499399"/>
            <a:ext cx="280585" cy="673164"/>
            <a:chOff x="8075075" y="3754290"/>
            <a:chExt cx="255612" cy="613194"/>
          </a:xfrm>
        </p:grpSpPr>
        <p:grpSp>
          <p:nvGrpSpPr>
            <p:cNvPr id="8784" name="Google Shape;8784;p75"/>
            <p:cNvGrpSpPr/>
            <p:nvPr/>
          </p:nvGrpSpPr>
          <p:grpSpPr>
            <a:xfrm>
              <a:off x="8075075" y="3754290"/>
              <a:ext cx="255612" cy="613194"/>
              <a:chOff x="8075075" y="3754290"/>
              <a:chExt cx="255612" cy="613194"/>
            </a:xfrm>
          </p:grpSpPr>
          <p:sp>
            <p:nvSpPr>
              <p:cNvPr id="8785" name="Google Shape;8785;p75"/>
              <p:cNvSpPr/>
              <p:nvPr/>
            </p:nvSpPr>
            <p:spPr>
              <a:xfrm>
                <a:off x="8075075" y="4252967"/>
                <a:ext cx="255612" cy="114517"/>
              </a:xfrm>
              <a:custGeom>
                <a:rect b="b" l="l" r="r" t="t"/>
                <a:pathLst>
                  <a:path extrusionOk="0" h="7497" w="16734">
                    <a:moveTo>
                      <a:pt x="1" y="1"/>
                    </a:moveTo>
                    <a:lnTo>
                      <a:pt x="8369" y="7496"/>
                    </a:lnTo>
                    <a:lnTo>
                      <a:pt x="1673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6" name="Google Shape;8786;p75"/>
              <p:cNvSpPr/>
              <p:nvPr/>
            </p:nvSpPr>
            <p:spPr>
              <a:xfrm>
                <a:off x="8075075" y="3754290"/>
                <a:ext cx="255612" cy="498713"/>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87" name="Google Shape;8787;p75"/>
            <p:cNvSpPr/>
            <p:nvPr/>
          </p:nvSpPr>
          <p:spPr>
            <a:xfrm>
              <a:off x="8107762" y="3782257"/>
              <a:ext cx="190281" cy="19028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88" name="Google Shape;8788;p75"/>
          <p:cNvGrpSpPr/>
          <p:nvPr/>
        </p:nvGrpSpPr>
        <p:grpSpPr>
          <a:xfrm>
            <a:off x="5270892" y="3488196"/>
            <a:ext cx="470352" cy="683745"/>
            <a:chOff x="1697726" y="3244179"/>
            <a:chExt cx="788124" cy="1146069"/>
          </a:xfrm>
        </p:grpSpPr>
        <p:sp>
          <p:nvSpPr>
            <p:cNvPr id="8789" name="Google Shape;8789;p75"/>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0" name="Google Shape;8790;p75"/>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91" name="Google Shape;8791;p75"/>
          <p:cNvSpPr/>
          <p:nvPr/>
        </p:nvSpPr>
        <p:spPr>
          <a:xfrm>
            <a:off x="8128357" y="3402198"/>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92" name="Google Shape;8792;p75"/>
          <p:cNvGrpSpPr/>
          <p:nvPr/>
        </p:nvGrpSpPr>
        <p:grpSpPr>
          <a:xfrm>
            <a:off x="5892043" y="3499398"/>
            <a:ext cx="293891" cy="293845"/>
            <a:chOff x="6134814" y="3754290"/>
            <a:chExt cx="293891" cy="293845"/>
          </a:xfrm>
        </p:grpSpPr>
        <p:sp>
          <p:nvSpPr>
            <p:cNvPr id="8793" name="Google Shape;8793;p75"/>
            <p:cNvSpPr/>
            <p:nvPr/>
          </p:nvSpPr>
          <p:spPr>
            <a:xfrm>
              <a:off x="6134814" y="3754290"/>
              <a:ext cx="293891" cy="293845"/>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4" name="Google Shape;8794;p75"/>
            <p:cNvSpPr/>
            <p:nvPr/>
          </p:nvSpPr>
          <p:spPr>
            <a:xfrm>
              <a:off x="6147232" y="3764860"/>
              <a:ext cx="118946" cy="107337"/>
            </a:xfrm>
            <a:custGeom>
              <a:rect b="b" l="l" r="r" t="t"/>
              <a:pathLst>
                <a:path extrusionOk="0" h="7027" w="7787">
                  <a:moveTo>
                    <a:pt x="0" y="1"/>
                  </a:moveTo>
                  <a:lnTo>
                    <a:pt x="0" y="7026"/>
                  </a:lnTo>
                  <a:lnTo>
                    <a:pt x="7787" y="1"/>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95" name="Google Shape;8795;p75"/>
          <p:cNvGrpSpPr/>
          <p:nvPr/>
        </p:nvGrpSpPr>
        <p:grpSpPr>
          <a:xfrm>
            <a:off x="5892043" y="3878069"/>
            <a:ext cx="293891" cy="293891"/>
            <a:chOff x="6134814" y="4086186"/>
            <a:chExt cx="293891" cy="293891"/>
          </a:xfrm>
        </p:grpSpPr>
        <p:sp>
          <p:nvSpPr>
            <p:cNvPr id="8796" name="Google Shape;8796;p75"/>
            <p:cNvSpPr/>
            <p:nvPr/>
          </p:nvSpPr>
          <p:spPr>
            <a:xfrm>
              <a:off x="6134814" y="4086186"/>
              <a:ext cx="293891" cy="293891"/>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7" name="Google Shape;8797;p75"/>
            <p:cNvSpPr/>
            <p:nvPr/>
          </p:nvSpPr>
          <p:spPr>
            <a:xfrm>
              <a:off x="6147232" y="4096771"/>
              <a:ext cx="118946" cy="107322"/>
            </a:xfrm>
            <a:custGeom>
              <a:rect b="b" l="l" r="r" t="t"/>
              <a:pathLst>
                <a:path extrusionOk="0" h="7026" w="7787">
                  <a:moveTo>
                    <a:pt x="0" y="0"/>
                  </a:moveTo>
                  <a:lnTo>
                    <a:pt x="0" y="7026"/>
                  </a:lnTo>
                  <a:lnTo>
                    <a:pt x="7787" y="0"/>
                  </a:lnTo>
                  <a:close/>
                </a:path>
              </a:pathLst>
            </a:cu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98" name="Google Shape;8798;p75"/>
          <p:cNvSpPr/>
          <p:nvPr/>
        </p:nvSpPr>
        <p:spPr>
          <a:xfrm>
            <a:off x="6930470" y="3498595"/>
            <a:ext cx="609693" cy="673150"/>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9" name="Google Shape;8799;p75"/>
          <p:cNvSpPr/>
          <p:nvPr/>
        </p:nvSpPr>
        <p:spPr>
          <a:xfrm rot="10800000">
            <a:off x="6336732" y="3496333"/>
            <a:ext cx="442939" cy="675638"/>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00" name="Google Shape;8800;p75"/>
          <p:cNvGrpSpPr/>
          <p:nvPr/>
        </p:nvGrpSpPr>
        <p:grpSpPr>
          <a:xfrm>
            <a:off x="7817018" y="2706762"/>
            <a:ext cx="622883" cy="621944"/>
            <a:chOff x="1187048" y="238125"/>
            <a:chExt cx="5256397" cy="5248476"/>
          </a:xfrm>
        </p:grpSpPr>
        <p:sp>
          <p:nvSpPr>
            <p:cNvPr id="8801" name="Google Shape;8801;p75"/>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2" name="Google Shape;8802;p75"/>
            <p:cNvSpPr/>
            <p:nvPr/>
          </p:nvSpPr>
          <p:spPr>
            <a:xfrm>
              <a:off x="1187048" y="2289901"/>
              <a:ext cx="2628362"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3" name="Google Shape;8803;p75"/>
            <p:cNvSpPr/>
            <p:nvPr/>
          </p:nvSpPr>
          <p:spPr>
            <a:xfrm>
              <a:off x="3812708" y="244502"/>
              <a:ext cx="2628650" cy="3170611"/>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4" name="Google Shape;8804;p75"/>
            <p:cNvSpPr/>
            <p:nvPr/>
          </p:nvSpPr>
          <p:spPr>
            <a:xfrm>
              <a:off x="3244845"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05" name="Google Shape;8805;p75"/>
          <p:cNvGrpSpPr/>
          <p:nvPr/>
        </p:nvGrpSpPr>
        <p:grpSpPr>
          <a:xfrm>
            <a:off x="2274123" y="2716370"/>
            <a:ext cx="1310987" cy="612407"/>
            <a:chOff x="238125" y="1188750"/>
            <a:chExt cx="7140450" cy="3335550"/>
          </a:xfrm>
        </p:grpSpPr>
        <p:sp>
          <p:nvSpPr>
            <p:cNvPr id="8806" name="Google Shape;8806;p75"/>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7" name="Google Shape;8807;p75"/>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8" name="Google Shape;8808;p75"/>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9" name="Google Shape;8809;p75"/>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0" name="Google Shape;8810;p75"/>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11" name="Google Shape;8811;p75"/>
          <p:cNvGrpSpPr/>
          <p:nvPr/>
        </p:nvGrpSpPr>
        <p:grpSpPr>
          <a:xfrm>
            <a:off x="6599995" y="2706925"/>
            <a:ext cx="1110299" cy="621702"/>
            <a:chOff x="238125" y="1335475"/>
            <a:chExt cx="5418735" cy="3034175"/>
          </a:xfrm>
        </p:grpSpPr>
        <p:sp>
          <p:nvSpPr>
            <p:cNvPr id="8812" name="Google Shape;8812;p75"/>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3" name="Google Shape;8813;p75"/>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4" name="Google Shape;8814;p75"/>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15" name="Google Shape;8815;p75"/>
          <p:cNvGrpSpPr/>
          <p:nvPr/>
        </p:nvGrpSpPr>
        <p:grpSpPr>
          <a:xfrm>
            <a:off x="5417655" y="2703822"/>
            <a:ext cx="1074451" cy="627181"/>
            <a:chOff x="5359127" y="2910889"/>
            <a:chExt cx="1097723" cy="640831"/>
          </a:xfrm>
        </p:grpSpPr>
        <p:grpSp>
          <p:nvGrpSpPr>
            <p:cNvPr id="8816" name="Google Shape;8816;p75"/>
            <p:cNvGrpSpPr/>
            <p:nvPr/>
          </p:nvGrpSpPr>
          <p:grpSpPr>
            <a:xfrm>
              <a:off x="5929791" y="3263088"/>
              <a:ext cx="527060" cy="287097"/>
              <a:chOff x="5929791" y="3263088"/>
              <a:chExt cx="527060" cy="287097"/>
            </a:xfrm>
          </p:grpSpPr>
          <p:sp>
            <p:nvSpPr>
              <p:cNvPr id="8817" name="Google Shape;8817;p75"/>
              <p:cNvSpPr/>
              <p:nvPr/>
            </p:nvSpPr>
            <p:spPr>
              <a:xfrm>
                <a:off x="5929791" y="3263088"/>
                <a:ext cx="328465" cy="284502"/>
              </a:xfrm>
              <a:custGeom>
                <a:rect b="b" l="l" r="r" t="t"/>
                <a:pathLst>
                  <a:path extrusionOk="0" h="2231390" w="2576195">
                    <a:moveTo>
                      <a:pt x="1288021" y="0"/>
                    </a:moveTo>
                    <a:lnTo>
                      <a:pt x="0" y="2230932"/>
                    </a:lnTo>
                    <a:lnTo>
                      <a:pt x="2576042" y="2230932"/>
                    </a:lnTo>
                    <a:lnTo>
                      <a:pt x="1288021" y="0"/>
                    </a:lnTo>
                    <a:close/>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818" name="Google Shape;8818;p75"/>
              <p:cNvSpPr/>
              <p:nvPr/>
            </p:nvSpPr>
            <p:spPr>
              <a:xfrm>
                <a:off x="6247886" y="3331025"/>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819" name="Google Shape;8819;p75"/>
            <p:cNvGrpSpPr/>
            <p:nvPr/>
          </p:nvGrpSpPr>
          <p:grpSpPr>
            <a:xfrm>
              <a:off x="5359127" y="3263089"/>
              <a:ext cx="526428" cy="288631"/>
              <a:chOff x="5359127" y="3263089"/>
              <a:chExt cx="526428" cy="288631"/>
            </a:xfrm>
          </p:grpSpPr>
          <p:sp>
            <p:nvSpPr>
              <p:cNvPr id="8820" name="Google Shape;8820;p75"/>
              <p:cNvSpPr/>
              <p:nvPr/>
            </p:nvSpPr>
            <p:spPr>
              <a:xfrm>
                <a:off x="5557090" y="3263089"/>
                <a:ext cx="328465" cy="284502"/>
              </a:xfrm>
              <a:custGeom>
                <a:rect b="b" l="l" r="r" t="t"/>
                <a:pathLst>
                  <a:path extrusionOk="0" h="2231390" w="2576195">
                    <a:moveTo>
                      <a:pt x="1288034" y="0"/>
                    </a:moveTo>
                    <a:lnTo>
                      <a:pt x="0" y="2230920"/>
                    </a:lnTo>
                    <a:lnTo>
                      <a:pt x="2576055" y="2230920"/>
                    </a:lnTo>
                    <a:lnTo>
                      <a:pt x="1288034" y="0"/>
                    </a:lnTo>
                    <a:close/>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821" name="Google Shape;8821;p75"/>
              <p:cNvSpPr/>
              <p:nvPr/>
            </p:nvSpPr>
            <p:spPr>
              <a:xfrm flipH="1">
                <a:off x="5359127" y="3332559"/>
                <a:ext cx="208964" cy="21916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822" name="Google Shape;8822;p75"/>
            <p:cNvGrpSpPr/>
            <p:nvPr/>
          </p:nvGrpSpPr>
          <p:grpSpPr>
            <a:xfrm>
              <a:off x="5551525" y="2910889"/>
              <a:ext cx="520901" cy="610283"/>
              <a:chOff x="5551525" y="2910889"/>
              <a:chExt cx="520901" cy="610283"/>
            </a:xfrm>
          </p:grpSpPr>
          <p:sp>
            <p:nvSpPr>
              <p:cNvPr id="8823" name="Google Shape;8823;p75"/>
              <p:cNvSpPr/>
              <p:nvPr/>
            </p:nvSpPr>
            <p:spPr>
              <a:xfrm>
                <a:off x="5743962" y="3236669"/>
                <a:ext cx="328465" cy="284502"/>
              </a:xfrm>
              <a:custGeom>
                <a:rect b="b" l="l" r="r" t="t"/>
                <a:pathLst>
                  <a:path extrusionOk="0" h="2231390" w="2576195">
                    <a:moveTo>
                      <a:pt x="2576042" y="0"/>
                    </a:moveTo>
                    <a:lnTo>
                      <a:pt x="0" y="0"/>
                    </a:lnTo>
                    <a:lnTo>
                      <a:pt x="1288021" y="2230920"/>
                    </a:lnTo>
                    <a:lnTo>
                      <a:pt x="2576042" y="0"/>
                    </a:lnTo>
                    <a:close/>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824" name="Google Shape;8824;p75"/>
              <p:cNvSpPr/>
              <p:nvPr/>
            </p:nvSpPr>
            <p:spPr>
              <a:xfrm flipH="1">
                <a:off x="5551525" y="2910889"/>
                <a:ext cx="208964" cy="328741"/>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nvGrpSpPr>
            <p:cNvPr id="8825" name="Google Shape;8825;p75"/>
            <p:cNvGrpSpPr/>
            <p:nvPr/>
          </p:nvGrpSpPr>
          <p:grpSpPr>
            <a:xfrm>
              <a:off x="5743962" y="2919100"/>
              <a:ext cx="623674" cy="284502"/>
              <a:chOff x="5743962" y="2919100"/>
              <a:chExt cx="623674" cy="284502"/>
            </a:xfrm>
          </p:grpSpPr>
          <p:sp>
            <p:nvSpPr>
              <p:cNvPr id="8826" name="Google Shape;8826;p75"/>
              <p:cNvSpPr/>
              <p:nvPr/>
            </p:nvSpPr>
            <p:spPr>
              <a:xfrm>
                <a:off x="5743962" y="2919100"/>
                <a:ext cx="328465" cy="284502"/>
              </a:xfrm>
              <a:custGeom>
                <a:rect b="b" l="l" r="r" t="t"/>
                <a:pathLst>
                  <a:path extrusionOk="0" h="2231390" w="2576195">
                    <a:moveTo>
                      <a:pt x="1288021" y="0"/>
                    </a:moveTo>
                    <a:lnTo>
                      <a:pt x="0" y="2230920"/>
                    </a:lnTo>
                    <a:lnTo>
                      <a:pt x="2576042" y="2230920"/>
                    </a:lnTo>
                    <a:lnTo>
                      <a:pt x="1288021" y="0"/>
                    </a:lnTo>
                    <a:close/>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sp>
            <p:nvSpPr>
              <p:cNvPr id="8827" name="Google Shape;8827;p75"/>
              <p:cNvSpPr/>
              <p:nvPr/>
            </p:nvSpPr>
            <p:spPr>
              <a:xfrm>
                <a:off x="6060335" y="2920591"/>
                <a:ext cx="307300" cy="282602"/>
              </a:xfrm>
              <a:custGeom>
                <a:rect b="b" l="l" r="r" t="t"/>
                <a:pathLst>
                  <a:path extrusionOk="0" h="2306954" w="1638934">
                    <a:moveTo>
                      <a:pt x="1638680" y="0"/>
                    </a:moveTo>
                    <a:lnTo>
                      <a:pt x="697255" y="0"/>
                    </a:lnTo>
                    <a:lnTo>
                      <a:pt x="697255" y="2306535"/>
                    </a:lnTo>
                    <a:lnTo>
                      <a:pt x="0" y="2306535"/>
                    </a:lnTo>
                  </a:path>
                </a:pathLst>
              </a:custGeom>
              <a:noFill/>
              <a:ln cap="flat" cmpd="sng" w="952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t/>
                </a:r>
                <a:endParaRPr sz="900"/>
              </a:p>
            </p:txBody>
          </p:sp>
        </p:grpSp>
      </p:grpSp>
      <p:grpSp>
        <p:nvGrpSpPr>
          <p:cNvPr id="8828" name="Google Shape;8828;p75"/>
          <p:cNvGrpSpPr/>
          <p:nvPr/>
        </p:nvGrpSpPr>
        <p:grpSpPr>
          <a:xfrm>
            <a:off x="7568868" y="1854534"/>
            <a:ext cx="874976" cy="719600"/>
            <a:chOff x="7608988" y="2093194"/>
            <a:chExt cx="817276" cy="672147"/>
          </a:xfrm>
        </p:grpSpPr>
        <p:cxnSp>
          <p:nvCxnSpPr>
            <p:cNvPr id="8829" name="Google Shape;8829;p75"/>
            <p:cNvCxnSpPr/>
            <p:nvPr/>
          </p:nvCxnSpPr>
          <p:spPr>
            <a:xfrm flipH="1" rot="5400000">
              <a:off x="7620257"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830" name="Google Shape;8830;p75"/>
            <p:cNvCxnSpPr/>
            <p:nvPr/>
          </p:nvCxnSpPr>
          <p:spPr>
            <a:xfrm rot="-5400000">
              <a:off x="8285120" y="213649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831" name="Google Shape;8831;p75"/>
            <p:cNvCxnSpPr/>
            <p:nvPr/>
          </p:nvCxnSpPr>
          <p:spPr>
            <a:xfrm rot="5400000">
              <a:off x="7620257"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832" name="Google Shape;8832;p75"/>
            <p:cNvCxnSpPr/>
            <p:nvPr/>
          </p:nvCxnSpPr>
          <p:spPr>
            <a:xfrm flipH="1" rot="-5400000">
              <a:off x="8285120" y="2644741"/>
              <a:ext cx="129900" cy="111300"/>
            </a:xfrm>
            <a:prstGeom prst="bentConnector3">
              <a:avLst>
                <a:gd fmla="val 50000" name="adj1"/>
              </a:avLst>
            </a:prstGeom>
            <a:noFill/>
            <a:ln cap="flat" cmpd="sng" w="9525">
              <a:solidFill>
                <a:srgbClr val="667E92"/>
              </a:solidFill>
              <a:prstDash val="solid"/>
              <a:round/>
              <a:headEnd len="med" w="med" type="none"/>
              <a:tailEnd len="med" w="med" type="none"/>
            </a:ln>
          </p:spPr>
        </p:cxnSp>
        <p:cxnSp>
          <p:nvCxnSpPr>
            <p:cNvPr id="8833" name="Google Shape;8833;p75"/>
            <p:cNvCxnSpPr/>
            <p:nvPr/>
          </p:nvCxnSpPr>
          <p:spPr>
            <a:xfrm rot="10800000">
              <a:off x="7608988" y="2425132"/>
              <a:ext cx="83400" cy="0"/>
            </a:xfrm>
            <a:prstGeom prst="straightConnector1">
              <a:avLst/>
            </a:prstGeom>
            <a:noFill/>
            <a:ln cap="flat" cmpd="sng" w="9525">
              <a:solidFill>
                <a:srgbClr val="667E92"/>
              </a:solidFill>
              <a:prstDash val="solid"/>
              <a:round/>
              <a:headEnd len="med" w="med" type="none"/>
              <a:tailEnd len="med" w="med" type="none"/>
            </a:ln>
          </p:spPr>
        </p:cxnSp>
        <p:cxnSp>
          <p:nvCxnSpPr>
            <p:cNvPr id="8834" name="Google Shape;8834;p75"/>
            <p:cNvCxnSpPr/>
            <p:nvPr/>
          </p:nvCxnSpPr>
          <p:spPr>
            <a:xfrm rot="10800000">
              <a:off x="8342865" y="2425132"/>
              <a:ext cx="83400" cy="0"/>
            </a:xfrm>
            <a:prstGeom prst="straightConnector1">
              <a:avLst/>
            </a:prstGeom>
            <a:noFill/>
            <a:ln cap="flat" cmpd="sng" w="9525">
              <a:solidFill>
                <a:srgbClr val="667E92"/>
              </a:solidFill>
              <a:prstDash val="solid"/>
              <a:round/>
              <a:headEnd len="med" w="med" type="none"/>
              <a:tailEnd len="med" w="med" type="none"/>
            </a:ln>
          </p:spPr>
        </p:cxnSp>
        <p:grpSp>
          <p:nvGrpSpPr>
            <p:cNvPr id="8835" name="Google Shape;8835;p75"/>
            <p:cNvGrpSpPr/>
            <p:nvPr/>
          </p:nvGrpSpPr>
          <p:grpSpPr>
            <a:xfrm>
              <a:off x="7721175" y="2093194"/>
              <a:ext cx="599587" cy="623846"/>
              <a:chOff x="7721175" y="2093194"/>
              <a:chExt cx="599587" cy="623846"/>
            </a:xfrm>
          </p:grpSpPr>
          <p:grpSp>
            <p:nvGrpSpPr>
              <p:cNvPr id="8836" name="Google Shape;8836;p75"/>
              <p:cNvGrpSpPr/>
              <p:nvPr/>
            </p:nvGrpSpPr>
            <p:grpSpPr>
              <a:xfrm>
                <a:off x="7721175" y="2093194"/>
                <a:ext cx="291605" cy="623846"/>
                <a:chOff x="9405575" y="2061418"/>
                <a:chExt cx="291605" cy="623846"/>
              </a:xfrm>
            </p:grpSpPr>
            <p:sp>
              <p:nvSpPr>
                <p:cNvPr id="8837" name="Google Shape;8837;p75"/>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8" name="Google Shape;8838;p75"/>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9" name="Google Shape;8839;p75"/>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0" name="Google Shape;8840;p75"/>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1" name="Google Shape;8841;p75"/>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2" name="Google Shape;8842;p75"/>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3" name="Google Shape;8843;p75"/>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44" name="Google Shape;8844;p75"/>
              <p:cNvGrpSpPr/>
              <p:nvPr/>
            </p:nvGrpSpPr>
            <p:grpSpPr>
              <a:xfrm flipH="1">
                <a:off x="8029157" y="2093194"/>
                <a:ext cx="291605" cy="623846"/>
                <a:chOff x="9405575" y="2061418"/>
                <a:chExt cx="291605" cy="623846"/>
              </a:xfrm>
            </p:grpSpPr>
            <p:sp>
              <p:nvSpPr>
                <p:cNvPr id="8845" name="Google Shape;8845;p75"/>
                <p:cNvSpPr/>
                <p:nvPr/>
              </p:nvSpPr>
              <p:spPr>
                <a:xfrm>
                  <a:off x="9405575" y="2061418"/>
                  <a:ext cx="291379" cy="623846"/>
                </a:xfrm>
                <a:custGeom>
                  <a:rect b="b" l="l" r="r" t="t"/>
                  <a:pathLst>
                    <a:path extrusionOk="0" h="45503" w="21253">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6" name="Google Shape;8846;p75"/>
                <p:cNvSpPr/>
                <p:nvPr/>
              </p:nvSpPr>
              <p:spPr>
                <a:xfrm>
                  <a:off x="9535402" y="2540968"/>
                  <a:ext cx="161778" cy="68948"/>
                </a:xfrm>
                <a:custGeom>
                  <a:rect b="b" l="l" r="r" t="t"/>
                  <a:pathLst>
                    <a:path extrusionOk="0" h="5029" w="1180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7" name="Google Shape;8847;p75"/>
                <p:cNvSpPr/>
                <p:nvPr/>
              </p:nvSpPr>
              <p:spPr>
                <a:xfrm>
                  <a:off x="9455875" y="2286606"/>
                  <a:ext cx="137251" cy="112148"/>
                </a:xfrm>
                <a:custGeom>
                  <a:rect b="b" l="l" r="r" t="t"/>
                  <a:pathLst>
                    <a:path extrusionOk="0" h="8180" w="10011">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8" name="Google Shape;8848;p75"/>
                <p:cNvSpPr/>
                <p:nvPr/>
              </p:nvSpPr>
              <p:spPr>
                <a:xfrm>
                  <a:off x="9578545" y="2355317"/>
                  <a:ext cx="116370" cy="14560"/>
                </a:xfrm>
                <a:custGeom>
                  <a:rect b="b" l="l" r="r" t="t"/>
                  <a:pathLst>
                    <a:path extrusionOk="0" h="1062" w="8488">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9" name="Google Shape;8849;p75"/>
                <p:cNvSpPr/>
                <p:nvPr/>
              </p:nvSpPr>
              <p:spPr>
                <a:xfrm>
                  <a:off x="9533620" y="2389824"/>
                  <a:ext cx="104429" cy="58240"/>
                </a:xfrm>
                <a:custGeom>
                  <a:rect b="b" l="l" r="r" t="t"/>
                  <a:pathLst>
                    <a:path extrusionOk="0" h="4248" w="7617">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0" name="Google Shape;8850;p75"/>
                <p:cNvSpPr/>
                <p:nvPr/>
              </p:nvSpPr>
              <p:spPr>
                <a:xfrm>
                  <a:off x="9504885" y="2171202"/>
                  <a:ext cx="97684" cy="14519"/>
                </a:xfrm>
                <a:custGeom>
                  <a:rect b="b" l="l" r="r" t="t"/>
                  <a:pathLst>
                    <a:path extrusionOk="0" h="1059" w="7125">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1" name="Google Shape;8851;p75"/>
                <p:cNvSpPr/>
                <p:nvPr/>
              </p:nvSpPr>
              <p:spPr>
                <a:xfrm>
                  <a:off x="9587826" y="2129731"/>
                  <a:ext cx="106993" cy="97464"/>
                </a:xfrm>
                <a:custGeom>
                  <a:rect b="b" l="l" r="r" t="t"/>
                  <a:pathLst>
                    <a:path extrusionOk="0" h="7109" w="7804">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852" name="Google Shape;8852;p75"/>
          <p:cNvGrpSpPr/>
          <p:nvPr/>
        </p:nvGrpSpPr>
        <p:grpSpPr>
          <a:xfrm>
            <a:off x="4013304" y="970936"/>
            <a:ext cx="712557" cy="785901"/>
            <a:chOff x="4206459" y="1191441"/>
            <a:chExt cx="712557" cy="785901"/>
          </a:xfrm>
        </p:grpSpPr>
        <p:sp>
          <p:nvSpPr>
            <p:cNvPr id="8853" name="Google Shape;8853;p75"/>
            <p:cNvSpPr/>
            <p:nvPr/>
          </p:nvSpPr>
          <p:spPr>
            <a:xfrm>
              <a:off x="4548248" y="1328649"/>
              <a:ext cx="325201" cy="322547"/>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4" name="Google Shape;8854;p75"/>
            <p:cNvSpPr/>
            <p:nvPr/>
          </p:nvSpPr>
          <p:spPr>
            <a:xfrm>
              <a:off x="4557499" y="1656607"/>
              <a:ext cx="306674" cy="306648"/>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5" name="Google Shape;8855;p75"/>
            <p:cNvSpPr/>
            <p:nvPr/>
          </p:nvSpPr>
          <p:spPr>
            <a:xfrm>
              <a:off x="4251067" y="1523035"/>
              <a:ext cx="327536" cy="325023"/>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6" name="Google Shape;8856;p75"/>
            <p:cNvSpPr/>
            <p:nvPr/>
          </p:nvSpPr>
          <p:spPr>
            <a:xfrm>
              <a:off x="4277366" y="1220917"/>
              <a:ext cx="292242" cy="292217"/>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57" name="Google Shape;8857;p75"/>
            <p:cNvGrpSpPr/>
            <p:nvPr/>
          </p:nvGrpSpPr>
          <p:grpSpPr>
            <a:xfrm>
              <a:off x="4644280" y="1290523"/>
              <a:ext cx="143716" cy="29463"/>
              <a:chOff x="4644280" y="1290523"/>
              <a:chExt cx="143716" cy="29463"/>
            </a:xfrm>
          </p:grpSpPr>
          <p:sp>
            <p:nvSpPr>
              <p:cNvPr id="8858" name="Google Shape;8858;p75"/>
              <p:cNvSpPr/>
              <p:nvPr/>
            </p:nvSpPr>
            <p:spPr>
              <a:xfrm>
                <a:off x="4736292" y="1294223"/>
                <a:ext cx="51704" cy="25762"/>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9" name="Google Shape;8859;p75"/>
              <p:cNvSpPr/>
              <p:nvPr/>
            </p:nvSpPr>
            <p:spPr>
              <a:xfrm>
                <a:off x="4700066" y="1290523"/>
                <a:ext cx="32206" cy="7988"/>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0" name="Google Shape;8860;p75"/>
              <p:cNvSpPr/>
              <p:nvPr/>
            </p:nvSpPr>
            <p:spPr>
              <a:xfrm>
                <a:off x="4644280" y="1300641"/>
                <a:ext cx="20225" cy="13283"/>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1" name="Google Shape;8861;p75"/>
              <p:cNvSpPr/>
              <p:nvPr/>
            </p:nvSpPr>
            <p:spPr>
              <a:xfrm>
                <a:off x="4667822" y="1291888"/>
                <a:ext cx="27779" cy="11433"/>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62" name="Google Shape;8862;p75"/>
            <p:cNvGrpSpPr/>
            <p:nvPr/>
          </p:nvGrpSpPr>
          <p:grpSpPr>
            <a:xfrm>
              <a:off x="4356567" y="1191441"/>
              <a:ext cx="143690" cy="29488"/>
              <a:chOff x="4356567" y="1191441"/>
              <a:chExt cx="143690" cy="29488"/>
            </a:xfrm>
          </p:grpSpPr>
          <p:sp>
            <p:nvSpPr>
              <p:cNvPr id="8863" name="Google Shape;8863;p75"/>
              <p:cNvSpPr/>
              <p:nvPr/>
            </p:nvSpPr>
            <p:spPr>
              <a:xfrm>
                <a:off x="4448554" y="1195154"/>
                <a:ext cx="51704" cy="25775"/>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4" name="Google Shape;8864;p75"/>
              <p:cNvSpPr/>
              <p:nvPr/>
            </p:nvSpPr>
            <p:spPr>
              <a:xfrm>
                <a:off x="4412341" y="1191441"/>
                <a:ext cx="32206" cy="8013"/>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5" name="Google Shape;8865;p75"/>
              <p:cNvSpPr/>
              <p:nvPr/>
            </p:nvSpPr>
            <p:spPr>
              <a:xfrm>
                <a:off x="4356567" y="1201573"/>
                <a:ext cx="20212" cy="1327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6" name="Google Shape;8866;p75"/>
              <p:cNvSpPr/>
              <p:nvPr/>
            </p:nvSpPr>
            <p:spPr>
              <a:xfrm>
                <a:off x="4380084" y="1192832"/>
                <a:ext cx="27779" cy="11433"/>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67" name="Google Shape;8867;p75"/>
            <p:cNvGrpSpPr/>
            <p:nvPr/>
          </p:nvGrpSpPr>
          <p:grpSpPr>
            <a:xfrm>
              <a:off x="4339009" y="1863727"/>
              <a:ext cx="143703" cy="29476"/>
              <a:chOff x="4339009" y="1863727"/>
              <a:chExt cx="143703" cy="29476"/>
            </a:xfrm>
          </p:grpSpPr>
          <p:sp>
            <p:nvSpPr>
              <p:cNvPr id="8868" name="Google Shape;8868;p75"/>
              <p:cNvSpPr/>
              <p:nvPr/>
            </p:nvSpPr>
            <p:spPr>
              <a:xfrm>
                <a:off x="4339009" y="1863727"/>
                <a:ext cx="51691" cy="25762"/>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9" name="Google Shape;8869;p75"/>
              <p:cNvSpPr/>
              <p:nvPr/>
            </p:nvSpPr>
            <p:spPr>
              <a:xfrm>
                <a:off x="4394732" y="1885202"/>
                <a:ext cx="32193" cy="8001"/>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0" name="Google Shape;8870;p75"/>
              <p:cNvSpPr/>
              <p:nvPr/>
            </p:nvSpPr>
            <p:spPr>
              <a:xfrm>
                <a:off x="4462488" y="1869814"/>
                <a:ext cx="20225" cy="13258"/>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1" name="Google Shape;8871;p75"/>
              <p:cNvSpPr/>
              <p:nvPr/>
            </p:nvSpPr>
            <p:spPr>
              <a:xfrm>
                <a:off x="4431392" y="1880392"/>
                <a:ext cx="27804" cy="11433"/>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2" name="Google Shape;8872;p75"/>
            <p:cNvGrpSpPr/>
            <p:nvPr/>
          </p:nvGrpSpPr>
          <p:grpSpPr>
            <a:xfrm>
              <a:off x="4206459" y="1607315"/>
              <a:ext cx="29539" cy="142899"/>
              <a:chOff x="4206459" y="1607315"/>
              <a:chExt cx="29539" cy="142899"/>
            </a:xfrm>
          </p:grpSpPr>
          <p:sp>
            <p:nvSpPr>
              <p:cNvPr id="8873" name="Google Shape;8873;p75"/>
              <p:cNvSpPr/>
              <p:nvPr/>
            </p:nvSpPr>
            <p:spPr>
              <a:xfrm>
                <a:off x="4209840" y="1607315"/>
                <a:ext cx="26158" cy="50989"/>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4" name="Google Shape;8874;p75"/>
              <p:cNvSpPr/>
              <p:nvPr/>
            </p:nvSpPr>
            <p:spPr>
              <a:xfrm>
                <a:off x="4206459" y="1662910"/>
                <a:ext cx="8230" cy="3178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5" name="Google Shape;8875;p75"/>
              <p:cNvSpPr/>
              <p:nvPr/>
            </p:nvSpPr>
            <p:spPr>
              <a:xfrm>
                <a:off x="4216194" y="1730768"/>
                <a:ext cx="14227" cy="19446"/>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6" name="Google Shape;8876;p75"/>
              <p:cNvSpPr/>
              <p:nvPr/>
            </p:nvSpPr>
            <p:spPr>
              <a:xfrm>
                <a:off x="4207607" y="1699506"/>
                <a:ext cx="12045" cy="27153"/>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77" name="Google Shape;8877;p75"/>
            <p:cNvSpPr/>
            <p:nvPr/>
          </p:nvSpPr>
          <p:spPr>
            <a:xfrm>
              <a:off x="4250519" y="1416170"/>
              <a:ext cx="26783" cy="52303"/>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8" name="Google Shape;8878;p75"/>
            <p:cNvSpPr/>
            <p:nvPr/>
          </p:nvSpPr>
          <p:spPr>
            <a:xfrm>
              <a:off x="4276166" y="1471370"/>
              <a:ext cx="24359" cy="2529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9" name="Google Shape;8879;p75"/>
            <p:cNvSpPr/>
            <p:nvPr/>
          </p:nvSpPr>
          <p:spPr>
            <a:xfrm>
              <a:off x="4330231" y="1513121"/>
              <a:ext cx="21462" cy="10986"/>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0" name="Google Shape;8880;p75"/>
            <p:cNvSpPr/>
            <p:nvPr/>
          </p:nvSpPr>
          <p:spPr>
            <a:xfrm>
              <a:off x="4302005" y="1497298"/>
              <a:ext cx="25469" cy="17647"/>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81" name="Google Shape;8881;p75"/>
            <p:cNvGrpSpPr/>
            <p:nvPr/>
          </p:nvGrpSpPr>
          <p:grpSpPr>
            <a:xfrm>
              <a:off x="4889463" y="1423737"/>
              <a:ext cx="29552" cy="142899"/>
              <a:chOff x="4889463" y="1423737"/>
              <a:chExt cx="29552" cy="142899"/>
            </a:xfrm>
          </p:grpSpPr>
          <p:sp>
            <p:nvSpPr>
              <p:cNvPr id="8882" name="Google Shape;8882;p75"/>
              <p:cNvSpPr/>
              <p:nvPr/>
            </p:nvSpPr>
            <p:spPr>
              <a:xfrm>
                <a:off x="4889463" y="1515647"/>
                <a:ext cx="26158" cy="50989"/>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3" name="Google Shape;8883;p75"/>
              <p:cNvSpPr/>
              <p:nvPr/>
            </p:nvSpPr>
            <p:spPr>
              <a:xfrm>
                <a:off x="4910772" y="1479256"/>
                <a:ext cx="8243" cy="3178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4" name="Google Shape;8884;p75"/>
              <p:cNvSpPr/>
              <p:nvPr/>
            </p:nvSpPr>
            <p:spPr>
              <a:xfrm>
                <a:off x="4895052" y="1423737"/>
                <a:ext cx="14215" cy="19446"/>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5" name="Google Shape;8885;p75"/>
              <p:cNvSpPr/>
              <p:nvPr/>
            </p:nvSpPr>
            <p:spPr>
              <a:xfrm>
                <a:off x="4905783" y="1447292"/>
                <a:ext cx="12071" cy="27153"/>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86" name="Google Shape;8886;p75"/>
            <p:cNvGrpSpPr/>
            <p:nvPr/>
          </p:nvGrpSpPr>
          <p:grpSpPr>
            <a:xfrm>
              <a:off x="4771663" y="1876896"/>
              <a:ext cx="108651" cy="100447"/>
              <a:chOff x="4771663" y="1876896"/>
              <a:chExt cx="108651" cy="100447"/>
            </a:xfrm>
          </p:grpSpPr>
          <p:sp>
            <p:nvSpPr>
              <p:cNvPr id="8887" name="Google Shape;8887;p75"/>
              <p:cNvSpPr/>
              <p:nvPr/>
            </p:nvSpPr>
            <p:spPr>
              <a:xfrm>
                <a:off x="4771663" y="1951210"/>
                <a:ext cx="53184" cy="26132"/>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8" name="Google Shape;8888;p75"/>
              <p:cNvSpPr/>
              <p:nvPr/>
            </p:nvSpPr>
            <p:spPr>
              <a:xfrm>
                <a:off x="4826850" y="1927897"/>
                <a:ext cx="26081" cy="23529"/>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9" name="Google Shape;8889;p75"/>
              <p:cNvSpPr/>
              <p:nvPr/>
            </p:nvSpPr>
            <p:spPr>
              <a:xfrm>
                <a:off x="4868600" y="1876896"/>
                <a:ext cx="11714" cy="20531"/>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0" name="Google Shape;8890;p75"/>
              <p:cNvSpPr/>
              <p:nvPr/>
            </p:nvSpPr>
            <p:spPr>
              <a:xfrm>
                <a:off x="4852804" y="1901038"/>
                <a:ext cx="18528" cy="24589"/>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891" name="Google Shape;8891;p75"/>
          <p:cNvGrpSpPr/>
          <p:nvPr/>
        </p:nvGrpSpPr>
        <p:grpSpPr>
          <a:xfrm>
            <a:off x="4008780" y="1854159"/>
            <a:ext cx="791287" cy="720350"/>
            <a:chOff x="267375" y="1071875"/>
            <a:chExt cx="470500" cy="428550"/>
          </a:xfrm>
        </p:grpSpPr>
        <p:sp>
          <p:nvSpPr>
            <p:cNvPr id="8892" name="Google Shape;8892;p75"/>
            <p:cNvSpPr/>
            <p:nvPr/>
          </p:nvSpPr>
          <p:spPr>
            <a:xfrm>
              <a:off x="288350" y="1290825"/>
              <a:ext cx="209600" cy="209600"/>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3" name="Google Shape;8893;p75"/>
            <p:cNvSpPr/>
            <p:nvPr/>
          </p:nvSpPr>
          <p:spPr>
            <a:xfrm>
              <a:off x="267375" y="1377050"/>
              <a:ext cx="79225" cy="79200"/>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4" name="Google Shape;8894;p75"/>
            <p:cNvSpPr/>
            <p:nvPr/>
          </p:nvSpPr>
          <p:spPr>
            <a:xfrm>
              <a:off x="507325" y="1290825"/>
              <a:ext cx="209600" cy="209600"/>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5" name="Google Shape;8895;p75"/>
            <p:cNvSpPr/>
            <p:nvPr/>
          </p:nvSpPr>
          <p:spPr>
            <a:xfrm>
              <a:off x="658700" y="1377050"/>
              <a:ext cx="79175" cy="79200"/>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6" name="Google Shape;8896;p75"/>
            <p:cNvSpPr/>
            <p:nvPr/>
          </p:nvSpPr>
          <p:spPr>
            <a:xfrm>
              <a:off x="507325" y="1071875"/>
              <a:ext cx="209575" cy="209600"/>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7" name="Google Shape;8897;p75"/>
            <p:cNvSpPr/>
            <p:nvPr/>
          </p:nvSpPr>
          <p:spPr>
            <a:xfrm>
              <a:off x="658700" y="1116025"/>
              <a:ext cx="79175" cy="79175"/>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8" name="Google Shape;8898;p75"/>
            <p:cNvSpPr/>
            <p:nvPr/>
          </p:nvSpPr>
          <p:spPr>
            <a:xfrm>
              <a:off x="288350" y="1071875"/>
              <a:ext cx="209600" cy="209550"/>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9" name="Google Shape;8899;p75"/>
            <p:cNvSpPr/>
            <p:nvPr/>
          </p:nvSpPr>
          <p:spPr>
            <a:xfrm>
              <a:off x="267375" y="1116025"/>
              <a:ext cx="79225" cy="79175"/>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00" name="Google Shape;8900;p75"/>
          <p:cNvGrpSpPr/>
          <p:nvPr/>
        </p:nvGrpSpPr>
        <p:grpSpPr>
          <a:xfrm>
            <a:off x="709275" y="3498789"/>
            <a:ext cx="1408444" cy="673166"/>
            <a:chOff x="712664" y="3693287"/>
            <a:chExt cx="1460738" cy="698160"/>
          </a:xfrm>
        </p:grpSpPr>
        <p:grpSp>
          <p:nvGrpSpPr>
            <p:cNvPr id="8901" name="Google Shape;8901;p75"/>
            <p:cNvGrpSpPr/>
            <p:nvPr/>
          </p:nvGrpSpPr>
          <p:grpSpPr>
            <a:xfrm>
              <a:off x="1380079" y="4133090"/>
              <a:ext cx="234048" cy="258099"/>
              <a:chOff x="1380079" y="4133090"/>
              <a:chExt cx="234048" cy="258099"/>
            </a:xfrm>
          </p:grpSpPr>
          <p:sp>
            <p:nvSpPr>
              <p:cNvPr id="8902" name="Google Shape;8902;p75"/>
              <p:cNvSpPr/>
              <p:nvPr/>
            </p:nvSpPr>
            <p:spPr>
              <a:xfrm>
                <a:off x="1380079" y="4323114"/>
                <a:ext cx="136140" cy="6807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3" name="Google Shape;8903;p75"/>
              <p:cNvSpPr/>
              <p:nvPr/>
            </p:nvSpPr>
            <p:spPr>
              <a:xfrm>
                <a:off x="1432589" y="4133090"/>
                <a:ext cx="29529" cy="191793"/>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4" name="Google Shape;8904;p75"/>
              <p:cNvSpPr/>
              <p:nvPr/>
            </p:nvSpPr>
            <p:spPr>
              <a:xfrm>
                <a:off x="1492085" y="4253278"/>
                <a:ext cx="122041" cy="92186"/>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05" name="Google Shape;8905;p75"/>
            <p:cNvGrpSpPr/>
            <p:nvPr/>
          </p:nvGrpSpPr>
          <p:grpSpPr>
            <a:xfrm>
              <a:off x="884610" y="3864082"/>
              <a:ext cx="1118566" cy="527275"/>
              <a:chOff x="890961" y="3865463"/>
              <a:chExt cx="1115221" cy="525698"/>
            </a:xfrm>
          </p:grpSpPr>
          <p:sp>
            <p:nvSpPr>
              <p:cNvPr id="8906" name="Google Shape;8906;p75"/>
              <p:cNvSpPr/>
              <p:nvPr/>
            </p:nvSpPr>
            <p:spPr>
              <a:xfrm>
                <a:off x="1070568" y="3865463"/>
                <a:ext cx="756474" cy="330074"/>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7" name="Google Shape;8907;p75"/>
              <p:cNvSpPr/>
              <p:nvPr/>
            </p:nvSpPr>
            <p:spPr>
              <a:xfrm>
                <a:off x="890961" y="4013171"/>
                <a:ext cx="362006" cy="37799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8" name="Google Shape;8908;p75"/>
              <p:cNvSpPr/>
              <p:nvPr/>
            </p:nvSpPr>
            <p:spPr>
              <a:xfrm>
                <a:off x="1645508" y="4013554"/>
                <a:ext cx="360673" cy="377607"/>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09" name="Google Shape;8909;p75"/>
            <p:cNvGrpSpPr/>
            <p:nvPr/>
          </p:nvGrpSpPr>
          <p:grpSpPr>
            <a:xfrm>
              <a:off x="712664" y="3693287"/>
              <a:ext cx="1460738" cy="698160"/>
              <a:chOff x="712664" y="3693025"/>
              <a:chExt cx="1460738" cy="698160"/>
            </a:xfrm>
          </p:grpSpPr>
          <p:sp>
            <p:nvSpPr>
              <p:cNvPr id="8910" name="Google Shape;8910;p75"/>
              <p:cNvSpPr/>
              <p:nvPr/>
            </p:nvSpPr>
            <p:spPr>
              <a:xfrm>
                <a:off x="1940752" y="4098034"/>
                <a:ext cx="232651" cy="293151"/>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1" name="Google Shape;8911;p75"/>
              <p:cNvSpPr/>
              <p:nvPr/>
            </p:nvSpPr>
            <p:spPr>
              <a:xfrm>
                <a:off x="1736852" y="3804671"/>
                <a:ext cx="360950" cy="363671"/>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2" name="Google Shape;8912;p75"/>
              <p:cNvSpPr/>
              <p:nvPr/>
            </p:nvSpPr>
            <p:spPr>
              <a:xfrm>
                <a:off x="1443914" y="3693025"/>
                <a:ext cx="387937" cy="254911"/>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3" name="Google Shape;8913;p75"/>
              <p:cNvSpPr/>
              <p:nvPr/>
            </p:nvSpPr>
            <p:spPr>
              <a:xfrm>
                <a:off x="1054844" y="3693025"/>
                <a:ext cx="389072" cy="254558"/>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4" name="Google Shape;8914;p75"/>
              <p:cNvSpPr/>
              <p:nvPr/>
            </p:nvSpPr>
            <p:spPr>
              <a:xfrm>
                <a:off x="788438" y="3804252"/>
                <a:ext cx="361411" cy="363809"/>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5" name="Google Shape;8915;p75"/>
              <p:cNvSpPr/>
              <p:nvPr/>
            </p:nvSpPr>
            <p:spPr>
              <a:xfrm>
                <a:off x="712664" y="4097717"/>
                <a:ext cx="232830" cy="293432"/>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16" name="Google Shape;8916;p75"/>
          <p:cNvGrpSpPr/>
          <p:nvPr/>
        </p:nvGrpSpPr>
        <p:grpSpPr>
          <a:xfrm>
            <a:off x="3146990" y="970936"/>
            <a:ext cx="795485" cy="738831"/>
            <a:chOff x="3348603" y="1236445"/>
            <a:chExt cx="749256" cy="695894"/>
          </a:xfrm>
        </p:grpSpPr>
        <p:grpSp>
          <p:nvGrpSpPr>
            <p:cNvPr id="8917" name="Google Shape;8917;p75"/>
            <p:cNvGrpSpPr/>
            <p:nvPr/>
          </p:nvGrpSpPr>
          <p:grpSpPr>
            <a:xfrm>
              <a:off x="3583779" y="1236445"/>
              <a:ext cx="293795" cy="285811"/>
              <a:chOff x="3750225" y="1774000"/>
              <a:chExt cx="149575" cy="145525"/>
            </a:xfrm>
          </p:grpSpPr>
          <p:sp>
            <p:nvSpPr>
              <p:cNvPr id="8918" name="Google Shape;8918;p75"/>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9" name="Google Shape;8919;p75"/>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20" name="Google Shape;8920;p75"/>
            <p:cNvGrpSpPr/>
            <p:nvPr/>
          </p:nvGrpSpPr>
          <p:grpSpPr>
            <a:xfrm>
              <a:off x="3775534" y="1462599"/>
              <a:ext cx="322325" cy="285958"/>
              <a:chOff x="3847850" y="1889150"/>
              <a:chExt cx="164100" cy="145600"/>
            </a:xfrm>
          </p:grpSpPr>
          <p:sp>
            <p:nvSpPr>
              <p:cNvPr id="8921" name="Google Shape;8921;p75"/>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2" name="Google Shape;8922;p75"/>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23" name="Google Shape;8923;p75"/>
            <p:cNvGrpSpPr/>
            <p:nvPr/>
          </p:nvGrpSpPr>
          <p:grpSpPr>
            <a:xfrm>
              <a:off x="3545329" y="1646528"/>
              <a:ext cx="293746" cy="285811"/>
              <a:chOff x="3730650" y="1982800"/>
              <a:chExt cx="149550" cy="145525"/>
            </a:xfrm>
          </p:grpSpPr>
          <p:sp>
            <p:nvSpPr>
              <p:cNvPr id="8924" name="Google Shape;8924;p75"/>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5" name="Google Shape;8925;p75"/>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26" name="Google Shape;8926;p75"/>
            <p:cNvGrpSpPr/>
            <p:nvPr/>
          </p:nvGrpSpPr>
          <p:grpSpPr>
            <a:xfrm>
              <a:off x="3348603" y="1415046"/>
              <a:ext cx="294384" cy="284387"/>
              <a:chOff x="3630494" y="1864938"/>
              <a:chExt cx="149875" cy="144800"/>
            </a:xfrm>
          </p:grpSpPr>
          <p:sp>
            <p:nvSpPr>
              <p:cNvPr id="8927" name="Google Shape;8927;p75"/>
              <p:cNvSpPr/>
              <p:nvPr/>
            </p:nvSpPr>
            <p:spPr>
              <a:xfrm>
                <a:off x="3630494" y="1864938"/>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8" name="Google Shape;8928;p75"/>
              <p:cNvSpPr/>
              <p:nvPr/>
            </p:nvSpPr>
            <p:spPr>
              <a:xfrm>
                <a:off x="3654119" y="1906594"/>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29" name="Google Shape;8929;p75"/>
          <p:cNvGrpSpPr/>
          <p:nvPr/>
        </p:nvGrpSpPr>
        <p:grpSpPr>
          <a:xfrm>
            <a:off x="2268517" y="3493832"/>
            <a:ext cx="1324924" cy="678083"/>
            <a:chOff x="2413923" y="3711366"/>
            <a:chExt cx="1374117" cy="703260"/>
          </a:xfrm>
        </p:grpSpPr>
        <p:grpSp>
          <p:nvGrpSpPr>
            <p:cNvPr id="8930" name="Google Shape;8930;p75"/>
            <p:cNvGrpSpPr/>
            <p:nvPr/>
          </p:nvGrpSpPr>
          <p:grpSpPr>
            <a:xfrm>
              <a:off x="2413923" y="3711366"/>
              <a:ext cx="1374117" cy="703260"/>
              <a:chOff x="2413923" y="3711366"/>
              <a:chExt cx="1374117" cy="703260"/>
            </a:xfrm>
          </p:grpSpPr>
          <p:sp>
            <p:nvSpPr>
              <p:cNvPr id="8931" name="Google Shape;8931;p75"/>
              <p:cNvSpPr/>
              <p:nvPr/>
            </p:nvSpPr>
            <p:spPr>
              <a:xfrm>
                <a:off x="2484774" y="3827200"/>
                <a:ext cx="1231201" cy="587426"/>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32" name="Google Shape;8932;p75"/>
              <p:cNvGrpSpPr/>
              <p:nvPr/>
            </p:nvGrpSpPr>
            <p:grpSpPr>
              <a:xfrm>
                <a:off x="2600284" y="3808654"/>
                <a:ext cx="234506" cy="138009"/>
                <a:chOff x="2600284" y="3808654"/>
                <a:chExt cx="234506" cy="138009"/>
              </a:xfrm>
            </p:grpSpPr>
            <p:sp>
              <p:nvSpPr>
                <p:cNvPr id="8933" name="Google Shape;8933;p75"/>
                <p:cNvSpPr/>
                <p:nvPr/>
              </p:nvSpPr>
              <p:spPr>
                <a:xfrm>
                  <a:off x="2767890"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34" name="Google Shape;8934;p75"/>
                <p:cNvCxnSpPr/>
                <p:nvPr/>
              </p:nvCxnSpPr>
              <p:spPr>
                <a:xfrm rot="10800000">
                  <a:off x="2600284" y="3808654"/>
                  <a:ext cx="201000" cy="723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935" name="Google Shape;8935;p75"/>
              <p:cNvGrpSpPr/>
              <p:nvPr/>
            </p:nvGrpSpPr>
            <p:grpSpPr>
              <a:xfrm>
                <a:off x="3359659" y="3805664"/>
                <a:ext cx="232294" cy="141000"/>
                <a:chOff x="3359659" y="3805664"/>
                <a:chExt cx="232294" cy="141000"/>
              </a:xfrm>
            </p:grpSpPr>
            <p:sp>
              <p:nvSpPr>
                <p:cNvPr id="8936" name="Google Shape;8936;p75"/>
                <p:cNvSpPr/>
                <p:nvPr/>
              </p:nvSpPr>
              <p:spPr>
                <a:xfrm>
                  <a:off x="3359659" y="3879764"/>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37" name="Google Shape;8937;p75"/>
                <p:cNvCxnSpPr/>
                <p:nvPr/>
              </p:nvCxnSpPr>
              <p:spPr>
                <a:xfrm flipH="1" rot="10800000">
                  <a:off x="3393053" y="3805664"/>
                  <a:ext cx="198900" cy="780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938" name="Google Shape;8938;p75"/>
              <p:cNvGrpSpPr/>
              <p:nvPr/>
            </p:nvGrpSpPr>
            <p:grpSpPr>
              <a:xfrm>
                <a:off x="3067316" y="3711366"/>
                <a:ext cx="66900" cy="166809"/>
                <a:chOff x="3067316" y="3711366"/>
                <a:chExt cx="66900" cy="166809"/>
              </a:xfrm>
            </p:grpSpPr>
            <p:sp>
              <p:nvSpPr>
                <p:cNvPr id="8939" name="Google Shape;8939;p75"/>
                <p:cNvSpPr/>
                <p:nvPr/>
              </p:nvSpPr>
              <p:spPr>
                <a:xfrm>
                  <a:off x="3067316" y="381127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40" name="Google Shape;8940;p75"/>
                <p:cNvCxnSpPr/>
                <p:nvPr/>
              </p:nvCxnSpPr>
              <p:spPr>
                <a:xfrm rot="-5400000">
                  <a:off x="3050460" y="3761616"/>
                  <a:ext cx="1011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941" name="Google Shape;8941;p75"/>
              <p:cNvGrpSpPr/>
              <p:nvPr/>
            </p:nvGrpSpPr>
            <p:grpSpPr>
              <a:xfrm>
                <a:off x="2413923" y="4058666"/>
                <a:ext cx="224119" cy="66900"/>
                <a:chOff x="2413923" y="4058666"/>
                <a:chExt cx="224119" cy="66900"/>
              </a:xfrm>
            </p:grpSpPr>
            <p:sp>
              <p:nvSpPr>
                <p:cNvPr id="8942" name="Google Shape;8942;p75"/>
                <p:cNvSpPr/>
                <p:nvPr/>
              </p:nvSpPr>
              <p:spPr>
                <a:xfrm>
                  <a:off x="2571142"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43" name="Google Shape;8943;p75"/>
                <p:cNvCxnSpPr/>
                <p:nvPr/>
              </p:nvCxnSpPr>
              <p:spPr>
                <a:xfrm flipH="1">
                  <a:off x="2413923" y="4092060"/>
                  <a:ext cx="1596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nvGrpSpPr>
              <p:cNvPr id="8944" name="Google Shape;8944;p75"/>
              <p:cNvGrpSpPr/>
              <p:nvPr/>
            </p:nvGrpSpPr>
            <p:grpSpPr>
              <a:xfrm>
                <a:off x="3564643" y="4058666"/>
                <a:ext cx="223397" cy="66900"/>
                <a:chOff x="3564643" y="4058666"/>
                <a:chExt cx="223397" cy="66900"/>
              </a:xfrm>
            </p:grpSpPr>
            <p:sp>
              <p:nvSpPr>
                <p:cNvPr id="8945" name="Google Shape;8945;p75"/>
                <p:cNvSpPr/>
                <p:nvPr/>
              </p:nvSpPr>
              <p:spPr>
                <a:xfrm>
                  <a:off x="3564643" y="4058666"/>
                  <a:ext cx="66900" cy="66900"/>
                </a:xfrm>
                <a:prstGeom prst="ellipse">
                  <a:avLst/>
                </a:pr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946" name="Google Shape;8946;p75"/>
                <p:cNvCxnSpPr/>
                <p:nvPr/>
              </p:nvCxnSpPr>
              <p:spPr>
                <a:xfrm>
                  <a:off x="3630240" y="4092060"/>
                  <a:ext cx="157800" cy="600"/>
                </a:xfrm>
                <a:prstGeom prst="bentConnector3">
                  <a:avLst>
                    <a:gd fmla="val 50000" name="adj1"/>
                  </a:avLst>
                </a:prstGeom>
                <a:noFill/>
                <a:ln cap="flat" cmpd="sng" w="19050">
                  <a:solidFill>
                    <a:srgbClr val="869FB2"/>
                  </a:solidFill>
                  <a:prstDash val="solid"/>
                  <a:round/>
                  <a:headEnd len="med" w="med" type="none"/>
                  <a:tailEnd len="med" w="med" type="none"/>
                </a:ln>
              </p:spPr>
            </p:cxnSp>
          </p:grpSp>
        </p:grpSp>
        <p:grpSp>
          <p:nvGrpSpPr>
            <p:cNvPr id="8947" name="Google Shape;8947;p75"/>
            <p:cNvGrpSpPr/>
            <p:nvPr/>
          </p:nvGrpSpPr>
          <p:grpSpPr>
            <a:xfrm>
              <a:off x="2633353" y="3965763"/>
              <a:ext cx="933975" cy="445687"/>
              <a:chOff x="2633353" y="3965763"/>
              <a:chExt cx="933975" cy="445687"/>
            </a:xfrm>
          </p:grpSpPr>
          <p:sp>
            <p:nvSpPr>
              <p:cNvPr id="8948" name="Google Shape;8948;p75"/>
              <p:cNvSpPr/>
              <p:nvPr/>
            </p:nvSpPr>
            <p:spPr>
              <a:xfrm>
                <a:off x="2633353" y="3965763"/>
                <a:ext cx="933975" cy="445687"/>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9" name="Google Shape;8949;p75"/>
              <p:cNvSpPr/>
              <p:nvPr/>
            </p:nvSpPr>
            <p:spPr>
              <a:xfrm>
                <a:off x="2702006" y="4030399"/>
                <a:ext cx="798496" cy="381051"/>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50" name="Google Shape;8950;p75"/>
          <p:cNvGrpSpPr/>
          <p:nvPr/>
        </p:nvGrpSpPr>
        <p:grpSpPr>
          <a:xfrm>
            <a:off x="6392789" y="1044380"/>
            <a:ext cx="1131087" cy="587383"/>
            <a:chOff x="238125" y="999450"/>
            <a:chExt cx="7140700" cy="3708225"/>
          </a:xfrm>
        </p:grpSpPr>
        <p:sp>
          <p:nvSpPr>
            <p:cNvPr id="8951" name="Google Shape;8951;p75"/>
            <p:cNvSpPr/>
            <p:nvPr/>
          </p:nvSpPr>
          <p:spPr>
            <a:xfrm>
              <a:off x="2171975" y="3872925"/>
              <a:ext cx="7900" cy="25"/>
            </a:xfrm>
            <a:custGeom>
              <a:rect b="b" l="l" r="r" t="t"/>
              <a:pathLst>
                <a:path extrusionOk="0" h="1" w="316">
                  <a:moveTo>
                    <a:pt x="316" y="0"/>
                  </a:moveTo>
                  <a:lnTo>
                    <a:pt x="1" y="0"/>
                  </a:ln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2" name="Google Shape;8952;p75"/>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3" name="Google Shape;8953;p75"/>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4" name="Google Shape;8954;p75"/>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5" name="Google Shape;8955;p75"/>
            <p:cNvSpPr/>
            <p:nvPr/>
          </p:nvSpPr>
          <p:spPr>
            <a:xfrm>
              <a:off x="3808250" y="2852875"/>
              <a:ext cx="25" cy="25"/>
            </a:xfrm>
            <a:custGeom>
              <a:rect b="b" l="l" r="r" t="t"/>
              <a:pathLst>
                <a:path extrusionOk="0" h="1" w="1">
                  <a:moveTo>
                    <a:pt x="0" y="1"/>
                  </a:moveTo>
                  <a:close/>
                </a:path>
              </a:pathLst>
            </a:custGeom>
            <a:solidFill>
              <a:srgbClr val="DB634B"/>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6" name="Google Shape;8956;p75"/>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7" name="Google Shape;8957;p75"/>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8" name="Google Shape;8958;p75"/>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9" name="Google Shape;8959;p75"/>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60" name="Google Shape;8960;p75"/>
          <p:cNvGrpSpPr/>
          <p:nvPr/>
        </p:nvGrpSpPr>
        <p:grpSpPr>
          <a:xfrm>
            <a:off x="3744240" y="3493874"/>
            <a:ext cx="1375854" cy="678131"/>
            <a:chOff x="3913765" y="3641905"/>
            <a:chExt cx="1522805" cy="750560"/>
          </a:xfrm>
        </p:grpSpPr>
        <p:grpSp>
          <p:nvGrpSpPr>
            <p:cNvPr id="8961" name="Google Shape;8961;p75"/>
            <p:cNvGrpSpPr/>
            <p:nvPr/>
          </p:nvGrpSpPr>
          <p:grpSpPr>
            <a:xfrm>
              <a:off x="3913765" y="3997002"/>
              <a:ext cx="1522805" cy="395463"/>
              <a:chOff x="3913765" y="3997002"/>
              <a:chExt cx="1522805" cy="395463"/>
            </a:xfrm>
          </p:grpSpPr>
          <p:grpSp>
            <p:nvGrpSpPr>
              <p:cNvPr id="8962" name="Google Shape;8962;p75"/>
              <p:cNvGrpSpPr/>
              <p:nvPr/>
            </p:nvGrpSpPr>
            <p:grpSpPr>
              <a:xfrm>
                <a:off x="3913765" y="4138659"/>
                <a:ext cx="507602" cy="253806"/>
                <a:chOff x="3913765" y="4138659"/>
                <a:chExt cx="507602" cy="253806"/>
              </a:xfrm>
            </p:grpSpPr>
            <p:sp>
              <p:nvSpPr>
                <p:cNvPr id="8963" name="Google Shape;8963;p75"/>
                <p:cNvSpPr/>
                <p:nvPr/>
              </p:nvSpPr>
              <p:spPr>
                <a:xfrm>
                  <a:off x="3913765" y="4138659"/>
                  <a:ext cx="507602" cy="50764"/>
                </a:xfrm>
                <a:custGeom>
                  <a:rect b="b" l="l" r="r" t="t"/>
                  <a:pathLst>
                    <a:path extrusionOk="0" fill="none" h="9502" w="95012">
                      <a:moveTo>
                        <a:pt x="95011" y="1"/>
                      </a:moveTo>
                      <a:lnTo>
                        <a:pt x="23755" y="1"/>
                      </a:lnTo>
                      <a:lnTo>
                        <a:pt x="1" y="9501"/>
                      </a:lnTo>
                      <a:lnTo>
                        <a:pt x="95011"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4" name="Google Shape;8964;p75"/>
                <p:cNvSpPr/>
                <p:nvPr/>
              </p:nvSpPr>
              <p:spPr>
                <a:xfrm>
                  <a:off x="3913765" y="4189418"/>
                  <a:ext cx="507602" cy="203047"/>
                </a:xfrm>
                <a:custGeom>
                  <a:rect b="b" l="l" r="r" t="t"/>
                  <a:pathLst>
                    <a:path extrusionOk="0" fill="none" h="38006" w="95012">
                      <a:moveTo>
                        <a:pt x="1" y="0"/>
                      </a:moveTo>
                      <a:lnTo>
                        <a:pt x="1" y="38005"/>
                      </a:lnTo>
                      <a:lnTo>
                        <a:pt x="95011" y="38005"/>
                      </a:lnTo>
                      <a:lnTo>
                        <a:pt x="95011" y="38005"/>
                      </a:lnTo>
                      <a:lnTo>
                        <a:pt x="95011" y="0"/>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     </a:t>
                  </a:r>
                  <a:endParaRPr/>
                </a:p>
              </p:txBody>
            </p:sp>
          </p:grpSp>
          <p:grpSp>
            <p:nvGrpSpPr>
              <p:cNvPr id="8965" name="Google Shape;8965;p75"/>
              <p:cNvGrpSpPr/>
              <p:nvPr/>
            </p:nvGrpSpPr>
            <p:grpSpPr>
              <a:xfrm>
                <a:off x="4421361" y="3997002"/>
                <a:ext cx="507618" cy="395463"/>
                <a:chOff x="4421361" y="3997002"/>
                <a:chExt cx="507618" cy="395463"/>
              </a:xfrm>
            </p:grpSpPr>
            <p:sp>
              <p:nvSpPr>
                <p:cNvPr id="8966" name="Google Shape;8966;p75"/>
                <p:cNvSpPr/>
                <p:nvPr/>
              </p:nvSpPr>
              <p:spPr>
                <a:xfrm>
                  <a:off x="4421361" y="3997002"/>
                  <a:ext cx="507618" cy="50759"/>
                </a:xfrm>
                <a:custGeom>
                  <a:rect b="b" l="l" r="r" t="t"/>
                  <a:pathLst>
                    <a:path extrusionOk="0" fill="none" h="9501" w="95015">
                      <a:moveTo>
                        <a:pt x="71260" y="0"/>
                      </a:moveTo>
                      <a:lnTo>
                        <a:pt x="23755" y="0"/>
                      </a:lnTo>
                      <a:lnTo>
                        <a:pt x="0" y="9501"/>
                      </a:lnTo>
                      <a:lnTo>
                        <a:pt x="95014" y="9501"/>
                      </a:lnTo>
                      <a:close/>
                    </a:path>
                  </a:pathLst>
                </a:custGeom>
                <a:noFill/>
                <a:ln cap="sq"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7" name="Google Shape;8967;p75"/>
                <p:cNvSpPr/>
                <p:nvPr/>
              </p:nvSpPr>
              <p:spPr>
                <a:xfrm>
                  <a:off x="4421361" y="4047756"/>
                  <a:ext cx="507618" cy="344709"/>
                </a:xfrm>
                <a:custGeom>
                  <a:rect b="b" l="l" r="r" t="t"/>
                  <a:pathLst>
                    <a:path extrusionOk="0" fill="none" h="64522" w="95015">
                      <a:moveTo>
                        <a:pt x="0" y="1"/>
                      </a:moveTo>
                      <a:lnTo>
                        <a:pt x="0" y="64521"/>
                      </a:lnTo>
                      <a:lnTo>
                        <a:pt x="95014" y="64521"/>
                      </a:lnTo>
                      <a:lnTo>
                        <a:pt x="95014" y="35846"/>
                      </a:lnTo>
                      <a:lnTo>
                        <a:pt x="95014" y="35846"/>
                      </a:lnTo>
                      <a:lnTo>
                        <a:pt x="95014" y="26286"/>
                      </a:lnTo>
                      <a:lnTo>
                        <a:pt x="95014" y="1"/>
                      </a:lnTo>
                      <a:close/>
                    </a:path>
                  </a:pathLst>
                </a:custGeom>
                <a:noFill/>
                <a:ln cap="flat" cmpd="sng" w="9525">
                  <a:solidFill>
                    <a:srgbClr val="DBE2E7"/>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68" name="Google Shape;8968;p75"/>
              <p:cNvGrpSpPr/>
              <p:nvPr/>
            </p:nvGrpSpPr>
            <p:grpSpPr>
              <a:xfrm>
                <a:off x="4928973" y="4189418"/>
                <a:ext cx="507596" cy="203047"/>
                <a:chOff x="4928973" y="4189418"/>
                <a:chExt cx="507596" cy="203047"/>
              </a:xfrm>
            </p:grpSpPr>
            <p:sp>
              <p:nvSpPr>
                <p:cNvPr id="8969" name="Google Shape;8969;p75"/>
                <p:cNvSpPr/>
                <p:nvPr/>
              </p:nvSpPr>
              <p:spPr>
                <a:xfrm>
                  <a:off x="4928973" y="4189418"/>
                  <a:ext cx="507596" cy="50759"/>
                </a:xfrm>
                <a:custGeom>
                  <a:rect b="b" l="l" r="r" t="t"/>
                  <a:pathLst>
                    <a:path extrusionOk="0" fill="none" h="9501" w="95011">
                      <a:moveTo>
                        <a:pt x="95011" y="9501"/>
                      </a:moveTo>
                      <a:lnTo>
                        <a:pt x="71260" y="0"/>
                      </a:lnTo>
                      <a:lnTo>
                        <a:pt x="0" y="0"/>
                      </a:lnTo>
                      <a:lnTo>
                        <a:pt x="0" y="950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0" name="Google Shape;8970;p75"/>
                <p:cNvSpPr/>
                <p:nvPr/>
              </p:nvSpPr>
              <p:spPr>
                <a:xfrm>
                  <a:off x="4928973" y="4240172"/>
                  <a:ext cx="507596" cy="152293"/>
                </a:xfrm>
                <a:custGeom>
                  <a:rect b="b" l="l" r="r" t="t"/>
                  <a:pathLst>
                    <a:path extrusionOk="0" fill="none" h="28506" w="95011">
                      <a:moveTo>
                        <a:pt x="0" y="28505"/>
                      </a:moveTo>
                      <a:lnTo>
                        <a:pt x="0" y="28505"/>
                      </a:lnTo>
                      <a:lnTo>
                        <a:pt x="95011" y="28505"/>
                      </a:lnTo>
                      <a:lnTo>
                        <a:pt x="95011" y="1"/>
                      </a:lnTo>
                      <a:lnTo>
                        <a:pt x="0" y="1"/>
                      </a:lnTo>
                      <a:close/>
                    </a:path>
                  </a:pathLst>
                </a:custGeom>
                <a:noFill/>
                <a:ln cap="flat" cmpd="sng" w="9525">
                  <a:solidFill>
                    <a:srgbClr val="869FB1"/>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71" name="Google Shape;8971;p75"/>
            <p:cNvGrpSpPr/>
            <p:nvPr/>
          </p:nvGrpSpPr>
          <p:grpSpPr>
            <a:xfrm>
              <a:off x="4482186" y="3641905"/>
              <a:ext cx="397605" cy="349784"/>
              <a:chOff x="2906375" y="1159725"/>
              <a:chExt cx="1860575" cy="1636800"/>
            </a:xfrm>
          </p:grpSpPr>
          <p:sp>
            <p:nvSpPr>
              <p:cNvPr id="8972" name="Google Shape;8972;p75"/>
              <p:cNvSpPr/>
              <p:nvPr/>
            </p:nvSpPr>
            <p:spPr>
              <a:xfrm>
                <a:off x="2906375" y="1159725"/>
                <a:ext cx="1860575" cy="1320800"/>
              </a:xfrm>
              <a:custGeom>
                <a:rect b="b" l="l" r="r" t="t"/>
                <a:pathLst>
                  <a:path extrusionOk="0" fill="none" h="52832" w="74423">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3" name="Google Shape;8973;p75"/>
              <p:cNvSpPr/>
              <p:nvPr/>
            </p:nvSpPr>
            <p:spPr>
              <a:xfrm>
                <a:off x="3520750" y="2496900"/>
                <a:ext cx="656300" cy="214450"/>
              </a:xfrm>
              <a:custGeom>
                <a:rect b="b" l="l" r="r" t="t"/>
                <a:pathLst>
                  <a:path extrusionOk="0" fill="none" h="8578" w="26252">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4" name="Google Shape;8974;p75"/>
              <p:cNvSpPr/>
              <p:nvPr/>
            </p:nvSpPr>
            <p:spPr>
              <a:xfrm>
                <a:off x="3448300" y="2706900"/>
                <a:ext cx="803900" cy="89625"/>
              </a:xfrm>
              <a:custGeom>
                <a:rect b="b" l="l" r="r" t="t"/>
                <a:pathLst>
                  <a:path extrusionOk="0" fill="none" h="3585" w="32156">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cap="flat" cmpd="sng" w="9525">
                <a:solidFill>
                  <a:srgbClr val="E3E9ED"/>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5" name="Google Shape;8975;p75"/>
              <p:cNvSpPr/>
              <p:nvPr/>
            </p:nvSpPr>
            <p:spPr>
              <a:xfrm>
                <a:off x="3674575" y="1339775"/>
                <a:ext cx="324050" cy="308175"/>
              </a:xfrm>
              <a:custGeom>
                <a:rect b="b" l="l" r="r" t="t"/>
                <a:pathLst>
                  <a:path extrusionOk="0" fill="none" h="12327" w="12962">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cap="flat" cmpd="sng" w="9525">
                <a:solidFill>
                  <a:srgbClr val="FFFFFF"/>
                </a:solidFill>
                <a:prstDash val="solid"/>
                <a:miter lim="267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76" name="Google Shape;8976;p75"/>
          <p:cNvGrpSpPr/>
          <p:nvPr/>
        </p:nvGrpSpPr>
        <p:grpSpPr>
          <a:xfrm>
            <a:off x="6528949" y="1853801"/>
            <a:ext cx="940737" cy="721067"/>
            <a:chOff x="6599718" y="2068734"/>
            <a:chExt cx="940737" cy="721067"/>
          </a:xfrm>
        </p:grpSpPr>
        <p:sp>
          <p:nvSpPr>
            <p:cNvPr id="8977" name="Google Shape;8977;p75"/>
            <p:cNvSpPr/>
            <p:nvPr/>
          </p:nvSpPr>
          <p:spPr>
            <a:xfrm>
              <a:off x="7138953" y="2569473"/>
              <a:ext cx="366935" cy="115933"/>
            </a:xfrm>
            <a:custGeom>
              <a:rect b="b" l="l" r="r" t="t"/>
              <a:pathLst>
                <a:path extrusionOk="0" fill="none" h="33338" w="105517">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8" name="Google Shape;8978;p75"/>
            <p:cNvSpPr/>
            <p:nvPr/>
          </p:nvSpPr>
          <p:spPr>
            <a:xfrm>
              <a:off x="6650497" y="2579172"/>
              <a:ext cx="346397" cy="118079"/>
            </a:xfrm>
            <a:custGeom>
              <a:rect b="b" l="l" r="r" t="t"/>
              <a:pathLst>
                <a:path extrusionOk="0" fill="none" h="33955" w="99611">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9" name="Google Shape;8979;p75"/>
            <p:cNvSpPr/>
            <p:nvPr/>
          </p:nvSpPr>
          <p:spPr>
            <a:xfrm>
              <a:off x="7236268" y="2370428"/>
              <a:ext cx="304187" cy="115978"/>
            </a:xfrm>
            <a:custGeom>
              <a:rect b="b" l="l" r="r" t="t"/>
              <a:pathLst>
                <a:path extrusionOk="0" fill="none" h="33351" w="87473">
                  <a:moveTo>
                    <a:pt x="15181" y="0"/>
                  </a:moveTo>
                  <a:cubicBezTo>
                    <a:pt x="12114" y="11913"/>
                    <a:pt x="6975" y="23210"/>
                    <a:pt x="1" y="33350"/>
                  </a:cubicBezTo>
                  <a:lnTo>
                    <a:pt x="87472" y="33350"/>
                  </a:lnTo>
                  <a:lnTo>
                    <a:pt x="87472"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0" name="Google Shape;8980;p75"/>
            <p:cNvSpPr/>
            <p:nvPr/>
          </p:nvSpPr>
          <p:spPr>
            <a:xfrm>
              <a:off x="7252744" y="2161243"/>
              <a:ext cx="271454" cy="115982"/>
            </a:xfrm>
            <a:custGeom>
              <a:rect b="b" l="l" r="r" t="t"/>
              <a:pathLst>
                <a:path extrusionOk="0" fill="none" h="33352" w="78060">
                  <a:moveTo>
                    <a:pt x="0" y="1"/>
                  </a:moveTo>
                  <a:cubicBezTo>
                    <a:pt x="7288" y="9714"/>
                    <a:pt x="11762" y="21250"/>
                    <a:pt x="12918" y="33351"/>
                  </a:cubicBezTo>
                  <a:lnTo>
                    <a:pt x="78060" y="33351"/>
                  </a:lnTo>
                  <a:lnTo>
                    <a:pt x="78060" y="1"/>
                  </a:ln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1" name="Google Shape;8981;p75"/>
            <p:cNvSpPr/>
            <p:nvPr/>
          </p:nvSpPr>
          <p:spPr>
            <a:xfrm>
              <a:off x="6599718" y="2199610"/>
              <a:ext cx="260051" cy="115978"/>
            </a:xfrm>
            <a:custGeom>
              <a:rect b="b" l="l" r="r" t="t"/>
              <a:pathLst>
                <a:path extrusionOk="0" fill="none" h="33351" w="74781">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2" name="Google Shape;8982;p75"/>
            <p:cNvSpPr/>
            <p:nvPr/>
          </p:nvSpPr>
          <p:spPr>
            <a:xfrm>
              <a:off x="6605967" y="2389697"/>
              <a:ext cx="307727" cy="116023"/>
            </a:xfrm>
            <a:custGeom>
              <a:rect b="b" l="l" r="r" t="t"/>
              <a:pathLst>
                <a:path extrusionOk="0" fill="none" h="33364" w="88491">
                  <a:moveTo>
                    <a:pt x="70835" y="1"/>
                  </a:moveTo>
                  <a:lnTo>
                    <a:pt x="1" y="1"/>
                  </a:lnTo>
                  <a:lnTo>
                    <a:pt x="1" y="33363"/>
                  </a:lnTo>
                  <a:lnTo>
                    <a:pt x="88490" y="33363"/>
                  </a:lnTo>
                  <a:cubicBezTo>
                    <a:pt x="80662" y="23386"/>
                    <a:pt x="74680" y="12089"/>
                    <a:pt x="70835" y="1"/>
                  </a:cubicBez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83" name="Google Shape;8983;p75"/>
            <p:cNvGrpSpPr/>
            <p:nvPr/>
          </p:nvGrpSpPr>
          <p:grpSpPr>
            <a:xfrm>
              <a:off x="6836957" y="2068734"/>
              <a:ext cx="461892" cy="721067"/>
              <a:chOff x="6836957" y="2068734"/>
              <a:chExt cx="461892" cy="721067"/>
            </a:xfrm>
          </p:grpSpPr>
          <p:sp>
            <p:nvSpPr>
              <p:cNvPr id="8984" name="Google Shape;8984;p75"/>
              <p:cNvSpPr/>
              <p:nvPr/>
            </p:nvSpPr>
            <p:spPr>
              <a:xfrm>
                <a:off x="7080441" y="2287271"/>
                <a:ext cx="187336" cy="123319"/>
              </a:xfrm>
              <a:custGeom>
                <a:rect b="b" l="l" r="r" t="t"/>
                <a:pathLst>
                  <a:path extrusionOk="0" fill="none" h="35462" w="53871">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cap="flat" cmpd="sng" w="9525">
                <a:solidFill>
                  <a:srgbClr val="4F677B"/>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5" name="Google Shape;8985;p75"/>
              <p:cNvSpPr/>
              <p:nvPr/>
            </p:nvSpPr>
            <p:spPr>
              <a:xfrm>
                <a:off x="7080441" y="2105091"/>
                <a:ext cx="182750" cy="157141"/>
              </a:xfrm>
              <a:custGeom>
                <a:rect b="b" l="l" r="r" t="t"/>
                <a:pathLst>
                  <a:path extrusionOk="0" fill="none" h="45188" w="52552">
                    <a:moveTo>
                      <a:pt x="1" y="45188"/>
                    </a:moveTo>
                    <a:lnTo>
                      <a:pt x="52551" y="45188"/>
                    </a:lnTo>
                    <a:cubicBezTo>
                      <a:pt x="47211" y="20458"/>
                      <a:pt x="25899" y="1609"/>
                      <a:pt x="1" y="1"/>
                    </a:cubicBezTo>
                    <a:close/>
                  </a:path>
                </a:pathLst>
              </a:custGeom>
              <a:noFill/>
              <a:ln cap="flat" cmpd="sng" w="9525">
                <a:solidFill>
                  <a:srgbClr val="B3C3C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6" name="Google Shape;8986;p75"/>
              <p:cNvSpPr/>
              <p:nvPr/>
            </p:nvSpPr>
            <p:spPr>
              <a:xfrm>
                <a:off x="6872702" y="2287006"/>
                <a:ext cx="187378" cy="123364"/>
              </a:xfrm>
              <a:custGeom>
                <a:rect b="b" l="l" r="r" t="t"/>
                <a:pathLst>
                  <a:path extrusionOk="0" fill="none" h="35475" w="53883">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cap="flat" cmpd="sng" w="9525">
                <a:solidFill>
                  <a:srgbClr val="C9D4DC"/>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7" name="Google Shape;8987;p75"/>
              <p:cNvSpPr/>
              <p:nvPr/>
            </p:nvSpPr>
            <p:spPr>
              <a:xfrm>
                <a:off x="6902504" y="2430686"/>
                <a:ext cx="152902" cy="185984"/>
              </a:xfrm>
              <a:custGeom>
                <a:rect b="b" l="l" r="r" t="t"/>
                <a:pathLst>
                  <a:path extrusionOk="0" fill="none" h="53482" w="43969">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cap="flat" cmpd="sng" w="9525">
                <a:solidFill>
                  <a:srgbClr val="DBE3E8"/>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8" name="Google Shape;8988;p75"/>
              <p:cNvSpPr/>
              <p:nvPr/>
            </p:nvSpPr>
            <p:spPr>
              <a:xfrm>
                <a:off x="6877289" y="2104831"/>
                <a:ext cx="182791" cy="157141"/>
              </a:xfrm>
              <a:custGeom>
                <a:rect b="b" l="l" r="r" t="t"/>
                <a:pathLst>
                  <a:path extrusionOk="0" fill="none" h="45188" w="52564">
                    <a:moveTo>
                      <a:pt x="52564" y="45187"/>
                    </a:moveTo>
                    <a:lnTo>
                      <a:pt x="52564" y="0"/>
                    </a:lnTo>
                    <a:cubicBezTo>
                      <a:pt x="26653" y="1621"/>
                      <a:pt x="5354" y="20470"/>
                      <a:pt x="1" y="45187"/>
                    </a:cubicBezTo>
                    <a:close/>
                  </a:path>
                </a:pathLst>
              </a:custGeom>
              <a:noFill/>
              <a:ln cap="flat" cmpd="sng" w="9525">
                <a:solidFill>
                  <a:srgbClr val="8FA1AF"/>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9" name="Google Shape;8989;p75"/>
              <p:cNvSpPr/>
              <p:nvPr/>
            </p:nvSpPr>
            <p:spPr>
              <a:xfrm>
                <a:off x="7080441" y="2430686"/>
                <a:ext cx="152860" cy="185938"/>
              </a:xfrm>
              <a:custGeom>
                <a:rect b="b" l="l" r="r" t="t"/>
                <a:pathLst>
                  <a:path extrusionOk="0" fill="none" h="53469" w="43957">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cap="flat" cmpd="sng" w="9525">
                <a:solidFill>
                  <a:srgbClr val="374F66"/>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90" name="Google Shape;8990;p75"/>
              <p:cNvGrpSpPr/>
              <p:nvPr/>
            </p:nvGrpSpPr>
            <p:grpSpPr>
              <a:xfrm>
                <a:off x="6836957" y="2068734"/>
                <a:ext cx="461892" cy="721067"/>
                <a:chOff x="6836957" y="2068734"/>
                <a:chExt cx="461892" cy="721067"/>
              </a:xfrm>
            </p:grpSpPr>
            <p:sp>
              <p:nvSpPr>
                <p:cNvPr id="8991" name="Google Shape;8991;p75"/>
                <p:cNvSpPr/>
                <p:nvPr/>
              </p:nvSpPr>
              <p:spPr>
                <a:xfrm>
                  <a:off x="6996059" y="2711098"/>
                  <a:ext cx="143729" cy="78703"/>
                </a:xfrm>
                <a:custGeom>
                  <a:rect b="b" l="l" r="r" t="t"/>
                  <a:pathLst>
                    <a:path extrusionOk="0" fill="none" h="22632" w="41331">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2" name="Google Shape;8992;p75"/>
                <p:cNvSpPr/>
                <p:nvPr/>
              </p:nvSpPr>
              <p:spPr>
                <a:xfrm>
                  <a:off x="6996059" y="2647693"/>
                  <a:ext cx="143683" cy="88753"/>
                </a:xfrm>
                <a:custGeom>
                  <a:rect b="b" l="l" r="r" t="t"/>
                  <a:pathLst>
                    <a:path extrusionOk="0" fill="none" h="25522" w="41318">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cap="flat" cmpd="sng" w="9525">
                  <a:solidFill>
                    <a:srgbClr val="E3E7EA"/>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3" name="Google Shape;8993;p75"/>
                <p:cNvSpPr/>
                <p:nvPr/>
              </p:nvSpPr>
              <p:spPr>
                <a:xfrm>
                  <a:off x="6990467" y="2723683"/>
                  <a:ext cx="154870" cy="12721"/>
                </a:xfrm>
                <a:custGeom>
                  <a:rect b="b" l="l" r="r" t="t"/>
                  <a:pathLst>
                    <a:path extrusionOk="0" fill="none" h="3658" w="44535">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4" name="Google Shape;8994;p75"/>
                <p:cNvSpPr/>
                <p:nvPr/>
              </p:nvSpPr>
              <p:spPr>
                <a:xfrm>
                  <a:off x="6990467" y="2698339"/>
                  <a:ext cx="154870" cy="12762"/>
                </a:xfrm>
                <a:custGeom>
                  <a:rect b="b" l="l" r="r" t="t"/>
                  <a:pathLst>
                    <a:path extrusionOk="0" fill="none" h="3670" w="44535">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5" name="Google Shape;8995;p75"/>
                <p:cNvSpPr/>
                <p:nvPr/>
              </p:nvSpPr>
              <p:spPr>
                <a:xfrm>
                  <a:off x="6990467" y="2647648"/>
                  <a:ext cx="154870" cy="12762"/>
                </a:xfrm>
                <a:custGeom>
                  <a:rect b="b" l="l" r="r" t="t"/>
                  <a:pathLst>
                    <a:path extrusionOk="0" fill="none" h="3670" w="44535">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6" name="Google Shape;8996;p75"/>
                <p:cNvSpPr/>
                <p:nvPr/>
              </p:nvSpPr>
              <p:spPr>
                <a:xfrm>
                  <a:off x="6990467" y="2672992"/>
                  <a:ext cx="154870" cy="12766"/>
                </a:xfrm>
                <a:custGeom>
                  <a:rect b="b" l="l" r="r" t="t"/>
                  <a:pathLst>
                    <a:path extrusionOk="0" fill="none" h="3671" w="44535">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cap="flat" cmpd="sng" w="9525">
                  <a:solidFill>
                    <a:srgbClr val="EEF0F2"/>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7" name="Google Shape;8997;p75"/>
                <p:cNvSpPr/>
                <p:nvPr/>
              </p:nvSpPr>
              <p:spPr>
                <a:xfrm>
                  <a:off x="6836957" y="2068734"/>
                  <a:ext cx="461892" cy="589756"/>
                </a:xfrm>
                <a:custGeom>
                  <a:rect b="b" l="l" r="r" t="t"/>
                  <a:pathLst>
                    <a:path extrusionOk="0" fill="none" h="169592" w="132823">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cap="flat" cmpd="sng" w="9525">
                  <a:solidFill>
                    <a:srgbClr val="FEFEFE"/>
                  </a:solidFill>
                  <a:prstDash val="solid"/>
                  <a:miter lim="1256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8998" name="Google Shape;8998;p75"/>
          <p:cNvGrpSpPr/>
          <p:nvPr/>
        </p:nvGrpSpPr>
        <p:grpSpPr>
          <a:xfrm>
            <a:off x="2412267" y="1858147"/>
            <a:ext cx="712577" cy="712374"/>
            <a:chOff x="2559249" y="2069323"/>
            <a:chExt cx="685566" cy="685634"/>
          </a:xfrm>
        </p:grpSpPr>
        <p:sp>
          <p:nvSpPr>
            <p:cNvPr id="8999" name="Google Shape;8999;p75"/>
            <p:cNvSpPr/>
            <p:nvPr/>
          </p:nvSpPr>
          <p:spPr>
            <a:xfrm>
              <a:off x="2637836" y="2532965"/>
              <a:ext cx="376180" cy="221993"/>
            </a:xfrm>
            <a:custGeom>
              <a:rect b="b" l="l" r="r" t="t"/>
              <a:pathLst>
                <a:path extrusionOk="0" h="67784" w="114864">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0" name="Google Shape;9000;p75"/>
            <p:cNvSpPr/>
            <p:nvPr/>
          </p:nvSpPr>
          <p:spPr>
            <a:xfrm>
              <a:off x="2910955" y="2421038"/>
              <a:ext cx="327385" cy="318821"/>
            </a:xfrm>
            <a:custGeom>
              <a:rect b="b" l="l" r="r" t="t"/>
              <a:pathLst>
                <a:path extrusionOk="0" h="97350" w="99965">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1" name="Google Shape;9001;p75"/>
            <p:cNvSpPr/>
            <p:nvPr/>
          </p:nvSpPr>
          <p:spPr>
            <a:xfrm>
              <a:off x="3122726" y="2149918"/>
              <a:ext cx="10490" cy="10015"/>
            </a:xfrm>
            <a:custGeom>
              <a:rect b="b" l="l" r="r" t="t"/>
              <a:pathLst>
                <a:path extrusionOk="0" h="3058" w="3203">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2" name="Google Shape;9002;p75"/>
            <p:cNvSpPr/>
            <p:nvPr/>
          </p:nvSpPr>
          <p:spPr>
            <a:xfrm>
              <a:off x="3022956" y="2159929"/>
              <a:ext cx="221858" cy="379216"/>
            </a:xfrm>
            <a:custGeom>
              <a:rect b="b" l="l" r="r" t="t"/>
              <a:pathLst>
                <a:path extrusionOk="0" h="115791" w="67743">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3" name="Google Shape;9003;p75"/>
            <p:cNvSpPr/>
            <p:nvPr/>
          </p:nvSpPr>
          <p:spPr>
            <a:xfrm>
              <a:off x="3001649" y="2257452"/>
              <a:ext cx="4395" cy="2908"/>
            </a:xfrm>
            <a:custGeom>
              <a:rect b="b" l="l" r="r" t="t"/>
              <a:pathLst>
                <a:path extrusionOk="0" h="888" w="1342">
                  <a:moveTo>
                    <a:pt x="1" y="1"/>
                  </a:moveTo>
                  <a:cubicBezTo>
                    <a:pt x="449" y="291"/>
                    <a:pt x="898" y="587"/>
                    <a:pt x="1341" y="888"/>
                  </a:cubicBezTo>
                  <a:cubicBezTo>
                    <a:pt x="898" y="587"/>
                    <a:pt x="449" y="291"/>
                    <a:pt x="1" y="1"/>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4" name="Google Shape;9004;p75"/>
            <p:cNvSpPr/>
            <p:nvPr/>
          </p:nvSpPr>
          <p:spPr>
            <a:xfrm>
              <a:off x="3006814" y="2260907"/>
              <a:ext cx="504" cy="373"/>
            </a:xfrm>
            <a:custGeom>
              <a:rect b="b" l="l" r="r" t="t"/>
              <a:pathLst>
                <a:path extrusionOk="0" h="114" w="154">
                  <a:moveTo>
                    <a:pt x="1" y="0"/>
                  </a:moveTo>
                  <a:lnTo>
                    <a:pt x="1" y="0"/>
                  </a:lnTo>
                  <a:cubicBezTo>
                    <a:pt x="50" y="40"/>
                    <a:pt x="104" y="74"/>
                    <a:pt x="154" y="114"/>
                  </a:cubicBezTo>
                  <a:cubicBezTo>
                    <a:pt x="104" y="74"/>
                    <a:pt x="55" y="40"/>
                    <a:pt x="1"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5" name="Google Shape;9005;p75"/>
            <p:cNvSpPr/>
            <p:nvPr/>
          </p:nvSpPr>
          <p:spPr>
            <a:xfrm>
              <a:off x="3007315" y="2261277"/>
              <a:ext cx="15645" cy="12190"/>
            </a:xfrm>
            <a:custGeom>
              <a:rect b="b" l="l" r="r" t="t"/>
              <a:pathLst>
                <a:path extrusionOk="0" h="3722" w="4777">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6" name="Google Shape;9006;p75"/>
            <p:cNvSpPr/>
            <p:nvPr/>
          </p:nvSpPr>
          <p:spPr>
            <a:xfrm>
              <a:off x="3006025" y="2260357"/>
              <a:ext cx="793" cy="553"/>
            </a:xfrm>
            <a:custGeom>
              <a:rect b="b" l="l" r="r" t="t"/>
              <a:pathLst>
                <a:path extrusionOk="0" h="169" w="242">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7" name="Google Shape;9007;p75"/>
            <p:cNvSpPr/>
            <p:nvPr/>
          </p:nvSpPr>
          <p:spPr>
            <a:xfrm>
              <a:off x="2790124" y="2069323"/>
              <a:ext cx="376068" cy="221963"/>
            </a:xfrm>
            <a:custGeom>
              <a:rect b="b" l="l" r="r" t="t"/>
              <a:pathLst>
                <a:path extrusionOk="0" h="67775" w="11483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8" name="Google Shape;9008;p75"/>
            <p:cNvSpPr/>
            <p:nvPr/>
          </p:nvSpPr>
          <p:spPr>
            <a:xfrm>
              <a:off x="2559328" y="2381300"/>
              <a:ext cx="1294" cy="21877"/>
            </a:xfrm>
            <a:custGeom>
              <a:rect b="b" l="l" r="r" t="t"/>
              <a:pathLst>
                <a:path extrusionOk="0" h="6680" w="395">
                  <a:moveTo>
                    <a:pt x="395" y="1"/>
                  </a:moveTo>
                  <a:cubicBezTo>
                    <a:pt x="193" y="2219"/>
                    <a:pt x="65" y="4447"/>
                    <a:pt x="1" y="6679"/>
                  </a:cubicBezTo>
                  <a:lnTo>
                    <a:pt x="15" y="6679"/>
                  </a:lnTo>
                  <a:cubicBezTo>
                    <a:pt x="70" y="4447"/>
                    <a:pt x="198" y="2224"/>
                    <a:pt x="395" y="1"/>
                  </a:cubicBezTo>
                  <a:close/>
                </a:path>
              </a:pathLst>
            </a:custGeom>
            <a:solidFill>
              <a:srgbClr val="A5B7C5"/>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9" name="Google Shape;9009;p75"/>
            <p:cNvSpPr/>
            <p:nvPr/>
          </p:nvSpPr>
          <p:spPr>
            <a:xfrm>
              <a:off x="2565429" y="2084349"/>
              <a:ext cx="327628" cy="318828"/>
            </a:xfrm>
            <a:custGeom>
              <a:rect b="b" l="l" r="r" t="t"/>
              <a:pathLst>
                <a:path extrusionOk="0" h="97352" w="100039">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0" name="Google Shape;9010;p75"/>
            <p:cNvSpPr/>
            <p:nvPr/>
          </p:nvSpPr>
          <p:spPr>
            <a:xfrm>
              <a:off x="2560618" y="2347407"/>
              <a:ext cx="4814" cy="33896"/>
            </a:xfrm>
            <a:custGeom>
              <a:rect b="b" l="l" r="r" t="t"/>
              <a:pathLst>
                <a:path extrusionOk="0" h="10350" w="147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1" name="Google Shape;9011;p75"/>
            <p:cNvSpPr/>
            <p:nvPr/>
          </p:nvSpPr>
          <p:spPr>
            <a:xfrm>
              <a:off x="2559249" y="2285083"/>
              <a:ext cx="222808" cy="417520"/>
            </a:xfrm>
            <a:custGeom>
              <a:rect b="b" l="l" r="r" t="t"/>
              <a:pathLst>
                <a:path extrusionOk="0" h="127487" w="68033">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12" name="Google Shape;9012;p75"/>
          <p:cNvGrpSpPr/>
          <p:nvPr/>
        </p:nvGrpSpPr>
        <p:grpSpPr>
          <a:xfrm>
            <a:off x="7594705" y="970936"/>
            <a:ext cx="845645" cy="711911"/>
            <a:chOff x="951975" y="315800"/>
            <a:chExt cx="5860325" cy="4933550"/>
          </a:xfrm>
        </p:grpSpPr>
        <p:sp>
          <p:nvSpPr>
            <p:cNvPr id="9013" name="Google Shape;9013;p75"/>
            <p:cNvSpPr/>
            <p:nvPr/>
          </p:nvSpPr>
          <p:spPr>
            <a:xfrm>
              <a:off x="6501500" y="3684025"/>
              <a:ext cx="310800" cy="261200"/>
            </a:xfrm>
            <a:custGeom>
              <a:rect b="b" l="l" r="r" t="t"/>
              <a:pathLst>
                <a:path extrusionOk="0" h="10448" w="12432">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4" name="Google Shape;9014;p75"/>
            <p:cNvSpPr/>
            <p:nvPr/>
          </p:nvSpPr>
          <p:spPr>
            <a:xfrm>
              <a:off x="6501500" y="2945200"/>
              <a:ext cx="310800" cy="261925"/>
            </a:xfrm>
            <a:custGeom>
              <a:rect b="b" l="l" r="r" t="t"/>
              <a:pathLst>
                <a:path extrusionOk="0" h="10477" w="12432">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5" name="Google Shape;9015;p75"/>
            <p:cNvSpPr/>
            <p:nvPr/>
          </p:nvSpPr>
          <p:spPr>
            <a:xfrm>
              <a:off x="6501500" y="2202650"/>
              <a:ext cx="310800" cy="266400"/>
            </a:xfrm>
            <a:custGeom>
              <a:rect b="b" l="l" r="r" t="t"/>
              <a:pathLst>
                <a:path extrusionOk="0" h="10656" w="12432">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6" name="Google Shape;9016;p75"/>
            <p:cNvSpPr/>
            <p:nvPr/>
          </p:nvSpPr>
          <p:spPr>
            <a:xfrm>
              <a:off x="951975" y="3495675"/>
              <a:ext cx="5460750" cy="1753675"/>
            </a:xfrm>
            <a:custGeom>
              <a:rect b="b" l="l" r="r" t="t"/>
              <a:pathLst>
                <a:path extrusionOk="0" fill="none" h="70147" w="218430">
                  <a:moveTo>
                    <a:pt x="29746" y="1"/>
                  </a:moveTo>
                  <a:lnTo>
                    <a:pt x="0" y="14430"/>
                  </a:lnTo>
                  <a:lnTo>
                    <a:pt x="109215" y="70147"/>
                  </a:lnTo>
                  <a:lnTo>
                    <a:pt x="218429" y="14430"/>
                  </a:lnTo>
                  <a:lnTo>
                    <a:pt x="188684" y="1"/>
                  </a:lnTo>
                  <a:lnTo>
                    <a:pt x="109215" y="40623"/>
                  </a:lnTo>
                  <a:close/>
                </a:path>
              </a:pathLst>
            </a:custGeom>
            <a:noFill/>
            <a:ln cap="flat" cmpd="sng" w="9525">
              <a:solidFill>
                <a:srgbClr val="435D74"/>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7" name="Google Shape;9017;p75"/>
            <p:cNvSpPr/>
            <p:nvPr/>
          </p:nvSpPr>
          <p:spPr>
            <a:xfrm>
              <a:off x="951975" y="2757600"/>
              <a:ext cx="5460750" cy="1753675"/>
            </a:xfrm>
            <a:custGeom>
              <a:rect b="b" l="l" r="r" t="t"/>
              <a:pathLst>
                <a:path extrusionOk="0" fill="none" h="70147" w="21843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cap="flat" cmpd="sng" w="9525">
              <a:solidFill>
                <a:srgbClr val="869FB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8" name="Google Shape;9018;p75"/>
            <p:cNvSpPr/>
            <p:nvPr/>
          </p:nvSpPr>
          <p:spPr>
            <a:xfrm>
              <a:off x="951975" y="2019500"/>
              <a:ext cx="5460750" cy="1753675"/>
            </a:xfrm>
            <a:custGeom>
              <a:rect b="b" l="l" r="r" t="t"/>
              <a:pathLst>
                <a:path extrusionOk="0" fill="none" h="70147" w="21843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cap="flat" cmpd="sng" w="9525">
              <a:solidFill>
                <a:srgbClr val="BAC8D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9" name="Google Shape;9019;p75"/>
            <p:cNvSpPr/>
            <p:nvPr/>
          </p:nvSpPr>
          <p:spPr>
            <a:xfrm>
              <a:off x="951975" y="315800"/>
              <a:ext cx="5460750" cy="2719300"/>
            </a:xfrm>
            <a:custGeom>
              <a:rect b="b" l="l" r="r" t="t"/>
              <a:pathLst>
                <a:path extrusionOk="0" fill="none" h="108772" w="218430">
                  <a:moveTo>
                    <a:pt x="109215" y="1"/>
                  </a:moveTo>
                  <a:lnTo>
                    <a:pt x="0" y="52832"/>
                  </a:lnTo>
                  <a:lnTo>
                    <a:pt x="109215" y="108771"/>
                  </a:lnTo>
                  <a:lnTo>
                    <a:pt x="218429" y="52832"/>
                  </a:ln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0" name="Google Shape;9020;p75"/>
            <p:cNvSpPr/>
            <p:nvPr/>
          </p:nvSpPr>
          <p:spPr>
            <a:xfrm>
              <a:off x="6501500" y="1464200"/>
              <a:ext cx="310800" cy="261550"/>
            </a:xfrm>
            <a:custGeom>
              <a:rect b="b" l="l" r="r" t="t"/>
              <a:pathLst>
                <a:path extrusionOk="0" h="10462" w="12432">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21" name="Google Shape;9021;p75"/>
          <p:cNvGrpSpPr/>
          <p:nvPr/>
        </p:nvGrpSpPr>
        <p:grpSpPr>
          <a:xfrm>
            <a:off x="3691834" y="2707045"/>
            <a:ext cx="1617932" cy="621724"/>
            <a:chOff x="3862800" y="3038525"/>
            <a:chExt cx="1329006" cy="510698"/>
          </a:xfrm>
        </p:grpSpPr>
        <p:sp>
          <p:nvSpPr>
            <p:cNvPr id="9022" name="Google Shape;9022;p75"/>
            <p:cNvSpPr/>
            <p:nvPr/>
          </p:nvSpPr>
          <p:spPr>
            <a:xfrm>
              <a:off x="4185913" y="3040337"/>
              <a:ext cx="71107" cy="143789"/>
            </a:xfrm>
            <a:custGeom>
              <a:rect b="b" l="l" r="r" t="t"/>
              <a:pathLst>
                <a:path extrusionOk="0" h="29770" w="14722">
                  <a:moveTo>
                    <a:pt x="0" y="1"/>
                  </a:moveTo>
                  <a:cubicBezTo>
                    <a:pt x="0" y="11614"/>
                    <a:pt x="5398" y="22573"/>
                    <a:pt x="14721" y="29770"/>
                  </a:cubicBezTo>
                  <a:cubicBezTo>
                    <a:pt x="5562" y="22573"/>
                    <a:pt x="164" y="11614"/>
                    <a:pt x="164" y="1"/>
                  </a:cubicBez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3" name="Google Shape;9023;p75"/>
            <p:cNvSpPr/>
            <p:nvPr/>
          </p:nvSpPr>
          <p:spPr>
            <a:xfrm>
              <a:off x="3967075" y="3045080"/>
              <a:ext cx="403706" cy="397383"/>
            </a:xfrm>
            <a:custGeom>
              <a:rect b="b" l="l" r="r" t="t"/>
              <a:pathLst>
                <a:path extrusionOk="0" h="82274" w="83583">
                  <a:moveTo>
                    <a:pt x="83583" y="82273"/>
                  </a:moveTo>
                  <a:cubicBezTo>
                    <a:pt x="37948" y="82273"/>
                    <a:pt x="655" y="45635"/>
                    <a:pt x="0" y="0"/>
                  </a:cubicBezTo>
                  <a:cubicBezTo>
                    <a:pt x="655" y="45635"/>
                    <a:pt x="37948" y="82273"/>
                    <a:pt x="83583" y="82273"/>
                  </a:cubicBezTo>
                  <a:close/>
                </a:path>
              </a:pathLst>
            </a:custGeom>
            <a:solidFill>
              <a:srgbClr val="445D73"/>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24" name="Google Shape;9024;p75"/>
            <p:cNvGrpSpPr/>
            <p:nvPr/>
          </p:nvGrpSpPr>
          <p:grpSpPr>
            <a:xfrm>
              <a:off x="3967075" y="3040337"/>
              <a:ext cx="1019927" cy="402126"/>
              <a:chOff x="3967075" y="3040337"/>
              <a:chExt cx="1019927" cy="402126"/>
            </a:xfrm>
          </p:grpSpPr>
          <p:sp>
            <p:nvSpPr>
              <p:cNvPr id="9025" name="Google Shape;9025;p75"/>
              <p:cNvSpPr/>
              <p:nvPr/>
            </p:nvSpPr>
            <p:spPr>
              <a:xfrm>
                <a:off x="4369197" y="3335999"/>
                <a:ext cx="617805" cy="105869"/>
              </a:xfrm>
              <a:custGeom>
                <a:rect b="b" l="l" r="r" t="t"/>
                <a:pathLst>
                  <a:path extrusionOk="0" fill="none" h="21919" w="127910">
                    <a:moveTo>
                      <a:pt x="1" y="21918"/>
                    </a:moveTo>
                    <a:lnTo>
                      <a:pt x="127909" y="21918"/>
                    </a:lnTo>
                    <a:lnTo>
                      <a:pt x="127909" y="1"/>
                    </a:lnTo>
                    <a:lnTo>
                      <a:pt x="164" y="164"/>
                    </a:ln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6" name="Google Shape;9026;p75"/>
              <p:cNvSpPr/>
              <p:nvPr/>
            </p:nvSpPr>
            <p:spPr>
              <a:xfrm>
                <a:off x="3967075" y="3040337"/>
                <a:ext cx="403706" cy="402126"/>
              </a:xfrm>
              <a:custGeom>
                <a:rect b="b" l="l" r="r" t="t"/>
                <a:pathLst>
                  <a:path extrusionOk="0" fill="none" h="83256" w="83583">
                    <a:moveTo>
                      <a:pt x="83419" y="61501"/>
                    </a:moveTo>
                    <a:cubicBezTo>
                      <a:pt x="49397" y="61501"/>
                      <a:pt x="21755" y="34022"/>
                      <a:pt x="21755" y="1"/>
                    </a:cubicBezTo>
                    <a:lnTo>
                      <a:pt x="0" y="1"/>
                    </a:lnTo>
                    <a:lnTo>
                      <a:pt x="0" y="982"/>
                    </a:lnTo>
                    <a:cubicBezTo>
                      <a:pt x="818" y="46617"/>
                      <a:pt x="37948" y="83255"/>
                      <a:pt x="83583" y="83255"/>
                    </a:cubicBezTo>
                  </a:path>
                </a:pathLst>
              </a:custGeom>
              <a:noFill/>
              <a:ln cap="flat" cmpd="sng" w="9525">
                <a:solidFill>
                  <a:srgbClr val="869FB1"/>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27" name="Google Shape;9027;p75"/>
            <p:cNvGrpSpPr/>
            <p:nvPr/>
          </p:nvGrpSpPr>
          <p:grpSpPr>
            <a:xfrm>
              <a:off x="4186700" y="3040337"/>
              <a:ext cx="390475" cy="183289"/>
              <a:chOff x="4186700" y="3040337"/>
              <a:chExt cx="390475" cy="183289"/>
            </a:xfrm>
          </p:grpSpPr>
          <p:sp>
            <p:nvSpPr>
              <p:cNvPr id="9028" name="Google Shape;9028;p75"/>
              <p:cNvSpPr/>
              <p:nvPr/>
            </p:nvSpPr>
            <p:spPr>
              <a:xfrm>
                <a:off x="4370181" y="3120129"/>
                <a:ext cx="206994" cy="103497"/>
              </a:xfrm>
              <a:custGeom>
                <a:rect b="b" l="l" r="r" t="t"/>
                <a:pathLst>
                  <a:path extrusionOk="0" fill="none" h="21428" w="42856">
                    <a:moveTo>
                      <a:pt x="1" y="21428"/>
                    </a:moveTo>
                    <a:lnTo>
                      <a:pt x="42855" y="21428"/>
                    </a:lnTo>
                    <a:lnTo>
                      <a:pt x="42855" y="1"/>
                    </a:lnTo>
                    <a:lnTo>
                      <a:pt x="1" y="1"/>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9" name="Google Shape;9029;p75"/>
              <p:cNvSpPr/>
              <p:nvPr/>
            </p:nvSpPr>
            <p:spPr>
              <a:xfrm>
                <a:off x="4186700" y="3040337"/>
                <a:ext cx="184081" cy="183289"/>
              </a:xfrm>
              <a:custGeom>
                <a:rect b="b" l="l" r="r" t="t"/>
                <a:pathLst>
                  <a:path extrusionOk="0" fill="none" h="37948" w="38112">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cap="flat" cmpd="sng" w="9525">
                <a:solidFill>
                  <a:srgbClr val="E3E9ED"/>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30" name="Google Shape;9030;p75"/>
            <p:cNvGrpSpPr/>
            <p:nvPr/>
          </p:nvGrpSpPr>
          <p:grpSpPr>
            <a:xfrm>
              <a:off x="4073727" y="3040337"/>
              <a:ext cx="697794" cy="296263"/>
              <a:chOff x="4073727" y="3040337"/>
              <a:chExt cx="697794" cy="296263"/>
            </a:xfrm>
          </p:grpSpPr>
          <p:sp>
            <p:nvSpPr>
              <p:cNvPr id="9031" name="Google Shape;9031;p75"/>
              <p:cNvSpPr/>
              <p:nvPr/>
            </p:nvSpPr>
            <p:spPr>
              <a:xfrm>
                <a:off x="4370181" y="3223621"/>
                <a:ext cx="401339" cy="112979"/>
              </a:xfrm>
              <a:custGeom>
                <a:rect b="b" l="l" r="r" t="t"/>
                <a:pathLst>
                  <a:path extrusionOk="0" fill="none" h="23391" w="83093">
                    <a:moveTo>
                      <a:pt x="1" y="23391"/>
                    </a:moveTo>
                    <a:lnTo>
                      <a:pt x="83092" y="23391"/>
                    </a:lnTo>
                    <a:lnTo>
                      <a:pt x="83092" y="1"/>
                    </a:lnTo>
                    <a:lnTo>
                      <a:pt x="1" y="1"/>
                    </a:ln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2" name="Google Shape;9032;p75"/>
              <p:cNvSpPr/>
              <p:nvPr/>
            </p:nvSpPr>
            <p:spPr>
              <a:xfrm>
                <a:off x="4073727" y="3040337"/>
                <a:ext cx="297055" cy="296263"/>
              </a:xfrm>
              <a:custGeom>
                <a:rect b="b" l="l" r="r" t="t"/>
                <a:pathLst>
                  <a:path extrusionOk="0" fill="none" h="61338" w="61502">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cap="flat" cmpd="sng" w="9525">
                <a:solidFill>
                  <a:srgbClr val="CFD9E0"/>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33" name="Google Shape;9033;p75"/>
            <p:cNvGrpSpPr/>
            <p:nvPr/>
          </p:nvGrpSpPr>
          <p:grpSpPr>
            <a:xfrm>
              <a:off x="3862800" y="3038525"/>
              <a:ext cx="1329006" cy="510698"/>
              <a:chOff x="3862800" y="3038525"/>
              <a:chExt cx="1329006" cy="510698"/>
            </a:xfrm>
          </p:grpSpPr>
          <p:sp>
            <p:nvSpPr>
              <p:cNvPr id="9034" name="Google Shape;9034;p75"/>
              <p:cNvSpPr/>
              <p:nvPr/>
            </p:nvSpPr>
            <p:spPr>
              <a:xfrm>
                <a:off x="4370175" y="3441875"/>
                <a:ext cx="821631" cy="107348"/>
              </a:xfrm>
              <a:custGeom>
                <a:rect b="b" l="l" r="r" t="t"/>
                <a:pathLst>
                  <a:path extrusionOk="0" fill="none" h="21919" w="170110">
                    <a:moveTo>
                      <a:pt x="1" y="21918"/>
                    </a:moveTo>
                    <a:lnTo>
                      <a:pt x="170110" y="21918"/>
                    </a:lnTo>
                    <a:lnTo>
                      <a:pt x="170110" y="0"/>
                    </a:lnTo>
                    <a:lnTo>
                      <a:pt x="1" y="0"/>
                    </a:ln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5" name="Google Shape;9035;p75"/>
              <p:cNvSpPr/>
              <p:nvPr/>
            </p:nvSpPr>
            <p:spPr>
              <a:xfrm>
                <a:off x="3862800" y="3038525"/>
                <a:ext cx="507990" cy="510620"/>
              </a:xfrm>
              <a:custGeom>
                <a:rect b="b" l="l" r="r" t="t"/>
                <a:pathLst>
                  <a:path extrusionOk="0" fill="none" h="105500" w="105174">
                    <a:moveTo>
                      <a:pt x="105174" y="83418"/>
                    </a:moveTo>
                    <a:cubicBezTo>
                      <a:pt x="59539" y="83418"/>
                      <a:pt x="22246" y="46780"/>
                      <a:pt x="21591" y="1145"/>
                    </a:cubicBezTo>
                    <a:lnTo>
                      <a:pt x="21591" y="0"/>
                    </a:lnTo>
                    <a:lnTo>
                      <a:pt x="1" y="0"/>
                    </a:lnTo>
                    <a:cubicBezTo>
                      <a:pt x="1" y="58229"/>
                      <a:pt x="46944" y="105336"/>
                      <a:pt x="105174" y="105500"/>
                    </a:cubicBezTo>
                  </a:path>
                </a:pathLst>
              </a:custGeom>
              <a:noFill/>
              <a:ln cap="flat" cmpd="sng" w="9525">
                <a:solidFill>
                  <a:srgbClr val="445D73"/>
                </a:solidFill>
                <a:prstDash val="solid"/>
                <a:miter lim="16356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036" name="Google Shape;9036;p75"/>
          <p:cNvGrpSpPr/>
          <p:nvPr/>
        </p:nvGrpSpPr>
        <p:grpSpPr>
          <a:xfrm>
            <a:off x="700156" y="970936"/>
            <a:ext cx="883205" cy="775176"/>
            <a:chOff x="649648" y="271400"/>
            <a:chExt cx="6215377" cy="5455143"/>
          </a:xfrm>
        </p:grpSpPr>
        <p:sp>
          <p:nvSpPr>
            <p:cNvPr id="9037" name="Google Shape;9037;p75"/>
            <p:cNvSpPr/>
            <p:nvPr/>
          </p:nvSpPr>
          <p:spPr>
            <a:xfrm>
              <a:off x="2641907" y="3717593"/>
              <a:ext cx="3573900" cy="2008950"/>
            </a:xfrm>
            <a:custGeom>
              <a:rect b="b" l="l" r="r" t="t"/>
              <a:pathLst>
                <a:path extrusionOk="0" fill="none" h="80358" w="142956">
                  <a:moveTo>
                    <a:pt x="0" y="50612"/>
                  </a:moveTo>
                  <a:cubicBezTo>
                    <a:pt x="53053" y="80357"/>
                    <a:pt x="120314" y="56605"/>
                    <a:pt x="142956" y="0"/>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8" name="Google Shape;9038;p75"/>
            <p:cNvSpPr/>
            <p:nvPr/>
          </p:nvSpPr>
          <p:spPr>
            <a:xfrm>
              <a:off x="1359875" y="2446825"/>
              <a:ext cx="338550" cy="1598275"/>
            </a:xfrm>
            <a:custGeom>
              <a:rect b="b" l="l" r="r" t="t"/>
              <a:pathLst>
                <a:path extrusionOk="0" fill="none" h="63931" w="13542">
                  <a:moveTo>
                    <a:pt x="888" y="0"/>
                  </a:moveTo>
                  <a:cubicBezTo>
                    <a:pt x="223" y="4440"/>
                    <a:pt x="1" y="9102"/>
                    <a:pt x="1" y="13763"/>
                  </a:cubicBezTo>
                  <a:cubicBezTo>
                    <a:pt x="1" y="31300"/>
                    <a:pt x="4662" y="48614"/>
                    <a:pt x="13541" y="63931"/>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9" name="Google Shape;9039;p75"/>
            <p:cNvSpPr/>
            <p:nvPr/>
          </p:nvSpPr>
          <p:spPr>
            <a:xfrm>
              <a:off x="1709500" y="271400"/>
              <a:ext cx="5149975" cy="2519525"/>
            </a:xfrm>
            <a:custGeom>
              <a:rect b="b" l="l" r="r" t="t"/>
              <a:pathLst>
                <a:path extrusionOk="0" fill="none" h="100781" w="205999">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cap="flat" cmpd="sng" w="9525">
              <a:solidFill>
                <a:srgbClr val="325D79"/>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0" name="Google Shape;9040;p75"/>
            <p:cNvSpPr/>
            <p:nvPr/>
          </p:nvSpPr>
          <p:spPr>
            <a:xfrm>
              <a:off x="5965975" y="415700"/>
              <a:ext cx="754750" cy="754750"/>
            </a:xfrm>
            <a:custGeom>
              <a:rect b="b" l="l" r="r" t="t"/>
              <a:pathLst>
                <a:path extrusionOk="0" fill="none" h="30190" w="3019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1" name="Google Shape;9041;p75"/>
            <p:cNvSpPr/>
            <p:nvPr/>
          </p:nvSpPr>
          <p:spPr>
            <a:xfrm>
              <a:off x="699475" y="2457925"/>
              <a:ext cx="5183275" cy="2647150"/>
            </a:xfrm>
            <a:custGeom>
              <a:rect b="b" l="l" r="r" t="t"/>
              <a:pathLst>
                <a:path extrusionOk="0" fill="none" h="105886" w="207331">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2" name="Google Shape;9042;p75"/>
            <p:cNvSpPr/>
            <p:nvPr/>
          </p:nvSpPr>
          <p:spPr>
            <a:xfrm>
              <a:off x="2075775" y="387950"/>
              <a:ext cx="4012325" cy="2402975"/>
            </a:xfrm>
            <a:custGeom>
              <a:rect b="b" l="l" r="r" t="t"/>
              <a:pathLst>
                <a:path extrusionOk="0" fill="none" h="96119" w="160493">
                  <a:moveTo>
                    <a:pt x="160492" y="96118"/>
                  </a:moveTo>
                  <a:cubicBezTo>
                    <a:pt x="160492" y="57494"/>
                    <a:pt x="135630" y="23530"/>
                    <a:pt x="99003" y="11765"/>
                  </a:cubicBezTo>
                  <a:cubicBezTo>
                    <a:pt x="62377" y="0"/>
                    <a:pt x="22420" y="13097"/>
                    <a:pt x="0" y="44397"/>
                  </a:cubicBezTo>
                </a:path>
              </a:pathLst>
            </a:custGeom>
            <a:noFill/>
            <a:ln cap="flat" cmpd="sng" w="9525">
              <a:solidFill>
                <a:srgbClr val="667E92"/>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3" name="Google Shape;9043;p75"/>
            <p:cNvSpPr/>
            <p:nvPr/>
          </p:nvSpPr>
          <p:spPr>
            <a:xfrm>
              <a:off x="649648" y="670971"/>
              <a:ext cx="5183118" cy="4298214"/>
            </a:xfrm>
            <a:custGeom>
              <a:rect b="b" l="l" r="r" t="t"/>
              <a:pathLst>
                <a:path extrusionOk="0" fill="none" h="170260" w="205333">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cap="flat" cmpd="sng" w="9525">
              <a:solidFill>
                <a:srgbClr val="445D73"/>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4" name="Google Shape;9044;p75"/>
            <p:cNvSpPr/>
            <p:nvPr/>
          </p:nvSpPr>
          <p:spPr>
            <a:xfrm>
              <a:off x="1731700" y="1059450"/>
              <a:ext cx="5133325" cy="3762600"/>
            </a:xfrm>
            <a:custGeom>
              <a:rect b="b" l="l" r="r" t="t"/>
              <a:pathLst>
                <a:path extrusionOk="0" fill="none" h="150504" w="205333">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cap="flat" cmpd="sng" w="9525">
              <a:solidFill>
                <a:srgbClr val="869FB1"/>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5" name="Google Shape;9045;p75"/>
            <p:cNvSpPr/>
            <p:nvPr/>
          </p:nvSpPr>
          <p:spPr>
            <a:xfrm>
              <a:off x="5965975" y="2912975"/>
              <a:ext cx="754750" cy="754775"/>
            </a:xfrm>
            <a:custGeom>
              <a:rect b="b" l="l" r="r" t="t"/>
              <a:pathLst>
                <a:path extrusionOk="0" fill="none" h="30191" w="3019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6" name="Google Shape;9046;p75"/>
            <p:cNvSpPr/>
            <p:nvPr/>
          </p:nvSpPr>
          <p:spPr>
            <a:xfrm>
              <a:off x="2453125" y="1464550"/>
              <a:ext cx="2874675" cy="2785900"/>
            </a:xfrm>
            <a:custGeom>
              <a:rect b="b" l="l" r="r" t="t"/>
              <a:pathLst>
                <a:path extrusionOk="0" fill="none" h="111436" w="114987">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7" name="Google Shape;9047;p75"/>
            <p:cNvSpPr/>
            <p:nvPr/>
          </p:nvSpPr>
          <p:spPr>
            <a:xfrm>
              <a:off x="732775" y="4183825"/>
              <a:ext cx="754775" cy="760300"/>
            </a:xfrm>
            <a:custGeom>
              <a:rect b="b" l="l" r="r" t="t"/>
              <a:pathLst>
                <a:path extrusionOk="0" fill="none" h="30412" w="30191">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8" name="Google Shape;9048;p75"/>
            <p:cNvSpPr/>
            <p:nvPr/>
          </p:nvSpPr>
          <p:spPr>
            <a:xfrm>
              <a:off x="732775" y="1669900"/>
              <a:ext cx="754775" cy="754750"/>
            </a:xfrm>
            <a:custGeom>
              <a:rect b="b" l="l" r="r" t="t"/>
              <a:pathLst>
                <a:path extrusionOk="0" fill="none" h="30190" w="30191">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cap="flat" cmpd="sng" w="9525">
              <a:solidFill>
                <a:srgbClr val="E3E9ED"/>
              </a:solidFill>
              <a:prstDash val="solid"/>
              <a:miter lim="22198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49" name="Google Shape;9049;p75"/>
          <p:cNvGrpSpPr/>
          <p:nvPr/>
        </p:nvGrpSpPr>
        <p:grpSpPr>
          <a:xfrm>
            <a:off x="2308457" y="970936"/>
            <a:ext cx="767704" cy="815489"/>
            <a:chOff x="2499700" y="1135950"/>
            <a:chExt cx="732402" cy="777990"/>
          </a:xfrm>
        </p:grpSpPr>
        <p:grpSp>
          <p:nvGrpSpPr>
            <p:cNvPr id="9050" name="Google Shape;9050;p75"/>
            <p:cNvGrpSpPr/>
            <p:nvPr/>
          </p:nvGrpSpPr>
          <p:grpSpPr>
            <a:xfrm>
              <a:off x="2499700" y="1135950"/>
              <a:ext cx="732402" cy="694705"/>
              <a:chOff x="2499700" y="1135950"/>
              <a:chExt cx="732402" cy="694705"/>
            </a:xfrm>
          </p:grpSpPr>
          <p:sp>
            <p:nvSpPr>
              <p:cNvPr id="9051" name="Google Shape;9051;p75"/>
              <p:cNvSpPr/>
              <p:nvPr/>
            </p:nvSpPr>
            <p:spPr>
              <a:xfrm>
                <a:off x="2721907" y="1135950"/>
                <a:ext cx="288719" cy="199571"/>
              </a:xfrm>
              <a:custGeom>
                <a:rect b="b" l="l" r="r" t="t"/>
                <a:pathLst>
                  <a:path extrusionOk="0" h="56376" w="81559">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2" name="Google Shape;9052;p75"/>
              <p:cNvSpPr/>
              <p:nvPr/>
            </p:nvSpPr>
            <p:spPr>
              <a:xfrm>
                <a:off x="2499700" y="1313180"/>
                <a:ext cx="225119" cy="278853"/>
              </a:xfrm>
              <a:custGeom>
                <a:rect b="b" l="l" r="r" t="t"/>
                <a:pathLst>
                  <a:path extrusionOk="0" h="78772" w="63593">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3" name="Google Shape;9053;p75"/>
              <p:cNvSpPr/>
              <p:nvPr/>
            </p:nvSpPr>
            <p:spPr>
              <a:xfrm>
                <a:off x="2721907" y="1317604"/>
                <a:ext cx="53599" cy="72899"/>
              </a:xfrm>
              <a:custGeom>
                <a:rect b="b" l="l" r="r" t="t"/>
                <a:pathLst>
                  <a:path extrusionOk="0" h="20593" w="15141">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4" name="Google Shape;9054;p75"/>
              <p:cNvSpPr/>
              <p:nvPr/>
            </p:nvSpPr>
            <p:spPr>
              <a:xfrm>
                <a:off x="2764773" y="1334751"/>
                <a:ext cx="47171" cy="52173"/>
              </a:xfrm>
              <a:custGeom>
                <a:rect b="b" l="l" r="r" t="t"/>
                <a:pathLst>
                  <a:path extrusionOk="0" h="14738" w="13325">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5" name="Google Shape;9055;p75"/>
              <p:cNvSpPr/>
              <p:nvPr/>
            </p:nvSpPr>
            <p:spPr>
              <a:xfrm>
                <a:off x="2554001" y="1354757"/>
                <a:ext cx="187956" cy="201536"/>
              </a:xfrm>
              <a:custGeom>
                <a:rect b="b" l="l" r="r" t="t"/>
                <a:pathLst>
                  <a:path extrusionOk="0" h="56931" w="53095">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6" name="Google Shape;9056;p75"/>
              <p:cNvSpPr/>
              <p:nvPr/>
            </p:nvSpPr>
            <p:spPr>
              <a:xfrm>
                <a:off x="2724763" y="1363329"/>
                <a:ext cx="46455" cy="58605"/>
              </a:xfrm>
              <a:custGeom>
                <a:rect b="b" l="l" r="r" t="t"/>
                <a:pathLst>
                  <a:path extrusionOk="0" h="16555" w="13123">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7" name="Google Shape;9057;p75"/>
              <p:cNvSpPr/>
              <p:nvPr/>
            </p:nvSpPr>
            <p:spPr>
              <a:xfrm>
                <a:off x="2587581" y="1591246"/>
                <a:ext cx="277288" cy="238695"/>
              </a:xfrm>
              <a:custGeom>
                <a:rect b="b" l="l" r="r" t="t"/>
                <a:pathLst>
                  <a:path extrusionOk="0" h="67428" w="7833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8" name="Google Shape;9058;p75"/>
              <p:cNvSpPr/>
              <p:nvPr/>
            </p:nvSpPr>
            <p:spPr>
              <a:xfrm>
                <a:off x="2631881" y="1556237"/>
                <a:ext cx="95768" cy="46455"/>
              </a:xfrm>
              <a:custGeom>
                <a:rect b="b" l="l" r="r" t="t"/>
                <a:pathLst>
                  <a:path extrusionOk="0" h="13123" w="27053">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9" name="Google Shape;9059;p75"/>
              <p:cNvSpPr/>
              <p:nvPr/>
            </p:nvSpPr>
            <p:spPr>
              <a:xfrm>
                <a:off x="2661889" y="1514798"/>
                <a:ext cx="66467" cy="47170"/>
              </a:xfrm>
              <a:custGeom>
                <a:rect b="b" l="l" r="r" t="t"/>
                <a:pathLst>
                  <a:path extrusionOk="0" h="13325" w="18776">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0" name="Google Shape;9060;p75"/>
              <p:cNvSpPr/>
              <p:nvPr/>
            </p:nvSpPr>
            <p:spPr>
              <a:xfrm>
                <a:off x="2635452" y="1602677"/>
                <a:ext cx="205108" cy="180094"/>
              </a:xfrm>
              <a:custGeom>
                <a:rect b="b" l="l" r="r" t="t"/>
                <a:pathLst>
                  <a:path extrusionOk="0" h="50874" w="5794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1" name="Google Shape;9061;p75"/>
              <p:cNvSpPr/>
              <p:nvPr/>
            </p:nvSpPr>
            <p:spPr>
              <a:xfrm>
                <a:off x="2676892" y="1560523"/>
                <a:ext cx="76471" cy="45025"/>
              </a:xfrm>
              <a:custGeom>
                <a:rect b="b" l="l" r="r" t="t"/>
                <a:pathLst>
                  <a:path extrusionOk="0" h="12719" w="21602">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2" name="Google Shape;9062;p75"/>
              <p:cNvSpPr/>
              <p:nvPr/>
            </p:nvSpPr>
            <p:spPr>
              <a:xfrm>
                <a:off x="2864801" y="1592672"/>
                <a:ext cx="278003" cy="237984"/>
              </a:xfrm>
              <a:custGeom>
                <a:rect b="b" l="l" r="r" t="t"/>
                <a:pathLst>
                  <a:path extrusionOk="0" h="67227" w="78532">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3" name="Google Shape;9063;p75"/>
              <p:cNvSpPr/>
              <p:nvPr/>
            </p:nvSpPr>
            <p:spPr>
              <a:xfrm>
                <a:off x="2840508" y="1660548"/>
                <a:ext cx="49316" cy="100770"/>
              </a:xfrm>
              <a:custGeom>
                <a:rect b="b" l="l" r="r" t="t"/>
                <a:pathLst>
                  <a:path extrusionOk="0" h="28466" w="13931">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4" name="Google Shape;9064;p75"/>
              <p:cNvSpPr/>
              <p:nvPr/>
            </p:nvSpPr>
            <p:spPr>
              <a:xfrm>
                <a:off x="2816930" y="1644831"/>
                <a:ext cx="47886" cy="77898"/>
              </a:xfrm>
              <a:custGeom>
                <a:rect b="b" l="l" r="r" t="t"/>
                <a:pathLst>
                  <a:path extrusionOk="0" h="22005" w="13527">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5" name="Google Shape;9065;p75"/>
              <p:cNvSpPr/>
              <p:nvPr/>
            </p:nvSpPr>
            <p:spPr>
              <a:xfrm>
                <a:off x="2889093" y="1602677"/>
                <a:ext cx="205823" cy="180809"/>
              </a:xfrm>
              <a:custGeom>
                <a:rect b="b" l="l" r="r" t="t"/>
                <a:pathLst>
                  <a:path extrusionOk="0" h="51076" w="58142">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6" name="Google Shape;9066;p75"/>
              <p:cNvSpPr/>
              <p:nvPr/>
            </p:nvSpPr>
            <p:spPr>
              <a:xfrm>
                <a:off x="2864801" y="1644831"/>
                <a:ext cx="48601" cy="77898"/>
              </a:xfrm>
              <a:custGeom>
                <a:rect b="b" l="l" r="r" t="t"/>
                <a:pathLst>
                  <a:path extrusionOk="0" h="22005" w="13729">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7" name="Google Shape;9067;p75"/>
              <p:cNvSpPr/>
              <p:nvPr/>
            </p:nvSpPr>
            <p:spPr>
              <a:xfrm>
                <a:off x="2864086" y="1653402"/>
                <a:ext cx="2149" cy="7151"/>
              </a:xfrm>
              <a:custGeom>
                <a:rect b="b" l="l" r="r" t="t"/>
                <a:pathLst>
                  <a:path extrusionOk="0" h="2020" w="607">
                    <a:moveTo>
                      <a:pt x="1" y="1"/>
                    </a:moveTo>
                    <a:cubicBezTo>
                      <a:pt x="1" y="606"/>
                      <a:pt x="203" y="1414"/>
                      <a:pt x="203" y="2019"/>
                    </a:cubicBezTo>
                    <a:cubicBezTo>
                      <a:pt x="405" y="1414"/>
                      <a:pt x="405" y="606"/>
                      <a:pt x="607" y="1"/>
                    </a:cubicBez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8" name="Google Shape;9068;p75"/>
              <p:cNvSpPr/>
              <p:nvPr/>
            </p:nvSpPr>
            <p:spPr>
              <a:xfrm>
                <a:off x="3006983" y="1313318"/>
                <a:ext cx="225119" cy="279430"/>
              </a:xfrm>
              <a:custGeom>
                <a:rect b="b" l="l" r="r" t="t"/>
                <a:pathLst>
                  <a:path extrusionOk="0" h="78935" w="63593">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9" name="Google Shape;9069;p75"/>
              <p:cNvSpPr/>
              <p:nvPr/>
            </p:nvSpPr>
            <p:spPr>
              <a:xfrm>
                <a:off x="2956256" y="1319034"/>
                <a:ext cx="54314" cy="72184"/>
              </a:xfrm>
              <a:custGeom>
                <a:rect b="b" l="l" r="r" t="t"/>
                <a:pathLst>
                  <a:path extrusionOk="0" h="20391" w="15343">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0" name="Google Shape;9070;p75"/>
              <p:cNvSpPr/>
              <p:nvPr/>
            </p:nvSpPr>
            <p:spPr>
              <a:xfrm>
                <a:off x="2919817" y="1335466"/>
                <a:ext cx="47886" cy="52888"/>
              </a:xfrm>
              <a:custGeom>
                <a:rect b="b" l="l" r="r" t="t"/>
                <a:pathLst>
                  <a:path extrusionOk="0" h="14940" w="13527">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1" name="Google Shape;9071;p75"/>
              <p:cNvSpPr/>
              <p:nvPr/>
            </p:nvSpPr>
            <p:spPr>
              <a:xfrm>
                <a:off x="3002697" y="1557663"/>
                <a:ext cx="95053" cy="46455"/>
              </a:xfrm>
              <a:custGeom>
                <a:rect b="b" l="l" r="r" t="t"/>
                <a:pathLst>
                  <a:path extrusionOk="0" h="13123" w="26851">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2" name="Google Shape;9072;p75"/>
              <p:cNvSpPr/>
              <p:nvPr/>
            </p:nvSpPr>
            <p:spPr>
              <a:xfrm>
                <a:off x="2975545" y="1561238"/>
                <a:ext cx="78616" cy="45740"/>
              </a:xfrm>
              <a:custGeom>
                <a:rect b="b" l="l" r="r" t="t"/>
                <a:pathLst>
                  <a:path extrusionOk="0" h="12921" w="22208">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3" name="Google Shape;9073;p75"/>
              <p:cNvSpPr/>
              <p:nvPr/>
            </p:nvSpPr>
            <p:spPr>
              <a:xfrm>
                <a:off x="2959827" y="1364044"/>
                <a:ext cx="47171" cy="60035"/>
              </a:xfrm>
              <a:custGeom>
                <a:rect b="b" l="l" r="r" t="t"/>
                <a:pathLst>
                  <a:path extrusionOk="0" h="16959" w="13325">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4" name="Google Shape;9074;p75"/>
              <p:cNvSpPr/>
              <p:nvPr/>
            </p:nvSpPr>
            <p:spPr>
              <a:xfrm>
                <a:off x="3002697" y="1515509"/>
                <a:ext cx="67179" cy="47170"/>
              </a:xfrm>
              <a:custGeom>
                <a:rect b="b" l="l" r="r" t="t"/>
                <a:pathLst>
                  <a:path extrusionOk="0" h="13325" w="18977">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5" name="Google Shape;9075;p75"/>
              <p:cNvSpPr/>
              <p:nvPr/>
            </p:nvSpPr>
            <p:spPr>
              <a:xfrm>
                <a:off x="3001982" y="1561238"/>
                <a:ext cx="719" cy="4"/>
              </a:xfrm>
              <a:custGeom>
                <a:rect b="b" l="l" r="r" t="t"/>
                <a:pathLst>
                  <a:path extrusionOk="0" h="1" w="203">
                    <a:moveTo>
                      <a:pt x="202" y="0"/>
                    </a:moveTo>
                    <a:lnTo>
                      <a:pt x="202" y="0"/>
                    </a:lnTo>
                    <a:lnTo>
                      <a:pt x="0" y="0"/>
                    </a:lnTo>
                    <a:close/>
                  </a:path>
                </a:pathLst>
              </a:custGeom>
              <a:solidFill>
                <a:srgbClr val="000000"/>
              </a:solid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6" name="Google Shape;9076;p75"/>
              <p:cNvSpPr/>
              <p:nvPr/>
            </p:nvSpPr>
            <p:spPr>
              <a:xfrm>
                <a:off x="2727622" y="1560523"/>
                <a:ext cx="4" cy="4"/>
              </a:xfrm>
              <a:custGeom>
                <a:rect b="b" l="l" r="r" t="t"/>
                <a:pathLst>
                  <a:path extrusionOk="0" h="1" w="1">
                    <a:moveTo>
                      <a:pt x="0" y="0"/>
                    </a:moveTo>
                    <a:close/>
                  </a:path>
                </a:pathLst>
              </a:custGeom>
              <a:solidFill>
                <a:srgbClr val="FFFFF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7" name="Google Shape;9077;p75"/>
              <p:cNvSpPr/>
              <p:nvPr/>
            </p:nvSpPr>
            <p:spPr>
              <a:xfrm>
                <a:off x="2706186" y="1356898"/>
                <a:ext cx="321598" cy="311591"/>
              </a:xfrm>
              <a:custGeom>
                <a:rect b="b" l="l" r="r" t="t"/>
                <a:pathLst>
                  <a:path extrusionOk="0" fill="none" h="88020" w="90847">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cap="flat" cmpd="sng" w="9525">
                <a:solidFill>
                  <a:srgbClr val="FFFFFF"/>
                </a:solidFill>
                <a:prstDash val="solid"/>
                <a:miter lim="201878"/>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78" name="Google Shape;9078;p75"/>
            <p:cNvGrpSpPr/>
            <p:nvPr/>
          </p:nvGrpSpPr>
          <p:grpSpPr>
            <a:xfrm>
              <a:off x="2517909" y="1188726"/>
              <a:ext cx="702702" cy="725214"/>
              <a:chOff x="2517909" y="1188726"/>
              <a:chExt cx="702702" cy="725214"/>
            </a:xfrm>
          </p:grpSpPr>
          <p:sp>
            <p:nvSpPr>
              <p:cNvPr id="9079" name="Google Shape;9079;p75"/>
              <p:cNvSpPr/>
              <p:nvPr/>
            </p:nvSpPr>
            <p:spPr>
              <a:xfrm>
                <a:off x="2621966" y="118872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0" name="Google Shape;9080;p75"/>
              <p:cNvSpPr/>
              <p:nvPr/>
            </p:nvSpPr>
            <p:spPr>
              <a:xfrm>
                <a:off x="2517909" y="154330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1" name="Google Shape;9081;p75"/>
              <p:cNvSpPr/>
              <p:nvPr/>
            </p:nvSpPr>
            <p:spPr>
              <a:xfrm>
                <a:off x="3174265" y="155689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2" name="Google Shape;9082;p75"/>
              <p:cNvSpPr/>
              <p:nvPr/>
            </p:nvSpPr>
            <p:spPr>
              <a:xfrm>
                <a:off x="3023194" y="119720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3" name="Google Shape;9083;p75"/>
              <p:cNvSpPr/>
              <p:nvPr/>
            </p:nvSpPr>
            <p:spPr>
              <a:xfrm rot="8660313">
                <a:off x="2818264" y="180429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084" name="Google Shape;9084;p75"/>
          <p:cNvGrpSpPr/>
          <p:nvPr/>
        </p:nvGrpSpPr>
        <p:grpSpPr>
          <a:xfrm>
            <a:off x="1654189" y="970936"/>
            <a:ext cx="583439" cy="870229"/>
            <a:chOff x="1716825" y="1121550"/>
            <a:chExt cx="622800" cy="928938"/>
          </a:xfrm>
        </p:grpSpPr>
        <p:grpSp>
          <p:nvGrpSpPr>
            <p:cNvPr id="9085" name="Google Shape;9085;p75"/>
            <p:cNvGrpSpPr/>
            <p:nvPr/>
          </p:nvGrpSpPr>
          <p:grpSpPr>
            <a:xfrm>
              <a:off x="1716825" y="1121550"/>
              <a:ext cx="622800" cy="928938"/>
              <a:chOff x="1716825" y="1121550"/>
              <a:chExt cx="622800" cy="928938"/>
            </a:xfrm>
          </p:grpSpPr>
          <p:cxnSp>
            <p:nvCxnSpPr>
              <p:cNvPr id="9086" name="Google Shape;9086;p75"/>
              <p:cNvCxnSpPr/>
              <p:nvPr/>
            </p:nvCxnSpPr>
            <p:spPr>
              <a:xfrm>
                <a:off x="1954750" y="1738188"/>
                <a:ext cx="0" cy="312300"/>
              </a:xfrm>
              <a:prstGeom prst="straightConnector1">
                <a:avLst/>
              </a:prstGeom>
              <a:noFill/>
              <a:ln cap="flat" cmpd="sng" w="9525">
                <a:solidFill>
                  <a:srgbClr val="213B55"/>
                </a:solidFill>
                <a:prstDash val="solid"/>
                <a:round/>
                <a:headEnd len="med" w="med" type="none"/>
                <a:tailEnd len="med" w="med" type="none"/>
              </a:ln>
            </p:spPr>
          </p:cxnSp>
          <p:sp>
            <p:nvSpPr>
              <p:cNvPr id="9087" name="Google Shape;9087;p75"/>
              <p:cNvSpPr/>
              <p:nvPr/>
            </p:nvSpPr>
            <p:spPr>
              <a:xfrm>
                <a:off x="1716825" y="1121550"/>
                <a:ext cx="622800" cy="622800"/>
              </a:xfrm>
              <a:prstGeom prst="ellipse">
                <a:avLst/>
              </a:prstGeom>
              <a:noFill/>
              <a:ln cap="flat" cmpd="sng" w="9525">
                <a:solidFill>
                  <a:srgbClr val="213B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88" name="Google Shape;9088;p75"/>
            <p:cNvGrpSpPr/>
            <p:nvPr/>
          </p:nvGrpSpPr>
          <p:grpSpPr>
            <a:xfrm>
              <a:off x="1768050" y="1172775"/>
              <a:ext cx="520200" cy="832000"/>
              <a:chOff x="1768050" y="1172775"/>
              <a:chExt cx="520200" cy="832000"/>
            </a:xfrm>
          </p:grpSpPr>
          <p:cxnSp>
            <p:nvCxnSpPr>
              <p:cNvPr id="9089" name="Google Shape;9089;p75"/>
              <p:cNvCxnSpPr/>
              <p:nvPr/>
            </p:nvCxnSpPr>
            <p:spPr>
              <a:xfrm>
                <a:off x="2003025" y="1692475"/>
                <a:ext cx="0" cy="312300"/>
              </a:xfrm>
              <a:prstGeom prst="straightConnector1">
                <a:avLst/>
              </a:prstGeom>
              <a:noFill/>
              <a:ln cap="flat" cmpd="sng" w="9525">
                <a:solidFill>
                  <a:srgbClr val="667E92"/>
                </a:solidFill>
                <a:prstDash val="solid"/>
                <a:round/>
                <a:headEnd len="med" w="med" type="none"/>
                <a:tailEnd len="med" w="med" type="none"/>
              </a:ln>
            </p:spPr>
          </p:cxnSp>
          <p:sp>
            <p:nvSpPr>
              <p:cNvPr id="9090" name="Google Shape;9090;p75"/>
              <p:cNvSpPr/>
              <p:nvPr/>
            </p:nvSpPr>
            <p:spPr>
              <a:xfrm>
                <a:off x="1768050" y="1172775"/>
                <a:ext cx="520200" cy="520200"/>
              </a:xfrm>
              <a:prstGeom prst="ellipse">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91" name="Google Shape;9091;p75"/>
            <p:cNvGrpSpPr/>
            <p:nvPr/>
          </p:nvGrpSpPr>
          <p:grpSpPr>
            <a:xfrm>
              <a:off x="1820100" y="1225475"/>
              <a:ext cx="416400" cy="729575"/>
              <a:chOff x="1820100" y="1225475"/>
              <a:chExt cx="416400" cy="729575"/>
            </a:xfrm>
          </p:grpSpPr>
          <p:cxnSp>
            <p:nvCxnSpPr>
              <p:cNvPr id="9092" name="Google Shape;9092;p75"/>
              <p:cNvCxnSpPr/>
              <p:nvPr/>
            </p:nvCxnSpPr>
            <p:spPr>
              <a:xfrm>
                <a:off x="2051300" y="1642750"/>
                <a:ext cx="0" cy="312300"/>
              </a:xfrm>
              <a:prstGeom prst="straightConnector1">
                <a:avLst/>
              </a:prstGeom>
              <a:noFill/>
              <a:ln cap="flat" cmpd="sng" w="9525">
                <a:solidFill>
                  <a:srgbClr val="445D73"/>
                </a:solidFill>
                <a:prstDash val="solid"/>
                <a:round/>
                <a:headEnd len="med" w="med" type="none"/>
                <a:tailEnd len="med" w="med" type="none"/>
              </a:ln>
            </p:spPr>
          </p:cxnSp>
          <p:sp>
            <p:nvSpPr>
              <p:cNvPr id="9093" name="Google Shape;9093;p75"/>
              <p:cNvSpPr/>
              <p:nvPr/>
            </p:nvSpPr>
            <p:spPr>
              <a:xfrm>
                <a:off x="1820100" y="1225475"/>
                <a:ext cx="416400" cy="416400"/>
              </a:xfrm>
              <a:prstGeom prst="ellipse">
                <a:avLst/>
              </a:pr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94" name="Google Shape;9094;p75"/>
            <p:cNvGrpSpPr/>
            <p:nvPr/>
          </p:nvGrpSpPr>
          <p:grpSpPr>
            <a:xfrm>
              <a:off x="1874250" y="1278825"/>
              <a:ext cx="308100" cy="605275"/>
              <a:chOff x="1874250" y="1278825"/>
              <a:chExt cx="308100" cy="605275"/>
            </a:xfrm>
          </p:grpSpPr>
          <p:cxnSp>
            <p:nvCxnSpPr>
              <p:cNvPr id="9095" name="Google Shape;9095;p75"/>
              <p:cNvCxnSpPr/>
              <p:nvPr/>
            </p:nvCxnSpPr>
            <p:spPr>
              <a:xfrm>
                <a:off x="2099575" y="1571800"/>
                <a:ext cx="0" cy="312300"/>
              </a:xfrm>
              <a:prstGeom prst="straightConnector1">
                <a:avLst/>
              </a:prstGeom>
              <a:noFill/>
              <a:ln cap="flat" cmpd="sng" w="9525">
                <a:solidFill>
                  <a:srgbClr val="E3E9ED"/>
                </a:solidFill>
                <a:prstDash val="solid"/>
                <a:round/>
                <a:headEnd len="med" w="med" type="none"/>
                <a:tailEnd len="med" w="med" type="none"/>
              </a:ln>
            </p:spPr>
          </p:cxnSp>
          <p:sp>
            <p:nvSpPr>
              <p:cNvPr id="9096" name="Google Shape;9096;p75"/>
              <p:cNvSpPr/>
              <p:nvPr/>
            </p:nvSpPr>
            <p:spPr>
              <a:xfrm>
                <a:off x="1874250" y="1278825"/>
                <a:ext cx="308100" cy="308100"/>
              </a:xfrm>
              <a:prstGeom prst="ellipse">
                <a:avLst/>
              </a:pr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97" name="Google Shape;9097;p75"/>
            <p:cNvSpPr/>
            <p:nvPr/>
          </p:nvSpPr>
          <p:spPr>
            <a:xfrm>
              <a:off x="1920625" y="1326000"/>
              <a:ext cx="215400" cy="215400"/>
            </a:xfrm>
            <a:prstGeom prst="ellipse">
              <a:avLst/>
            </a:prstGeom>
            <a:noFill/>
            <a:ln cap="flat" cmpd="sng" w="9525">
              <a:solidFill>
                <a:srgbClr val="F2F2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98" name="Google Shape;9098;p75"/>
          <p:cNvGrpSpPr/>
          <p:nvPr/>
        </p:nvGrpSpPr>
        <p:grpSpPr>
          <a:xfrm>
            <a:off x="1574012" y="1857258"/>
            <a:ext cx="739072" cy="714152"/>
            <a:chOff x="4334725" y="1355875"/>
            <a:chExt cx="3106650" cy="3001900"/>
          </a:xfrm>
        </p:grpSpPr>
        <p:grpSp>
          <p:nvGrpSpPr>
            <p:cNvPr id="9099" name="Google Shape;9099;p75"/>
            <p:cNvGrpSpPr/>
            <p:nvPr/>
          </p:nvGrpSpPr>
          <p:grpSpPr>
            <a:xfrm>
              <a:off x="4516050" y="1724875"/>
              <a:ext cx="2693725" cy="2632900"/>
              <a:chOff x="4516050" y="1724875"/>
              <a:chExt cx="2693725" cy="2632900"/>
            </a:xfrm>
          </p:grpSpPr>
          <p:sp>
            <p:nvSpPr>
              <p:cNvPr id="9100" name="Google Shape;9100;p75"/>
              <p:cNvSpPr/>
              <p:nvPr/>
            </p:nvSpPr>
            <p:spPr>
              <a:xfrm>
                <a:off x="6227525" y="1737400"/>
                <a:ext cx="982250" cy="1548550"/>
              </a:xfrm>
              <a:custGeom>
                <a:rect b="b" l="l" r="r" t="t"/>
                <a:pathLst>
                  <a:path extrusionOk="0" h="61942" w="3929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1" name="Google Shape;9101;p75"/>
              <p:cNvSpPr/>
              <p:nvPr/>
            </p:nvSpPr>
            <p:spPr>
              <a:xfrm>
                <a:off x="4516050" y="1724875"/>
                <a:ext cx="1010900" cy="1581800"/>
              </a:xfrm>
              <a:custGeom>
                <a:rect b="b" l="l" r="r" t="t"/>
                <a:pathLst>
                  <a:path extrusionOk="0" h="63272" w="40436">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2" name="Google Shape;9102;p75"/>
              <p:cNvSpPr/>
              <p:nvPr/>
            </p:nvSpPr>
            <p:spPr>
              <a:xfrm>
                <a:off x="4977525" y="3800325"/>
                <a:ext cx="1782050" cy="557450"/>
              </a:xfrm>
              <a:custGeom>
                <a:rect b="b" l="l" r="r" t="t"/>
                <a:pathLst>
                  <a:path extrusionOk="0" h="22298" w="71282">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03" name="Google Shape;9103;p75"/>
            <p:cNvGrpSpPr/>
            <p:nvPr/>
          </p:nvGrpSpPr>
          <p:grpSpPr>
            <a:xfrm>
              <a:off x="4334725" y="1355875"/>
              <a:ext cx="3106650" cy="2709650"/>
              <a:chOff x="4334725" y="1355875"/>
              <a:chExt cx="3106650" cy="2709650"/>
            </a:xfrm>
          </p:grpSpPr>
          <p:sp>
            <p:nvSpPr>
              <p:cNvPr id="9104" name="Google Shape;9104;p75"/>
              <p:cNvSpPr/>
              <p:nvPr/>
            </p:nvSpPr>
            <p:spPr>
              <a:xfrm>
                <a:off x="5427950" y="1355875"/>
                <a:ext cx="904575" cy="1665925"/>
              </a:xfrm>
              <a:custGeom>
                <a:rect b="b" l="l" r="r" t="t"/>
                <a:pathLst>
                  <a:path extrusionOk="0" fill="none" h="66637" w="36183">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cap="flat" cmpd="sng" w="9525">
                <a:solidFill>
                  <a:srgbClr val="5F7D9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5" name="Google Shape;9105;p75"/>
              <p:cNvSpPr/>
              <p:nvPr/>
            </p:nvSpPr>
            <p:spPr>
              <a:xfrm>
                <a:off x="4334725" y="2760325"/>
                <a:ext cx="1547125" cy="1304775"/>
              </a:xfrm>
              <a:custGeom>
                <a:rect b="b" l="l" r="r" t="t"/>
                <a:pathLst>
                  <a:path extrusionOk="0" fill="none" h="52191" w="61885">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cap="flat" cmpd="sng" w="9525">
                <a:solidFill>
                  <a:srgbClr val="435D74"/>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6" name="Google Shape;9106;p75"/>
              <p:cNvSpPr/>
              <p:nvPr/>
            </p:nvSpPr>
            <p:spPr>
              <a:xfrm>
                <a:off x="5881825" y="2760325"/>
                <a:ext cx="1559550" cy="1305200"/>
              </a:xfrm>
              <a:custGeom>
                <a:rect b="b" l="l" r="r" t="t"/>
                <a:pathLst>
                  <a:path extrusionOk="0" fill="none" h="52208" w="62382">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cap="flat" cmpd="sng" w="9525">
                <a:solidFill>
                  <a:srgbClr val="A5B7C5"/>
                </a:solidFill>
                <a:prstDash val="solid"/>
                <a:miter lim="245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07" name="Google Shape;9107;p75"/>
          <p:cNvGrpSpPr/>
          <p:nvPr/>
        </p:nvGrpSpPr>
        <p:grpSpPr>
          <a:xfrm>
            <a:off x="7690961" y="3488029"/>
            <a:ext cx="312074" cy="684173"/>
            <a:chOff x="7645573" y="3754300"/>
            <a:chExt cx="293855" cy="644170"/>
          </a:xfrm>
        </p:grpSpPr>
        <p:sp>
          <p:nvSpPr>
            <p:cNvPr id="9108" name="Google Shape;9108;p75"/>
            <p:cNvSpPr/>
            <p:nvPr/>
          </p:nvSpPr>
          <p:spPr>
            <a:xfrm>
              <a:off x="7645895" y="3855521"/>
              <a:ext cx="293533" cy="164134"/>
            </a:xfrm>
            <a:custGeom>
              <a:rect b="b" l="l" r="r" t="t"/>
              <a:pathLst>
                <a:path extrusionOk="0" h="10698" w="19132">
                  <a:moveTo>
                    <a:pt x="1" y="1"/>
                  </a:moveTo>
                  <a:lnTo>
                    <a:pt x="1" y="10698"/>
                  </a:lnTo>
                  <a:lnTo>
                    <a:pt x="19132" y="10698"/>
                  </a:lnTo>
                  <a:lnTo>
                    <a:pt x="19132"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9" name="Google Shape;9109;p75"/>
            <p:cNvSpPr/>
            <p:nvPr/>
          </p:nvSpPr>
          <p:spPr>
            <a:xfrm>
              <a:off x="7645573" y="3754300"/>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cap="flat" cmpd="sng" w="9525">
              <a:solidFill>
                <a:srgbClr val="5F81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10" name="Google Shape;9110;p75"/>
          <p:cNvGrpSpPr/>
          <p:nvPr/>
        </p:nvGrpSpPr>
        <p:grpSpPr>
          <a:xfrm>
            <a:off x="5612949" y="970936"/>
            <a:ext cx="709011" cy="739359"/>
            <a:chOff x="5830645" y="1256617"/>
            <a:chExt cx="530340" cy="553040"/>
          </a:xfrm>
        </p:grpSpPr>
        <p:grpSp>
          <p:nvGrpSpPr>
            <p:cNvPr id="9111" name="Google Shape;9111;p75"/>
            <p:cNvGrpSpPr/>
            <p:nvPr/>
          </p:nvGrpSpPr>
          <p:grpSpPr>
            <a:xfrm>
              <a:off x="5830645" y="1256617"/>
              <a:ext cx="259743" cy="269909"/>
              <a:chOff x="5830645" y="1256617"/>
              <a:chExt cx="259743" cy="269909"/>
            </a:xfrm>
          </p:grpSpPr>
          <p:sp>
            <p:nvSpPr>
              <p:cNvPr id="9112" name="Google Shape;9112;p75"/>
              <p:cNvSpPr/>
              <p:nvPr/>
            </p:nvSpPr>
            <p:spPr>
              <a:xfrm>
                <a:off x="5830645" y="1294145"/>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3" name="Google Shape;9113;p75"/>
              <p:cNvSpPr/>
              <p:nvPr/>
            </p:nvSpPr>
            <p:spPr>
              <a:xfrm>
                <a:off x="5922950" y="1256617"/>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14" name="Google Shape;9114;p75"/>
            <p:cNvGrpSpPr/>
            <p:nvPr/>
          </p:nvGrpSpPr>
          <p:grpSpPr>
            <a:xfrm>
              <a:off x="6101293" y="1256617"/>
              <a:ext cx="259692" cy="269909"/>
              <a:chOff x="6101293" y="1256617"/>
              <a:chExt cx="259692" cy="269909"/>
            </a:xfrm>
          </p:grpSpPr>
          <p:sp>
            <p:nvSpPr>
              <p:cNvPr id="9115" name="Google Shape;9115;p75"/>
              <p:cNvSpPr/>
              <p:nvPr/>
            </p:nvSpPr>
            <p:spPr>
              <a:xfrm>
                <a:off x="6101293" y="1294145"/>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6" name="Google Shape;9116;p75"/>
              <p:cNvSpPr/>
              <p:nvPr/>
            </p:nvSpPr>
            <p:spPr>
              <a:xfrm>
                <a:off x="6193623" y="1256617"/>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17" name="Google Shape;9117;p75"/>
            <p:cNvGrpSpPr/>
            <p:nvPr/>
          </p:nvGrpSpPr>
          <p:grpSpPr>
            <a:xfrm>
              <a:off x="5830645" y="1539749"/>
              <a:ext cx="259692" cy="269909"/>
              <a:chOff x="5830645" y="1539749"/>
              <a:chExt cx="259692" cy="269909"/>
            </a:xfrm>
          </p:grpSpPr>
          <p:sp>
            <p:nvSpPr>
              <p:cNvPr id="9118" name="Google Shape;9118;p75"/>
              <p:cNvSpPr/>
              <p:nvPr/>
            </p:nvSpPr>
            <p:spPr>
              <a:xfrm>
                <a:off x="5830645" y="1539749"/>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9" name="Google Shape;9119;p75"/>
              <p:cNvSpPr/>
              <p:nvPr/>
            </p:nvSpPr>
            <p:spPr>
              <a:xfrm>
                <a:off x="5922950" y="1734600"/>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20" name="Google Shape;9120;p75"/>
            <p:cNvGrpSpPr/>
            <p:nvPr/>
          </p:nvGrpSpPr>
          <p:grpSpPr>
            <a:xfrm>
              <a:off x="6101293" y="1539749"/>
              <a:ext cx="259692" cy="269909"/>
              <a:chOff x="6101293" y="1539749"/>
              <a:chExt cx="259692" cy="269909"/>
            </a:xfrm>
          </p:grpSpPr>
          <p:sp>
            <p:nvSpPr>
              <p:cNvPr id="9121" name="Google Shape;9121;p75"/>
              <p:cNvSpPr/>
              <p:nvPr/>
            </p:nvSpPr>
            <p:spPr>
              <a:xfrm>
                <a:off x="6101293" y="1539749"/>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2" name="Google Shape;9122;p75"/>
              <p:cNvSpPr/>
              <p:nvPr/>
            </p:nvSpPr>
            <p:spPr>
              <a:xfrm>
                <a:off x="6193623" y="1734600"/>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23" name="Google Shape;9123;p75"/>
            <p:cNvSpPr/>
            <p:nvPr/>
          </p:nvSpPr>
          <p:spPr>
            <a:xfrm>
              <a:off x="5999148" y="1436800"/>
              <a:ext cx="192625" cy="192690"/>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24" name="Google Shape;9124;p75"/>
          <p:cNvGrpSpPr/>
          <p:nvPr/>
        </p:nvGrpSpPr>
        <p:grpSpPr>
          <a:xfrm>
            <a:off x="714444" y="2707052"/>
            <a:ext cx="1452955" cy="621360"/>
            <a:chOff x="732422" y="2990152"/>
            <a:chExt cx="1337773" cy="572102"/>
          </a:xfrm>
        </p:grpSpPr>
        <p:sp>
          <p:nvSpPr>
            <p:cNvPr id="9125" name="Google Shape;9125;p75"/>
            <p:cNvSpPr/>
            <p:nvPr/>
          </p:nvSpPr>
          <p:spPr>
            <a:xfrm>
              <a:off x="923705" y="3182595"/>
              <a:ext cx="380762" cy="379464"/>
            </a:xfrm>
            <a:custGeom>
              <a:rect b="b" l="l" r="r" t="t"/>
              <a:pathLst>
                <a:path extrusionOk="0" h="33040" w="33153">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cap="flat" cmpd="sng" w="9525">
              <a:solidFill>
                <a:srgbClr val="D6DB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6" name="Google Shape;9126;p75"/>
            <p:cNvSpPr/>
            <p:nvPr/>
          </p:nvSpPr>
          <p:spPr>
            <a:xfrm>
              <a:off x="1309210" y="3183709"/>
              <a:ext cx="378534" cy="377248"/>
            </a:xfrm>
            <a:custGeom>
              <a:rect b="b" l="l" r="r" t="t"/>
              <a:pathLst>
                <a:path extrusionOk="0" h="32847" w="32959">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7" name="Google Shape;9127;p75"/>
            <p:cNvSpPr/>
            <p:nvPr/>
          </p:nvSpPr>
          <p:spPr>
            <a:xfrm>
              <a:off x="732422" y="2990152"/>
              <a:ext cx="380716" cy="379441"/>
            </a:xfrm>
            <a:custGeom>
              <a:rect b="b" l="l" r="r" t="t"/>
              <a:pathLst>
                <a:path extrusionOk="0" h="33038" w="33149">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8" name="Google Shape;9128;p75"/>
            <p:cNvSpPr/>
            <p:nvPr/>
          </p:nvSpPr>
          <p:spPr>
            <a:xfrm>
              <a:off x="1115837" y="2990152"/>
              <a:ext cx="380728" cy="379430"/>
            </a:xfrm>
            <a:custGeom>
              <a:rect b="b" l="l" r="r" t="t"/>
              <a:pathLst>
                <a:path extrusionOk="0" h="33037" w="3315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9" name="Google Shape;9129;p75"/>
            <p:cNvSpPr/>
            <p:nvPr/>
          </p:nvSpPr>
          <p:spPr>
            <a:xfrm>
              <a:off x="1691707" y="3184996"/>
              <a:ext cx="378488" cy="377259"/>
            </a:xfrm>
            <a:custGeom>
              <a:rect b="b" l="l" r="r" t="t"/>
              <a:pathLst>
                <a:path extrusionOk="0" h="32848" w="32955">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0" name="Google Shape;9130;p75"/>
            <p:cNvSpPr/>
            <p:nvPr/>
          </p:nvSpPr>
          <p:spPr>
            <a:xfrm>
              <a:off x="1499792" y="2993162"/>
              <a:ext cx="378523" cy="377213"/>
            </a:xfrm>
            <a:custGeom>
              <a:rect b="b" l="l" r="r" t="t"/>
              <a:pathLst>
                <a:path extrusionOk="0" h="32844" w="32958">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4" name="Shape 9134"/>
        <p:cNvGrpSpPr/>
        <p:nvPr/>
      </p:nvGrpSpPr>
      <p:grpSpPr>
        <a:xfrm>
          <a:off x="0" y="0"/>
          <a:ext cx="0" cy="0"/>
          <a:chOff x="0" y="0"/>
          <a:chExt cx="0" cy="0"/>
        </a:xfrm>
      </p:grpSpPr>
      <p:grpSp>
        <p:nvGrpSpPr>
          <p:cNvPr id="9135" name="Google Shape;9135;p76"/>
          <p:cNvGrpSpPr/>
          <p:nvPr/>
        </p:nvGrpSpPr>
        <p:grpSpPr>
          <a:xfrm>
            <a:off x="708579" y="965872"/>
            <a:ext cx="1636117" cy="1526144"/>
            <a:chOff x="729238" y="1179665"/>
            <a:chExt cx="1636117" cy="1526144"/>
          </a:xfrm>
        </p:grpSpPr>
        <p:grpSp>
          <p:nvGrpSpPr>
            <p:cNvPr id="9136" name="Google Shape;9136;p76"/>
            <p:cNvGrpSpPr/>
            <p:nvPr/>
          </p:nvGrpSpPr>
          <p:grpSpPr>
            <a:xfrm>
              <a:off x="729238" y="1179665"/>
              <a:ext cx="80700" cy="1526144"/>
              <a:chOff x="729238" y="1179665"/>
              <a:chExt cx="80700" cy="1526144"/>
            </a:xfrm>
          </p:grpSpPr>
          <p:sp>
            <p:nvSpPr>
              <p:cNvPr id="9137" name="Google Shape;9137;p76"/>
              <p:cNvSpPr/>
              <p:nvPr/>
            </p:nvSpPr>
            <p:spPr>
              <a:xfrm>
                <a:off x="72923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8" name="Google Shape;9138;p76"/>
              <p:cNvSpPr/>
              <p:nvPr/>
            </p:nvSpPr>
            <p:spPr>
              <a:xfrm>
                <a:off x="72923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9" name="Google Shape;9139;p76"/>
              <p:cNvSpPr/>
              <p:nvPr/>
            </p:nvSpPr>
            <p:spPr>
              <a:xfrm>
                <a:off x="72923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0" name="Google Shape;9140;p76"/>
              <p:cNvSpPr/>
              <p:nvPr/>
            </p:nvSpPr>
            <p:spPr>
              <a:xfrm>
                <a:off x="72923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1" name="Google Shape;9141;p76"/>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2" name="Google Shape;9142;p76"/>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3" name="Google Shape;9143;p76"/>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4" name="Google Shape;9144;p76"/>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5" name="Google Shape;9145;p76"/>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6" name="Google Shape;9146;p76"/>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47" name="Google Shape;9147;p76"/>
            <p:cNvGrpSpPr/>
            <p:nvPr/>
          </p:nvGrpSpPr>
          <p:grpSpPr>
            <a:xfrm>
              <a:off x="903098" y="1179665"/>
              <a:ext cx="80700" cy="1526144"/>
              <a:chOff x="903098" y="1179665"/>
              <a:chExt cx="80700" cy="1526144"/>
            </a:xfrm>
          </p:grpSpPr>
          <p:sp>
            <p:nvSpPr>
              <p:cNvPr id="9148" name="Google Shape;9148;p76"/>
              <p:cNvSpPr/>
              <p:nvPr/>
            </p:nvSpPr>
            <p:spPr>
              <a:xfrm>
                <a:off x="90309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9" name="Google Shape;9149;p76"/>
              <p:cNvSpPr/>
              <p:nvPr/>
            </p:nvSpPr>
            <p:spPr>
              <a:xfrm>
                <a:off x="90309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0" name="Google Shape;9150;p76"/>
              <p:cNvSpPr/>
              <p:nvPr/>
            </p:nvSpPr>
            <p:spPr>
              <a:xfrm>
                <a:off x="90309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1" name="Google Shape;9151;p76"/>
              <p:cNvSpPr/>
              <p:nvPr/>
            </p:nvSpPr>
            <p:spPr>
              <a:xfrm>
                <a:off x="90309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2" name="Google Shape;9152;p76"/>
              <p:cNvSpPr/>
              <p:nvPr/>
            </p:nvSpPr>
            <p:spPr>
              <a:xfrm>
                <a:off x="90309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3" name="Google Shape;9153;p76"/>
              <p:cNvSpPr/>
              <p:nvPr/>
            </p:nvSpPr>
            <p:spPr>
              <a:xfrm>
                <a:off x="90309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4" name="Google Shape;9154;p76"/>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5" name="Google Shape;9155;p76"/>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6" name="Google Shape;9156;p76"/>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7" name="Google Shape;9157;p76"/>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58" name="Google Shape;9158;p76"/>
            <p:cNvGrpSpPr/>
            <p:nvPr/>
          </p:nvGrpSpPr>
          <p:grpSpPr>
            <a:xfrm>
              <a:off x="1076958" y="1179665"/>
              <a:ext cx="80700" cy="1526144"/>
              <a:chOff x="1076958" y="1179665"/>
              <a:chExt cx="80700" cy="1526144"/>
            </a:xfrm>
          </p:grpSpPr>
          <p:sp>
            <p:nvSpPr>
              <p:cNvPr id="9159" name="Google Shape;9159;p76"/>
              <p:cNvSpPr/>
              <p:nvPr/>
            </p:nvSpPr>
            <p:spPr>
              <a:xfrm>
                <a:off x="1076958"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0" name="Google Shape;9160;p76"/>
              <p:cNvSpPr/>
              <p:nvPr/>
            </p:nvSpPr>
            <p:spPr>
              <a:xfrm>
                <a:off x="1076958"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1" name="Google Shape;9161;p76"/>
              <p:cNvSpPr/>
              <p:nvPr/>
            </p:nvSpPr>
            <p:spPr>
              <a:xfrm>
                <a:off x="1076958"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2" name="Google Shape;9162;p76"/>
              <p:cNvSpPr/>
              <p:nvPr/>
            </p:nvSpPr>
            <p:spPr>
              <a:xfrm>
                <a:off x="1076958"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3" name="Google Shape;9163;p76"/>
              <p:cNvSpPr/>
              <p:nvPr/>
            </p:nvSpPr>
            <p:spPr>
              <a:xfrm>
                <a:off x="1076958"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4" name="Google Shape;9164;p76"/>
              <p:cNvSpPr/>
              <p:nvPr/>
            </p:nvSpPr>
            <p:spPr>
              <a:xfrm>
                <a:off x="1076958"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5" name="Google Shape;9165;p76"/>
              <p:cNvSpPr/>
              <p:nvPr/>
            </p:nvSpPr>
            <p:spPr>
              <a:xfrm>
                <a:off x="1076958"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6" name="Google Shape;9166;p76"/>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7" name="Google Shape;9167;p76"/>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8" name="Google Shape;9168;p76"/>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69" name="Google Shape;9169;p76"/>
            <p:cNvGrpSpPr/>
            <p:nvPr/>
          </p:nvGrpSpPr>
          <p:grpSpPr>
            <a:xfrm>
              <a:off x="1247707" y="1179665"/>
              <a:ext cx="80700" cy="1526144"/>
              <a:chOff x="1247707" y="1179665"/>
              <a:chExt cx="80700" cy="1526144"/>
            </a:xfrm>
          </p:grpSpPr>
          <p:sp>
            <p:nvSpPr>
              <p:cNvPr id="9170" name="Google Shape;9170;p76"/>
              <p:cNvSpPr/>
              <p:nvPr/>
            </p:nvSpPr>
            <p:spPr>
              <a:xfrm>
                <a:off x="124770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1" name="Google Shape;9171;p76"/>
              <p:cNvSpPr/>
              <p:nvPr/>
            </p:nvSpPr>
            <p:spPr>
              <a:xfrm>
                <a:off x="124770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2" name="Google Shape;9172;p76"/>
              <p:cNvSpPr/>
              <p:nvPr/>
            </p:nvSpPr>
            <p:spPr>
              <a:xfrm>
                <a:off x="124770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3" name="Google Shape;9173;p76"/>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4" name="Google Shape;9174;p76"/>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5" name="Google Shape;9175;p76"/>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6" name="Google Shape;9176;p76"/>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7" name="Google Shape;9177;p76"/>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8" name="Google Shape;9178;p76"/>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9" name="Google Shape;9179;p76"/>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80" name="Google Shape;9180;p76"/>
            <p:cNvGrpSpPr/>
            <p:nvPr/>
          </p:nvGrpSpPr>
          <p:grpSpPr>
            <a:xfrm>
              <a:off x="1421567" y="1179665"/>
              <a:ext cx="80700" cy="1526144"/>
              <a:chOff x="1421567" y="1179665"/>
              <a:chExt cx="80700" cy="1526144"/>
            </a:xfrm>
          </p:grpSpPr>
          <p:sp>
            <p:nvSpPr>
              <p:cNvPr id="9181" name="Google Shape;9181;p76"/>
              <p:cNvSpPr/>
              <p:nvPr/>
            </p:nvSpPr>
            <p:spPr>
              <a:xfrm>
                <a:off x="142156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2" name="Google Shape;9182;p76"/>
              <p:cNvSpPr/>
              <p:nvPr/>
            </p:nvSpPr>
            <p:spPr>
              <a:xfrm>
                <a:off x="142156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3" name="Google Shape;9183;p76"/>
              <p:cNvSpPr/>
              <p:nvPr/>
            </p:nvSpPr>
            <p:spPr>
              <a:xfrm>
                <a:off x="142156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4" name="Google Shape;9184;p76"/>
              <p:cNvSpPr/>
              <p:nvPr/>
            </p:nvSpPr>
            <p:spPr>
              <a:xfrm>
                <a:off x="142156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5" name="Google Shape;9185;p76"/>
              <p:cNvSpPr/>
              <p:nvPr/>
            </p:nvSpPr>
            <p:spPr>
              <a:xfrm>
                <a:off x="142156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6" name="Google Shape;9186;p76"/>
              <p:cNvSpPr/>
              <p:nvPr/>
            </p:nvSpPr>
            <p:spPr>
              <a:xfrm>
                <a:off x="142156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7" name="Google Shape;9187;p76"/>
              <p:cNvSpPr/>
              <p:nvPr/>
            </p:nvSpPr>
            <p:spPr>
              <a:xfrm>
                <a:off x="142156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8" name="Google Shape;9188;p76"/>
              <p:cNvSpPr/>
              <p:nvPr/>
            </p:nvSpPr>
            <p:spPr>
              <a:xfrm>
                <a:off x="142156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9" name="Google Shape;9189;p76"/>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0" name="Google Shape;9190;p76"/>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91" name="Google Shape;9191;p76"/>
            <p:cNvGrpSpPr/>
            <p:nvPr/>
          </p:nvGrpSpPr>
          <p:grpSpPr>
            <a:xfrm>
              <a:off x="1592327" y="1179665"/>
              <a:ext cx="80700" cy="1526144"/>
              <a:chOff x="1592327" y="1179665"/>
              <a:chExt cx="80700" cy="1526144"/>
            </a:xfrm>
          </p:grpSpPr>
          <p:sp>
            <p:nvSpPr>
              <p:cNvPr id="9192" name="Google Shape;9192;p76"/>
              <p:cNvSpPr/>
              <p:nvPr/>
            </p:nvSpPr>
            <p:spPr>
              <a:xfrm>
                <a:off x="159232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3" name="Google Shape;9193;p76"/>
              <p:cNvSpPr/>
              <p:nvPr/>
            </p:nvSpPr>
            <p:spPr>
              <a:xfrm>
                <a:off x="159232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4" name="Google Shape;9194;p76"/>
              <p:cNvSpPr/>
              <p:nvPr/>
            </p:nvSpPr>
            <p:spPr>
              <a:xfrm>
                <a:off x="159232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5" name="Google Shape;9195;p76"/>
              <p:cNvSpPr/>
              <p:nvPr/>
            </p:nvSpPr>
            <p:spPr>
              <a:xfrm>
                <a:off x="159232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6" name="Google Shape;9196;p76"/>
              <p:cNvSpPr/>
              <p:nvPr/>
            </p:nvSpPr>
            <p:spPr>
              <a:xfrm>
                <a:off x="159232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7" name="Google Shape;9197;p76"/>
              <p:cNvSpPr/>
              <p:nvPr/>
            </p:nvSpPr>
            <p:spPr>
              <a:xfrm>
                <a:off x="159232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8" name="Google Shape;9198;p76"/>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9" name="Google Shape;9199;p76"/>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0" name="Google Shape;9200;p76"/>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1" name="Google Shape;9201;p76"/>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02" name="Google Shape;9202;p76"/>
            <p:cNvGrpSpPr/>
            <p:nvPr/>
          </p:nvGrpSpPr>
          <p:grpSpPr>
            <a:xfrm>
              <a:off x="1766187" y="1179665"/>
              <a:ext cx="80700" cy="1526144"/>
              <a:chOff x="1766187" y="1179665"/>
              <a:chExt cx="80700" cy="1526144"/>
            </a:xfrm>
          </p:grpSpPr>
          <p:sp>
            <p:nvSpPr>
              <p:cNvPr id="9203" name="Google Shape;9203;p76"/>
              <p:cNvSpPr/>
              <p:nvPr/>
            </p:nvSpPr>
            <p:spPr>
              <a:xfrm>
                <a:off x="1766187"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4" name="Google Shape;9204;p76"/>
              <p:cNvSpPr/>
              <p:nvPr/>
            </p:nvSpPr>
            <p:spPr>
              <a:xfrm>
                <a:off x="1766187"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5" name="Google Shape;9205;p76"/>
              <p:cNvSpPr/>
              <p:nvPr/>
            </p:nvSpPr>
            <p:spPr>
              <a:xfrm>
                <a:off x="1766187"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6" name="Google Shape;9206;p76"/>
              <p:cNvSpPr/>
              <p:nvPr/>
            </p:nvSpPr>
            <p:spPr>
              <a:xfrm>
                <a:off x="1766187"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7" name="Google Shape;9207;p76"/>
              <p:cNvSpPr/>
              <p:nvPr/>
            </p:nvSpPr>
            <p:spPr>
              <a:xfrm>
                <a:off x="1766187"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8" name="Google Shape;9208;p76"/>
              <p:cNvSpPr/>
              <p:nvPr/>
            </p:nvSpPr>
            <p:spPr>
              <a:xfrm>
                <a:off x="1766187"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9" name="Google Shape;9209;p76"/>
              <p:cNvSpPr/>
              <p:nvPr/>
            </p:nvSpPr>
            <p:spPr>
              <a:xfrm>
                <a:off x="1766187" y="214302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0" name="Google Shape;9210;p76"/>
              <p:cNvSpPr/>
              <p:nvPr/>
            </p:nvSpPr>
            <p:spPr>
              <a:xfrm>
                <a:off x="1766187" y="2303717"/>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1" name="Google Shape;9211;p76"/>
              <p:cNvSpPr/>
              <p:nvPr/>
            </p:nvSpPr>
            <p:spPr>
              <a:xfrm>
                <a:off x="1766187" y="2464413"/>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2" name="Google Shape;9212;p76"/>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13" name="Google Shape;9213;p76"/>
            <p:cNvGrpSpPr/>
            <p:nvPr/>
          </p:nvGrpSpPr>
          <p:grpSpPr>
            <a:xfrm>
              <a:off x="1936935" y="1179665"/>
              <a:ext cx="80700" cy="1526144"/>
              <a:chOff x="1936935" y="1179665"/>
              <a:chExt cx="80700" cy="1526144"/>
            </a:xfrm>
          </p:grpSpPr>
          <p:sp>
            <p:nvSpPr>
              <p:cNvPr id="9214" name="Google Shape;9214;p76"/>
              <p:cNvSpPr/>
              <p:nvPr/>
            </p:nvSpPr>
            <p:spPr>
              <a:xfrm>
                <a:off x="193693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5" name="Google Shape;9215;p76"/>
              <p:cNvSpPr/>
              <p:nvPr/>
            </p:nvSpPr>
            <p:spPr>
              <a:xfrm>
                <a:off x="193693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6" name="Google Shape;9216;p76"/>
              <p:cNvSpPr/>
              <p:nvPr/>
            </p:nvSpPr>
            <p:spPr>
              <a:xfrm>
                <a:off x="193693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7" name="Google Shape;9217;p76"/>
              <p:cNvSpPr/>
              <p:nvPr/>
            </p:nvSpPr>
            <p:spPr>
              <a:xfrm>
                <a:off x="193693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8" name="Google Shape;9218;p76"/>
              <p:cNvSpPr/>
              <p:nvPr/>
            </p:nvSpPr>
            <p:spPr>
              <a:xfrm>
                <a:off x="193693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9" name="Google Shape;9219;p76"/>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0" name="Google Shape;9220;p76"/>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1" name="Google Shape;9221;p76"/>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2" name="Google Shape;9222;p76"/>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3" name="Google Shape;9223;p76"/>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24" name="Google Shape;9224;p76"/>
            <p:cNvGrpSpPr/>
            <p:nvPr/>
          </p:nvGrpSpPr>
          <p:grpSpPr>
            <a:xfrm>
              <a:off x="2110795" y="1179665"/>
              <a:ext cx="80700" cy="1526144"/>
              <a:chOff x="2110795" y="1179665"/>
              <a:chExt cx="80700" cy="1526144"/>
            </a:xfrm>
          </p:grpSpPr>
          <p:sp>
            <p:nvSpPr>
              <p:cNvPr id="9225" name="Google Shape;9225;p76"/>
              <p:cNvSpPr/>
              <p:nvPr/>
            </p:nvSpPr>
            <p:spPr>
              <a:xfrm>
                <a:off x="211079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6" name="Google Shape;9226;p76"/>
              <p:cNvSpPr/>
              <p:nvPr/>
            </p:nvSpPr>
            <p:spPr>
              <a:xfrm>
                <a:off x="211079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7" name="Google Shape;9227;p76"/>
              <p:cNvSpPr/>
              <p:nvPr/>
            </p:nvSpPr>
            <p:spPr>
              <a:xfrm>
                <a:off x="211079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8" name="Google Shape;9228;p76"/>
              <p:cNvSpPr/>
              <p:nvPr/>
            </p:nvSpPr>
            <p:spPr>
              <a:xfrm>
                <a:off x="211079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9" name="Google Shape;9229;p76"/>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0" name="Google Shape;9230;p76"/>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1" name="Google Shape;9231;p76"/>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2" name="Google Shape;9232;p76"/>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3" name="Google Shape;9233;p76"/>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4" name="Google Shape;9234;p76"/>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35" name="Google Shape;9235;p76"/>
            <p:cNvGrpSpPr/>
            <p:nvPr/>
          </p:nvGrpSpPr>
          <p:grpSpPr>
            <a:xfrm>
              <a:off x="2284655" y="1179665"/>
              <a:ext cx="80700" cy="1526144"/>
              <a:chOff x="2284655" y="1179665"/>
              <a:chExt cx="80700" cy="1526144"/>
            </a:xfrm>
          </p:grpSpPr>
          <p:sp>
            <p:nvSpPr>
              <p:cNvPr id="9236" name="Google Shape;9236;p76"/>
              <p:cNvSpPr/>
              <p:nvPr/>
            </p:nvSpPr>
            <p:spPr>
              <a:xfrm>
                <a:off x="2284655" y="1179665"/>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7" name="Google Shape;9237;p76"/>
              <p:cNvSpPr/>
              <p:nvPr/>
            </p:nvSpPr>
            <p:spPr>
              <a:xfrm>
                <a:off x="2284655" y="134036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8" name="Google Shape;9238;p76"/>
              <p:cNvSpPr/>
              <p:nvPr/>
            </p:nvSpPr>
            <p:spPr>
              <a:xfrm>
                <a:off x="2284655" y="150105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9" name="Google Shape;9239;p76"/>
              <p:cNvSpPr/>
              <p:nvPr/>
            </p:nvSpPr>
            <p:spPr>
              <a:xfrm>
                <a:off x="2284655" y="1661752"/>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0" name="Google Shape;9240;p76"/>
              <p:cNvSpPr/>
              <p:nvPr/>
            </p:nvSpPr>
            <p:spPr>
              <a:xfrm>
                <a:off x="2284655" y="1821630"/>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1" name="Google Shape;9241;p76"/>
              <p:cNvSpPr/>
              <p:nvPr/>
            </p:nvSpPr>
            <p:spPr>
              <a:xfrm>
                <a:off x="2284655" y="1982326"/>
                <a:ext cx="80700" cy="807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2" name="Google Shape;9242;p76"/>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3" name="Google Shape;9243;p76"/>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4" name="Google Shape;9244;p76"/>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5" name="Google Shape;9245;p76"/>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46" name="Google Shape;9246;p76"/>
          <p:cNvGrpSpPr/>
          <p:nvPr/>
        </p:nvGrpSpPr>
        <p:grpSpPr>
          <a:xfrm>
            <a:off x="2603245" y="985011"/>
            <a:ext cx="1364248" cy="1102133"/>
            <a:chOff x="2623904" y="1198803"/>
            <a:chExt cx="1364248" cy="1102133"/>
          </a:xfrm>
        </p:grpSpPr>
        <p:grpSp>
          <p:nvGrpSpPr>
            <p:cNvPr id="9247" name="Google Shape;9247;p76"/>
            <p:cNvGrpSpPr/>
            <p:nvPr/>
          </p:nvGrpSpPr>
          <p:grpSpPr>
            <a:xfrm>
              <a:off x="2623907" y="1198803"/>
              <a:ext cx="1364245" cy="273000"/>
              <a:chOff x="2623907" y="1198803"/>
              <a:chExt cx="1364245" cy="273000"/>
            </a:xfrm>
          </p:grpSpPr>
          <p:sp>
            <p:nvSpPr>
              <p:cNvPr id="9248" name="Google Shape;9248;p76"/>
              <p:cNvSpPr/>
              <p:nvPr/>
            </p:nvSpPr>
            <p:spPr>
              <a:xfrm>
                <a:off x="3715152" y="1198803"/>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9" name="Google Shape;9249;p76"/>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0" name="Google Shape;9250;p76"/>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1" name="Google Shape;9251;p76"/>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2" name="Google Shape;9252;p76"/>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53" name="Google Shape;9253;p76"/>
            <p:cNvGrpSpPr/>
            <p:nvPr/>
          </p:nvGrpSpPr>
          <p:grpSpPr>
            <a:xfrm>
              <a:off x="2623904" y="1476964"/>
              <a:ext cx="1364245" cy="273000"/>
              <a:chOff x="2623904" y="1476964"/>
              <a:chExt cx="1364245" cy="273000"/>
            </a:xfrm>
          </p:grpSpPr>
          <p:sp>
            <p:nvSpPr>
              <p:cNvPr id="9254" name="Google Shape;9254;p76"/>
              <p:cNvSpPr/>
              <p:nvPr/>
            </p:nvSpPr>
            <p:spPr>
              <a:xfrm>
                <a:off x="3169527"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5" name="Google Shape;9255;p76"/>
              <p:cNvSpPr/>
              <p:nvPr/>
            </p:nvSpPr>
            <p:spPr>
              <a:xfrm>
                <a:off x="3442338"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6" name="Google Shape;9256;p76"/>
              <p:cNvSpPr/>
              <p:nvPr/>
            </p:nvSpPr>
            <p:spPr>
              <a:xfrm>
                <a:off x="3715149" y="1476964"/>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7" name="Google Shape;9257;p76"/>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8" name="Google Shape;9258;p76"/>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59" name="Google Shape;9259;p76"/>
            <p:cNvGrpSpPr/>
            <p:nvPr/>
          </p:nvGrpSpPr>
          <p:grpSpPr>
            <a:xfrm>
              <a:off x="2623907" y="1749775"/>
              <a:ext cx="1364245" cy="273000"/>
              <a:chOff x="2623907" y="1749775"/>
              <a:chExt cx="1364245" cy="273000"/>
            </a:xfrm>
          </p:grpSpPr>
          <p:sp>
            <p:nvSpPr>
              <p:cNvPr id="9260" name="Google Shape;9260;p76"/>
              <p:cNvSpPr/>
              <p:nvPr/>
            </p:nvSpPr>
            <p:spPr>
              <a:xfrm>
                <a:off x="3442341"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1" name="Google Shape;9261;p76"/>
              <p:cNvSpPr/>
              <p:nvPr/>
            </p:nvSpPr>
            <p:spPr>
              <a:xfrm>
                <a:off x="3715152" y="1749775"/>
                <a:ext cx="273000" cy="273000"/>
              </a:xfrm>
              <a:prstGeom prst="diamond">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2" name="Google Shape;9262;p76"/>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3" name="Google Shape;9263;p76"/>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4" name="Google Shape;9264;p76"/>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65" name="Google Shape;9265;p76"/>
            <p:cNvGrpSpPr/>
            <p:nvPr/>
          </p:nvGrpSpPr>
          <p:grpSpPr>
            <a:xfrm>
              <a:off x="2623904" y="2027936"/>
              <a:ext cx="1364245" cy="273000"/>
              <a:chOff x="2623904" y="2027936"/>
              <a:chExt cx="1364245" cy="273000"/>
            </a:xfrm>
          </p:grpSpPr>
          <p:sp>
            <p:nvSpPr>
              <p:cNvPr id="9266" name="Google Shape;9266;p76"/>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7" name="Google Shape;9267;p76"/>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8" name="Google Shape;9268;p76"/>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9" name="Google Shape;9269;p76"/>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0" name="Google Shape;9270;p76"/>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71" name="Google Shape;9271;p76"/>
          <p:cNvGrpSpPr/>
          <p:nvPr/>
        </p:nvGrpSpPr>
        <p:grpSpPr>
          <a:xfrm>
            <a:off x="2592706" y="2444193"/>
            <a:ext cx="1387541" cy="159124"/>
            <a:chOff x="3200660" y="2180272"/>
            <a:chExt cx="2563824" cy="378237"/>
          </a:xfrm>
        </p:grpSpPr>
        <p:sp>
          <p:nvSpPr>
            <p:cNvPr id="9272" name="Google Shape;9272;p76"/>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3" name="Google Shape;9273;p76"/>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4" name="Google Shape;9274;p76"/>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5" name="Google Shape;9275;p76"/>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6" name="Google Shape;9276;p76"/>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7" name="Google Shape;9277;p76"/>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8" name="Google Shape;9278;p76"/>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9" name="Google Shape;9279;p76"/>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0" name="Google Shape;9280;p76"/>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1" name="Google Shape;9281;p76"/>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2" name="Google Shape;9282;p76"/>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3" name="Google Shape;9283;p76"/>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4" name="Google Shape;9284;p76"/>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5" name="Google Shape;9285;p76"/>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6" name="Google Shape;9286;p76"/>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7" name="Google Shape;9287;p76"/>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8" name="Google Shape;9288;p76"/>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9" name="Google Shape;9289;p76"/>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90" name="Google Shape;9290;p76"/>
          <p:cNvGrpSpPr/>
          <p:nvPr/>
        </p:nvGrpSpPr>
        <p:grpSpPr>
          <a:xfrm>
            <a:off x="2589231" y="2722018"/>
            <a:ext cx="1390502" cy="159625"/>
            <a:chOff x="3530150" y="2790075"/>
            <a:chExt cx="1962600" cy="225300"/>
          </a:xfrm>
        </p:grpSpPr>
        <p:sp>
          <p:nvSpPr>
            <p:cNvPr id="9291" name="Google Shape;9291;p76"/>
            <p:cNvSpPr/>
            <p:nvPr/>
          </p:nvSpPr>
          <p:spPr>
            <a:xfrm>
              <a:off x="3530150" y="2790075"/>
              <a:ext cx="1962600" cy="225300"/>
            </a:xfrm>
            <a:prstGeom prst="rec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2" name="Google Shape;9292;p76"/>
            <p:cNvSpPr/>
            <p:nvPr/>
          </p:nvSpPr>
          <p:spPr>
            <a:xfrm>
              <a:off x="3535069" y="2794464"/>
              <a:ext cx="1104900" cy="216900"/>
            </a:xfrm>
            <a:prstGeom prst="rect">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93" name="Google Shape;9293;p76"/>
          <p:cNvGrpSpPr/>
          <p:nvPr/>
        </p:nvGrpSpPr>
        <p:grpSpPr>
          <a:xfrm>
            <a:off x="2589884" y="3000344"/>
            <a:ext cx="1411629" cy="153761"/>
            <a:chOff x="3558802" y="4011427"/>
            <a:chExt cx="1866000" cy="111300"/>
          </a:xfrm>
        </p:grpSpPr>
        <p:sp>
          <p:nvSpPr>
            <p:cNvPr id="9294" name="Google Shape;9294;p76"/>
            <p:cNvSpPr/>
            <p:nvPr/>
          </p:nvSpPr>
          <p:spPr>
            <a:xfrm flipH="1" rot="5400000">
              <a:off x="4436152" y="3134077"/>
              <a:ext cx="111300" cy="1866000"/>
            </a:xfrm>
            <a:prstGeom prst="round2SameRect">
              <a:avLst>
                <a:gd fmla="val 50000" name="adj1"/>
                <a:gd fmla="val 50000" name="adj2"/>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5" name="Google Shape;9295;p76"/>
            <p:cNvSpPr/>
            <p:nvPr/>
          </p:nvSpPr>
          <p:spPr>
            <a:xfrm flipH="1" rot="5400000">
              <a:off x="4162472" y="3415277"/>
              <a:ext cx="104700" cy="13047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296" name="Google Shape;9296;p76"/>
          <p:cNvGrpSpPr/>
          <p:nvPr/>
        </p:nvGrpSpPr>
        <p:grpSpPr>
          <a:xfrm>
            <a:off x="2589576" y="2205744"/>
            <a:ext cx="1383503" cy="119749"/>
            <a:chOff x="3465975" y="2270276"/>
            <a:chExt cx="1986364" cy="171929"/>
          </a:xfrm>
        </p:grpSpPr>
        <p:sp>
          <p:nvSpPr>
            <p:cNvPr id="9297" name="Google Shape;9297;p76"/>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8" name="Google Shape;9298;p76"/>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9" name="Google Shape;9299;p76"/>
            <p:cNvSpPr/>
            <p:nvPr/>
          </p:nvSpPr>
          <p:spPr>
            <a:xfrm rot="-5400000">
              <a:off x="4243603"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0" name="Google Shape;9300;p76"/>
            <p:cNvSpPr/>
            <p:nvPr/>
          </p:nvSpPr>
          <p:spPr>
            <a:xfrm rot="-5400000">
              <a:off x="4502812"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1" name="Google Shape;9301;p76"/>
            <p:cNvSpPr/>
            <p:nvPr/>
          </p:nvSpPr>
          <p:spPr>
            <a:xfrm rot="-5400000">
              <a:off x="4762021" y="2270305"/>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2" name="Google Shape;9302;p76"/>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3" name="Google Shape;9303;p76"/>
            <p:cNvSpPr/>
            <p:nvPr/>
          </p:nvSpPr>
          <p:spPr>
            <a:xfrm rot="-5400000">
              <a:off x="502123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4" name="Google Shape;9304;p76"/>
            <p:cNvSpPr/>
            <p:nvPr/>
          </p:nvSpPr>
          <p:spPr>
            <a:xfrm rot="-5400000">
              <a:off x="5280440" y="2270276"/>
              <a:ext cx="171900" cy="171900"/>
            </a:xfrm>
            <a:prstGeom prst="ellipse">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05" name="Google Shape;9305;p76"/>
          <p:cNvGrpSpPr/>
          <p:nvPr/>
        </p:nvGrpSpPr>
        <p:grpSpPr>
          <a:xfrm>
            <a:off x="2600584" y="3569394"/>
            <a:ext cx="1369531" cy="195460"/>
            <a:chOff x="723300" y="4253549"/>
            <a:chExt cx="2276482" cy="324900"/>
          </a:xfrm>
        </p:grpSpPr>
        <p:sp>
          <p:nvSpPr>
            <p:cNvPr id="9306" name="Google Shape;9306;p76"/>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7" name="Google Shape;9307;p76"/>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8" name="Google Shape;9308;p76"/>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9" name="Google Shape;9309;p76"/>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0" name="Google Shape;9310;p76"/>
            <p:cNvSpPr/>
            <p:nvPr/>
          </p:nvSpPr>
          <p:spPr>
            <a:xfrm>
              <a:off x="2658082" y="4253549"/>
              <a:ext cx="341700" cy="324900"/>
            </a:xfrm>
            <a:prstGeom prst="star5">
              <a:avLst>
                <a:gd fmla="val 19098" name="adj"/>
                <a:gd fmla="val 105146" name="hf"/>
                <a:gd fmla="val 110557" name="vf"/>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11" name="Google Shape;9311;p76"/>
          <p:cNvGrpSpPr/>
          <p:nvPr/>
        </p:nvGrpSpPr>
        <p:grpSpPr>
          <a:xfrm>
            <a:off x="2590145" y="3270574"/>
            <a:ext cx="1389066" cy="180119"/>
            <a:chOff x="705948" y="3788465"/>
            <a:chExt cx="2308953" cy="299400"/>
          </a:xfrm>
        </p:grpSpPr>
        <p:sp>
          <p:nvSpPr>
            <p:cNvPr id="9312" name="Google Shape;9312;p76"/>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3" name="Google Shape;9313;p76"/>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4" name="Google Shape;9314;p76"/>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5" name="Google Shape;9315;p76"/>
            <p:cNvSpPr/>
            <p:nvPr/>
          </p:nvSpPr>
          <p:spPr>
            <a:xfrm>
              <a:off x="2189639"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6" name="Google Shape;9316;p76"/>
            <p:cNvSpPr/>
            <p:nvPr/>
          </p:nvSpPr>
          <p:spPr>
            <a:xfrm>
              <a:off x="2679500" y="3788465"/>
              <a:ext cx="335400" cy="299400"/>
            </a:xfrm>
            <a:prstGeom prst="heart">
              <a:avLst/>
            </a:pr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17" name="Google Shape;9317;p76"/>
          <p:cNvGrpSpPr/>
          <p:nvPr/>
        </p:nvGrpSpPr>
        <p:grpSpPr>
          <a:xfrm>
            <a:off x="2638082" y="3883554"/>
            <a:ext cx="1304609" cy="294074"/>
            <a:chOff x="2658741" y="4097347"/>
            <a:chExt cx="1304609" cy="294074"/>
          </a:xfrm>
        </p:grpSpPr>
        <p:grpSp>
          <p:nvGrpSpPr>
            <p:cNvPr id="9318" name="Google Shape;9318;p76"/>
            <p:cNvGrpSpPr/>
            <p:nvPr/>
          </p:nvGrpSpPr>
          <p:grpSpPr>
            <a:xfrm>
              <a:off x="2658741" y="4097347"/>
              <a:ext cx="118572" cy="294074"/>
              <a:chOff x="3343310" y="4475555"/>
              <a:chExt cx="127717" cy="316753"/>
            </a:xfrm>
          </p:grpSpPr>
          <p:sp>
            <p:nvSpPr>
              <p:cNvPr id="9319" name="Google Shape;9319;p76"/>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0" name="Google Shape;9320;p76"/>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21" name="Google Shape;9321;p76"/>
            <p:cNvGrpSpPr/>
            <p:nvPr/>
          </p:nvGrpSpPr>
          <p:grpSpPr>
            <a:xfrm>
              <a:off x="3815519" y="4098388"/>
              <a:ext cx="147831" cy="291991"/>
              <a:chOff x="3527539" y="4476677"/>
              <a:chExt cx="159232" cy="314510"/>
            </a:xfrm>
          </p:grpSpPr>
          <p:sp>
            <p:nvSpPr>
              <p:cNvPr id="9322" name="Google Shape;9322;p76"/>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3" name="Google Shape;9323;p76"/>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24" name="Google Shape;9324;p76"/>
            <p:cNvGrpSpPr/>
            <p:nvPr/>
          </p:nvGrpSpPr>
          <p:grpSpPr>
            <a:xfrm>
              <a:off x="3511696" y="4098388"/>
              <a:ext cx="147831" cy="291991"/>
              <a:chOff x="3527539" y="4476677"/>
              <a:chExt cx="159232" cy="314510"/>
            </a:xfrm>
          </p:grpSpPr>
          <p:sp>
            <p:nvSpPr>
              <p:cNvPr id="9325" name="Google Shape;9325;p76"/>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6" name="Google Shape;9326;p76"/>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27" name="Google Shape;9327;p76"/>
            <p:cNvGrpSpPr/>
            <p:nvPr/>
          </p:nvGrpSpPr>
          <p:grpSpPr>
            <a:xfrm>
              <a:off x="3207874" y="4098388"/>
              <a:ext cx="147831" cy="291991"/>
              <a:chOff x="3527539" y="4476677"/>
              <a:chExt cx="159232" cy="314510"/>
            </a:xfrm>
          </p:grpSpPr>
          <p:sp>
            <p:nvSpPr>
              <p:cNvPr id="9328" name="Google Shape;9328;p76"/>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9" name="Google Shape;9329;p76"/>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30" name="Google Shape;9330;p76"/>
            <p:cNvGrpSpPr/>
            <p:nvPr/>
          </p:nvGrpSpPr>
          <p:grpSpPr>
            <a:xfrm>
              <a:off x="2933305" y="4097347"/>
              <a:ext cx="118572" cy="294074"/>
              <a:chOff x="3343310" y="4475555"/>
              <a:chExt cx="127717" cy="316753"/>
            </a:xfrm>
          </p:grpSpPr>
          <p:sp>
            <p:nvSpPr>
              <p:cNvPr id="9331" name="Google Shape;9331;p76"/>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2" name="Google Shape;9332;p76"/>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333" name="Google Shape;9333;p76"/>
          <p:cNvGrpSpPr/>
          <p:nvPr/>
        </p:nvGrpSpPr>
        <p:grpSpPr>
          <a:xfrm>
            <a:off x="4256912" y="1866676"/>
            <a:ext cx="1433821" cy="191501"/>
            <a:chOff x="4273350" y="2080469"/>
            <a:chExt cx="1433821" cy="191501"/>
          </a:xfrm>
        </p:grpSpPr>
        <p:grpSp>
          <p:nvGrpSpPr>
            <p:cNvPr id="9334" name="Google Shape;9334;p76"/>
            <p:cNvGrpSpPr/>
            <p:nvPr/>
          </p:nvGrpSpPr>
          <p:grpSpPr>
            <a:xfrm>
              <a:off x="4273350" y="2080469"/>
              <a:ext cx="1433821" cy="0"/>
              <a:chOff x="5224975" y="2962250"/>
              <a:chExt cx="1544400" cy="0"/>
            </a:xfrm>
          </p:grpSpPr>
          <p:cxnSp>
            <p:nvCxnSpPr>
              <p:cNvPr id="9335" name="Google Shape;9335;p76"/>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9336" name="Google Shape;9336;p76"/>
              <p:cNvCxnSpPr/>
              <p:nvPr/>
            </p:nvCxnSpPr>
            <p:spPr>
              <a:xfrm>
                <a:off x="5225150" y="2962250"/>
                <a:ext cx="453300" cy="0"/>
              </a:xfrm>
              <a:prstGeom prst="straightConnector1">
                <a:avLst/>
              </a:prstGeom>
              <a:noFill/>
              <a:ln cap="flat" cmpd="sng" w="9525">
                <a:solidFill>
                  <a:srgbClr val="7994A9"/>
                </a:solidFill>
                <a:prstDash val="solid"/>
                <a:round/>
                <a:headEnd len="med" w="med" type="none"/>
                <a:tailEnd len="med" w="med" type="oval"/>
              </a:ln>
            </p:spPr>
          </p:cxnSp>
        </p:grpSp>
        <p:grpSp>
          <p:nvGrpSpPr>
            <p:cNvPr id="9337" name="Google Shape;9337;p76"/>
            <p:cNvGrpSpPr/>
            <p:nvPr/>
          </p:nvGrpSpPr>
          <p:grpSpPr>
            <a:xfrm>
              <a:off x="4273350" y="2271969"/>
              <a:ext cx="1433821" cy="0"/>
              <a:chOff x="5224975" y="2962250"/>
              <a:chExt cx="1544400" cy="0"/>
            </a:xfrm>
          </p:grpSpPr>
          <p:cxnSp>
            <p:nvCxnSpPr>
              <p:cNvPr id="9338" name="Google Shape;9338;p76"/>
              <p:cNvCxnSpPr/>
              <p:nvPr/>
            </p:nvCxnSpPr>
            <p:spPr>
              <a:xfrm>
                <a:off x="5224975" y="2962250"/>
                <a:ext cx="1544400" cy="0"/>
              </a:xfrm>
              <a:prstGeom prst="straightConnector1">
                <a:avLst/>
              </a:prstGeom>
              <a:noFill/>
              <a:ln cap="flat" cmpd="sng" w="9525">
                <a:solidFill>
                  <a:srgbClr val="E3E9ED"/>
                </a:solidFill>
                <a:prstDash val="solid"/>
                <a:round/>
                <a:headEnd len="med" w="med" type="none"/>
                <a:tailEnd len="med" w="med" type="none"/>
              </a:ln>
            </p:spPr>
          </p:cxnSp>
          <p:cxnSp>
            <p:nvCxnSpPr>
              <p:cNvPr id="9339" name="Google Shape;9339;p76"/>
              <p:cNvCxnSpPr/>
              <p:nvPr/>
            </p:nvCxnSpPr>
            <p:spPr>
              <a:xfrm>
                <a:off x="5225150" y="2962250"/>
                <a:ext cx="998700" cy="0"/>
              </a:xfrm>
              <a:prstGeom prst="straightConnector1">
                <a:avLst/>
              </a:prstGeom>
              <a:noFill/>
              <a:ln cap="flat" cmpd="sng" w="9525">
                <a:solidFill>
                  <a:srgbClr val="7994A9"/>
                </a:solidFill>
                <a:prstDash val="solid"/>
                <a:round/>
                <a:headEnd len="med" w="med" type="none"/>
                <a:tailEnd len="med" w="med" type="oval"/>
              </a:ln>
            </p:spPr>
          </p:cxnSp>
        </p:grpSp>
      </p:grpSp>
      <p:grpSp>
        <p:nvGrpSpPr>
          <p:cNvPr id="9340" name="Google Shape;9340;p76"/>
          <p:cNvGrpSpPr/>
          <p:nvPr/>
        </p:nvGrpSpPr>
        <p:grpSpPr>
          <a:xfrm>
            <a:off x="4258467" y="969244"/>
            <a:ext cx="1430711" cy="743389"/>
            <a:chOff x="5159450" y="1919950"/>
            <a:chExt cx="1541050" cy="862500"/>
          </a:xfrm>
        </p:grpSpPr>
        <p:sp>
          <p:nvSpPr>
            <p:cNvPr id="9341" name="Google Shape;9341;p76"/>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med" w="med" type="oval"/>
              <a:tailEnd len="med" w="med" type="oval"/>
            </a:ln>
          </p:spPr>
        </p:sp>
        <p:grpSp>
          <p:nvGrpSpPr>
            <p:cNvPr id="9342" name="Google Shape;9342;p76"/>
            <p:cNvGrpSpPr/>
            <p:nvPr/>
          </p:nvGrpSpPr>
          <p:grpSpPr>
            <a:xfrm>
              <a:off x="5159450" y="1919950"/>
              <a:ext cx="1541050" cy="862500"/>
              <a:chOff x="5159450" y="1919950"/>
              <a:chExt cx="1541050" cy="862500"/>
            </a:xfrm>
          </p:grpSpPr>
          <p:cxnSp>
            <p:nvCxnSpPr>
              <p:cNvPr id="9343" name="Google Shape;9343;p76"/>
              <p:cNvCxnSpPr/>
              <p:nvPr/>
            </p:nvCxnSpPr>
            <p:spPr>
              <a:xfrm>
                <a:off x="5159450" y="1919950"/>
                <a:ext cx="0" cy="862500"/>
              </a:xfrm>
              <a:prstGeom prst="straightConnector1">
                <a:avLst/>
              </a:prstGeom>
              <a:noFill/>
              <a:ln cap="flat" cmpd="sng" w="9525">
                <a:solidFill>
                  <a:srgbClr val="E3E9ED"/>
                </a:solidFill>
                <a:prstDash val="solid"/>
                <a:round/>
                <a:headEnd len="med" w="med" type="none"/>
                <a:tailEnd len="med" w="med" type="none"/>
              </a:ln>
            </p:spPr>
          </p:cxnSp>
          <p:cxnSp>
            <p:nvCxnSpPr>
              <p:cNvPr id="9344" name="Google Shape;9344;p76"/>
              <p:cNvCxnSpPr/>
              <p:nvPr/>
            </p:nvCxnSpPr>
            <p:spPr>
              <a:xfrm>
                <a:off x="5161200" y="2778975"/>
                <a:ext cx="1539300" cy="0"/>
              </a:xfrm>
              <a:prstGeom prst="straightConnector1">
                <a:avLst/>
              </a:prstGeom>
              <a:noFill/>
              <a:ln cap="flat" cmpd="sng" w="9525">
                <a:solidFill>
                  <a:srgbClr val="E3E9ED"/>
                </a:solidFill>
                <a:prstDash val="solid"/>
                <a:round/>
                <a:headEnd len="med" w="med" type="none"/>
                <a:tailEnd len="med" w="med" type="none"/>
              </a:ln>
            </p:spPr>
          </p:cxnSp>
        </p:grpSp>
      </p:grpSp>
      <p:grpSp>
        <p:nvGrpSpPr>
          <p:cNvPr id="9345" name="Google Shape;9345;p76"/>
          <p:cNvGrpSpPr/>
          <p:nvPr/>
        </p:nvGrpSpPr>
        <p:grpSpPr>
          <a:xfrm>
            <a:off x="4248581" y="2192571"/>
            <a:ext cx="1450484" cy="1052087"/>
            <a:chOff x="5230575" y="1554475"/>
            <a:chExt cx="2137150" cy="1550150"/>
          </a:xfrm>
        </p:grpSpPr>
        <p:sp>
          <p:nvSpPr>
            <p:cNvPr id="9346" name="Google Shape;9346;p76"/>
            <p:cNvSpPr/>
            <p:nvPr/>
          </p:nvSpPr>
          <p:spPr>
            <a:xfrm>
              <a:off x="6296450" y="2863325"/>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7" name="Google Shape;9347;p76"/>
            <p:cNvSpPr/>
            <p:nvPr/>
          </p:nvSpPr>
          <p:spPr>
            <a:xfrm>
              <a:off x="5230575" y="2863325"/>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8" name="Google Shape;9348;p76"/>
            <p:cNvSpPr/>
            <p:nvPr/>
          </p:nvSpPr>
          <p:spPr>
            <a:xfrm>
              <a:off x="6296450" y="2611125"/>
              <a:ext cx="1071275" cy="157150"/>
            </a:xfrm>
            <a:custGeom>
              <a:rect b="b" l="l" r="r" t="t"/>
              <a:pathLst>
                <a:path extrusionOk="0" h="6286" w="42851">
                  <a:moveTo>
                    <a:pt x="0" y="0"/>
                  </a:moveTo>
                  <a:lnTo>
                    <a:pt x="0" y="6285"/>
                  </a:lnTo>
                  <a:lnTo>
                    <a:pt x="42851" y="6285"/>
                  </a:lnTo>
                  <a:lnTo>
                    <a:pt x="42851"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9" name="Google Shape;9349;p76"/>
            <p:cNvSpPr/>
            <p:nvPr/>
          </p:nvSpPr>
          <p:spPr>
            <a:xfrm>
              <a:off x="5230575" y="2611125"/>
              <a:ext cx="1071350" cy="157150"/>
            </a:xfrm>
            <a:custGeom>
              <a:rect b="b" l="l" r="r" t="t"/>
              <a:pathLst>
                <a:path extrusionOk="0" h="6286" w="42854">
                  <a:moveTo>
                    <a:pt x="0" y="0"/>
                  </a:moveTo>
                  <a:lnTo>
                    <a:pt x="0" y="6285"/>
                  </a:lnTo>
                  <a:lnTo>
                    <a:pt x="42854" y="6285"/>
                  </a:lnTo>
                  <a:lnTo>
                    <a:pt x="42854"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0" name="Google Shape;9350;p76"/>
            <p:cNvSpPr/>
            <p:nvPr/>
          </p:nvSpPr>
          <p:spPr>
            <a:xfrm>
              <a:off x="6296450" y="2358900"/>
              <a:ext cx="1071275" cy="157150"/>
            </a:xfrm>
            <a:custGeom>
              <a:rect b="b" l="l" r="r" t="t"/>
              <a:pathLst>
                <a:path extrusionOk="0" h="6286" w="42851">
                  <a:moveTo>
                    <a:pt x="0" y="1"/>
                  </a:moveTo>
                  <a:lnTo>
                    <a:pt x="0" y="6286"/>
                  </a:lnTo>
                  <a:lnTo>
                    <a:pt x="42851" y="6286"/>
                  </a:lnTo>
                  <a:lnTo>
                    <a:pt x="42851"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1" name="Google Shape;9351;p76"/>
            <p:cNvSpPr/>
            <p:nvPr/>
          </p:nvSpPr>
          <p:spPr>
            <a:xfrm>
              <a:off x="5230575" y="2358900"/>
              <a:ext cx="1071350" cy="157150"/>
            </a:xfrm>
            <a:custGeom>
              <a:rect b="b" l="l" r="r" t="t"/>
              <a:pathLst>
                <a:path extrusionOk="0" h="6286" w="42854">
                  <a:moveTo>
                    <a:pt x="0" y="1"/>
                  </a:moveTo>
                  <a:lnTo>
                    <a:pt x="0" y="6286"/>
                  </a:lnTo>
                  <a:lnTo>
                    <a:pt x="42854" y="6286"/>
                  </a:lnTo>
                  <a:lnTo>
                    <a:pt x="42854"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2" name="Google Shape;9352;p76"/>
            <p:cNvSpPr/>
            <p:nvPr/>
          </p:nvSpPr>
          <p:spPr>
            <a:xfrm>
              <a:off x="6296450" y="2106700"/>
              <a:ext cx="989900" cy="157150"/>
            </a:xfrm>
            <a:custGeom>
              <a:rect b="b" l="l" r="r" t="t"/>
              <a:pathLst>
                <a:path extrusionOk="0" h="6286" w="39596">
                  <a:moveTo>
                    <a:pt x="0" y="0"/>
                  </a:moveTo>
                  <a:lnTo>
                    <a:pt x="0" y="6285"/>
                  </a:lnTo>
                  <a:lnTo>
                    <a:pt x="39596" y="6285"/>
                  </a:lnTo>
                  <a:lnTo>
                    <a:pt x="3959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3" name="Google Shape;9353;p76"/>
            <p:cNvSpPr/>
            <p:nvPr/>
          </p:nvSpPr>
          <p:spPr>
            <a:xfrm>
              <a:off x="5474700" y="2106700"/>
              <a:ext cx="827225" cy="157150"/>
            </a:xfrm>
            <a:custGeom>
              <a:rect b="b" l="l" r="r" t="t"/>
              <a:pathLst>
                <a:path extrusionOk="0" h="6286" w="33089">
                  <a:moveTo>
                    <a:pt x="0" y="0"/>
                  </a:moveTo>
                  <a:lnTo>
                    <a:pt x="0" y="6285"/>
                  </a:lnTo>
                  <a:lnTo>
                    <a:pt x="33089" y="6285"/>
                  </a:lnTo>
                  <a:lnTo>
                    <a:pt x="33089"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4" name="Google Shape;9354;p76"/>
            <p:cNvSpPr/>
            <p:nvPr/>
          </p:nvSpPr>
          <p:spPr>
            <a:xfrm>
              <a:off x="6296450" y="1854475"/>
              <a:ext cx="827225" cy="157175"/>
            </a:xfrm>
            <a:custGeom>
              <a:rect b="b" l="l" r="r" t="t"/>
              <a:pathLst>
                <a:path extrusionOk="0" h="6287" w="33089">
                  <a:moveTo>
                    <a:pt x="0" y="1"/>
                  </a:moveTo>
                  <a:lnTo>
                    <a:pt x="0" y="6286"/>
                  </a:lnTo>
                  <a:lnTo>
                    <a:pt x="33089" y="6286"/>
                  </a:lnTo>
                  <a:lnTo>
                    <a:pt x="3308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5" name="Google Shape;9355;p76"/>
            <p:cNvSpPr/>
            <p:nvPr/>
          </p:nvSpPr>
          <p:spPr>
            <a:xfrm>
              <a:off x="5637425" y="1854475"/>
              <a:ext cx="664500" cy="157175"/>
            </a:xfrm>
            <a:custGeom>
              <a:rect b="b" l="l" r="r" t="t"/>
              <a:pathLst>
                <a:path extrusionOk="0" h="6287" w="26580">
                  <a:moveTo>
                    <a:pt x="1" y="1"/>
                  </a:moveTo>
                  <a:lnTo>
                    <a:pt x="1" y="6286"/>
                  </a:lnTo>
                  <a:lnTo>
                    <a:pt x="26580" y="6286"/>
                  </a:lnTo>
                  <a:lnTo>
                    <a:pt x="2658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6" name="Google Shape;9356;p76"/>
            <p:cNvSpPr/>
            <p:nvPr/>
          </p:nvSpPr>
          <p:spPr>
            <a:xfrm>
              <a:off x="6296450" y="1602275"/>
              <a:ext cx="501750" cy="157075"/>
            </a:xfrm>
            <a:custGeom>
              <a:rect b="b" l="l" r="r" t="t"/>
              <a:pathLst>
                <a:path extrusionOk="0" h="6283" w="20070">
                  <a:moveTo>
                    <a:pt x="0" y="1"/>
                  </a:moveTo>
                  <a:lnTo>
                    <a:pt x="0" y="6283"/>
                  </a:lnTo>
                  <a:lnTo>
                    <a:pt x="20069" y="6283"/>
                  </a:lnTo>
                  <a:lnTo>
                    <a:pt x="20069" y="1"/>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7" name="Google Shape;9357;p76"/>
            <p:cNvSpPr/>
            <p:nvPr/>
          </p:nvSpPr>
          <p:spPr>
            <a:xfrm>
              <a:off x="5800100" y="1602275"/>
              <a:ext cx="501825" cy="157075"/>
            </a:xfrm>
            <a:custGeom>
              <a:rect b="b" l="l" r="r" t="t"/>
              <a:pathLst>
                <a:path extrusionOk="0" h="6283" w="20073">
                  <a:moveTo>
                    <a:pt x="1" y="1"/>
                  </a:moveTo>
                  <a:lnTo>
                    <a:pt x="1" y="6283"/>
                  </a:lnTo>
                  <a:lnTo>
                    <a:pt x="20073" y="6283"/>
                  </a:lnTo>
                  <a:lnTo>
                    <a:pt x="2007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8" name="Google Shape;9358;p76"/>
            <p:cNvSpPr/>
            <p:nvPr/>
          </p:nvSpPr>
          <p:spPr>
            <a:xfrm>
              <a:off x="6301225" y="1554475"/>
              <a:ext cx="25" cy="1550150"/>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59" name="Google Shape;9359;p76"/>
          <p:cNvGrpSpPr/>
          <p:nvPr/>
        </p:nvGrpSpPr>
        <p:grpSpPr>
          <a:xfrm rot="10800000">
            <a:off x="4265131" y="3284761"/>
            <a:ext cx="1417383" cy="887946"/>
            <a:chOff x="5645403" y="2920021"/>
            <a:chExt cx="2650800" cy="2180614"/>
          </a:xfrm>
        </p:grpSpPr>
        <p:sp>
          <p:nvSpPr>
            <p:cNvPr id="9360" name="Google Shape;9360;p76"/>
            <p:cNvSpPr/>
            <p:nvPr/>
          </p:nvSpPr>
          <p:spPr>
            <a:xfrm>
              <a:off x="5772903" y="2920021"/>
              <a:ext cx="2523300" cy="469200"/>
            </a:xfrm>
            <a:prstGeom prst="rect">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361" name="Google Shape;9361;p76"/>
            <p:cNvCxnSpPr>
              <a:stCxn id="9360" idx="1"/>
            </p:cNvCxnSpPr>
            <p:nvPr/>
          </p:nvCxnSpPr>
          <p:spPr>
            <a:xfrm rot="10800000">
              <a:off x="5645403" y="3154021"/>
              <a:ext cx="127500" cy="600"/>
            </a:xfrm>
            <a:prstGeom prst="straightConnector1">
              <a:avLst/>
            </a:prstGeom>
            <a:noFill/>
            <a:ln cap="flat" cmpd="sng" w="9525">
              <a:solidFill>
                <a:srgbClr val="435D74"/>
              </a:solidFill>
              <a:prstDash val="solid"/>
              <a:round/>
              <a:headEnd len="med" w="med" type="none"/>
              <a:tailEnd len="med" w="med" type="none"/>
            </a:ln>
          </p:spPr>
        </p:cxnSp>
        <p:sp>
          <p:nvSpPr>
            <p:cNvPr id="9362" name="Google Shape;9362;p76"/>
            <p:cNvSpPr/>
            <p:nvPr/>
          </p:nvSpPr>
          <p:spPr>
            <a:xfrm>
              <a:off x="6010040" y="3500932"/>
              <a:ext cx="2049000" cy="469200"/>
            </a:xfrm>
            <a:prstGeom prst="rect">
              <a:avLst/>
            </a:pr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363" name="Google Shape;9363;p76"/>
            <p:cNvCxnSpPr>
              <a:endCxn id="9362" idx="3"/>
            </p:cNvCxnSpPr>
            <p:nvPr/>
          </p:nvCxnSpPr>
          <p:spPr>
            <a:xfrm rot="10800000">
              <a:off x="8059040" y="3735532"/>
              <a:ext cx="135300" cy="0"/>
            </a:xfrm>
            <a:prstGeom prst="straightConnector1">
              <a:avLst/>
            </a:prstGeom>
            <a:noFill/>
            <a:ln cap="flat" cmpd="sng" w="9525">
              <a:solidFill>
                <a:srgbClr val="5F7D95"/>
              </a:solidFill>
              <a:prstDash val="solid"/>
              <a:round/>
              <a:headEnd len="med" w="med" type="none"/>
              <a:tailEnd len="med" w="med" type="none"/>
            </a:ln>
          </p:spPr>
        </p:cxnSp>
        <p:sp>
          <p:nvSpPr>
            <p:cNvPr id="9364" name="Google Shape;9364;p76"/>
            <p:cNvSpPr/>
            <p:nvPr/>
          </p:nvSpPr>
          <p:spPr>
            <a:xfrm>
              <a:off x="6299123" y="4066183"/>
              <a:ext cx="1470600" cy="469200"/>
            </a:xfrm>
            <a:prstGeom prst="rect">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365" name="Google Shape;9365;p76"/>
            <p:cNvCxnSpPr>
              <a:stCxn id="9364" idx="1"/>
            </p:cNvCxnSpPr>
            <p:nvPr/>
          </p:nvCxnSpPr>
          <p:spPr>
            <a:xfrm rot="10800000">
              <a:off x="6175223" y="4300183"/>
              <a:ext cx="123900" cy="600"/>
            </a:xfrm>
            <a:prstGeom prst="straightConnector1">
              <a:avLst/>
            </a:prstGeom>
            <a:noFill/>
            <a:ln cap="flat" cmpd="sng" w="9525">
              <a:solidFill>
                <a:srgbClr val="869FB2"/>
              </a:solidFill>
              <a:prstDash val="solid"/>
              <a:round/>
              <a:headEnd len="med" w="med" type="none"/>
              <a:tailEnd len="med" w="med" type="none"/>
            </a:ln>
          </p:spPr>
        </p:cxnSp>
        <p:sp>
          <p:nvSpPr>
            <p:cNvPr id="9366" name="Google Shape;9366;p76"/>
            <p:cNvSpPr/>
            <p:nvPr/>
          </p:nvSpPr>
          <p:spPr>
            <a:xfrm>
              <a:off x="6629161" y="4631435"/>
              <a:ext cx="810600" cy="469200"/>
            </a:xfrm>
            <a:prstGeom prst="rect">
              <a:avLst/>
            </a:pr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367" name="Google Shape;9367;p76"/>
            <p:cNvCxnSpPr>
              <a:endCxn id="9366" idx="3"/>
            </p:cNvCxnSpPr>
            <p:nvPr/>
          </p:nvCxnSpPr>
          <p:spPr>
            <a:xfrm flipH="1">
              <a:off x="7439761" y="4864535"/>
              <a:ext cx="104400" cy="1500"/>
            </a:xfrm>
            <a:prstGeom prst="straightConnector1">
              <a:avLst/>
            </a:prstGeom>
            <a:noFill/>
            <a:ln cap="flat" cmpd="sng" w="9525">
              <a:solidFill>
                <a:srgbClr val="BAC8D3"/>
              </a:solidFill>
              <a:prstDash val="solid"/>
              <a:round/>
              <a:headEnd len="med" w="med" type="none"/>
              <a:tailEnd len="med" w="med" type="none"/>
            </a:ln>
          </p:spPr>
        </p:cxnSp>
      </p:grpSp>
      <p:grpSp>
        <p:nvGrpSpPr>
          <p:cNvPr id="9368" name="Google Shape;9368;p76"/>
          <p:cNvGrpSpPr/>
          <p:nvPr/>
        </p:nvGrpSpPr>
        <p:grpSpPr>
          <a:xfrm>
            <a:off x="7365491" y="2188116"/>
            <a:ext cx="1071743" cy="1021579"/>
            <a:chOff x="7189833" y="2022667"/>
            <a:chExt cx="1251159" cy="1192597"/>
          </a:xfrm>
        </p:grpSpPr>
        <p:sp>
          <p:nvSpPr>
            <p:cNvPr id="9369" name="Google Shape;9369;p76"/>
            <p:cNvSpPr/>
            <p:nvPr/>
          </p:nvSpPr>
          <p:spPr>
            <a:xfrm>
              <a:off x="7474366" y="2461318"/>
              <a:ext cx="682343" cy="220186"/>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0" name="Google Shape;9370;p76"/>
            <p:cNvSpPr/>
            <p:nvPr/>
          </p:nvSpPr>
          <p:spPr>
            <a:xfrm>
              <a:off x="7602697" y="2022667"/>
              <a:ext cx="426517" cy="402424"/>
            </a:xfrm>
            <a:custGeom>
              <a:rect b="b" l="l" r="r" t="t"/>
              <a:pathLst>
                <a:path extrusionOk="0" h="74009" w="78476">
                  <a:moveTo>
                    <a:pt x="39246" y="0"/>
                  </a:moveTo>
                  <a:lnTo>
                    <a:pt x="1" y="74009"/>
                  </a:lnTo>
                  <a:lnTo>
                    <a:pt x="78476" y="74009"/>
                  </a:lnTo>
                  <a:lnTo>
                    <a:pt x="3924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1" name="Google Shape;9371;p76"/>
            <p:cNvSpPr/>
            <p:nvPr/>
          </p:nvSpPr>
          <p:spPr>
            <a:xfrm>
              <a:off x="7189833" y="2972969"/>
              <a:ext cx="1251159" cy="242295"/>
            </a:xfrm>
            <a:custGeom>
              <a:rect b="b" l="l" r="r" t="t"/>
              <a:pathLst>
                <a:path extrusionOk="0" h="44560" w="230204">
                  <a:moveTo>
                    <a:pt x="25737" y="1"/>
                  </a:moveTo>
                  <a:lnTo>
                    <a:pt x="0" y="44560"/>
                  </a:lnTo>
                  <a:lnTo>
                    <a:pt x="230204" y="44560"/>
                  </a:lnTo>
                  <a:lnTo>
                    <a:pt x="204467"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2" name="Google Shape;9372;p76"/>
            <p:cNvSpPr/>
            <p:nvPr/>
          </p:nvSpPr>
          <p:spPr>
            <a:xfrm>
              <a:off x="7340931" y="2717730"/>
              <a:ext cx="950049" cy="219012"/>
            </a:xfrm>
            <a:custGeom>
              <a:rect b="b" l="l" r="r" t="t"/>
              <a:pathLst>
                <a:path extrusionOk="0" h="40278" w="174802">
                  <a:moveTo>
                    <a:pt x="22750" y="1"/>
                  </a:moveTo>
                  <a:lnTo>
                    <a:pt x="0" y="40278"/>
                  </a:lnTo>
                  <a:lnTo>
                    <a:pt x="174802" y="40278"/>
                  </a:lnTo>
                  <a:lnTo>
                    <a:pt x="15205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73" name="Google Shape;9373;p76"/>
          <p:cNvGrpSpPr/>
          <p:nvPr/>
        </p:nvGrpSpPr>
        <p:grpSpPr>
          <a:xfrm>
            <a:off x="706762" y="2614523"/>
            <a:ext cx="1695374" cy="1560837"/>
            <a:chOff x="727421" y="2828315"/>
            <a:chExt cx="1695374" cy="1560837"/>
          </a:xfrm>
        </p:grpSpPr>
        <p:grpSp>
          <p:nvGrpSpPr>
            <p:cNvPr id="9374" name="Google Shape;9374;p76"/>
            <p:cNvGrpSpPr/>
            <p:nvPr/>
          </p:nvGrpSpPr>
          <p:grpSpPr>
            <a:xfrm>
              <a:off x="819108" y="2882501"/>
              <a:ext cx="103104" cy="1426186"/>
              <a:chOff x="4674013" y="3100904"/>
              <a:chExt cx="122758" cy="1698043"/>
            </a:xfrm>
          </p:grpSpPr>
          <p:sp>
            <p:nvSpPr>
              <p:cNvPr id="9375" name="Google Shape;9375;p76"/>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6" name="Google Shape;9376;p76"/>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7" name="Google Shape;9377;p76"/>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8" name="Google Shape;9378;p76"/>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9" name="Google Shape;9379;p76"/>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0" name="Google Shape;9380;p76"/>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1" name="Google Shape;9381;p76"/>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82" name="Google Shape;9382;p76"/>
            <p:cNvGrpSpPr/>
            <p:nvPr/>
          </p:nvGrpSpPr>
          <p:grpSpPr>
            <a:xfrm>
              <a:off x="1062475" y="2882501"/>
              <a:ext cx="103104" cy="1426186"/>
              <a:chOff x="4940438" y="3100904"/>
              <a:chExt cx="122758" cy="1698043"/>
            </a:xfrm>
          </p:grpSpPr>
          <p:sp>
            <p:nvSpPr>
              <p:cNvPr id="9383" name="Google Shape;9383;p76"/>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4" name="Google Shape;9384;p76"/>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5" name="Google Shape;9385;p76"/>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6" name="Google Shape;9386;p76"/>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7" name="Google Shape;9387;p76"/>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8" name="Google Shape;9388;p76"/>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9" name="Google Shape;9389;p76"/>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90" name="Google Shape;9390;p76"/>
            <p:cNvGrpSpPr/>
            <p:nvPr/>
          </p:nvGrpSpPr>
          <p:grpSpPr>
            <a:xfrm>
              <a:off x="1299324" y="2882501"/>
              <a:ext cx="103104" cy="1426186"/>
              <a:chOff x="5206863" y="3100904"/>
              <a:chExt cx="122758" cy="1698043"/>
            </a:xfrm>
          </p:grpSpPr>
          <p:sp>
            <p:nvSpPr>
              <p:cNvPr id="9391" name="Google Shape;9391;p76"/>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2" name="Google Shape;9392;p76"/>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3" name="Google Shape;9393;p76"/>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4" name="Google Shape;9394;p76"/>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5" name="Google Shape;9395;p76"/>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6" name="Google Shape;9396;p76"/>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7" name="Google Shape;9397;p76"/>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98" name="Google Shape;9398;p76"/>
            <p:cNvGrpSpPr/>
            <p:nvPr/>
          </p:nvGrpSpPr>
          <p:grpSpPr>
            <a:xfrm>
              <a:off x="1786057" y="2882501"/>
              <a:ext cx="103104" cy="1426186"/>
              <a:chOff x="6006138" y="3143629"/>
              <a:chExt cx="122758" cy="1698043"/>
            </a:xfrm>
          </p:grpSpPr>
          <p:sp>
            <p:nvSpPr>
              <p:cNvPr id="9399" name="Google Shape;9399;p76"/>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0" name="Google Shape;9400;p76"/>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1" name="Google Shape;9401;p76"/>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2" name="Google Shape;9402;p76"/>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3" name="Google Shape;9403;p76"/>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4" name="Google Shape;9404;p76"/>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5" name="Google Shape;9405;p76"/>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06" name="Google Shape;9406;p76"/>
            <p:cNvGrpSpPr/>
            <p:nvPr/>
          </p:nvGrpSpPr>
          <p:grpSpPr>
            <a:xfrm>
              <a:off x="2029422" y="2882501"/>
              <a:ext cx="103104" cy="1426186"/>
              <a:chOff x="6805413" y="3100904"/>
              <a:chExt cx="122758" cy="1698043"/>
            </a:xfrm>
          </p:grpSpPr>
          <p:sp>
            <p:nvSpPr>
              <p:cNvPr id="9407" name="Google Shape;9407;p76"/>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8" name="Google Shape;9408;p76"/>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9" name="Google Shape;9409;p76"/>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0" name="Google Shape;9410;p76"/>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1" name="Google Shape;9411;p76"/>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2" name="Google Shape;9412;p76"/>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3" name="Google Shape;9413;p76"/>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14" name="Google Shape;9414;p76"/>
            <p:cNvGrpSpPr/>
            <p:nvPr/>
          </p:nvGrpSpPr>
          <p:grpSpPr>
            <a:xfrm>
              <a:off x="727421" y="2828315"/>
              <a:ext cx="1695374" cy="1560837"/>
              <a:chOff x="734799" y="2782450"/>
              <a:chExt cx="1571100" cy="1577400"/>
            </a:xfrm>
          </p:grpSpPr>
          <p:cxnSp>
            <p:nvCxnSpPr>
              <p:cNvPr id="9415" name="Google Shape;9415;p76"/>
              <p:cNvCxnSpPr/>
              <p:nvPr/>
            </p:nvCxnSpPr>
            <p:spPr>
              <a:xfrm>
                <a:off x="743025" y="2782450"/>
                <a:ext cx="0" cy="1577400"/>
              </a:xfrm>
              <a:prstGeom prst="straightConnector1">
                <a:avLst/>
              </a:prstGeom>
              <a:noFill/>
              <a:ln cap="flat" cmpd="sng" w="19050">
                <a:solidFill>
                  <a:srgbClr val="E3E7EA"/>
                </a:solidFill>
                <a:prstDash val="solid"/>
                <a:round/>
                <a:headEnd len="med" w="med" type="none"/>
                <a:tailEnd len="med" w="med" type="none"/>
              </a:ln>
            </p:spPr>
          </p:cxnSp>
          <p:cxnSp>
            <p:nvCxnSpPr>
              <p:cNvPr id="9416" name="Google Shape;9416;p76"/>
              <p:cNvCxnSpPr/>
              <p:nvPr/>
            </p:nvCxnSpPr>
            <p:spPr>
              <a:xfrm rot="10800000">
                <a:off x="734799" y="4359850"/>
                <a:ext cx="1571100" cy="0"/>
              </a:xfrm>
              <a:prstGeom prst="straightConnector1">
                <a:avLst/>
              </a:prstGeom>
              <a:noFill/>
              <a:ln cap="flat" cmpd="sng" w="19050">
                <a:solidFill>
                  <a:srgbClr val="E3E7EA"/>
                </a:solidFill>
                <a:prstDash val="solid"/>
                <a:round/>
                <a:headEnd len="med" w="med" type="none"/>
                <a:tailEnd len="med" w="med" type="none"/>
              </a:ln>
            </p:spPr>
          </p:cxnSp>
        </p:grpSp>
        <p:grpSp>
          <p:nvGrpSpPr>
            <p:cNvPr id="9417" name="Google Shape;9417;p76"/>
            <p:cNvGrpSpPr/>
            <p:nvPr/>
          </p:nvGrpSpPr>
          <p:grpSpPr>
            <a:xfrm>
              <a:off x="2272795" y="2882501"/>
              <a:ext cx="103104" cy="1426186"/>
              <a:chOff x="5206863" y="3100904"/>
              <a:chExt cx="122758" cy="1698043"/>
            </a:xfrm>
          </p:grpSpPr>
          <p:sp>
            <p:nvSpPr>
              <p:cNvPr id="9418" name="Google Shape;9418;p76"/>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9" name="Google Shape;9419;p76"/>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0" name="Google Shape;9420;p76"/>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1" name="Google Shape;9421;p76"/>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2" name="Google Shape;9422;p76"/>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3" name="Google Shape;9423;p76"/>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4" name="Google Shape;9424;p76"/>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25" name="Google Shape;9425;p76"/>
            <p:cNvGrpSpPr/>
            <p:nvPr/>
          </p:nvGrpSpPr>
          <p:grpSpPr>
            <a:xfrm>
              <a:off x="1542694" y="2882501"/>
              <a:ext cx="103104" cy="1426186"/>
              <a:chOff x="6006138" y="3143629"/>
              <a:chExt cx="122758" cy="1698043"/>
            </a:xfrm>
          </p:grpSpPr>
          <p:sp>
            <p:nvSpPr>
              <p:cNvPr id="9426" name="Google Shape;9426;p76"/>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7" name="Google Shape;9427;p76"/>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8" name="Google Shape;9428;p76"/>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9" name="Google Shape;9429;p76"/>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0" name="Google Shape;9430;p76"/>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1" name="Google Shape;9431;p76"/>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2" name="Google Shape;9432;p76"/>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433" name="Google Shape;9433;p76"/>
          <p:cNvGrpSpPr/>
          <p:nvPr/>
        </p:nvGrpSpPr>
        <p:grpSpPr>
          <a:xfrm>
            <a:off x="5915341" y="2192094"/>
            <a:ext cx="1248543" cy="1025319"/>
            <a:chOff x="5183758" y="1210600"/>
            <a:chExt cx="3605380" cy="2960783"/>
          </a:xfrm>
        </p:grpSpPr>
        <p:sp>
          <p:nvSpPr>
            <p:cNvPr id="9434" name="Google Shape;9434;p76"/>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5" name="Google Shape;9435;p76"/>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6" name="Google Shape;9436;p76"/>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7" name="Google Shape;9437;p76"/>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38" name="Google Shape;9438;p76"/>
            <p:cNvCxnSpPr/>
            <p:nvPr/>
          </p:nvCxnSpPr>
          <p:spPr>
            <a:xfrm>
              <a:off x="5183758" y="2382654"/>
              <a:ext cx="922800" cy="0"/>
            </a:xfrm>
            <a:prstGeom prst="straightConnector1">
              <a:avLst/>
            </a:prstGeom>
            <a:noFill/>
            <a:ln cap="flat" cmpd="sng" w="9525">
              <a:solidFill>
                <a:srgbClr val="869FB2"/>
              </a:solidFill>
              <a:prstDash val="solid"/>
              <a:round/>
              <a:headEnd len="med" w="med" type="oval"/>
              <a:tailEnd len="med" w="med" type="none"/>
            </a:ln>
          </p:spPr>
        </p:cxnSp>
        <p:cxnSp>
          <p:nvCxnSpPr>
            <p:cNvPr id="9439" name="Google Shape;9439;p76"/>
            <p:cNvCxnSpPr/>
            <p:nvPr/>
          </p:nvCxnSpPr>
          <p:spPr>
            <a:xfrm rot="10800000">
              <a:off x="8225195" y="1765431"/>
              <a:ext cx="559200" cy="0"/>
            </a:xfrm>
            <a:prstGeom prst="straightConnector1">
              <a:avLst/>
            </a:prstGeom>
            <a:noFill/>
            <a:ln cap="flat" cmpd="sng" w="9525">
              <a:solidFill>
                <a:srgbClr val="BAC8D3"/>
              </a:solidFill>
              <a:prstDash val="solid"/>
              <a:round/>
              <a:headEnd len="med" w="med" type="oval"/>
              <a:tailEnd len="med" w="med" type="none"/>
            </a:ln>
          </p:spPr>
        </p:cxnSp>
        <p:cxnSp>
          <p:nvCxnSpPr>
            <p:cNvPr id="9440" name="Google Shape;9440;p76"/>
            <p:cNvCxnSpPr/>
            <p:nvPr/>
          </p:nvCxnSpPr>
          <p:spPr>
            <a:xfrm rot="10800000">
              <a:off x="7504838" y="2943528"/>
              <a:ext cx="1284300" cy="0"/>
            </a:xfrm>
            <a:prstGeom prst="straightConnector1">
              <a:avLst/>
            </a:prstGeom>
            <a:noFill/>
            <a:ln cap="flat" cmpd="sng" w="9525">
              <a:solidFill>
                <a:srgbClr val="5F7D95"/>
              </a:solidFill>
              <a:prstDash val="solid"/>
              <a:round/>
              <a:headEnd len="med" w="med" type="oval"/>
              <a:tailEnd len="med" w="med" type="none"/>
            </a:ln>
          </p:spPr>
        </p:cxnSp>
        <p:cxnSp>
          <p:nvCxnSpPr>
            <p:cNvPr id="9441" name="Google Shape;9441;p76"/>
            <p:cNvCxnSpPr/>
            <p:nvPr/>
          </p:nvCxnSpPr>
          <p:spPr>
            <a:xfrm>
              <a:off x="5759284" y="3630350"/>
              <a:ext cx="922800" cy="0"/>
            </a:xfrm>
            <a:prstGeom prst="straightConnector1">
              <a:avLst/>
            </a:prstGeom>
            <a:noFill/>
            <a:ln cap="flat" cmpd="sng" w="9525">
              <a:solidFill>
                <a:srgbClr val="435D74"/>
              </a:solidFill>
              <a:prstDash val="solid"/>
              <a:round/>
              <a:headEnd len="med" w="med" type="oval"/>
              <a:tailEnd len="med" w="med" type="none"/>
            </a:ln>
          </p:spPr>
        </p:cxnSp>
        <p:sp>
          <p:nvSpPr>
            <p:cNvPr id="9442" name="Google Shape;9442;p76"/>
            <p:cNvSpPr/>
            <p:nvPr/>
          </p:nvSpPr>
          <p:spPr>
            <a:xfrm>
              <a:off x="6601902" y="3746583"/>
              <a:ext cx="566400" cy="424800"/>
            </a:xfrm>
            <a:prstGeom prst="downArrow">
              <a:avLst>
                <a:gd fmla="val 50000" name="adj1"/>
                <a:gd fmla="val 50000" name="adj2"/>
              </a:avLst>
            </a:prstGeom>
            <a:noFill/>
            <a:ln cap="flat" cmpd="sng" w="9525">
              <a:solidFill>
                <a:srgbClr val="435D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43" name="Google Shape;9443;p76"/>
          <p:cNvGrpSpPr/>
          <p:nvPr/>
        </p:nvGrpSpPr>
        <p:grpSpPr>
          <a:xfrm>
            <a:off x="5772403" y="3330411"/>
            <a:ext cx="2664831" cy="843440"/>
            <a:chOff x="5916567" y="1099697"/>
            <a:chExt cx="2556683" cy="809211"/>
          </a:xfrm>
        </p:grpSpPr>
        <p:sp>
          <p:nvSpPr>
            <p:cNvPr id="9444" name="Google Shape;9444;p76"/>
            <p:cNvSpPr/>
            <p:nvPr/>
          </p:nvSpPr>
          <p:spPr>
            <a:xfrm>
              <a:off x="5916567" y="1105515"/>
              <a:ext cx="2329202" cy="797642"/>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5" name="Google Shape;9445;p76"/>
            <p:cNvSpPr/>
            <p:nvPr/>
          </p:nvSpPr>
          <p:spPr>
            <a:xfrm>
              <a:off x="6719328" y="1353967"/>
              <a:ext cx="156983" cy="301221"/>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6" name="Google Shape;9446;p76"/>
            <p:cNvSpPr/>
            <p:nvPr/>
          </p:nvSpPr>
          <p:spPr>
            <a:xfrm>
              <a:off x="7142762" y="1276612"/>
              <a:ext cx="217467" cy="455564"/>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7" name="Google Shape;9447;p76"/>
            <p:cNvSpPr/>
            <p:nvPr/>
          </p:nvSpPr>
          <p:spPr>
            <a:xfrm>
              <a:off x="7621211" y="1188419"/>
              <a:ext cx="293739" cy="631637"/>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8" name="Google Shape;9448;p76"/>
            <p:cNvSpPr/>
            <p:nvPr/>
          </p:nvSpPr>
          <p:spPr>
            <a:xfrm>
              <a:off x="8279421" y="1099697"/>
              <a:ext cx="54" cy="0"/>
            </a:xfrm>
            <a:custGeom>
              <a:rect b="b" l="l" r="r" t="t"/>
              <a:pathLst>
                <a:path extrusionOk="0" h="0" w="6">
                  <a:moveTo>
                    <a:pt x="5" y="0"/>
                  </a:moveTo>
                  <a:lnTo>
                    <a:pt x="1" y="0"/>
                  </a:lnTo>
                  <a:close/>
                </a:path>
              </a:pathLst>
            </a:custGeom>
            <a:solidFill>
              <a:srgbClr val="E3E9ED"/>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9" name="Google Shape;9449;p76"/>
            <p:cNvSpPr/>
            <p:nvPr/>
          </p:nvSpPr>
          <p:spPr>
            <a:xfrm>
              <a:off x="8245760" y="1099697"/>
              <a:ext cx="33670" cy="5791"/>
            </a:xfrm>
            <a:custGeom>
              <a:rect b="b" l="l" r="r" t="t"/>
              <a:pathLst>
                <a:path extrusionOk="0" h="647" w="3762">
                  <a:moveTo>
                    <a:pt x="3662" y="0"/>
                  </a:moveTo>
                  <a:cubicBezTo>
                    <a:pt x="2415" y="0"/>
                    <a:pt x="1194" y="222"/>
                    <a:pt x="1" y="646"/>
                  </a:cubicBezTo>
                  <a:lnTo>
                    <a:pt x="3762" y="0"/>
                  </a:lnTo>
                  <a:close/>
                </a:path>
              </a:pathLst>
            </a:custGeom>
            <a:solidFill>
              <a:srgbClr val="CFD9E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0" name="Google Shape;9450;p76"/>
            <p:cNvSpPr/>
            <p:nvPr/>
          </p:nvSpPr>
          <p:spPr>
            <a:xfrm>
              <a:off x="8085689" y="1099747"/>
              <a:ext cx="387562" cy="809161"/>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1" name="Google Shape;9451;p76"/>
            <p:cNvSpPr/>
            <p:nvPr/>
          </p:nvSpPr>
          <p:spPr>
            <a:xfrm>
              <a:off x="6372480" y="1417485"/>
              <a:ext cx="104679" cy="173370"/>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52" name="Google Shape;9452;p76"/>
          <p:cNvGrpSpPr/>
          <p:nvPr/>
        </p:nvGrpSpPr>
        <p:grpSpPr>
          <a:xfrm>
            <a:off x="5879943" y="979270"/>
            <a:ext cx="1299851" cy="1023338"/>
            <a:chOff x="5900602" y="1193063"/>
            <a:chExt cx="1299851" cy="1023338"/>
          </a:xfrm>
        </p:grpSpPr>
        <p:grpSp>
          <p:nvGrpSpPr>
            <p:cNvPr id="9453" name="Google Shape;9453;p76"/>
            <p:cNvGrpSpPr/>
            <p:nvPr/>
          </p:nvGrpSpPr>
          <p:grpSpPr>
            <a:xfrm>
              <a:off x="6743564" y="1193063"/>
              <a:ext cx="456889" cy="700379"/>
              <a:chOff x="6743564" y="1193063"/>
              <a:chExt cx="456889" cy="700379"/>
            </a:xfrm>
          </p:grpSpPr>
          <p:grpSp>
            <p:nvGrpSpPr>
              <p:cNvPr id="9454" name="Google Shape;9454;p76"/>
              <p:cNvGrpSpPr/>
              <p:nvPr/>
            </p:nvGrpSpPr>
            <p:grpSpPr>
              <a:xfrm>
                <a:off x="6743564" y="1690731"/>
                <a:ext cx="214402" cy="202710"/>
                <a:chOff x="6743564" y="1690731"/>
                <a:chExt cx="214402" cy="202710"/>
              </a:xfrm>
            </p:grpSpPr>
            <p:sp>
              <p:nvSpPr>
                <p:cNvPr id="9455" name="Google Shape;9455;p76"/>
                <p:cNvSpPr/>
                <p:nvPr/>
              </p:nvSpPr>
              <p:spPr>
                <a:xfrm rot="-5400000">
                  <a:off x="6796932" y="1637364"/>
                  <a:ext cx="107666" cy="214402"/>
                </a:xfrm>
                <a:custGeom>
                  <a:rect b="b" l="l" r="r" t="t"/>
                  <a:pathLst>
                    <a:path extrusionOk="0" h="24651" w="12379">
                      <a:moveTo>
                        <a:pt x="727" y="0"/>
                      </a:moveTo>
                      <a:cubicBezTo>
                        <a:pt x="483" y="0"/>
                        <a:pt x="243" y="4"/>
                        <a:pt x="1" y="7"/>
                      </a:cubicBezTo>
                      <a:lnTo>
                        <a:pt x="1" y="23223"/>
                      </a:lnTo>
                      <a:lnTo>
                        <a:pt x="727" y="24650"/>
                      </a:lnTo>
                      <a:lnTo>
                        <a:pt x="12378" y="1737"/>
                      </a:lnTo>
                      <a:cubicBezTo>
                        <a:pt x="8795" y="619"/>
                        <a:pt x="4857" y="0"/>
                        <a:pt x="72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6" name="Google Shape;9456;p76"/>
                <p:cNvSpPr/>
                <p:nvPr/>
              </p:nvSpPr>
              <p:spPr>
                <a:xfrm rot="-5400000">
                  <a:off x="6797058" y="1744962"/>
                  <a:ext cx="95046" cy="201912"/>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57" name="Google Shape;9457;p76"/>
              <p:cNvGrpSpPr/>
              <p:nvPr/>
            </p:nvGrpSpPr>
            <p:grpSpPr>
              <a:xfrm>
                <a:off x="6915505" y="1193063"/>
                <a:ext cx="284947" cy="589637"/>
                <a:chOff x="6915505" y="1193063"/>
                <a:chExt cx="284947" cy="589637"/>
              </a:xfrm>
            </p:grpSpPr>
            <p:sp>
              <p:nvSpPr>
                <p:cNvPr id="9458" name="Google Shape;9458;p76"/>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59" name="Google Shape;9459;p76"/>
                <p:cNvCxnSpPr/>
                <p:nvPr/>
              </p:nvCxnSpPr>
              <p:spPr>
                <a:xfrm rot="10800000">
                  <a:off x="6938275" y="1279600"/>
                  <a:ext cx="0" cy="503100"/>
                </a:xfrm>
                <a:prstGeom prst="straightConnector1">
                  <a:avLst/>
                </a:prstGeom>
                <a:noFill/>
                <a:ln cap="flat" cmpd="sng" w="9525">
                  <a:solidFill>
                    <a:srgbClr val="CFD9E0"/>
                  </a:solidFill>
                  <a:prstDash val="solid"/>
                  <a:round/>
                  <a:headEnd len="med" w="med" type="none"/>
                  <a:tailEnd len="med" w="med" type="oval"/>
                </a:ln>
              </p:spPr>
            </p:cxnSp>
          </p:grpSp>
        </p:grpSp>
        <p:grpSp>
          <p:nvGrpSpPr>
            <p:cNvPr id="9460" name="Google Shape;9460;p76"/>
            <p:cNvGrpSpPr/>
            <p:nvPr/>
          </p:nvGrpSpPr>
          <p:grpSpPr>
            <a:xfrm>
              <a:off x="6520337" y="1193063"/>
              <a:ext cx="341815" cy="801589"/>
              <a:chOff x="6520337" y="1193063"/>
              <a:chExt cx="341815" cy="801589"/>
            </a:xfrm>
          </p:grpSpPr>
          <p:grpSp>
            <p:nvGrpSpPr>
              <p:cNvPr id="9461" name="Google Shape;9461;p76"/>
              <p:cNvGrpSpPr/>
              <p:nvPr/>
            </p:nvGrpSpPr>
            <p:grpSpPr>
              <a:xfrm>
                <a:off x="6520337" y="1589527"/>
                <a:ext cx="213950" cy="405125"/>
                <a:chOff x="6520337" y="1589527"/>
                <a:chExt cx="213950" cy="405125"/>
              </a:xfrm>
            </p:grpSpPr>
            <p:sp>
              <p:nvSpPr>
                <p:cNvPr id="9462" name="Google Shape;9462;p76"/>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3" name="Google Shape;9463;p76"/>
                <p:cNvSpPr/>
                <p:nvPr/>
              </p:nvSpPr>
              <p:spPr>
                <a:xfrm rot="-5400000">
                  <a:off x="6529204" y="178956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64" name="Google Shape;9464;p76"/>
              <p:cNvGrpSpPr/>
              <p:nvPr/>
            </p:nvGrpSpPr>
            <p:grpSpPr>
              <a:xfrm>
                <a:off x="6577204" y="1193063"/>
                <a:ext cx="284947" cy="453562"/>
                <a:chOff x="6577204" y="1193063"/>
                <a:chExt cx="284947" cy="453562"/>
              </a:xfrm>
            </p:grpSpPr>
            <p:sp>
              <p:nvSpPr>
                <p:cNvPr id="9465" name="Google Shape;9465;p76"/>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66" name="Google Shape;9466;p76"/>
                <p:cNvCxnSpPr/>
                <p:nvPr/>
              </p:nvCxnSpPr>
              <p:spPr>
                <a:xfrm rot="10800000">
                  <a:off x="6677825" y="1279425"/>
                  <a:ext cx="0" cy="367200"/>
                </a:xfrm>
                <a:prstGeom prst="straightConnector1">
                  <a:avLst/>
                </a:prstGeom>
                <a:noFill/>
                <a:ln cap="flat" cmpd="sng" w="9525">
                  <a:solidFill>
                    <a:srgbClr val="A5B7C6"/>
                  </a:solidFill>
                  <a:prstDash val="solid"/>
                  <a:round/>
                  <a:headEnd len="med" w="med" type="none"/>
                  <a:tailEnd len="med" w="med" type="oval"/>
                </a:ln>
              </p:spPr>
            </p:cxnSp>
          </p:grpSp>
        </p:grpSp>
        <p:grpSp>
          <p:nvGrpSpPr>
            <p:cNvPr id="9467" name="Google Shape;9467;p76"/>
            <p:cNvGrpSpPr/>
            <p:nvPr/>
          </p:nvGrpSpPr>
          <p:grpSpPr>
            <a:xfrm>
              <a:off x="6238903" y="1193063"/>
              <a:ext cx="300475" cy="901782"/>
              <a:chOff x="6238903" y="1193063"/>
              <a:chExt cx="300475" cy="901782"/>
            </a:xfrm>
          </p:grpSpPr>
          <p:grpSp>
            <p:nvGrpSpPr>
              <p:cNvPr id="9468" name="Google Shape;9468;p76"/>
              <p:cNvGrpSpPr/>
              <p:nvPr/>
            </p:nvGrpSpPr>
            <p:grpSpPr>
              <a:xfrm>
                <a:off x="6290865" y="1489315"/>
                <a:ext cx="248514" cy="605530"/>
                <a:chOff x="6290865" y="1489315"/>
                <a:chExt cx="248514" cy="605530"/>
              </a:xfrm>
            </p:grpSpPr>
            <p:sp>
              <p:nvSpPr>
                <p:cNvPr id="9469" name="Google Shape;9469;p76"/>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0" name="Google Shape;9470;p76"/>
                <p:cNvSpPr/>
                <p:nvPr/>
              </p:nvSpPr>
              <p:spPr>
                <a:xfrm rot="-5400000">
                  <a:off x="6266916" y="1822383"/>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71" name="Google Shape;9471;p76"/>
              <p:cNvGrpSpPr/>
              <p:nvPr/>
            </p:nvGrpSpPr>
            <p:grpSpPr>
              <a:xfrm>
                <a:off x="6238903" y="1193063"/>
                <a:ext cx="284947" cy="327512"/>
                <a:chOff x="6238903" y="1193063"/>
                <a:chExt cx="284947" cy="327512"/>
              </a:xfrm>
            </p:grpSpPr>
            <p:sp>
              <p:nvSpPr>
                <p:cNvPr id="9472" name="Google Shape;9472;p76"/>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73" name="Google Shape;9473;p76"/>
                <p:cNvCxnSpPr/>
                <p:nvPr/>
              </p:nvCxnSpPr>
              <p:spPr>
                <a:xfrm rot="10800000">
                  <a:off x="6431250" y="1279375"/>
                  <a:ext cx="0" cy="241200"/>
                </a:xfrm>
                <a:prstGeom prst="straightConnector1">
                  <a:avLst/>
                </a:prstGeom>
                <a:noFill/>
                <a:ln cap="flat" cmpd="sng" w="9525">
                  <a:solidFill>
                    <a:srgbClr val="869FB2"/>
                  </a:solidFill>
                  <a:prstDash val="solid"/>
                  <a:round/>
                  <a:headEnd len="med" w="med" type="none"/>
                  <a:tailEnd len="med" w="med" type="oval"/>
                </a:ln>
              </p:spPr>
            </p:cxnSp>
          </p:grpSp>
        </p:grpSp>
        <p:grpSp>
          <p:nvGrpSpPr>
            <p:cNvPr id="9474" name="Google Shape;9474;p76"/>
            <p:cNvGrpSpPr/>
            <p:nvPr/>
          </p:nvGrpSpPr>
          <p:grpSpPr>
            <a:xfrm>
              <a:off x="5900602" y="1193063"/>
              <a:ext cx="444345" cy="1023338"/>
              <a:chOff x="5900602" y="1193063"/>
              <a:chExt cx="444345" cy="1023338"/>
            </a:xfrm>
          </p:grpSpPr>
          <p:grpSp>
            <p:nvGrpSpPr>
              <p:cNvPr id="9475" name="Google Shape;9475;p76"/>
              <p:cNvGrpSpPr/>
              <p:nvPr/>
            </p:nvGrpSpPr>
            <p:grpSpPr>
              <a:xfrm>
                <a:off x="6046501" y="1367785"/>
                <a:ext cx="298446" cy="848616"/>
                <a:chOff x="6046501" y="1367785"/>
                <a:chExt cx="298446" cy="848616"/>
              </a:xfrm>
            </p:grpSpPr>
            <p:sp>
              <p:nvSpPr>
                <p:cNvPr id="9476" name="Google Shape;9476;p76"/>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7" name="Google Shape;9477;p76"/>
                <p:cNvSpPr/>
                <p:nvPr/>
              </p:nvSpPr>
              <p:spPr>
                <a:xfrm rot="-5400000">
                  <a:off x="5986745" y="185819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78" name="Google Shape;9478;p76"/>
              <p:cNvGrpSpPr/>
              <p:nvPr/>
            </p:nvGrpSpPr>
            <p:grpSpPr>
              <a:xfrm>
                <a:off x="5900602" y="1193063"/>
                <a:ext cx="284947" cy="182312"/>
                <a:chOff x="5900602" y="1193063"/>
                <a:chExt cx="284947" cy="182312"/>
              </a:xfrm>
            </p:grpSpPr>
            <p:sp>
              <p:nvSpPr>
                <p:cNvPr id="9479" name="Google Shape;9479;p76"/>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noFill/>
                <a:ln cap="flat" cmpd="sng" w="9525">
                  <a:solidFill>
                    <a:srgbClr val="657E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80" name="Google Shape;9480;p76"/>
                <p:cNvCxnSpPr/>
                <p:nvPr/>
              </p:nvCxnSpPr>
              <p:spPr>
                <a:xfrm rot="10800000">
                  <a:off x="6156950" y="1279675"/>
                  <a:ext cx="0" cy="95700"/>
                </a:xfrm>
                <a:prstGeom prst="straightConnector1">
                  <a:avLst/>
                </a:prstGeom>
                <a:noFill/>
                <a:ln cap="flat" cmpd="sng" w="9525">
                  <a:solidFill>
                    <a:srgbClr val="657E93"/>
                  </a:solidFill>
                  <a:prstDash val="solid"/>
                  <a:round/>
                  <a:headEnd len="med" w="med" type="none"/>
                  <a:tailEnd len="med" w="med" type="oval"/>
                </a:ln>
              </p:spPr>
            </p:cxnSp>
          </p:grpSp>
        </p:grpSp>
      </p:grpSp>
      <p:grpSp>
        <p:nvGrpSpPr>
          <p:cNvPr id="9481" name="Google Shape;9481;p76"/>
          <p:cNvGrpSpPr/>
          <p:nvPr/>
        </p:nvGrpSpPr>
        <p:grpSpPr>
          <a:xfrm>
            <a:off x="7217825" y="979415"/>
            <a:ext cx="1219413" cy="1051365"/>
            <a:chOff x="7287122" y="1165658"/>
            <a:chExt cx="1219413" cy="1051365"/>
          </a:xfrm>
        </p:grpSpPr>
        <p:grpSp>
          <p:nvGrpSpPr>
            <p:cNvPr id="9482" name="Google Shape;9482;p76"/>
            <p:cNvGrpSpPr/>
            <p:nvPr/>
          </p:nvGrpSpPr>
          <p:grpSpPr>
            <a:xfrm>
              <a:off x="7287122" y="1969723"/>
              <a:ext cx="1219413" cy="247300"/>
              <a:chOff x="7287122" y="1969723"/>
              <a:chExt cx="1219413" cy="247300"/>
            </a:xfrm>
          </p:grpSpPr>
          <p:sp>
            <p:nvSpPr>
              <p:cNvPr id="9483" name="Google Shape;9483;p76"/>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84" name="Google Shape;9484;p76"/>
              <p:cNvGrpSpPr/>
              <p:nvPr/>
            </p:nvGrpSpPr>
            <p:grpSpPr>
              <a:xfrm>
                <a:off x="7287122" y="2063892"/>
                <a:ext cx="1151753" cy="73428"/>
                <a:chOff x="7287122" y="2063892"/>
                <a:chExt cx="1151753" cy="73428"/>
              </a:xfrm>
            </p:grpSpPr>
            <p:sp>
              <p:nvSpPr>
                <p:cNvPr id="9485" name="Google Shape;9485;p76"/>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86" name="Google Shape;9486;p76"/>
                <p:cNvCxnSpPr/>
                <p:nvPr/>
              </p:nvCxnSpPr>
              <p:spPr>
                <a:xfrm rot="10800000">
                  <a:off x="7818475" y="2100600"/>
                  <a:ext cx="620400" cy="0"/>
                </a:xfrm>
                <a:prstGeom prst="straightConnector1">
                  <a:avLst/>
                </a:prstGeom>
                <a:noFill/>
                <a:ln cap="flat" cmpd="sng" w="9525">
                  <a:solidFill>
                    <a:srgbClr val="CFD9E0"/>
                  </a:solidFill>
                  <a:prstDash val="solid"/>
                  <a:round/>
                  <a:headEnd len="med" w="med" type="none"/>
                  <a:tailEnd len="med" w="med" type="oval"/>
                </a:ln>
              </p:spPr>
            </p:cxnSp>
          </p:grpSp>
        </p:grpSp>
        <p:grpSp>
          <p:nvGrpSpPr>
            <p:cNvPr id="9487" name="Google Shape;9487;p76"/>
            <p:cNvGrpSpPr/>
            <p:nvPr/>
          </p:nvGrpSpPr>
          <p:grpSpPr>
            <a:xfrm>
              <a:off x="7287122" y="1712201"/>
              <a:ext cx="1219403" cy="246767"/>
              <a:chOff x="7287122" y="1712201"/>
              <a:chExt cx="1219403" cy="246767"/>
            </a:xfrm>
          </p:grpSpPr>
          <p:sp>
            <p:nvSpPr>
              <p:cNvPr id="9488" name="Google Shape;9488;p76"/>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89" name="Google Shape;9489;p76"/>
              <p:cNvGrpSpPr/>
              <p:nvPr/>
            </p:nvGrpSpPr>
            <p:grpSpPr>
              <a:xfrm>
                <a:off x="7287122" y="1842861"/>
                <a:ext cx="1005303" cy="73419"/>
                <a:chOff x="7287122" y="1842861"/>
                <a:chExt cx="1005303" cy="73419"/>
              </a:xfrm>
            </p:grpSpPr>
            <p:sp>
              <p:nvSpPr>
                <p:cNvPr id="9490" name="Google Shape;9490;p76"/>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91" name="Google Shape;9491;p76"/>
                <p:cNvCxnSpPr/>
                <p:nvPr/>
              </p:nvCxnSpPr>
              <p:spPr>
                <a:xfrm rot="10800000">
                  <a:off x="7818425" y="1879575"/>
                  <a:ext cx="474000" cy="0"/>
                </a:xfrm>
                <a:prstGeom prst="straightConnector1">
                  <a:avLst/>
                </a:prstGeom>
                <a:noFill/>
                <a:ln cap="flat" cmpd="sng" w="9525">
                  <a:solidFill>
                    <a:srgbClr val="A5B7C6"/>
                  </a:solidFill>
                  <a:prstDash val="solid"/>
                  <a:round/>
                  <a:headEnd len="med" w="med" type="none"/>
                  <a:tailEnd len="med" w="med" type="oval"/>
                </a:ln>
              </p:spPr>
            </p:cxnSp>
          </p:grpSp>
        </p:grpSp>
        <p:grpSp>
          <p:nvGrpSpPr>
            <p:cNvPr id="9492" name="Google Shape;9492;p76"/>
            <p:cNvGrpSpPr/>
            <p:nvPr/>
          </p:nvGrpSpPr>
          <p:grpSpPr>
            <a:xfrm>
              <a:off x="7287122" y="1447520"/>
              <a:ext cx="1219403" cy="286667"/>
              <a:chOff x="7287122" y="1447520"/>
              <a:chExt cx="1219403" cy="286667"/>
            </a:xfrm>
          </p:grpSpPr>
          <p:sp>
            <p:nvSpPr>
              <p:cNvPr id="9493" name="Google Shape;9493;p76"/>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94" name="Google Shape;9494;p76"/>
              <p:cNvGrpSpPr/>
              <p:nvPr/>
            </p:nvGrpSpPr>
            <p:grpSpPr>
              <a:xfrm>
                <a:off x="7287122" y="1581977"/>
                <a:ext cx="852803" cy="73428"/>
                <a:chOff x="7287122" y="1581977"/>
                <a:chExt cx="852803" cy="73428"/>
              </a:xfrm>
            </p:grpSpPr>
            <p:sp>
              <p:nvSpPr>
                <p:cNvPr id="9495" name="Google Shape;9495;p76"/>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496" name="Google Shape;9496;p76"/>
                <p:cNvCxnSpPr/>
                <p:nvPr/>
              </p:nvCxnSpPr>
              <p:spPr>
                <a:xfrm rot="10800000">
                  <a:off x="7818325" y="1618700"/>
                  <a:ext cx="321600" cy="0"/>
                </a:xfrm>
                <a:prstGeom prst="straightConnector1">
                  <a:avLst/>
                </a:prstGeom>
                <a:noFill/>
                <a:ln cap="flat" cmpd="sng" w="9525">
                  <a:solidFill>
                    <a:srgbClr val="869FB2"/>
                  </a:solidFill>
                  <a:prstDash val="solid"/>
                  <a:round/>
                  <a:headEnd len="med" w="med" type="none"/>
                  <a:tailEnd len="med" w="med" type="oval"/>
                </a:ln>
              </p:spPr>
            </p:cxnSp>
          </p:grpSp>
        </p:grpSp>
        <p:grpSp>
          <p:nvGrpSpPr>
            <p:cNvPr id="9497" name="Google Shape;9497;p76"/>
            <p:cNvGrpSpPr/>
            <p:nvPr/>
          </p:nvGrpSpPr>
          <p:grpSpPr>
            <a:xfrm>
              <a:off x="7287122" y="1165658"/>
              <a:ext cx="1219403" cy="344253"/>
              <a:chOff x="7287122" y="1165658"/>
              <a:chExt cx="1219403" cy="344253"/>
            </a:xfrm>
          </p:grpSpPr>
          <p:sp>
            <p:nvSpPr>
              <p:cNvPr id="9498" name="Google Shape;9498;p76"/>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499" name="Google Shape;9499;p76"/>
              <p:cNvGrpSpPr/>
              <p:nvPr/>
            </p:nvGrpSpPr>
            <p:grpSpPr>
              <a:xfrm>
                <a:off x="7287122" y="1341025"/>
                <a:ext cx="695703" cy="73419"/>
                <a:chOff x="7287122" y="1341025"/>
                <a:chExt cx="695703" cy="73419"/>
              </a:xfrm>
            </p:grpSpPr>
            <p:sp>
              <p:nvSpPr>
                <p:cNvPr id="9500" name="Google Shape;9500;p76"/>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501" name="Google Shape;9501;p76"/>
                <p:cNvCxnSpPr/>
                <p:nvPr/>
              </p:nvCxnSpPr>
              <p:spPr>
                <a:xfrm rot="10800000">
                  <a:off x="7818425" y="1377750"/>
                  <a:ext cx="164400" cy="0"/>
                </a:xfrm>
                <a:prstGeom prst="straightConnector1">
                  <a:avLst/>
                </a:prstGeom>
                <a:noFill/>
                <a:ln cap="flat" cmpd="sng" w="9525">
                  <a:solidFill>
                    <a:srgbClr val="869FB1"/>
                  </a:solidFill>
                  <a:prstDash val="solid"/>
                  <a:round/>
                  <a:headEnd len="med" w="med" type="none"/>
                  <a:tailEnd len="med" w="med" type="oval"/>
                </a:ln>
              </p:spPr>
            </p:cxnSp>
          </p:grpSp>
        </p:grpSp>
      </p:gr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9505" name="Shape 9505"/>
        <p:cNvGrpSpPr/>
        <p:nvPr/>
      </p:nvGrpSpPr>
      <p:grpSpPr>
        <a:xfrm>
          <a:off x="0" y="0"/>
          <a:ext cx="0" cy="0"/>
          <a:chOff x="0" y="0"/>
          <a:chExt cx="0" cy="0"/>
        </a:xfrm>
      </p:grpSpPr>
      <p:grpSp>
        <p:nvGrpSpPr>
          <p:cNvPr id="9506" name="Google Shape;9506;p77"/>
          <p:cNvGrpSpPr/>
          <p:nvPr/>
        </p:nvGrpSpPr>
        <p:grpSpPr>
          <a:xfrm>
            <a:off x="846551" y="2291587"/>
            <a:ext cx="415546" cy="355053"/>
            <a:chOff x="866243" y="2291587"/>
            <a:chExt cx="415546" cy="355053"/>
          </a:xfrm>
        </p:grpSpPr>
        <p:sp>
          <p:nvSpPr>
            <p:cNvPr id="9507" name="Google Shape;9507;p77"/>
            <p:cNvSpPr/>
            <p:nvPr/>
          </p:nvSpPr>
          <p:spPr>
            <a:xfrm>
              <a:off x="1053756" y="2523748"/>
              <a:ext cx="103998" cy="81706"/>
            </a:xfrm>
            <a:custGeom>
              <a:rect b="b" l="l" r="r" t="t"/>
              <a:pathLst>
                <a:path extrusionOk="0" h="2573" w="3275">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8" name="Google Shape;9508;p77"/>
            <p:cNvSpPr/>
            <p:nvPr/>
          </p:nvSpPr>
          <p:spPr>
            <a:xfrm>
              <a:off x="1076461" y="2409176"/>
              <a:ext cx="79419" cy="60525"/>
            </a:xfrm>
            <a:custGeom>
              <a:rect b="b" l="l" r="r" t="t"/>
              <a:pathLst>
                <a:path extrusionOk="0" h="1906" w="2501">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9" name="Google Shape;9509;p77"/>
            <p:cNvSpPr/>
            <p:nvPr/>
          </p:nvSpPr>
          <p:spPr>
            <a:xfrm>
              <a:off x="985324" y="2448488"/>
              <a:ext cx="86628" cy="94185"/>
            </a:xfrm>
            <a:custGeom>
              <a:rect b="b" l="l" r="r" t="t"/>
              <a:pathLst>
                <a:path extrusionOk="0" h="2966" w="2728">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0" name="Google Shape;9510;p77"/>
            <p:cNvSpPr/>
            <p:nvPr/>
          </p:nvSpPr>
          <p:spPr>
            <a:xfrm>
              <a:off x="1014062" y="2472336"/>
              <a:ext cx="15147" cy="15147"/>
            </a:xfrm>
            <a:custGeom>
              <a:rect b="b" l="l" r="r" t="t"/>
              <a:pathLst>
                <a:path extrusionOk="0" h="477" w="477">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1" name="Google Shape;9511;p77"/>
            <p:cNvSpPr/>
            <p:nvPr/>
          </p:nvSpPr>
          <p:spPr>
            <a:xfrm>
              <a:off x="866243" y="2291587"/>
              <a:ext cx="415546" cy="355053"/>
            </a:xfrm>
            <a:custGeom>
              <a:rect b="b" l="l" r="r" t="t"/>
              <a:pathLst>
                <a:path extrusionOk="0" h="11181" w="13086">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12" name="Google Shape;9512;p77"/>
          <p:cNvSpPr/>
          <p:nvPr/>
        </p:nvSpPr>
        <p:spPr>
          <a:xfrm>
            <a:off x="1392102" y="2287808"/>
            <a:ext cx="360356" cy="358831"/>
          </a:xfrm>
          <a:custGeom>
            <a:rect b="b" l="l" r="r" t="t"/>
            <a:pathLst>
              <a:path extrusionOk="0" h="11300" w="11348">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13" name="Google Shape;9513;p77"/>
          <p:cNvGrpSpPr/>
          <p:nvPr/>
        </p:nvGrpSpPr>
        <p:grpSpPr>
          <a:xfrm>
            <a:off x="1938828" y="2302574"/>
            <a:ext cx="359213" cy="327807"/>
            <a:chOff x="1958520" y="2302574"/>
            <a:chExt cx="359213" cy="327807"/>
          </a:xfrm>
        </p:grpSpPr>
        <p:sp>
          <p:nvSpPr>
            <p:cNvPr id="9514" name="Google Shape;9514;p77"/>
            <p:cNvSpPr/>
            <p:nvPr/>
          </p:nvSpPr>
          <p:spPr>
            <a:xfrm>
              <a:off x="1958520" y="2302574"/>
              <a:ext cx="359213" cy="327807"/>
            </a:xfrm>
            <a:custGeom>
              <a:rect b="b" l="l" r="r" t="t"/>
              <a:pathLst>
                <a:path extrusionOk="0" h="10323" w="11312">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5" name="Google Shape;9515;p77"/>
            <p:cNvSpPr/>
            <p:nvPr/>
          </p:nvSpPr>
          <p:spPr>
            <a:xfrm>
              <a:off x="1986877" y="2331313"/>
              <a:ext cx="302117" cy="184909"/>
            </a:xfrm>
            <a:custGeom>
              <a:rect b="b" l="l" r="r" t="t"/>
              <a:pathLst>
                <a:path extrusionOk="0" h="5823" w="9514">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6" name="Google Shape;9516;p77"/>
            <p:cNvSpPr/>
            <p:nvPr/>
          </p:nvSpPr>
          <p:spPr>
            <a:xfrm>
              <a:off x="2131521" y="2526701"/>
              <a:ext cx="11908" cy="10638"/>
            </a:xfrm>
            <a:custGeom>
              <a:rect b="b" l="l" r="r" t="t"/>
              <a:pathLst>
                <a:path extrusionOk="0" h="335" w="375">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17" name="Google Shape;9517;p77"/>
          <p:cNvGrpSpPr/>
          <p:nvPr/>
        </p:nvGrpSpPr>
        <p:grpSpPr>
          <a:xfrm>
            <a:off x="2560190" y="2287427"/>
            <a:ext cx="207582" cy="359594"/>
            <a:chOff x="2656082" y="2287427"/>
            <a:chExt cx="207582" cy="359594"/>
          </a:xfrm>
        </p:grpSpPr>
        <p:sp>
          <p:nvSpPr>
            <p:cNvPr id="9518" name="Google Shape;9518;p77"/>
            <p:cNvSpPr/>
            <p:nvPr/>
          </p:nvSpPr>
          <p:spPr>
            <a:xfrm>
              <a:off x="2656082" y="2287427"/>
              <a:ext cx="207582" cy="359594"/>
            </a:xfrm>
            <a:custGeom>
              <a:rect b="b" l="l" r="r" t="t"/>
              <a:pathLst>
                <a:path extrusionOk="0" h="11324" w="6537">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9" name="Google Shape;9519;p77"/>
            <p:cNvSpPr/>
            <p:nvPr/>
          </p:nvSpPr>
          <p:spPr>
            <a:xfrm>
              <a:off x="2754395" y="2308608"/>
              <a:ext cx="31787" cy="10257"/>
            </a:xfrm>
            <a:custGeom>
              <a:rect b="b" l="l" r="r" t="t"/>
              <a:pathLst>
                <a:path extrusionOk="0" h="323" w="1001">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0" name="Google Shape;9520;p77"/>
            <p:cNvSpPr/>
            <p:nvPr/>
          </p:nvSpPr>
          <p:spPr>
            <a:xfrm>
              <a:off x="2743789" y="2594053"/>
              <a:ext cx="31406" cy="31056"/>
            </a:xfrm>
            <a:custGeom>
              <a:rect b="b" l="l" r="r" t="t"/>
              <a:pathLst>
                <a:path extrusionOk="0" h="978" w="989">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1" name="Google Shape;9521;p77"/>
            <p:cNvSpPr/>
            <p:nvPr/>
          </p:nvSpPr>
          <p:spPr>
            <a:xfrm>
              <a:off x="2733596" y="2308608"/>
              <a:ext cx="10225" cy="10257"/>
            </a:xfrm>
            <a:custGeom>
              <a:rect b="b" l="l" r="r" t="t"/>
              <a:pathLst>
                <a:path extrusionOk="0" h="323" w="322">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22" name="Google Shape;9522;p77"/>
          <p:cNvGrpSpPr/>
          <p:nvPr/>
        </p:nvGrpSpPr>
        <p:grpSpPr>
          <a:xfrm>
            <a:off x="3029961" y="2321468"/>
            <a:ext cx="362991" cy="290018"/>
            <a:chOff x="3049653" y="2321468"/>
            <a:chExt cx="362991" cy="290018"/>
          </a:xfrm>
        </p:grpSpPr>
        <p:sp>
          <p:nvSpPr>
            <p:cNvPr id="9523" name="Google Shape;9523;p77"/>
            <p:cNvSpPr/>
            <p:nvPr/>
          </p:nvSpPr>
          <p:spPr>
            <a:xfrm>
              <a:off x="3280290" y="2429690"/>
              <a:ext cx="29913" cy="73957"/>
            </a:xfrm>
            <a:custGeom>
              <a:rect b="b" l="l" r="r" t="t"/>
              <a:pathLst>
                <a:path extrusionOk="0" h="2329" w="942">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4" name="Google Shape;9524;p77"/>
            <p:cNvSpPr/>
            <p:nvPr/>
          </p:nvSpPr>
          <p:spPr>
            <a:xfrm>
              <a:off x="3317729" y="2392250"/>
              <a:ext cx="49570" cy="148836"/>
            </a:xfrm>
            <a:custGeom>
              <a:rect b="b" l="l" r="r" t="t"/>
              <a:pathLst>
                <a:path extrusionOk="0" h="4687" w="1561">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5" name="Google Shape;9525;p77"/>
            <p:cNvSpPr/>
            <p:nvPr/>
          </p:nvSpPr>
          <p:spPr>
            <a:xfrm>
              <a:off x="3354406" y="2355954"/>
              <a:ext cx="58239" cy="222317"/>
            </a:xfrm>
            <a:custGeom>
              <a:rect b="b" l="l" r="r" t="t"/>
              <a:pathLst>
                <a:path extrusionOk="0" h="7001" w="1834">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6" name="Google Shape;9526;p77"/>
            <p:cNvSpPr/>
            <p:nvPr/>
          </p:nvSpPr>
          <p:spPr>
            <a:xfrm>
              <a:off x="3049653" y="2321468"/>
              <a:ext cx="210250" cy="290018"/>
            </a:xfrm>
            <a:custGeom>
              <a:rect b="b" l="l" r="r" t="t"/>
              <a:pathLst>
                <a:path extrusionOk="0" h="9133" w="6621">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27" name="Google Shape;9527;p77"/>
          <p:cNvGrpSpPr/>
          <p:nvPr/>
        </p:nvGrpSpPr>
        <p:grpSpPr>
          <a:xfrm>
            <a:off x="3544551" y="2289904"/>
            <a:ext cx="422342" cy="355243"/>
            <a:chOff x="3564243" y="2289904"/>
            <a:chExt cx="422342" cy="355243"/>
          </a:xfrm>
        </p:grpSpPr>
        <p:sp>
          <p:nvSpPr>
            <p:cNvPr id="9528" name="Google Shape;9528;p77"/>
            <p:cNvSpPr/>
            <p:nvPr/>
          </p:nvSpPr>
          <p:spPr>
            <a:xfrm>
              <a:off x="3564243" y="2291587"/>
              <a:ext cx="66177" cy="351655"/>
            </a:xfrm>
            <a:custGeom>
              <a:rect b="b" l="l" r="r" t="t"/>
              <a:pathLst>
                <a:path extrusionOk="0" h="11074" w="2084">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9" name="Google Shape;9529;p77"/>
            <p:cNvSpPr/>
            <p:nvPr/>
          </p:nvSpPr>
          <p:spPr>
            <a:xfrm>
              <a:off x="3636835" y="2373674"/>
              <a:ext cx="236702" cy="236289"/>
            </a:xfrm>
            <a:custGeom>
              <a:rect b="b" l="l" r="r" t="t"/>
              <a:pathLst>
                <a:path extrusionOk="0" h="7441" w="7454">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0" name="Google Shape;9530;p77"/>
            <p:cNvSpPr/>
            <p:nvPr/>
          </p:nvSpPr>
          <p:spPr>
            <a:xfrm>
              <a:off x="3685230" y="2324104"/>
              <a:ext cx="237083" cy="235971"/>
            </a:xfrm>
            <a:custGeom>
              <a:rect b="b" l="l" r="r" t="t"/>
              <a:pathLst>
                <a:path extrusionOk="0" h="7431" w="7466">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1" name="Google Shape;9531;p77"/>
            <p:cNvSpPr/>
            <p:nvPr/>
          </p:nvSpPr>
          <p:spPr>
            <a:xfrm>
              <a:off x="3663668" y="2351699"/>
              <a:ext cx="230668" cy="230668"/>
            </a:xfrm>
            <a:custGeom>
              <a:rect b="b" l="l" r="r" t="t"/>
              <a:pathLst>
                <a:path extrusionOk="0" h="7264" w="7264">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2" name="Google Shape;9532;p77"/>
            <p:cNvSpPr/>
            <p:nvPr/>
          </p:nvSpPr>
          <p:spPr>
            <a:xfrm>
              <a:off x="3933998" y="2289904"/>
              <a:ext cx="52586" cy="355243"/>
            </a:xfrm>
            <a:custGeom>
              <a:rect b="b" l="l" r="r" t="t"/>
              <a:pathLst>
                <a:path extrusionOk="0" h="11187" w="1656">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33" name="Google Shape;9533;p77"/>
          <p:cNvSpPr/>
          <p:nvPr/>
        </p:nvSpPr>
        <p:spPr>
          <a:xfrm>
            <a:off x="4124143" y="2288189"/>
            <a:ext cx="357688" cy="357339"/>
          </a:xfrm>
          <a:custGeom>
            <a:rect b="b" l="l" r="r" t="t"/>
            <a:pathLst>
              <a:path extrusionOk="0" h="11253" w="11264">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34" name="Google Shape;9534;p77"/>
          <p:cNvGrpSpPr/>
          <p:nvPr/>
        </p:nvGrpSpPr>
        <p:grpSpPr>
          <a:xfrm>
            <a:off x="4668202" y="2289713"/>
            <a:ext cx="359594" cy="353909"/>
            <a:chOff x="4687894" y="2289713"/>
            <a:chExt cx="359594" cy="353909"/>
          </a:xfrm>
        </p:grpSpPr>
        <p:sp>
          <p:nvSpPr>
            <p:cNvPr id="9535" name="Google Shape;9535;p77"/>
            <p:cNvSpPr/>
            <p:nvPr/>
          </p:nvSpPr>
          <p:spPr>
            <a:xfrm>
              <a:off x="4955207" y="2477227"/>
              <a:ext cx="34041" cy="22356"/>
            </a:xfrm>
            <a:custGeom>
              <a:rect b="b" l="l" r="r" t="t"/>
              <a:pathLst>
                <a:path extrusionOk="0" h="704" w="1072">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6" name="Google Shape;9536;p77"/>
            <p:cNvSpPr/>
            <p:nvPr/>
          </p:nvSpPr>
          <p:spPr>
            <a:xfrm>
              <a:off x="4687894" y="2289713"/>
              <a:ext cx="359594" cy="353909"/>
            </a:xfrm>
            <a:custGeom>
              <a:rect b="b" l="l" r="r" t="t"/>
              <a:pathLst>
                <a:path extrusionOk="0" h="11145" w="11324">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7" name="Google Shape;9537;p77"/>
            <p:cNvSpPr/>
            <p:nvPr/>
          </p:nvSpPr>
          <p:spPr>
            <a:xfrm>
              <a:off x="4829299" y="2324485"/>
              <a:ext cx="42393" cy="75291"/>
            </a:xfrm>
            <a:custGeom>
              <a:rect b="b" l="l" r="r" t="t"/>
              <a:pathLst>
                <a:path extrusionOk="0" h="2371" w="1335">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38" name="Google Shape;9538;p77"/>
          <p:cNvSpPr/>
          <p:nvPr/>
        </p:nvSpPr>
        <p:spPr>
          <a:xfrm>
            <a:off x="5214928" y="2287078"/>
            <a:ext cx="358832" cy="359562"/>
          </a:xfrm>
          <a:custGeom>
            <a:rect b="b" l="l" r="r" t="t"/>
            <a:pathLst>
              <a:path extrusionOk="0" h="11323" w="1130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39" name="Google Shape;9539;p77"/>
          <p:cNvGrpSpPr/>
          <p:nvPr/>
        </p:nvGrpSpPr>
        <p:grpSpPr>
          <a:xfrm>
            <a:off x="6352932" y="2308227"/>
            <a:ext cx="263567" cy="317614"/>
            <a:chOff x="6421399" y="2308227"/>
            <a:chExt cx="263567" cy="317614"/>
          </a:xfrm>
        </p:grpSpPr>
        <p:sp>
          <p:nvSpPr>
            <p:cNvPr id="9540" name="Google Shape;9540;p77"/>
            <p:cNvSpPr/>
            <p:nvPr/>
          </p:nvSpPr>
          <p:spPr>
            <a:xfrm>
              <a:off x="6421399" y="2308227"/>
              <a:ext cx="263567" cy="317614"/>
            </a:xfrm>
            <a:custGeom>
              <a:rect b="b" l="l" r="r" t="t"/>
              <a:pathLst>
                <a:path extrusionOk="0" h="10002" w="830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1" name="Google Shape;9541;p77"/>
            <p:cNvSpPr/>
            <p:nvPr/>
          </p:nvSpPr>
          <p:spPr>
            <a:xfrm>
              <a:off x="6539750" y="2414860"/>
              <a:ext cx="26484" cy="162236"/>
            </a:xfrm>
            <a:custGeom>
              <a:rect b="b" l="l" r="r" t="t"/>
              <a:pathLst>
                <a:path extrusionOk="0" h="5109" w="834">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2" name="Google Shape;9542;p77"/>
            <p:cNvSpPr/>
            <p:nvPr/>
          </p:nvSpPr>
          <p:spPr>
            <a:xfrm>
              <a:off x="6590018" y="2414479"/>
              <a:ext cx="30294" cy="162967"/>
            </a:xfrm>
            <a:custGeom>
              <a:rect b="b" l="l" r="r" t="t"/>
              <a:pathLst>
                <a:path extrusionOk="0" h="5132" w="954">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3" name="Google Shape;9543;p77"/>
            <p:cNvSpPr/>
            <p:nvPr/>
          </p:nvSpPr>
          <p:spPr>
            <a:xfrm>
              <a:off x="6486052" y="2414860"/>
              <a:ext cx="30294" cy="162967"/>
            </a:xfrm>
            <a:custGeom>
              <a:rect b="b" l="l" r="r" t="t"/>
              <a:pathLst>
                <a:path extrusionOk="0" h="5132" w="954">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44" name="Google Shape;9544;p77"/>
          <p:cNvGrpSpPr/>
          <p:nvPr/>
        </p:nvGrpSpPr>
        <p:grpSpPr>
          <a:xfrm>
            <a:off x="6850501" y="2295620"/>
            <a:ext cx="360356" cy="343462"/>
            <a:chOff x="6870193" y="2295620"/>
            <a:chExt cx="360356" cy="343462"/>
          </a:xfrm>
        </p:grpSpPr>
        <p:sp>
          <p:nvSpPr>
            <p:cNvPr id="9545" name="Google Shape;9545;p77"/>
            <p:cNvSpPr/>
            <p:nvPr/>
          </p:nvSpPr>
          <p:spPr>
            <a:xfrm>
              <a:off x="6870193" y="2295620"/>
              <a:ext cx="360356" cy="343462"/>
            </a:xfrm>
            <a:custGeom>
              <a:rect b="b" l="l" r="r" t="t"/>
              <a:pathLst>
                <a:path extrusionOk="0" h="10816" w="11348">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6" name="Google Shape;9546;p77"/>
            <p:cNvSpPr/>
            <p:nvPr/>
          </p:nvSpPr>
          <p:spPr>
            <a:xfrm>
              <a:off x="6920842" y="2577064"/>
              <a:ext cx="36709" cy="36677"/>
            </a:xfrm>
            <a:custGeom>
              <a:rect b="b" l="l" r="r" t="t"/>
              <a:pathLst>
                <a:path extrusionOk="0" h="1155" w="1156">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47" name="Google Shape;9547;p77"/>
          <p:cNvGrpSpPr/>
          <p:nvPr/>
        </p:nvGrpSpPr>
        <p:grpSpPr>
          <a:xfrm>
            <a:off x="7421773" y="2302860"/>
            <a:ext cx="342192" cy="327140"/>
            <a:chOff x="7441465" y="2302860"/>
            <a:chExt cx="342192" cy="327140"/>
          </a:xfrm>
        </p:grpSpPr>
        <p:sp>
          <p:nvSpPr>
            <p:cNvPr id="9548" name="Google Shape;9548;p77"/>
            <p:cNvSpPr/>
            <p:nvPr/>
          </p:nvSpPr>
          <p:spPr>
            <a:xfrm>
              <a:off x="7441465" y="2337727"/>
              <a:ext cx="299862" cy="292273"/>
            </a:xfrm>
            <a:custGeom>
              <a:rect b="b" l="l" r="r" t="t"/>
              <a:pathLst>
                <a:path extrusionOk="0" h="9204" w="9443">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9" name="Google Shape;9549;p77"/>
            <p:cNvSpPr/>
            <p:nvPr/>
          </p:nvSpPr>
          <p:spPr>
            <a:xfrm>
              <a:off x="7484588" y="2302860"/>
              <a:ext cx="299069" cy="293130"/>
            </a:xfrm>
            <a:custGeom>
              <a:rect b="b" l="l" r="r" t="t"/>
              <a:pathLst>
                <a:path extrusionOk="0" h="9231" w="9418">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50" name="Google Shape;9550;p77"/>
          <p:cNvGrpSpPr/>
          <p:nvPr/>
        </p:nvGrpSpPr>
        <p:grpSpPr>
          <a:xfrm>
            <a:off x="7969991" y="2350207"/>
            <a:ext cx="332761" cy="234066"/>
            <a:chOff x="7989683" y="2350207"/>
            <a:chExt cx="332761" cy="234066"/>
          </a:xfrm>
        </p:grpSpPr>
        <p:sp>
          <p:nvSpPr>
            <p:cNvPr id="9551" name="Google Shape;9551;p77"/>
            <p:cNvSpPr/>
            <p:nvPr/>
          </p:nvSpPr>
          <p:spPr>
            <a:xfrm>
              <a:off x="8258902" y="2396188"/>
              <a:ext cx="29119" cy="22101"/>
            </a:xfrm>
            <a:custGeom>
              <a:rect b="b" l="l" r="r" t="t"/>
              <a:pathLst>
                <a:path extrusionOk="0" h="696" w="917">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2" name="Google Shape;9552;p77"/>
            <p:cNvSpPr/>
            <p:nvPr/>
          </p:nvSpPr>
          <p:spPr>
            <a:xfrm>
              <a:off x="8051320" y="2350207"/>
              <a:ext cx="194753" cy="49919"/>
            </a:xfrm>
            <a:custGeom>
              <a:rect b="b" l="l" r="r" t="t"/>
              <a:pathLst>
                <a:path extrusionOk="0" h="1572" w="6133">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3" name="Google Shape;9553;p77"/>
            <p:cNvSpPr/>
            <p:nvPr/>
          </p:nvSpPr>
          <p:spPr>
            <a:xfrm>
              <a:off x="7989683" y="2378183"/>
              <a:ext cx="332761" cy="206090"/>
            </a:xfrm>
            <a:custGeom>
              <a:rect b="b" l="l" r="r" t="t"/>
              <a:pathLst>
                <a:path extrusionOk="0" h="6490" w="10479">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4" name="Google Shape;9554;p77"/>
            <p:cNvSpPr/>
            <p:nvPr/>
          </p:nvSpPr>
          <p:spPr>
            <a:xfrm>
              <a:off x="8081201" y="2405746"/>
              <a:ext cx="151598" cy="149884"/>
            </a:xfrm>
            <a:custGeom>
              <a:rect b="b" l="l" r="r" t="t"/>
              <a:pathLst>
                <a:path extrusionOk="0" h="4720" w="4774">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5" name="Google Shape;9555;p77"/>
            <p:cNvSpPr/>
            <p:nvPr/>
          </p:nvSpPr>
          <p:spPr>
            <a:xfrm>
              <a:off x="8115973" y="2440550"/>
              <a:ext cx="80562" cy="80213"/>
            </a:xfrm>
            <a:custGeom>
              <a:rect b="b" l="l" r="r" t="t"/>
              <a:pathLst>
                <a:path extrusionOk="0" h="2526" w="2537">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6" name="Google Shape;9556;p77"/>
            <p:cNvSpPr/>
            <p:nvPr/>
          </p:nvSpPr>
          <p:spPr>
            <a:xfrm>
              <a:off x="8164749" y="2447377"/>
              <a:ext cx="24610" cy="24610"/>
            </a:xfrm>
            <a:custGeom>
              <a:rect b="b" l="l" r="r" t="t"/>
              <a:pathLst>
                <a:path extrusionOk="0" h="775" w="775">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57" name="Google Shape;9557;p77"/>
          <p:cNvGrpSpPr/>
          <p:nvPr/>
        </p:nvGrpSpPr>
        <p:grpSpPr>
          <a:xfrm>
            <a:off x="5803602" y="2309751"/>
            <a:ext cx="315327" cy="314978"/>
            <a:chOff x="5823294" y="2309751"/>
            <a:chExt cx="315327" cy="314978"/>
          </a:xfrm>
        </p:grpSpPr>
        <p:sp>
          <p:nvSpPr>
            <p:cNvPr id="9558" name="Google Shape;9558;p77"/>
            <p:cNvSpPr/>
            <p:nvPr/>
          </p:nvSpPr>
          <p:spPr>
            <a:xfrm>
              <a:off x="5823294" y="2309751"/>
              <a:ext cx="315327" cy="314978"/>
            </a:xfrm>
            <a:custGeom>
              <a:rect b="b" l="l" r="r" t="t"/>
              <a:pathLst>
                <a:path extrusionOk="0" h="9919" w="993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9" name="Google Shape;9559;p77"/>
            <p:cNvSpPr/>
            <p:nvPr/>
          </p:nvSpPr>
          <p:spPr>
            <a:xfrm>
              <a:off x="5846348" y="2332805"/>
              <a:ext cx="268457" cy="268489"/>
            </a:xfrm>
            <a:custGeom>
              <a:rect b="b" l="l" r="r" t="t"/>
              <a:pathLst>
                <a:path extrusionOk="0" h="8455" w="8454">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0" name="Google Shape;9560;p77"/>
            <p:cNvSpPr/>
            <p:nvPr/>
          </p:nvSpPr>
          <p:spPr>
            <a:xfrm>
              <a:off x="5869402" y="2462111"/>
              <a:ext cx="15909" cy="9495"/>
            </a:xfrm>
            <a:custGeom>
              <a:rect b="b" l="l" r="r" t="t"/>
              <a:pathLst>
                <a:path extrusionOk="0" h="299" w="501">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1" name="Google Shape;9561;p77"/>
            <p:cNvSpPr/>
            <p:nvPr/>
          </p:nvSpPr>
          <p:spPr>
            <a:xfrm>
              <a:off x="5976416" y="2354748"/>
              <a:ext cx="116858" cy="116858"/>
            </a:xfrm>
            <a:custGeom>
              <a:rect b="b" l="l" r="r" t="t"/>
              <a:pathLst>
                <a:path extrusionOk="0" h="3680" w="368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2" name="Google Shape;9562;p77"/>
            <p:cNvSpPr/>
            <p:nvPr/>
          </p:nvSpPr>
          <p:spPr>
            <a:xfrm>
              <a:off x="5976416" y="2562679"/>
              <a:ext cx="9463" cy="16290"/>
            </a:xfrm>
            <a:custGeom>
              <a:rect b="b" l="l" r="r" t="t"/>
              <a:pathLst>
                <a:path extrusionOk="0" h="513" w="298">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3" name="Google Shape;9563;p77"/>
            <p:cNvSpPr/>
            <p:nvPr/>
          </p:nvSpPr>
          <p:spPr>
            <a:xfrm>
              <a:off x="5900395" y="2386217"/>
              <a:ext cx="15179" cy="13909"/>
            </a:xfrm>
            <a:custGeom>
              <a:rect b="b" l="l" r="r" t="t"/>
              <a:pathLst>
                <a:path extrusionOk="0" h="438" w="478">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4" name="Google Shape;9564;p77"/>
            <p:cNvSpPr/>
            <p:nvPr/>
          </p:nvSpPr>
          <p:spPr>
            <a:xfrm>
              <a:off x="6047484" y="2533655"/>
              <a:ext cx="15147" cy="13940"/>
            </a:xfrm>
            <a:custGeom>
              <a:rect b="b" l="l" r="r" t="t"/>
              <a:pathLst>
                <a:path extrusionOk="0" h="439" w="477">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5" name="Google Shape;9565;p77"/>
            <p:cNvSpPr/>
            <p:nvPr/>
          </p:nvSpPr>
          <p:spPr>
            <a:xfrm>
              <a:off x="6047484" y="2386217"/>
              <a:ext cx="15147" cy="13909"/>
            </a:xfrm>
            <a:custGeom>
              <a:rect b="b" l="l" r="r" t="t"/>
              <a:pathLst>
                <a:path extrusionOk="0" h="438" w="477">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6" name="Google Shape;9566;p77"/>
            <p:cNvSpPr/>
            <p:nvPr/>
          </p:nvSpPr>
          <p:spPr>
            <a:xfrm>
              <a:off x="5900395" y="2533655"/>
              <a:ext cx="15179" cy="13940"/>
            </a:xfrm>
            <a:custGeom>
              <a:rect b="b" l="l" r="r" t="t"/>
              <a:pathLst>
                <a:path extrusionOk="0" h="439" w="478">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7" name="Google Shape;9567;p77"/>
            <p:cNvSpPr/>
            <p:nvPr/>
          </p:nvSpPr>
          <p:spPr>
            <a:xfrm>
              <a:off x="5877341" y="2420639"/>
              <a:ext cx="16671" cy="11654"/>
            </a:xfrm>
            <a:custGeom>
              <a:rect b="b" l="l" r="r" t="t"/>
              <a:pathLst>
                <a:path extrusionOk="0" h="367" w="525">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8" name="Google Shape;9568;p77"/>
            <p:cNvSpPr/>
            <p:nvPr/>
          </p:nvSpPr>
          <p:spPr>
            <a:xfrm>
              <a:off x="6068665" y="2501519"/>
              <a:ext cx="16671" cy="11654"/>
            </a:xfrm>
            <a:custGeom>
              <a:rect b="b" l="l" r="r" t="t"/>
              <a:pathLst>
                <a:path extrusionOk="0" h="367" w="525">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9" name="Google Shape;9569;p77"/>
            <p:cNvSpPr/>
            <p:nvPr/>
          </p:nvSpPr>
          <p:spPr>
            <a:xfrm>
              <a:off x="6015729" y="2363353"/>
              <a:ext cx="12893" cy="15623"/>
            </a:xfrm>
            <a:custGeom>
              <a:rect b="b" l="l" r="r" t="t"/>
              <a:pathLst>
                <a:path extrusionOk="0" h="492" w="406">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0" name="Google Shape;9570;p77"/>
            <p:cNvSpPr/>
            <p:nvPr/>
          </p:nvSpPr>
          <p:spPr>
            <a:xfrm>
              <a:off x="5934055" y="2554836"/>
              <a:ext cx="13274" cy="15433"/>
            </a:xfrm>
            <a:custGeom>
              <a:rect b="b" l="l" r="r" t="t"/>
              <a:pathLst>
                <a:path extrusionOk="0" h="486" w="418">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1" name="Google Shape;9571;p77"/>
            <p:cNvSpPr/>
            <p:nvPr/>
          </p:nvSpPr>
          <p:spPr>
            <a:xfrm>
              <a:off x="5935960" y="2362401"/>
              <a:ext cx="12861" cy="15814"/>
            </a:xfrm>
            <a:custGeom>
              <a:rect b="b" l="l" r="r" t="t"/>
              <a:pathLst>
                <a:path extrusionOk="0" h="498" w="405">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2" name="Google Shape;9572;p77"/>
            <p:cNvSpPr/>
            <p:nvPr/>
          </p:nvSpPr>
          <p:spPr>
            <a:xfrm>
              <a:off x="6013824" y="2555820"/>
              <a:ext cx="12893" cy="15592"/>
            </a:xfrm>
            <a:custGeom>
              <a:rect b="b" l="l" r="r" t="t"/>
              <a:pathLst>
                <a:path extrusionOk="0" h="491" w="406">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3" name="Google Shape;9573;p77"/>
            <p:cNvSpPr/>
            <p:nvPr/>
          </p:nvSpPr>
          <p:spPr>
            <a:xfrm>
              <a:off x="6069776" y="2422132"/>
              <a:ext cx="16290" cy="11654"/>
            </a:xfrm>
            <a:custGeom>
              <a:rect b="b" l="l" r="r" t="t"/>
              <a:pathLst>
                <a:path extrusionOk="0" h="367" w="513">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4" name="Google Shape;9574;p77"/>
            <p:cNvSpPr/>
            <p:nvPr/>
          </p:nvSpPr>
          <p:spPr>
            <a:xfrm>
              <a:off x="5876960" y="2500027"/>
              <a:ext cx="16290" cy="11654"/>
            </a:xfrm>
            <a:custGeom>
              <a:rect b="b" l="l" r="r" t="t"/>
              <a:pathLst>
                <a:path extrusionOk="0" h="367" w="513">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75" name="Google Shape;9575;p77"/>
          <p:cNvGrpSpPr/>
          <p:nvPr/>
        </p:nvGrpSpPr>
        <p:grpSpPr>
          <a:xfrm>
            <a:off x="2477583" y="2744159"/>
            <a:ext cx="370930" cy="370549"/>
            <a:chOff x="2497275" y="2744159"/>
            <a:chExt cx="370930" cy="370549"/>
          </a:xfrm>
        </p:grpSpPr>
        <p:sp>
          <p:nvSpPr>
            <p:cNvPr id="9576" name="Google Shape;9576;p77"/>
            <p:cNvSpPr/>
            <p:nvPr/>
          </p:nvSpPr>
          <p:spPr>
            <a:xfrm>
              <a:off x="2497275" y="2744159"/>
              <a:ext cx="284366" cy="284747"/>
            </a:xfrm>
            <a:custGeom>
              <a:rect b="b" l="l" r="r" t="t"/>
              <a:pathLst>
                <a:path extrusionOk="0" h="8967" w="8955">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7" name="Google Shape;9577;p77"/>
            <p:cNvSpPr/>
            <p:nvPr/>
          </p:nvSpPr>
          <p:spPr>
            <a:xfrm>
              <a:off x="2592191" y="2821673"/>
              <a:ext cx="113461" cy="98345"/>
            </a:xfrm>
            <a:custGeom>
              <a:rect b="b" l="l" r="r" t="t"/>
              <a:pathLst>
                <a:path extrusionOk="0" h="3097" w="3573">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8" name="Google Shape;9578;p77"/>
            <p:cNvSpPr/>
            <p:nvPr/>
          </p:nvSpPr>
          <p:spPr>
            <a:xfrm>
              <a:off x="2574408" y="2862129"/>
              <a:ext cx="106665" cy="90756"/>
            </a:xfrm>
            <a:custGeom>
              <a:rect b="b" l="l" r="r" t="t"/>
              <a:pathLst>
                <a:path extrusionOk="0" h="2858" w="3359">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9" name="Google Shape;9579;p77"/>
            <p:cNvSpPr/>
            <p:nvPr/>
          </p:nvSpPr>
          <p:spPr>
            <a:xfrm>
              <a:off x="2676881" y="2923385"/>
              <a:ext cx="191324" cy="191324"/>
            </a:xfrm>
            <a:custGeom>
              <a:rect b="b" l="l" r="r" t="t"/>
              <a:pathLst>
                <a:path extrusionOk="0" h="6025" w="6025">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0" name="Google Shape;9580;p77"/>
            <p:cNvSpPr/>
            <p:nvPr/>
          </p:nvSpPr>
          <p:spPr>
            <a:xfrm>
              <a:off x="2738867" y="2986895"/>
              <a:ext cx="65066" cy="65066"/>
            </a:xfrm>
            <a:custGeom>
              <a:rect b="b" l="l" r="r" t="t"/>
              <a:pathLst>
                <a:path extrusionOk="0" h="2049" w="2049">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1" name="Google Shape;9581;p77"/>
            <p:cNvSpPr/>
            <p:nvPr/>
          </p:nvSpPr>
          <p:spPr>
            <a:xfrm>
              <a:off x="2604670" y="2851904"/>
              <a:ext cx="70718" cy="71131"/>
            </a:xfrm>
            <a:custGeom>
              <a:rect b="b" l="l" r="r" t="t"/>
              <a:pathLst>
                <a:path extrusionOk="0" h="2240" w="2227">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2" name="Google Shape;9582;p77"/>
          <p:cNvGrpSpPr/>
          <p:nvPr/>
        </p:nvGrpSpPr>
        <p:grpSpPr>
          <a:xfrm>
            <a:off x="841248" y="2746477"/>
            <a:ext cx="371883" cy="365691"/>
            <a:chOff x="860940" y="2746477"/>
            <a:chExt cx="371883" cy="365691"/>
          </a:xfrm>
        </p:grpSpPr>
        <p:sp>
          <p:nvSpPr>
            <p:cNvPr id="9583" name="Google Shape;9583;p77"/>
            <p:cNvSpPr/>
            <p:nvPr/>
          </p:nvSpPr>
          <p:spPr>
            <a:xfrm>
              <a:off x="908191" y="3026302"/>
              <a:ext cx="30294" cy="28961"/>
            </a:xfrm>
            <a:custGeom>
              <a:rect b="b" l="l" r="r" t="t"/>
              <a:pathLst>
                <a:path extrusionOk="0" h="912" w="954">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4" name="Google Shape;9584;p77"/>
            <p:cNvSpPr/>
            <p:nvPr/>
          </p:nvSpPr>
          <p:spPr>
            <a:xfrm>
              <a:off x="943757" y="3061836"/>
              <a:ext cx="30263" cy="28961"/>
            </a:xfrm>
            <a:custGeom>
              <a:rect b="b" l="l" r="r" t="t"/>
              <a:pathLst>
                <a:path extrusionOk="0" h="912" w="953">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5" name="Google Shape;9585;p77"/>
            <p:cNvSpPr/>
            <p:nvPr/>
          </p:nvSpPr>
          <p:spPr>
            <a:xfrm>
              <a:off x="926355" y="3044085"/>
              <a:ext cx="29881" cy="28579"/>
            </a:xfrm>
            <a:custGeom>
              <a:rect b="b" l="l" r="r" t="t"/>
              <a:pathLst>
                <a:path extrusionOk="0" h="900" w="941">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6" name="Google Shape;9586;p77"/>
            <p:cNvSpPr/>
            <p:nvPr/>
          </p:nvSpPr>
          <p:spPr>
            <a:xfrm>
              <a:off x="860940" y="2746477"/>
              <a:ext cx="371883" cy="365691"/>
            </a:xfrm>
            <a:custGeom>
              <a:rect b="b" l="l" r="r" t="t"/>
              <a:pathLst>
                <a:path extrusionOk="0" h="11516" w="11711">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7" name="Google Shape;9587;p77"/>
            <p:cNvSpPr/>
            <p:nvPr/>
          </p:nvSpPr>
          <p:spPr>
            <a:xfrm>
              <a:off x="1070396" y="2832057"/>
              <a:ext cx="90406" cy="69035"/>
            </a:xfrm>
            <a:custGeom>
              <a:rect b="b" l="l" r="r" t="t"/>
              <a:pathLst>
                <a:path extrusionOk="0" h="2174" w="2847">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88" name="Google Shape;9588;p77"/>
          <p:cNvGrpSpPr/>
          <p:nvPr/>
        </p:nvGrpSpPr>
        <p:grpSpPr>
          <a:xfrm>
            <a:off x="1431144" y="2766258"/>
            <a:ext cx="283985" cy="341080"/>
            <a:chOff x="1493849" y="2775533"/>
            <a:chExt cx="283985" cy="341080"/>
          </a:xfrm>
        </p:grpSpPr>
        <p:sp>
          <p:nvSpPr>
            <p:cNvPr id="9589" name="Google Shape;9589;p77"/>
            <p:cNvSpPr/>
            <p:nvPr/>
          </p:nvSpPr>
          <p:spPr>
            <a:xfrm>
              <a:off x="1493849" y="2775533"/>
              <a:ext cx="283985" cy="341080"/>
            </a:xfrm>
            <a:custGeom>
              <a:rect b="b" l="l" r="r" t="t"/>
              <a:pathLst>
                <a:path extrusionOk="0" h="10741" w="8943">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0" name="Google Shape;9590;p77"/>
            <p:cNvSpPr/>
            <p:nvPr/>
          </p:nvSpPr>
          <p:spPr>
            <a:xfrm>
              <a:off x="1590638" y="2834153"/>
              <a:ext cx="88501" cy="84754"/>
            </a:xfrm>
            <a:custGeom>
              <a:rect b="b" l="l" r="r" t="t"/>
              <a:pathLst>
                <a:path extrusionOk="0" h="2669" w="2787">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1" name="Google Shape;9591;p77"/>
          <p:cNvGrpSpPr/>
          <p:nvPr/>
        </p:nvGrpSpPr>
        <p:grpSpPr>
          <a:xfrm>
            <a:off x="1933144" y="2774422"/>
            <a:ext cx="372835" cy="342573"/>
            <a:chOff x="1952836" y="2774422"/>
            <a:chExt cx="372835" cy="342573"/>
          </a:xfrm>
        </p:grpSpPr>
        <p:sp>
          <p:nvSpPr>
            <p:cNvPr id="9592" name="Google Shape;9592;p77"/>
            <p:cNvSpPr/>
            <p:nvPr/>
          </p:nvSpPr>
          <p:spPr>
            <a:xfrm>
              <a:off x="2076490" y="3057581"/>
              <a:ext cx="40869" cy="40869"/>
            </a:xfrm>
            <a:custGeom>
              <a:rect b="b" l="l" r="r" t="t"/>
              <a:pathLst>
                <a:path extrusionOk="0" h="1287" w="1287">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3" name="Google Shape;9593;p77"/>
            <p:cNvSpPr/>
            <p:nvPr/>
          </p:nvSpPr>
          <p:spPr>
            <a:xfrm>
              <a:off x="2208432" y="3057581"/>
              <a:ext cx="40869" cy="40869"/>
            </a:xfrm>
            <a:custGeom>
              <a:rect b="b" l="l" r="r" t="t"/>
              <a:pathLst>
                <a:path extrusionOk="0" h="1287" w="1287">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4" name="Google Shape;9594;p77"/>
            <p:cNvSpPr/>
            <p:nvPr/>
          </p:nvSpPr>
          <p:spPr>
            <a:xfrm>
              <a:off x="1952836" y="2774422"/>
              <a:ext cx="372835" cy="342573"/>
            </a:xfrm>
            <a:custGeom>
              <a:rect b="b" l="l" r="r" t="t"/>
              <a:pathLst>
                <a:path extrusionOk="0" h="10788" w="11741">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5" name="Google Shape;9595;p77"/>
          <p:cNvGrpSpPr/>
          <p:nvPr/>
        </p:nvGrpSpPr>
        <p:grpSpPr>
          <a:xfrm>
            <a:off x="3060224" y="2744477"/>
            <a:ext cx="332729" cy="372518"/>
            <a:chOff x="3079916" y="2744477"/>
            <a:chExt cx="332729" cy="372518"/>
          </a:xfrm>
        </p:grpSpPr>
        <p:sp>
          <p:nvSpPr>
            <p:cNvPr id="9596" name="Google Shape;9596;p77"/>
            <p:cNvSpPr/>
            <p:nvPr/>
          </p:nvSpPr>
          <p:spPr>
            <a:xfrm>
              <a:off x="3079916" y="2840504"/>
              <a:ext cx="313454" cy="276491"/>
            </a:xfrm>
            <a:custGeom>
              <a:rect b="b" l="l" r="r" t="t"/>
              <a:pathLst>
                <a:path extrusionOk="0" h="8707" w="9871">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7" name="Google Shape;9597;p77"/>
            <p:cNvSpPr/>
            <p:nvPr/>
          </p:nvSpPr>
          <p:spPr>
            <a:xfrm>
              <a:off x="3244375" y="2840250"/>
              <a:ext cx="124416" cy="45727"/>
            </a:xfrm>
            <a:custGeom>
              <a:rect b="b" l="l" r="r" t="t"/>
              <a:pathLst>
                <a:path extrusionOk="0" h="1440" w="3918">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8" name="Google Shape;9598;p77"/>
            <p:cNvSpPr/>
            <p:nvPr/>
          </p:nvSpPr>
          <p:spPr>
            <a:xfrm>
              <a:off x="3198267" y="2744477"/>
              <a:ext cx="214378" cy="145279"/>
            </a:xfrm>
            <a:custGeom>
              <a:rect b="b" l="l" r="r" t="t"/>
              <a:pathLst>
                <a:path extrusionOk="0" h="4575" w="6751">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9" name="Google Shape;9599;p77"/>
          <p:cNvGrpSpPr/>
          <p:nvPr/>
        </p:nvGrpSpPr>
        <p:grpSpPr>
          <a:xfrm>
            <a:off x="3600884" y="2745525"/>
            <a:ext cx="336889" cy="355592"/>
            <a:chOff x="3620576" y="2745525"/>
            <a:chExt cx="336889" cy="355592"/>
          </a:xfrm>
        </p:grpSpPr>
        <p:sp>
          <p:nvSpPr>
            <p:cNvPr id="9600" name="Google Shape;9600;p77"/>
            <p:cNvSpPr/>
            <p:nvPr/>
          </p:nvSpPr>
          <p:spPr>
            <a:xfrm>
              <a:off x="3620576" y="2745525"/>
              <a:ext cx="336889" cy="355592"/>
            </a:xfrm>
            <a:custGeom>
              <a:rect b="b" l="l" r="r" t="t"/>
              <a:pathLst>
                <a:path extrusionOk="0" h="11198" w="10609">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1" name="Google Shape;9601;p77"/>
            <p:cNvSpPr/>
            <p:nvPr/>
          </p:nvSpPr>
          <p:spPr>
            <a:xfrm>
              <a:off x="3738896" y="2800747"/>
              <a:ext cx="218570" cy="258771"/>
            </a:xfrm>
            <a:custGeom>
              <a:rect b="b" l="l" r="r" t="t"/>
              <a:pathLst>
                <a:path extrusionOk="0" h="8149" w="6883">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02" name="Google Shape;9602;p77"/>
          <p:cNvGrpSpPr/>
          <p:nvPr/>
        </p:nvGrpSpPr>
        <p:grpSpPr>
          <a:xfrm>
            <a:off x="4107123" y="2760704"/>
            <a:ext cx="380393" cy="363118"/>
            <a:chOff x="4126815" y="2760704"/>
            <a:chExt cx="380393" cy="363118"/>
          </a:xfrm>
        </p:grpSpPr>
        <p:sp>
          <p:nvSpPr>
            <p:cNvPr id="9603" name="Google Shape;9603;p77"/>
            <p:cNvSpPr/>
            <p:nvPr/>
          </p:nvSpPr>
          <p:spPr>
            <a:xfrm>
              <a:off x="4219825" y="2822435"/>
              <a:ext cx="103267" cy="29056"/>
            </a:xfrm>
            <a:custGeom>
              <a:rect b="b" l="l" r="r" t="t"/>
              <a:pathLst>
                <a:path extrusionOk="0" h="915" w="3252">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4" name="Google Shape;9604;p77"/>
            <p:cNvSpPr/>
            <p:nvPr/>
          </p:nvSpPr>
          <p:spPr>
            <a:xfrm>
              <a:off x="4126815" y="2760704"/>
              <a:ext cx="380393" cy="363118"/>
            </a:xfrm>
            <a:custGeom>
              <a:rect b="b" l="l" r="r" t="t"/>
              <a:pathLst>
                <a:path extrusionOk="0" h="11435" w="11979">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5" name="Google Shape;9605;p77"/>
            <p:cNvSpPr/>
            <p:nvPr/>
          </p:nvSpPr>
          <p:spPr>
            <a:xfrm>
              <a:off x="4278826" y="2791379"/>
              <a:ext cx="103998" cy="201962"/>
            </a:xfrm>
            <a:custGeom>
              <a:rect b="b" l="l" r="r" t="t"/>
              <a:pathLst>
                <a:path extrusionOk="0" h="6360" w="3275">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6" name="Google Shape;9606;p77"/>
            <p:cNvSpPr/>
            <p:nvPr/>
          </p:nvSpPr>
          <p:spPr>
            <a:xfrm>
              <a:off x="4159332" y="2791379"/>
              <a:ext cx="105903" cy="201962"/>
            </a:xfrm>
            <a:custGeom>
              <a:rect b="b" l="l" r="r" t="t"/>
              <a:pathLst>
                <a:path extrusionOk="0" h="6360" w="3335">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07" name="Google Shape;9607;p77"/>
          <p:cNvGrpSpPr/>
          <p:nvPr/>
        </p:nvGrpSpPr>
        <p:grpSpPr>
          <a:xfrm>
            <a:off x="4656294" y="2745684"/>
            <a:ext cx="381346" cy="368644"/>
            <a:chOff x="4675986" y="2745684"/>
            <a:chExt cx="381346" cy="368644"/>
          </a:xfrm>
        </p:grpSpPr>
        <p:sp>
          <p:nvSpPr>
            <p:cNvPr id="9608" name="Google Shape;9608;p77"/>
            <p:cNvSpPr/>
            <p:nvPr/>
          </p:nvSpPr>
          <p:spPr>
            <a:xfrm>
              <a:off x="4828918" y="2895345"/>
              <a:ext cx="69226" cy="69258"/>
            </a:xfrm>
            <a:custGeom>
              <a:rect b="b" l="l" r="r" t="t"/>
              <a:pathLst>
                <a:path extrusionOk="0" h="2181" w="218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9" name="Google Shape;9609;p77"/>
            <p:cNvSpPr/>
            <p:nvPr/>
          </p:nvSpPr>
          <p:spPr>
            <a:xfrm>
              <a:off x="4675986" y="2745684"/>
              <a:ext cx="381346" cy="368644"/>
            </a:xfrm>
            <a:custGeom>
              <a:rect b="b" l="l" r="r" t="t"/>
              <a:pathLst>
                <a:path extrusionOk="0" h="11609" w="12009">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10" name="Google Shape;9610;p77"/>
          <p:cNvGrpSpPr/>
          <p:nvPr/>
        </p:nvGrpSpPr>
        <p:grpSpPr>
          <a:xfrm>
            <a:off x="5200924" y="2791061"/>
            <a:ext cx="373185" cy="302466"/>
            <a:chOff x="5220616" y="2791061"/>
            <a:chExt cx="373185" cy="302466"/>
          </a:xfrm>
        </p:grpSpPr>
        <p:sp>
          <p:nvSpPr>
            <p:cNvPr id="9611" name="Google Shape;9611;p77"/>
            <p:cNvSpPr/>
            <p:nvPr/>
          </p:nvSpPr>
          <p:spPr>
            <a:xfrm>
              <a:off x="5220616" y="2791061"/>
              <a:ext cx="373185" cy="302466"/>
            </a:xfrm>
            <a:custGeom>
              <a:rect b="b" l="l" r="r" t="t"/>
              <a:pathLst>
                <a:path extrusionOk="0" h="9525" w="11752">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2" name="Google Shape;9612;p77"/>
            <p:cNvSpPr/>
            <p:nvPr/>
          </p:nvSpPr>
          <p:spPr>
            <a:xfrm>
              <a:off x="5244432" y="2849268"/>
              <a:ext cx="326314" cy="11368"/>
            </a:xfrm>
            <a:custGeom>
              <a:rect b="b" l="l" r="r" t="t"/>
              <a:pathLst>
                <a:path extrusionOk="0" h="358" w="10276">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3" name="Google Shape;9613;p77"/>
            <p:cNvSpPr/>
            <p:nvPr/>
          </p:nvSpPr>
          <p:spPr>
            <a:xfrm>
              <a:off x="5261834" y="2896139"/>
              <a:ext cx="46521" cy="11400"/>
            </a:xfrm>
            <a:custGeom>
              <a:rect b="b" l="l" r="r" t="t"/>
              <a:pathLst>
                <a:path extrusionOk="0" h="359" w="1465">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4" name="Google Shape;9614;p77"/>
            <p:cNvSpPr/>
            <p:nvPr/>
          </p:nvSpPr>
          <p:spPr>
            <a:xfrm>
              <a:off x="5343507" y="2896139"/>
              <a:ext cx="46521" cy="11400"/>
            </a:xfrm>
            <a:custGeom>
              <a:rect b="b" l="l" r="r" t="t"/>
              <a:pathLst>
                <a:path extrusionOk="0" h="359" w="1465">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5" name="Google Shape;9615;p77"/>
            <p:cNvSpPr/>
            <p:nvPr/>
          </p:nvSpPr>
          <p:spPr>
            <a:xfrm>
              <a:off x="5506823" y="2896139"/>
              <a:ext cx="46172" cy="11400"/>
            </a:xfrm>
            <a:custGeom>
              <a:rect b="b" l="l" r="r" t="t"/>
              <a:pathLst>
                <a:path extrusionOk="0" h="359" w="1454">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6" name="Google Shape;9616;p77"/>
            <p:cNvSpPr/>
            <p:nvPr/>
          </p:nvSpPr>
          <p:spPr>
            <a:xfrm>
              <a:off x="5261834" y="2942660"/>
              <a:ext cx="46521" cy="11368"/>
            </a:xfrm>
            <a:custGeom>
              <a:rect b="b" l="l" r="r" t="t"/>
              <a:pathLst>
                <a:path extrusionOk="0" h="358" w="1465">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7" name="Google Shape;9617;p77"/>
            <p:cNvSpPr/>
            <p:nvPr/>
          </p:nvSpPr>
          <p:spPr>
            <a:xfrm>
              <a:off x="5424768" y="2942660"/>
              <a:ext cx="46553" cy="11368"/>
            </a:xfrm>
            <a:custGeom>
              <a:rect b="b" l="l" r="r" t="t"/>
              <a:pathLst>
                <a:path extrusionOk="0" h="358" w="1466">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8" name="Google Shape;9618;p77"/>
            <p:cNvSpPr/>
            <p:nvPr/>
          </p:nvSpPr>
          <p:spPr>
            <a:xfrm>
              <a:off x="5261834" y="2989149"/>
              <a:ext cx="46521" cy="11400"/>
            </a:xfrm>
            <a:custGeom>
              <a:rect b="b" l="l" r="r" t="t"/>
              <a:pathLst>
                <a:path extrusionOk="0" h="359" w="1465">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9" name="Google Shape;9619;p77"/>
            <p:cNvSpPr/>
            <p:nvPr/>
          </p:nvSpPr>
          <p:spPr>
            <a:xfrm>
              <a:off x="5343507" y="2989149"/>
              <a:ext cx="46521" cy="11400"/>
            </a:xfrm>
            <a:custGeom>
              <a:rect b="b" l="l" r="r" t="t"/>
              <a:pathLst>
                <a:path extrusionOk="0" h="359" w="1465">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0" name="Google Shape;9620;p77"/>
            <p:cNvSpPr/>
            <p:nvPr/>
          </p:nvSpPr>
          <p:spPr>
            <a:xfrm>
              <a:off x="5506823" y="2989149"/>
              <a:ext cx="46172" cy="11400"/>
            </a:xfrm>
            <a:custGeom>
              <a:rect b="b" l="l" r="r" t="t"/>
              <a:pathLst>
                <a:path extrusionOk="0" h="359" w="1454">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1" name="Google Shape;9621;p77"/>
            <p:cNvSpPr/>
            <p:nvPr/>
          </p:nvSpPr>
          <p:spPr>
            <a:xfrm>
              <a:off x="5343507" y="3036051"/>
              <a:ext cx="46521" cy="10987"/>
            </a:xfrm>
            <a:custGeom>
              <a:rect b="b" l="l" r="r" t="t"/>
              <a:pathLst>
                <a:path extrusionOk="0" h="346" w="1465">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2" name="Google Shape;9622;p77"/>
            <p:cNvSpPr/>
            <p:nvPr/>
          </p:nvSpPr>
          <p:spPr>
            <a:xfrm>
              <a:off x="5424768" y="3036051"/>
              <a:ext cx="46553" cy="10987"/>
            </a:xfrm>
            <a:custGeom>
              <a:rect b="b" l="l" r="r" t="t"/>
              <a:pathLst>
                <a:path extrusionOk="0" h="346" w="1466">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3" name="Google Shape;9623;p77"/>
            <p:cNvSpPr/>
            <p:nvPr/>
          </p:nvSpPr>
          <p:spPr>
            <a:xfrm>
              <a:off x="5506823" y="3036051"/>
              <a:ext cx="46172" cy="10987"/>
            </a:xfrm>
            <a:custGeom>
              <a:rect b="b" l="l" r="r" t="t"/>
              <a:pathLst>
                <a:path extrusionOk="0" h="346" w="1454">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4" name="Google Shape;9624;p77"/>
            <p:cNvSpPr/>
            <p:nvPr/>
          </p:nvSpPr>
          <p:spPr>
            <a:xfrm>
              <a:off x="5343126" y="2930752"/>
              <a:ext cx="46902" cy="33851"/>
            </a:xfrm>
            <a:custGeom>
              <a:rect b="b" l="l" r="r" t="t"/>
              <a:pathLst>
                <a:path extrusionOk="0" h="1066" w="1477">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5" name="Google Shape;9625;p77"/>
            <p:cNvSpPr/>
            <p:nvPr/>
          </p:nvSpPr>
          <p:spPr>
            <a:xfrm>
              <a:off x="5506442" y="2930752"/>
              <a:ext cx="47283" cy="33851"/>
            </a:xfrm>
            <a:custGeom>
              <a:rect b="b" l="l" r="r" t="t"/>
              <a:pathLst>
                <a:path extrusionOk="0" h="1066" w="1489">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6" name="Google Shape;9626;p77"/>
            <p:cNvSpPr/>
            <p:nvPr/>
          </p:nvSpPr>
          <p:spPr>
            <a:xfrm>
              <a:off x="5424419" y="2977336"/>
              <a:ext cx="47283" cy="34168"/>
            </a:xfrm>
            <a:custGeom>
              <a:rect b="b" l="l" r="r" t="t"/>
              <a:pathLst>
                <a:path extrusionOk="0" h="1076" w="1489">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7" name="Google Shape;9627;p77"/>
            <p:cNvSpPr/>
            <p:nvPr/>
          </p:nvSpPr>
          <p:spPr>
            <a:xfrm>
              <a:off x="5261453" y="3024143"/>
              <a:ext cx="47283" cy="33851"/>
            </a:xfrm>
            <a:custGeom>
              <a:rect b="b" l="l" r="r" t="t"/>
              <a:pathLst>
                <a:path extrusionOk="0" h="1066" w="1489">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8" name="Google Shape;9628;p77"/>
            <p:cNvSpPr/>
            <p:nvPr/>
          </p:nvSpPr>
          <p:spPr>
            <a:xfrm>
              <a:off x="5424419" y="2884231"/>
              <a:ext cx="47283" cy="33883"/>
            </a:xfrm>
            <a:custGeom>
              <a:rect b="b" l="l" r="r" t="t"/>
              <a:pathLst>
                <a:path extrusionOk="0" h="1067" w="1489">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29" name="Google Shape;9629;p77"/>
          <p:cNvGrpSpPr/>
          <p:nvPr/>
        </p:nvGrpSpPr>
        <p:grpSpPr>
          <a:xfrm>
            <a:off x="5768969" y="2772517"/>
            <a:ext cx="284366" cy="344097"/>
            <a:chOff x="5864861" y="2772517"/>
            <a:chExt cx="284366" cy="344097"/>
          </a:xfrm>
        </p:grpSpPr>
        <p:sp>
          <p:nvSpPr>
            <p:cNvPr id="9630" name="Google Shape;9630;p77"/>
            <p:cNvSpPr/>
            <p:nvPr/>
          </p:nvSpPr>
          <p:spPr>
            <a:xfrm>
              <a:off x="6089464" y="3014490"/>
              <a:ext cx="15147" cy="15147"/>
            </a:xfrm>
            <a:custGeom>
              <a:rect b="b" l="l" r="r" t="t"/>
              <a:pathLst>
                <a:path extrusionOk="0" h="477" w="477">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1" name="Google Shape;9631;p77"/>
            <p:cNvSpPr/>
            <p:nvPr/>
          </p:nvSpPr>
          <p:spPr>
            <a:xfrm>
              <a:off x="6051644" y="3070823"/>
              <a:ext cx="13274" cy="13274"/>
            </a:xfrm>
            <a:custGeom>
              <a:rect b="b" l="l" r="r" t="t"/>
              <a:pathLst>
                <a:path extrusionOk="0" h="418" w="418">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2" name="Google Shape;9632;p77"/>
            <p:cNvSpPr/>
            <p:nvPr/>
          </p:nvSpPr>
          <p:spPr>
            <a:xfrm>
              <a:off x="5943518" y="3005789"/>
              <a:ext cx="13242" cy="12893"/>
            </a:xfrm>
            <a:custGeom>
              <a:rect b="b" l="l" r="r" t="t"/>
              <a:pathLst>
                <a:path extrusionOk="0" h="406" w="417">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3" name="Google Shape;9633;p77"/>
            <p:cNvSpPr/>
            <p:nvPr/>
          </p:nvSpPr>
          <p:spPr>
            <a:xfrm>
              <a:off x="5965429" y="3070823"/>
              <a:ext cx="13655" cy="13274"/>
            </a:xfrm>
            <a:custGeom>
              <a:rect b="b" l="l" r="r" t="t"/>
              <a:pathLst>
                <a:path extrusionOk="0" h="418" w="43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4" name="Google Shape;9634;p77"/>
            <p:cNvSpPr/>
            <p:nvPr/>
          </p:nvSpPr>
          <p:spPr>
            <a:xfrm>
              <a:off x="6004392" y="3019412"/>
              <a:ext cx="16290" cy="15909"/>
            </a:xfrm>
            <a:custGeom>
              <a:rect b="b" l="l" r="r" t="t"/>
              <a:pathLst>
                <a:path extrusionOk="0" h="501" w="513">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5" name="Google Shape;9635;p77"/>
            <p:cNvSpPr/>
            <p:nvPr/>
          </p:nvSpPr>
          <p:spPr>
            <a:xfrm>
              <a:off x="5864861" y="2772517"/>
              <a:ext cx="284366" cy="344097"/>
            </a:xfrm>
            <a:custGeom>
              <a:rect b="b" l="l" r="r" t="t"/>
              <a:pathLst>
                <a:path extrusionOk="0" h="10836" w="8955">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36" name="Google Shape;9636;p77"/>
          <p:cNvSpPr/>
          <p:nvPr/>
        </p:nvSpPr>
        <p:spPr>
          <a:xfrm>
            <a:off x="6321177" y="2770643"/>
            <a:ext cx="343335" cy="343303"/>
          </a:xfrm>
          <a:custGeom>
            <a:rect b="b" l="l" r="r" t="t"/>
            <a:pathLst>
              <a:path extrusionOk="0" h="10811" w="10812">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37" name="Google Shape;9637;p77"/>
          <p:cNvGrpSpPr/>
          <p:nvPr/>
        </p:nvGrpSpPr>
        <p:grpSpPr>
          <a:xfrm>
            <a:off x="6954467" y="2789537"/>
            <a:ext cx="255247" cy="327458"/>
            <a:chOff x="6974158" y="2789537"/>
            <a:chExt cx="255247" cy="327458"/>
          </a:xfrm>
        </p:grpSpPr>
        <p:sp>
          <p:nvSpPr>
            <p:cNvPr id="9638" name="Google Shape;9638;p77"/>
            <p:cNvSpPr/>
            <p:nvPr/>
          </p:nvSpPr>
          <p:spPr>
            <a:xfrm>
              <a:off x="7066407" y="2897282"/>
              <a:ext cx="9876" cy="14798"/>
            </a:xfrm>
            <a:custGeom>
              <a:rect b="b" l="l" r="r" t="t"/>
              <a:pathLst>
                <a:path extrusionOk="0" h="466" w="311">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9" name="Google Shape;9639;p77"/>
            <p:cNvSpPr/>
            <p:nvPr/>
          </p:nvSpPr>
          <p:spPr>
            <a:xfrm>
              <a:off x="7127662" y="2897282"/>
              <a:ext cx="9495" cy="14798"/>
            </a:xfrm>
            <a:custGeom>
              <a:rect b="b" l="l" r="r" t="t"/>
              <a:pathLst>
                <a:path extrusionOk="0" h="466" w="299">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0" name="Google Shape;9640;p77"/>
            <p:cNvSpPr/>
            <p:nvPr/>
          </p:nvSpPr>
          <p:spPr>
            <a:xfrm>
              <a:off x="7081935" y="2933292"/>
              <a:ext cx="40837" cy="14703"/>
            </a:xfrm>
            <a:custGeom>
              <a:rect b="b" l="l" r="r" t="t"/>
              <a:pathLst>
                <a:path extrusionOk="0" h="463" w="1286">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1" name="Google Shape;9641;p77"/>
            <p:cNvSpPr/>
            <p:nvPr/>
          </p:nvSpPr>
          <p:spPr>
            <a:xfrm>
              <a:off x="6974158" y="2789537"/>
              <a:ext cx="255247" cy="327458"/>
            </a:xfrm>
            <a:custGeom>
              <a:rect b="b" l="l" r="r" t="t"/>
              <a:pathLst>
                <a:path extrusionOk="0" h="10312" w="8038">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2" name="Google Shape;9642;p77"/>
            <p:cNvSpPr/>
            <p:nvPr/>
          </p:nvSpPr>
          <p:spPr>
            <a:xfrm>
              <a:off x="7061135" y="2881785"/>
              <a:ext cx="20069" cy="9495"/>
            </a:xfrm>
            <a:custGeom>
              <a:rect b="b" l="l" r="r" t="t"/>
              <a:pathLst>
                <a:path extrusionOk="0" h="299" w="632">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3" name="Google Shape;9643;p77"/>
            <p:cNvSpPr/>
            <p:nvPr/>
          </p:nvSpPr>
          <p:spPr>
            <a:xfrm>
              <a:off x="7122740" y="2881785"/>
              <a:ext cx="19688" cy="9495"/>
            </a:xfrm>
            <a:custGeom>
              <a:rect b="b" l="l" r="r" t="t"/>
              <a:pathLst>
                <a:path extrusionOk="0" h="299" w="62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44" name="Google Shape;9644;p77"/>
          <p:cNvGrpSpPr/>
          <p:nvPr/>
        </p:nvGrpSpPr>
        <p:grpSpPr>
          <a:xfrm>
            <a:off x="7511005" y="2790299"/>
            <a:ext cx="244291" cy="326314"/>
            <a:chOff x="7530697" y="2790299"/>
            <a:chExt cx="244291" cy="326314"/>
          </a:xfrm>
        </p:grpSpPr>
        <p:sp>
          <p:nvSpPr>
            <p:cNvPr id="9645" name="Google Shape;9645;p77"/>
            <p:cNvSpPr/>
            <p:nvPr/>
          </p:nvSpPr>
          <p:spPr>
            <a:xfrm>
              <a:off x="7616911" y="2907507"/>
              <a:ext cx="9463" cy="14385"/>
            </a:xfrm>
            <a:custGeom>
              <a:rect b="b" l="l" r="r" t="t"/>
              <a:pathLst>
                <a:path extrusionOk="0" h="453" w="298">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6" name="Google Shape;9646;p77"/>
            <p:cNvSpPr/>
            <p:nvPr/>
          </p:nvSpPr>
          <p:spPr>
            <a:xfrm>
              <a:off x="7678548" y="2907507"/>
              <a:ext cx="9463" cy="14385"/>
            </a:xfrm>
            <a:custGeom>
              <a:rect b="b" l="l" r="r" t="t"/>
              <a:pathLst>
                <a:path extrusionOk="0" h="453" w="298">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7" name="Google Shape;9647;p77"/>
            <p:cNvSpPr/>
            <p:nvPr/>
          </p:nvSpPr>
          <p:spPr>
            <a:xfrm>
              <a:off x="7632408" y="2943136"/>
              <a:ext cx="40869" cy="14671"/>
            </a:xfrm>
            <a:custGeom>
              <a:rect b="b" l="l" r="r" t="t"/>
              <a:pathLst>
                <a:path extrusionOk="0" h="462" w="1287">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8" name="Google Shape;9648;p77"/>
            <p:cNvSpPr/>
            <p:nvPr/>
          </p:nvSpPr>
          <p:spPr>
            <a:xfrm>
              <a:off x="7530697" y="2790299"/>
              <a:ext cx="244291" cy="326314"/>
            </a:xfrm>
            <a:custGeom>
              <a:rect b="b" l="l" r="r" t="t"/>
              <a:pathLst>
                <a:path extrusionOk="0" h="10276" w="7693">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9" name="Google Shape;9649;p77"/>
            <p:cNvSpPr/>
            <p:nvPr/>
          </p:nvSpPr>
          <p:spPr>
            <a:xfrm>
              <a:off x="7611608" y="2891630"/>
              <a:ext cx="20069" cy="9463"/>
            </a:xfrm>
            <a:custGeom>
              <a:rect b="b" l="l" r="r" t="t"/>
              <a:pathLst>
                <a:path extrusionOk="0" h="298" w="632">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0" name="Google Shape;9650;p77"/>
            <p:cNvSpPr/>
            <p:nvPr/>
          </p:nvSpPr>
          <p:spPr>
            <a:xfrm>
              <a:off x="7673245" y="2891630"/>
              <a:ext cx="19688" cy="9463"/>
            </a:xfrm>
            <a:custGeom>
              <a:rect b="b" l="l" r="r" t="t"/>
              <a:pathLst>
                <a:path extrusionOk="0" h="298" w="62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51" name="Google Shape;9651;p77"/>
          <p:cNvGrpSpPr/>
          <p:nvPr/>
        </p:nvGrpSpPr>
        <p:grpSpPr>
          <a:xfrm>
            <a:off x="7968499" y="2832248"/>
            <a:ext cx="332348" cy="283985"/>
            <a:chOff x="7988191" y="2832248"/>
            <a:chExt cx="332348" cy="283985"/>
          </a:xfrm>
        </p:grpSpPr>
        <p:sp>
          <p:nvSpPr>
            <p:cNvPr id="9652" name="Google Shape;9652;p77"/>
            <p:cNvSpPr/>
            <p:nvPr/>
          </p:nvSpPr>
          <p:spPr>
            <a:xfrm>
              <a:off x="8046398" y="2894646"/>
              <a:ext cx="40869" cy="45759"/>
            </a:xfrm>
            <a:custGeom>
              <a:rect b="b" l="l" r="r" t="t"/>
              <a:pathLst>
                <a:path extrusionOk="0" h="1441" w="1287">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3" name="Google Shape;9653;p77"/>
            <p:cNvSpPr/>
            <p:nvPr/>
          </p:nvSpPr>
          <p:spPr>
            <a:xfrm>
              <a:off x="7988191" y="2832248"/>
              <a:ext cx="332348" cy="283985"/>
            </a:xfrm>
            <a:custGeom>
              <a:rect b="b" l="l" r="r" t="t"/>
              <a:pathLst>
                <a:path extrusionOk="0" h="8943" w="10466">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4" name="Google Shape;9654;p77"/>
            <p:cNvSpPr/>
            <p:nvPr/>
          </p:nvSpPr>
          <p:spPr>
            <a:xfrm>
              <a:off x="8212381" y="2974320"/>
              <a:ext cx="18577" cy="14861"/>
            </a:xfrm>
            <a:custGeom>
              <a:rect b="b" l="l" r="r" t="t"/>
              <a:pathLst>
                <a:path extrusionOk="0" h="468" w="585">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55" name="Google Shape;9655;p77"/>
          <p:cNvSpPr/>
          <p:nvPr/>
        </p:nvSpPr>
        <p:spPr>
          <a:xfrm>
            <a:off x="2478726" y="3245126"/>
            <a:ext cx="365627" cy="292273"/>
          </a:xfrm>
          <a:custGeom>
            <a:rect b="b" l="l" r="r" t="t"/>
            <a:pathLst>
              <a:path extrusionOk="0" h="9204" w="11514">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56" name="Google Shape;9656;p77"/>
          <p:cNvGrpSpPr/>
          <p:nvPr/>
        </p:nvGrpSpPr>
        <p:grpSpPr>
          <a:xfrm>
            <a:off x="3568748" y="3258368"/>
            <a:ext cx="364484" cy="262423"/>
            <a:chOff x="3588440" y="3258368"/>
            <a:chExt cx="364484" cy="262423"/>
          </a:xfrm>
        </p:grpSpPr>
        <p:sp>
          <p:nvSpPr>
            <p:cNvPr id="9657" name="Google Shape;9657;p77"/>
            <p:cNvSpPr/>
            <p:nvPr/>
          </p:nvSpPr>
          <p:spPr>
            <a:xfrm>
              <a:off x="3588440" y="3258368"/>
              <a:ext cx="364484" cy="262423"/>
            </a:xfrm>
            <a:custGeom>
              <a:rect b="b" l="l" r="r" t="t"/>
              <a:pathLst>
                <a:path extrusionOk="0" h="8264" w="11478">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8" name="Google Shape;9658;p77"/>
            <p:cNvSpPr/>
            <p:nvPr/>
          </p:nvSpPr>
          <p:spPr>
            <a:xfrm>
              <a:off x="3685992" y="3347949"/>
              <a:ext cx="10606" cy="133498"/>
            </a:xfrm>
            <a:custGeom>
              <a:rect b="b" l="l" r="r" t="t"/>
              <a:pathLst>
                <a:path extrusionOk="0" h="4204" w="334">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9" name="Google Shape;9659;p77"/>
            <p:cNvSpPr/>
            <p:nvPr/>
          </p:nvSpPr>
          <p:spPr>
            <a:xfrm>
              <a:off x="3862549" y="3329785"/>
              <a:ext cx="40107" cy="30675"/>
            </a:xfrm>
            <a:custGeom>
              <a:rect b="b" l="l" r="r" t="t"/>
              <a:pathLst>
                <a:path extrusionOk="0" h="966" w="1263">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0" name="Google Shape;9660;p77"/>
            <p:cNvSpPr/>
            <p:nvPr/>
          </p:nvSpPr>
          <p:spPr>
            <a:xfrm>
              <a:off x="3703743" y="3323942"/>
              <a:ext cx="183417" cy="182083"/>
            </a:xfrm>
            <a:custGeom>
              <a:rect b="b" l="l" r="r" t="t"/>
              <a:pathLst>
                <a:path extrusionOk="0" h="5734" w="5776">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1" name="Google Shape;9661;p77"/>
            <p:cNvSpPr/>
            <p:nvPr/>
          </p:nvSpPr>
          <p:spPr>
            <a:xfrm>
              <a:off x="3733624" y="3358174"/>
              <a:ext cx="138039" cy="114667"/>
            </a:xfrm>
            <a:custGeom>
              <a:rect b="b" l="l" r="r" t="t"/>
              <a:pathLst>
                <a:path extrusionOk="0" h="3611" w="4347">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2" name="Google Shape;9662;p77"/>
            <p:cNvSpPr/>
            <p:nvPr/>
          </p:nvSpPr>
          <p:spPr>
            <a:xfrm>
              <a:off x="3777478" y="3386087"/>
              <a:ext cx="51062" cy="43282"/>
            </a:xfrm>
            <a:custGeom>
              <a:rect b="b" l="l" r="r" t="t"/>
              <a:pathLst>
                <a:path extrusionOk="0" h="1363" w="1608">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63" name="Google Shape;9663;p77"/>
          <p:cNvSpPr/>
          <p:nvPr/>
        </p:nvSpPr>
        <p:spPr>
          <a:xfrm>
            <a:off x="5243634" y="3229852"/>
            <a:ext cx="323298" cy="320789"/>
          </a:xfrm>
          <a:custGeom>
            <a:rect b="b" l="l" r="r" t="t"/>
            <a:pathLst>
              <a:path extrusionOk="0" h="10102" w="10181">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64" name="Google Shape;9664;p77"/>
          <p:cNvGrpSpPr/>
          <p:nvPr/>
        </p:nvGrpSpPr>
        <p:grpSpPr>
          <a:xfrm>
            <a:off x="5746125" y="3227724"/>
            <a:ext cx="364865" cy="324822"/>
            <a:chOff x="5765817" y="3227724"/>
            <a:chExt cx="364865" cy="324822"/>
          </a:xfrm>
        </p:grpSpPr>
        <p:sp>
          <p:nvSpPr>
            <p:cNvPr id="9665" name="Google Shape;9665;p77"/>
            <p:cNvSpPr/>
            <p:nvPr/>
          </p:nvSpPr>
          <p:spPr>
            <a:xfrm>
              <a:off x="5765817" y="3227724"/>
              <a:ext cx="364865" cy="324822"/>
            </a:xfrm>
            <a:custGeom>
              <a:rect b="b" l="l" r="r" t="t"/>
              <a:pathLst>
                <a:path extrusionOk="0" h="10229" w="1149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6" name="Google Shape;9666;p77"/>
            <p:cNvSpPr/>
            <p:nvPr/>
          </p:nvSpPr>
          <p:spPr>
            <a:xfrm>
              <a:off x="6022144" y="3250429"/>
              <a:ext cx="85484" cy="84341"/>
            </a:xfrm>
            <a:custGeom>
              <a:rect b="b" l="l" r="r" t="t"/>
              <a:pathLst>
                <a:path extrusionOk="0" h="2656" w="2692">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7" name="Google Shape;9667;p77"/>
            <p:cNvSpPr/>
            <p:nvPr/>
          </p:nvSpPr>
          <p:spPr>
            <a:xfrm>
              <a:off x="5862987" y="3250429"/>
              <a:ext cx="73386" cy="43504"/>
            </a:xfrm>
            <a:custGeom>
              <a:rect b="b" l="l" r="r" t="t"/>
              <a:pathLst>
                <a:path extrusionOk="0" h="1370" w="2311">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68" name="Google Shape;9668;p77"/>
          <p:cNvGrpSpPr/>
          <p:nvPr/>
        </p:nvGrpSpPr>
        <p:grpSpPr>
          <a:xfrm>
            <a:off x="6208891" y="3237664"/>
            <a:ext cx="446539" cy="303895"/>
            <a:chOff x="6228583" y="3237664"/>
            <a:chExt cx="446539" cy="303895"/>
          </a:xfrm>
        </p:grpSpPr>
        <p:sp>
          <p:nvSpPr>
            <p:cNvPr id="9669" name="Google Shape;9669;p77"/>
            <p:cNvSpPr/>
            <p:nvPr/>
          </p:nvSpPr>
          <p:spPr>
            <a:xfrm>
              <a:off x="6357508" y="3277453"/>
              <a:ext cx="26865" cy="25912"/>
            </a:xfrm>
            <a:custGeom>
              <a:rect b="b" l="l" r="r" t="t"/>
              <a:pathLst>
                <a:path extrusionOk="0" h="816" w="846">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0" name="Google Shape;9670;p77"/>
            <p:cNvSpPr/>
            <p:nvPr/>
          </p:nvSpPr>
          <p:spPr>
            <a:xfrm>
              <a:off x="6276596" y="3358746"/>
              <a:ext cx="26896" cy="25912"/>
            </a:xfrm>
            <a:custGeom>
              <a:rect b="b" l="l" r="r" t="t"/>
              <a:pathLst>
                <a:path extrusionOk="0" h="816" w="847">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1" name="Google Shape;9671;p77"/>
            <p:cNvSpPr/>
            <p:nvPr/>
          </p:nvSpPr>
          <p:spPr>
            <a:xfrm>
              <a:off x="6357508" y="3358365"/>
              <a:ext cx="26865" cy="25912"/>
            </a:xfrm>
            <a:custGeom>
              <a:rect b="b" l="l" r="r" t="t"/>
              <a:pathLst>
                <a:path extrusionOk="0" h="816" w="846">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2" name="Google Shape;9672;p77"/>
            <p:cNvSpPr/>
            <p:nvPr/>
          </p:nvSpPr>
          <p:spPr>
            <a:xfrm>
              <a:off x="6276596" y="3277453"/>
              <a:ext cx="26896" cy="25912"/>
            </a:xfrm>
            <a:custGeom>
              <a:rect b="b" l="l" r="r" t="t"/>
              <a:pathLst>
                <a:path extrusionOk="0" h="816" w="847">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3" name="Google Shape;9673;p77"/>
            <p:cNvSpPr/>
            <p:nvPr/>
          </p:nvSpPr>
          <p:spPr>
            <a:xfrm>
              <a:off x="6526508" y="3290314"/>
              <a:ext cx="21593" cy="19879"/>
            </a:xfrm>
            <a:custGeom>
              <a:rect b="b" l="l" r="r" t="t"/>
              <a:pathLst>
                <a:path extrusionOk="0" h="626" w="68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4" name="Google Shape;9674;p77"/>
            <p:cNvSpPr/>
            <p:nvPr/>
          </p:nvSpPr>
          <p:spPr>
            <a:xfrm>
              <a:off x="6465253" y="3352299"/>
              <a:ext cx="20831" cy="19498"/>
            </a:xfrm>
            <a:custGeom>
              <a:rect b="b" l="l" r="r" t="t"/>
              <a:pathLst>
                <a:path extrusionOk="0" h="614" w="656">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5" name="Google Shape;9675;p77"/>
            <p:cNvSpPr/>
            <p:nvPr/>
          </p:nvSpPr>
          <p:spPr>
            <a:xfrm>
              <a:off x="6526508" y="3352299"/>
              <a:ext cx="21593" cy="19498"/>
            </a:xfrm>
            <a:custGeom>
              <a:rect b="b" l="l" r="r" t="t"/>
              <a:pathLst>
                <a:path extrusionOk="0" h="614" w="68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6" name="Google Shape;9676;p77"/>
            <p:cNvSpPr/>
            <p:nvPr/>
          </p:nvSpPr>
          <p:spPr>
            <a:xfrm>
              <a:off x="6465253" y="3290314"/>
              <a:ext cx="20831" cy="19879"/>
            </a:xfrm>
            <a:custGeom>
              <a:rect b="b" l="l" r="r" t="t"/>
              <a:pathLst>
                <a:path extrusionOk="0" h="626" w="656">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7" name="Google Shape;9677;p77"/>
            <p:cNvSpPr/>
            <p:nvPr/>
          </p:nvSpPr>
          <p:spPr>
            <a:xfrm>
              <a:off x="6304573" y="3437180"/>
              <a:ext cx="119145" cy="13274"/>
            </a:xfrm>
            <a:custGeom>
              <a:rect b="b" l="l" r="r" t="t"/>
              <a:pathLst>
                <a:path extrusionOk="0" h="418" w="3752">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8" name="Google Shape;9678;p77"/>
            <p:cNvSpPr/>
            <p:nvPr/>
          </p:nvSpPr>
          <p:spPr>
            <a:xfrm>
              <a:off x="6304573" y="3500341"/>
              <a:ext cx="25372" cy="13242"/>
            </a:xfrm>
            <a:custGeom>
              <a:rect b="b" l="l" r="r" t="t"/>
              <a:pathLst>
                <a:path extrusionOk="0" h="417" w="799">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9" name="Google Shape;9679;p77"/>
            <p:cNvSpPr/>
            <p:nvPr/>
          </p:nvSpPr>
          <p:spPr>
            <a:xfrm>
              <a:off x="6346934" y="3500341"/>
              <a:ext cx="76784" cy="13242"/>
            </a:xfrm>
            <a:custGeom>
              <a:rect b="b" l="l" r="r" t="t"/>
              <a:pathLst>
                <a:path extrusionOk="0" h="417" w="2418">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0" name="Google Shape;9680;p77"/>
            <p:cNvSpPr/>
            <p:nvPr/>
          </p:nvSpPr>
          <p:spPr>
            <a:xfrm>
              <a:off x="6304573" y="3468935"/>
              <a:ext cx="119145" cy="12893"/>
            </a:xfrm>
            <a:custGeom>
              <a:rect b="b" l="l" r="r" t="t"/>
              <a:pathLst>
                <a:path extrusionOk="0" h="406" w="3752">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1" name="Google Shape;9681;p77"/>
            <p:cNvSpPr/>
            <p:nvPr/>
          </p:nvSpPr>
          <p:spPr>
            <a:xfrm>
              <a:off x="6228583" y="3237664"/>
              <a:ext cx="357688" cy="186338"/>
            </a:xfrm>
            <a:custGeom>
              <a:rect b="b" l="l" r="r" t="t"/>
              <a:pathLst>
                <a:path extrusionOk="0" h="5868" w="11264">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2" name="Google Shape;9682;p77"/>
            <p:cNvSpPr/>
            <p:nvPr/>
          </p:nvSpPr>
          <p:spPr>
            <a:xfrm>
              <a:off x="6295141" y="3295775"/>
              <a:ext cx="70718" cy="71131"/>
            </a:xfrm>
            <a:custGeom>
              <a:rect b="b" l="l" r="r" t="t"/>
              <a:pathLst>
                <a:path extrusionOk="0" h="2240" w="2227">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3" name="Google Shape;9683;p77"/>
            <p:cNvSpPr/>
            <p:nvPr/>
          </p:nvSpPr>
          <p:spPr>
            <a:xfrm>
              <a:off x="6482273" y="3306763"/>
              <a:ext cx="48045" cy="48045"/>
            </a:xfrm>
            <a:custGeom>
              <a:rect b="b" l="l" r="r" t="t"/>
              <a:pathLst>
                <a:path extrusionOk="0" h="1513" w="1513">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4" name="Google Shape;9684;p77"/>
            <p:cNvSpPr/>
            <p:nvPr/>
          </p:nvSpPr>
          <p:spPr>
            <a:xfrm>
              <a:off x="6456584" y="3437180"/>
              <a:ext cx="76784" cy="76403"/>
            </a:xfrm>
            <a:custGeom>
              <a:rect b="b" l="l" r="r" t="t"/>
              <a:pathLst>
                <a:path extrusionOk="0" h="2406" w="2418">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5" name="Google Shape;9685;p77"/>
            <p:cNvSpPr/>
            <p:nvPr/>
          </p:nvSpPr>
          <p:spPr>
            <a:xfrm>
              <a:off x="6268658" y="3367351"/>
              <a:ext cx="406464" cy="174208"/>
            </a:xfrm>
            <a:custGeom>
              <a:rect b="b" l="l" r="r" t="t"/>
              <a:pathLst>
                <a:path extrusionOk="0" h="5486" w="1280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86" name="Google Shape;9686;p77"/>
          <p:cNvGrpSpPr/>
          <p:nvPr/>
        </p:nvGrpSpPr>
        <p:grpSpPr>
          <a:xfrm>
            <a:off x="846170" y="3207306"/>
            <a:ext cx="364484" cy="364897"/>
            <a:chOff x="865862" y="3207306"/>
            <a:chExt cx="364484" cy="364897"/>
          </a:xfrm>
        </p:grpSpPr>
        <p:sp>
          <p:nvSpPr>
            <p:cNvPr id="9687" name="Google Shape;9687;p77"/>
            <p:cNvSpPr/>
            <p:nvPr/>
          </p:nvSpPr>
          <p:spPr>
            <a:xfrm>
              <a:off x="928229" y="3269323"/>
              <a:ext cx="240131" cy="240100"/>
            </a:xfrm>
            <a:custGeom>
              <a:rect b="b" l="l" r="r" t="t"/>
              <a:pathLst>
                <a:path extrusionOk="0" h="7561" w="7562">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8" name="Google Shape;9688;p77"/>
            <p:cNvSpPr/>
            <p:nvPr/>
          </p:nvSpPr>
          <p:spPr>
            <a:xfrm>
              <a:off x="956205" y="3297681"/>
              <a:ext cx="184179" cy="184147"/>
            </a:xfrm>
            <a:custGeom>
              <a:rect b="b" l="l" r="r" t="t"/>
              <a:pathLst>
                <a:path extrusionOk="0" h="5799" w="580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9" name="Google Shape;9689;p77"/>
            <p:cNvSpPr/>
            <p:nvPr/>
          </p:nvSpPr>
          <p:spPr>
            <a:xfrm>
              <a:off x="1042039" y="3207306"/>
              <a:ext cx="12511" cy="47664"/>
            </a:xfrm>
            <a:custGeom>
              <a:rect b="b" l="l" r="r" t="t"/>
              <a:pathLst>
                <a:path extrusionOk="0" h="1501" w="394">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0" name="Google Shape;9690;p77"/>
            <p:cNvSpPr/>
            <p:nvPr/>
          </p:nvSpPr>
          <p:spPr>
            <a:xfrm>
              <a:off x="1042039" y="3524538"/>
              <a:ext cx="12511" cy="47664"/>
            </a:xfrm>
            <a:custGeom>
              <a:rect b="b" l="l" r="r" t="t"/>
              <a:pathLst>
                <a:path extrusionOk="0" h="1501" w="394">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1" name="Google Shape;9691;p77"/>
            <p:cNvSpPr/>
            <p:nvPr/>
          </p:nvSpPr>
          <p:spPr>
            <a:xfrm>
              <a:off x="953188" y="3230836"/>
              <a:ext cx="31406" cy="43441"/>
            </a:xfrm>
            <a:custGeom>
              <a:rect b="b" l="l" r="r" t="t"/>
              <a:pathLst>
                <a:path extrusionOk="0" h="1368" w="989">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2" name="Google Shape;9692;p77"/>
            <p:cNvSpPr/>
            <p:nvPr/>
          </p:nvSpPr>
          <p:spPr>
            <a:xfrm>
              <a:off x="1111614" y="3505485"/>
              <a:ext cx="30644" cy="42520"/>
            </a:xfrm>
            <a:custGeom>
              <a:rect b="b" l="l" r="r" t="t"/>
              <a:pathLst>
                <a:path extrusionOk="0" h="1339" w="965">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3" name="Google Shape;9693;p77"/>
            <p:cNvSpPr/>
            <p:nvPr/>
          </p:nvSpPr>
          <p:spPr>
            <a:xfrm>
              <a:off x="888916" y="3295998"/>
              <a:ext cx="44648" cy="29691"/>
            </a:xfrm>
            <a:custGeom>
              <a:rect b="b" l="l" r="r" t="t"/>
              <a:pathLst>
                <a:path extrusionOk="0" h="935" w="1406">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4" name="Google Shape;9694;p77"/>
            <p:cNvSpPr/>
            <p:nvPr/>
          </p:nvSpPr>
          <p:spPr>
            <a:xfrm>
              <a:off x="1162644" y="3454106"/>
              <a:ext cx="45029" cy="30390"/>
            </a:xfrm>
            <a:custGeom>
              <a:rect b="b" l="l" r="r" t="t"/>
              <a:pathLst>
                <a:path extrusionOk="0" h="957" w="1418">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5" name="Google Shape;9695;p77"/>
            <p:cNvSpPr/>
            <p:nvPr/>
          </p:nvSpPr>
          <p:spPr>
            <a:xfrm>
              <a:off x="865862" y="3383864"/>
              <a:ext cx="47664" cy="12130"/>
            </a:xfrm>
            <a:custGeom>
              <a:rect b="b" l="l" r="r" t="t"/>
              <a:pathLst>
                <a:path extrusionOk="0" h="382" w="1501">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6" name="Google Shape;9696;p77"/>
            <p:cNvSpPr/>
            <p:nvPr/>
          </p:nvSpPr>
          <p:spPr>
            <a:xfrm>
              <a:off x="1182300" y="3383864"/>
              <a:ext cx="48045" cy="12130"/>
            </a:xfrm>
            <a:custGeom>
              <a:rect b="b" l="l" r="r" t="t"/>
              <a:pathLst>
                <a:path extrusionOk="0" h="382" w="1513">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7" name="Google Shape;9697;p77"/>
            <p:cNvSpPr/>
            <p:nvPr/>
          </p:nvSpPr>
          <p:spPr>
            <a:xfrm>
              <a:off x="888916" y="3454011"/>
              <a:ext cx="43885" cy="30104"/>
            </a:xfrm>
            <a:custGeom>
              <a:rect b="b" l="l" r="r" t="t"/>
              <a:pathLst>
                <a:path extrusionOk="0" h="948" w="1382">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8" name="Google Shape;9698;p77"/>
            <p:cNvSpPr/>
            <p:nvPr/>
          </p:nvSpPr>
          <p:spPr>
            <a:xfrm>
              <a:off x="1163025" y="3295648"/>
              <a:ext cx="44648" cy="30040"/>
            </a:xfrm>
            <a:custGeom>
              <a:rect b="b" l="l" r="r" t="t"/>
              <a:pathLst>
                <a:path extrusionOk="0" h="946" w="1406">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9" name="Google Shape;9699;p77"/>
            <p:cNvSpPr/>
            <p:nvPr/>
          </p:nvSpPr>
          <p:spPr>
            <a:xfrm>
              <a:off x="953188" y="3505835"/>
              <a:ext cx="31787" cy="43282"/>
            </a:xfrm>
            <a:custGeom>
              <a:rect b="b" l="l" r="r" t="t"/>
              <a:pathLst>
                <a:path extrusionOk="0" h="1363" w="1001">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0" name="Google Shape;9700;p77"/>
            <p:cNvSpPr/>
            <p:nvPr/>
          </p:nvSpPr>
          <p:spPr>
            <a:xfrm>
              <a:off x="1111614" y="3231726"/>
              <a:ext cx="31025" cy="42933"/>
            </a:xfrm>
            <a:custGeom>
              <a:rect b="b" l="l" r="r" t="t"/>
              <a:pathLst>
                <a:path extrusionOk="0" h="1352" w="977">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01" name="Google Shape;9701;p77"/>
          <p:cNvGrpSpPr/>
          <p:nvPr/>
        </p:nvGrpSpPr>
        <p:grpSpPr>
          <a:xfrm>
            <a:off x="1384925" y="3226962"/>
            <a:ext cx="370168" cy="325965"/>
            <a:chOff x="1404617" y="3226962"/>
            <a:chExt cx="370168" cy="325965"/>
          </a:xfrm>
        </p:grpSpPr>
        <p:sp>
          <p:nvSpPr>
            <p:cNvPr id="9702" name="Google Shape;9702;p77"/>
            <p:cNvSpPr/>
            <p:nvPr/>
          </p:nvSpPr>
          <p:spPr>
            <a:xfrm>
              <a:off x="1535067" y="3226962"/>
              <a:ext cx="12130" cy="37090"/>
            </a:xfrm>
            <a:custGeom>
              <a:rect b="b" l="l" r="r" t="t"/>
              <a:pathLst>
                <a:path extrusionOk="0" h="1168" w="382">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3" name="Google Shape;9703;p77"/>
            <p:cNvSpPr/>
            <p:nvPr/>
          </p:nvSpPr>
          <p:spPr>
            <a:xfrm>
              <a:off x="1472287" y="3243221"/>
              <a:ext cx="25753" cy="34073"/>
            </a:xfrm>
            <a:custGeom>
              <a:rect b="b" l="l" r="r" t="t"/>
              <a:pathLst>
                <a:path extrusionOk="0" h="1073" w="811">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4" name="Google Shape;9704;p77"/>
            <p:cNvSpPr/>
            <p:nvPr/>
          </p:nvSpPr>
          <p:spPr>
            <a:xfrm>
              <a:off x="1426179" y="3289266"/>
              <a:ext cx="35947" cy="24705"/>
            </a:xfrm>
            <a:custGeom>
              <a:rect b="b" l="l" r="r" t="t"/>
              <a:pathLst>
                <a:path extrusionOk="0" h="778" w="1132">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5" name="Google Shape;9705;p77"/>
            <p:cNvSpPr/>
            <p:nvPr/>
          </p:nvSpPr>
          <p:spPr>
            <a:xfrm>
              <a:off x="1410682" y="3350997"/>
              <a:ext cx="37439" cy="12511"/>
            </a:xfrm>
            <a:custGeom>
              <a:rect b="b" l="l" r="r" t="t"/>
              <a:pathLst>
                <a:path extrusionOk="0" h="394" w="1179">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6" name="Google Shape;9706;p77"/>
            <p:cNvSpPr/>
            <p:nvPr/>
          </p:nvSpPr>
          <p:spPr>
            <a:xfrm>
              <a:off x="1426179" y="3400980"/>
              <a:ext cx="35566" cy="24896"/>
            </a:xfrm>
            <a:custGeom>
              <a:rect b="b" l="l" r="r" t="t"/>
              <a:pathLst>
                <a:path extrusionOk="0" h="784" w="112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7" name="Google Shape;9707;p77"/>
            <p:cNvSpPr/>
            <p:nvPr/>
          </p:nvSpPr>
          <p:spPr>
            <a:xfrm>
              <a:off x="1620138" y="3289043"/>
              <a:ext cx="35566" cy="24928"/>
            </a:xfrm>
            <a:custGeom>
              <a:rect b="b" l="l" r="r" t="t"/>
              <a:pathLst>
                <a:path extrusionOk="0" h="785" w="112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8" name="Google Shape;9708;p77"/>
            <p:cNvSpPr/>
            <p:nvPr/>
          </p:nvSpPr>
          <p:spPr>
            <a:xfrm>
              <a:off x="1584224" y="3243507"/>
              <a:ext cx="26103" cy="33787"/>
            </a:xfrm>
            <a:custGeom>
              <a:rect b="b" l="l" r="r" t="t"/>
              <a:pathLst>
                <a:path extrusionOk="0" h="1064" w="822">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9" name="Google Shape;9709;p77"/>
            <p:cNvSpPr/>
            <p:nvPr/>
          </p:nvSpPr>
          <p:spPr>
            <a:xfrm>
              <a:off x="1404617" y="3271197"/>
              <a:ext cx="285859" cy="281349"/>
            </a:xfrm>
            <a:custGeom>
              <a:rect b="b" l="l" r="r" t="t"/>
              <a:pathLst>
                <a:path extrusionOk="0" h="8860" w="9002">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0" name="Google Shape;9710;p77"/>
            <p:cNvSpPr/>
            <p:nvPr/>
          </p:nvSpPr>
          <p:spPr>
            <a:xfrm>
              <a:off x="1670026" y="3377672"/>
              <a:ext cx="104760" cy="175256"/>
            </a:xfrm>
            <a:custGeom>
              <a:rect b="b" l="l" r="r" t="t"/>
              <a:pathLst>
                <a:path extrusionOk="0" h="5519" w="3299">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1" name="Google Shape;9711;p77"/>
          <p:cNvGrpSpPr/>
          <p:nvPr/>
        </p:nvGrpSpPr>
        <p:grpSpPr>
          <a:xfrm>
            <a:off x="1933711" y="3216094"/>
            <a:ext cx="366389" cy="354481"/>
            <a:chOff x="1954741" y="3212419"/>
            <a:chExt cx="366389" cy="354481"/>
          </a:xfrm>
        </p:grpSpPr>
        <p:sp>
          <p:nvSpPr>
            <p:cNvPr id="9712" name="Google Shape;9712;p77"/>
            <p:cNvSpPr/>
            <p:nvPr/>
          </p:nvSpPr>
          <p:spPr>
            <a:xfrm>
              <a:off x="1964204" y="3212419"/>
              <a:ext cx="356926" cy="354481"/>
            </a:xfrm>
            <a:custGeom>
              <a:rect b="b" l="l" r="r" t="t"/>
              <a:pathLst>
                <a:path extrusionOk="0" h="11163" w="1124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3" name="Google Shape;9713;p77"/>
            <p:cNvSpPr/>
            <p:nvPr/>
          </p:nvSpPr>
          <p:spPr>
            <a:xfrm>
              <a:off x="2127520" y="3279898"/>
              <a:ext cx="77546" cy="77546"/>
            </a:xfrm>
            <a:custGeom>
              <a:rect b="b" l="l" r="r" t="t"/>
              <a:pathLst>
                <a:path extrusionOk="0" h="2442" w="2442">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4" name="Google Shape;9714;p77"/>
            <p:cNvSpPr/>
            <p:nvPr/>
          </p:nvSpPr>
          <p:spPr>
            <a:xfrm>
              <a:off x="2202747" y="3365732"/>
              <a:ext cx="38995" cy="38963"/>
            </a:xfrm>
            <a:custGeom>
              <a:rect b="b" l="l" r="r" t="t"/>
              <a:pathLst>
                <a:path extrusionOk="0" h="1227" w="1228">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5" name="Google Shape;9715;p77"/>
            <p:cNvSpPr/>
            <p:nvPr/>
          </p:nvSpPr>
          <p:spPr>
            <a:xfrm>
              <a:off x="1964553" y="3518473"/>
              <a:ext cx="38995" cy="38614"/>
            </a:xfrm>
            <a:custGeom>
              <a:rect b="b" l="l" r="r" t="t"/>
              <a:pathLst>
                <a:path extrusionOk="0" h="1216" w="1228">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6" name="Google Shape;9716;p77"/>
            <p:cNvSpPr/>
            <p:nvPr/>
          </p:nvSpPr>
          <p:spPr>
            <a:xfrm>
              <a:off x="2158894" y="3385007"/>
              <a:ext cx="15909" cy="16290"/>
            </a:xfrm>
            <a:custGeom>
              <a:rect b="b" l="l" r="r" t="t"/>
              <a:pathLst>
                <a:path extrusionOk="0" h="513" w="501">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7" name="Google Shape;9717;p77"/>
            <p:cNvSpPr/>
            <p:nvPr/>
          </p:nvSpPr>
          <p:spPr>
            <a:xfrm>
              <a:off x="1954741" y="3478779"/>
              <a:ext cx="15909" cy="15909"/>
            </a:xfrm>
            <a:custGeom>
              <a:rect b="b" l="l" r="r" t="t"/>
              <a:pathLst>
                <a:path extrusionOk="0" h="501" w="501">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8" name="Google Shape;9718;p77"/>
            <p:cNvSpPr/>
            <p:nvPr/>
          </p:nvSpPr>
          <p:spPr>
            <a:xfrm>
              <a:off x="2208813" y="3264020"/>
              <a:ext cx="16290" cy="16290"/>
            </a:xfrm>
            <a:custGeom>
              <a:rect b="b" l="l" r="r" t="t"/>
              <a:pathLst>
                <a:path extrusionOk="0" h="513" w="513">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19" name="Google Shape;9719;p77"/>
          <p:cNvGrpSpPr/>
          <p:nvPr/>
        </p:nvGrpSpPr>
        <p:grpSpPr>
          <a:xfrm>
            <a:off x="3023547" y="3215626"/>
            <a:ext cx="366008" cy="348670"/>
            <a:chOff x="3043239" y="3215626"/>
            <a:chExt cx="366008" cy="348670"/>
          </a:xfrm>
        </p:grpSpPr>
        <p:sp>
          <p:nvSpPr>
            <p:cNvPr id="9720" name="Google Shape;9720;p77"/>
            <p:cNvSpPr/>
            <p:nvPr/>
          </p:nvSpPr>
          <p:spPr>
            <a:xfrm>
              <a:off x="3106749" y="3273198"/>
              <a:ext cx="302498" cy="291098"/>
            </a:xfrm>
            <a:custGeom>
              <a:rect b="b" l="l" r="r" t="t"/>
              <a:pathLst>
                <a:path extrusionOk="0" h="9167" w="9526">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1" name="Google Shape;9721;p77"/>
            <p:cNvSpPr/>
            <p:nvPr/>
          </p:nvSpPr>
          <p:spPr>
            <a:xfrm>
              <a:off x="3043239" y="3215626"/>
              <a:ext cx="209869" cy="255628"/>
            </a:xfrm>
            <a:custGeom>
              <a:rect b="b" l="l" r="r" t="t"/>
              <a:pathLst>
                <a:path extrusionOk="0" h="8050" w="6609">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22" name="Google Shape;9722;p77"/>
          <p:cNvGrpSpPr/>
          <p:nvPr/>
        </p:nvGrpSpPr>
        <p:grpSpPr>
          <a:xfrm>
            <a:off x="4198641" y="3184982"/>
            <a:ext cx="209107" cy="383442"/>
            <a:chOff x="4218333" y="3184982"/>
            <a:chExt cx="209107" cy="383442"/>
          </a:xfrm>
        </p:grpSpPr>
        <p:sp>
          <p:nvSpPr>
            <p:cNvPr id="9723" name="Google Shape;9723;p77"/>
            <p:cNvSpPr/>
            <p:nvPr/>
          </p:nvSpPr>
          <p:spPr>
            <a:xfrm>
              <a:off x="4218333" y="3184982"/>
              <a:ext cx="207963" cy="117652"/>
            </a:xfrm>
            <a:custGeom>
              <a:rect b="b" l="l" r="r" t="t"/>
              <a:pathLst>
                <a:path extrusionOk="0" h="3705" w="6549">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4" name="Google Shape;9724;p77"/>
            <p:cNvSpPr/>
            <p:nvPr/>
          </p:nvSpPr>
          <p:spPr>
            <a:xfrm>
              <a:off x="4218333" y="3282946"/>
              <a:ext cx="209107" cy="285477"/>
            </a:xfrm>
            <a:custGeom>
              <a:rect b="b" l="l" r="r" t="t"/>
              <a:pathLst>
                <a:path extrusionOk="0" h="8990" w="6585">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25" name="Google Shape;9725;p77"/>
          <p:cNvSpPr/>
          <p:nvPr/>
        </p:nvSpPr>
        <p:spPr>
          <a:xfrm>
            <a:off x="4797127" y="3186157"/>
            <a:ext cx="83230" cy="379536"/>
          </a:xfrm>
          <a:custGeom>
            <a:rect b="b" l="l" r="r" t="t"/>
            <a:pathLst>
              <a:path extrusionOk="0" h="11952" w="2621">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26" name="Google Shape;9726;p77"/>
          <p:cNvGrpSpPr/>
          <p:nvPr/>
        </p:nvGrpSpPr>
        <p:grpSpPr>
          <a:xfrm>
            <a:off x="6876953" y="3216007"/>
            <a:ext cx="322917" cy="347876"/>
            <a:chOff x="6896644" y="3216007"/>
            <a:chExt cx="322917" cy="347876"/>
          </a:xfrm>
        </p:grpSpPr>
        <p:sp>
          <p:nvSpPr>
            <p:cNvPr id="9727" name="Google Shape;9727;p77"/>
            <p:cNvSpPr/>
            <p:nvPr/>
          </p:nvSpPr>
          <p:spPr>
            <a:xfrm>
              <a:off x="6896644" y="3216007"/>
              <a:ext cx="301387" cy="347876"/>
            </a:xfrm>
            <a:custGeom>
              <a:rect b="b" l="l" r="r" t="t"/>
              <a:pathLst>
                <a:path extrusionOk="0" h="10955" w="9491">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8" name="Google Shape;9728;p77"/>
            <p:cNvSpPr/>
            <p:nvPr/>
          </p:nvSpPr>
          <p:spPr>
            <a:xfrm>
              <a:off x="6954883" y="3306382"/>
              <a:ext cx="42012" cy="41980"/>
            </a:xfrm>
            <a:custGeom>
              <a:rect b="b" l="l" r="r" t="t"/>
              <a:pathLst>
                <a:path extrusionOk="0" h="1322" w="1323">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9" name="Google Shape;9729;p77"/>
            <p:cNvSpPr/>
            <p:nvPr/>
          </p:nvSpPr>
          <p:spPr>
            <a:xfrm>
              <a:off x="7013122" y="3306382"/>
              <a:ext cx="32168" cy="10225"/>
            </a:xfrm>
            <a:custGeom>
              <a:rect b="b" l="l" r="r" t="t"/>
              <a:pathLst>
                <a:path extrusionOk="0" h="322" w="1013">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0" name="Google Shape;9730;p77"/>
            <p:cNvSpPr/>
            <p:nvPr/>
          </p:nvSpPr>
          <p:spPr>
            <a:xfrm>
              <a:off x="7013471" y="3333596"/>
              <a:ext cx="105903" cy="10606"/>
            </a:xfrm>
            <a:custGeom>
              <a:rect b="b" l="l" r="r" t="t"/>
              <a:pathLst>
                <a:path extrusionOk="0" h="334" w="3335">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1" name="Google Shape;9731;p77"/>
            <p:cNvSpPr/>
            <p:nvPr/>
          </p:nvSpPr>
          <p:spPr>
            <a:xfrm>
              <a:off x="6966982" y="3375576"/>
              <a:ext cx="63923" cy="10606"/>
            </a:xfrm>
            <a:custGeom>
              <a:rect b="b" l="l" r="r" t="t"/>
              <a:pathLst>
                <a:path extrusionOk="0" h="334" w="2013">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2" name="Google Shape;9732;p77"/>
            <p:cNvSpPr/>
            <p:nvPr/>
          </p:nvSpPr>
          <p:spPr>
            <a:xfrm>
              <a:off x="6928781" y="3524157"/>
              <a:ext cx="52237" cy="10225"/>
            </a:xfrm>
            <a:custGeom>
              <a:rect b="b" l="l" r="r" t="t"/>
              <a:pathLst>
                <a:path extrusionOk="0" h="322" w="1645">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3" name="Google Shape;9733;p77"/>
            <p:cNvSpPr/>
            <p:nvPr/>
          </p:nvSpPr>
          <p:spPr>
            <a:xfrm>
              <a:off x="6945420" y="3314701"/>
              <a:ext cx="274141" cy="248800"/>
            </a:xfrm>
            <a:custGeom>
              <a:rect b="b" l="l" r="r" t="t"/>
              <a:pathLst>
                <a:path extrusionOk="0" h="7835" w="8633">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34" name="Google Shape;9734;p77"/>
          <p:cNvGrpSpPr/>
          <p:nvPr/>
        </p:nvGrpSpPr>
        <p:grpSpPr>
          <a:xfrm>
            <a:off x="7409674" y="3223183"/>
            <a:ext cx="334634" cy="333904"/>
            <a:chOff x="7429366" y="3223183"/>
            <a:chExt cx="334634" cy="333904"/>
          </a:xfrm>
        </p:grpSpPr>
        <p:sp>
          <p:nvSpPr>
            <p:cNvPr id="9735" name="Google Shape;9735;p77"/>
            <p:cNvSpPr/>
            <p:nvPr/>
          </p:nvSpPr>
          <p:spPr>
            <a:xfrm>
              <a:off x="7429366" y="3223183"/>
              <a:ext cx="334634" cy="333904"/>
            </a:xfrm>
            <a:custGeom>
              <a:rect b="b" l="l" r="r" t="t"/>
              <a:pathLst>
                <a:path extrusionOk="0" h="10515" w="10538">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6" name="Google Shape;9736;p77"/>
            <p:cNvSpPr/>
            <p:nvPr/>
          </p:nvSpPr>
          <p:spPr>
            <a:xfrm>
              <a:off x="7613514" y="3251541"/>
              <a:ext cx="74878" cy="74529"/>
            </a:xfrm>
            <a:custGeom>
              <a:rect b="b" l="l" r="r" t="t"/>
              <a:pathLst>
                <a:path extrusionOk="0" h="2347" w="2358">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37" name="Google Shape;9737;p77"/>
          <p:cNvSpPr/>
          <p:nvPr/>
        </p:nvSpPr>
        <p:spPr>
          <a:xfrm>
            <a:off x="8059604" y="3207306"/>
            <a:ext cx="229906" cy="364135"/>
          </a:xfrm>
          <a:custGeom>
            <a:rect b="b" l="l" r="r" t="t"/>
            <a:pathLst>
              <a:path extrusionOk="0" h="11467" w="724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38" name="Google Shape;9738;p77"/>
          <p:cNvGrpSpPr/>
          <p:nvPr/>
        </p:nvGrpSpPr>
        <p:grpSpPr>
          <a:xfrm>
            <a:off x="5196764" y="3725484"/>
            <a:ext cx="356196" cy="265631"/>
            <a:chOff x="5216456" y="3725484"/>
            <a:chExt cx="356196" cy="265631"/>
          </a:xfrm>
        </p:grpSpPr>
        <p:sp>
          <p:nvSpPr>
            <p:cNvPr id="9739" name="Google Shape;9739;p77"/>
            <p:cNvSpPr/>
            <p:nvPr/>
          </p:nvSpPr>
          <p:spPr>
            <a:xfrm>
              <a:off x="5216456" y="3814335"/>
              <a:ext cx="296465" cy="176780"/>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0" name="Google Shape;9740;p77"/>
            <p:cNvSpPr/>
            <p:nvPr/>
          </p:nvSpPr>
          <p:spPr>
            <a:xfrm>
              <a:off x="5304925" y="3725484"/>
              <a:ext cx="267726" cy="170715"/>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41" name="Google Shape;9741;p77"/>
          <p:cNvGrpSpPr/>
          <p:nvPr/>
        </p:nvGrpSpPr>
        <p:grpSpPr>
          <a:xfrm>
            <a:off x="6829701" y="3733994"/>
            <a:ext cx="355053" cy="248038"/>
            <a:chOff x="6849393" y="3733994"/>
            <a:chExt cx="355053" cy="248038"/>
          </a:xfrm>
        </p:grpSpPr>
        <p:sp>
          <p:nvSpPr>
            <p:cNvPr id="9742" name="Google Shape;9742;p77"/>
            <p:cNvSpPr/>
            <p:nvPr/>
          </p:nvSpPr>
          <p:spPr>
            <a:xfrm>
              <a:off x="6849393" y="3733994"/>
              <a:ext cx="355053" cy="248038"/>
            </a:xfrm>
            <a:custGeom>
              <a:rect b="b" l="l" r="r" t="t"/>
              <a:pathLst>
                <a:path extrusionOk="0" h="7811" w="11181">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3" name="Google Shape;9743;p77"/>
            <p:cNvSpPr/>
            <p:nvPr/>
          </p:nvSpPr>
          <p:spPr>
            <a:xfrm>
              <a:off x="7080411" y="3758192"/>
              <a:ext cx="100219" cy="129687"/>
            </a:xfrm>
            <a:custGeom>
              <a:rect b="b" l="l" r="r" t="t"/>
              <a:pathLst>
                <a:path extrusionOk="0" h="4084" w="3156">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4" name="Google Shape;9744;p77"/>
            <p:cNvSpPr/>
            <p:nvPr/>
          </p:nvSpPr>
          <p:spPr>
            <a:xfrm>
              <a:off x="6873209" y="3757811"/>
              <a:ext cx="100219" cy="130068"/>
            </a:xfrm>
            <a:custGeom>
              <a:rect b="b" l="l" r="r" t="t"/>
              <a:pathLst>
                <a:path extrusionOk="0" h="4096" w="3156">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5" name="Google Shape;9745;p77"/>
            <p:cNvSpPr/>
            <p:nvPr/>
          </p:nvSpPr>
          <p:spPr>
            <a:xfrm>
              <a:off x="6962060" y="3758192"/>
              <a:ext cx="129338" cy="129338"/>
            </a:xfrm>
            <a:custGeom>
              <a:rect b="b" l="l" r="r" t="t"/>
              <a:pathLst>
                <a:path extrusionOk="0" h="4073" w="4073">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6" name="Google Shape;9746;p77"/>
            <p:cNvSpPr/>
            <p:nvPr/>
          </p:nvSpPr>
          <p:spPr>
            <a:xfrm>
              <a:off x="6997244" y="3781627"/>
              <a:ext cx="59382" cy="82436"/>
            </a:xfrm>
            <a:custGeom>
              <a:rect b="b" l="l" r="r" t="t"/>
              <a:pathLst>
                <a:path extrusionOk="0" h="2596" w="187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47" name="Google Shape;9747;p77"/>
          <p:cNvGrpSpPr/>
          <p:nvPr/>
        </p:nvGrpSpPr>
        <p:grpSpPr>
          <a:xfrm>
            <a:off x="7899305" y="3714687"/>
            <a:ext cx="392111" cy="280206"/>
            <a:chOff x="7918997" y="3714687"/>
            <a:chExt cx="392111" cy="280206"/>
          </a:xfrm>
        </p:grpSpPr>
        <p:sp>
          <p:nvSpPr>
            <p:cNvPr id="9748" name="Google Shape;9748;p77"/>
            <p:cNvSpPr/>
            <p:nvPr/>
          </p:nvSpPr>
          <p:spPr>
            <a:xfrm>
              <a:off x="7918997" y="3781246"/>
              <a:ext cx="309675" cy="213648"/>
            </a:xfrm>
            <a:custGeom>
              <a:rect b="b" l="l" r="r" t="t"/>
              <a:pathLst>
                <a:path extrusionOk="0" h="6728" w="9752">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9" name="Google Shape;9749;p77"/>
            <p:cNvSpPr/>
            <p:nvPr/>
          </p:nvSpPr>
          <p:spPr>
            <a:xfrm>
              <a:off x="8080439" y="3862920"/>
              <a:ext cx="68083" cy="68083"/>
            </a:xfrm>
            <a:custGeom>
              <a:rect b="b" l="l" r="r" t="t"/>
              <a:pathLst>
                <a:path extrusionOk="0" h="2144" w="2144">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0" name="Google Shape;9750;p77"/>
            <p:cNvSpPr/>
            <p:nvPr/>
          </p:nvSpPr>
          <p:spPr>
            <a:xfrm>
              <a:off x="8000290" y="3885593"/>
              <a:ext cx="45410" cy="45410"/>
            </a:xfrm>
            <a:custGeom>
              <a:rect b="b" l="l" r="r" t="t"/>
              <a:pathLst>
                <a:path extrusionOk="0" h="1430" w="143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1" name="Google Shape;9751;p77"/>
            <p:cNvSpPr/>
            <p:nvPr/>
          </p:nvSpPr>
          <p:spPr>
            <a:xfrm>
              <a:off x="8006323" y="3714687"/>
              <a:ext cx="304784" cy="277920"/>
            </a:xfrm>
            <a:custGeom>
              <a:rect b="b" l="l" r="r" t="t"/>
              <a:pathLst>
                <a:path extrusionOk="0" h="8752" w="9598">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2" name="Google Shape;9752;p77"/>
            <p:cNvSpPr/>
            <p:nvPr/>
          </p:nvSpPr>
          <p:spPr>
            <a:xfrm>
              <a:off x="8183643" y="3885593"/>
              <a:ext cx="45410" cy="45410"/>
            </a:xfrm>
            <a:custGeom>
              <a:rect b="b" l="l" r="r" t="t"/>
              <a:pathLst>
                <a:path extrusionOk="0" h="1430" w="143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53" name="Google Shape;9753;p77"/>
          <p:cNvSpPr/>
          <p:nvPr/>
        </p:nvSpPr>
        <p:spPr>
          <a:xfrm>
            <a:off x="847662" y="3694364"/>
            <a:ext cx="355434" cy="326981"/>
          </a:xfrm>
          <a:custGeom>
            <a:rect b="b" l="l" r="r" t="t"/>
            <a:pathLst>
              <a:path extrusionOk="0" h="10297" w="11193">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54" name="Google Shape;9754;p77"/>
          <p:cNvGrpSpPr/>
          <p:nvPr/>
        </p:nvGrpSpPr>
        <p:grpSpPr>
          <a:xfrm>
            <a:off x="1389085" y="3680964"/>
            <a:ext cx="357720" cy="355148"/>
            <a:chOff x="1408777" y="3680964"/>
            <a:chExt cx="357720" cy="355148"/>
          </a:xfrm>
        </p:grpSpPr>
        <p:sp>
          <p:nvSpPr>
            <p:cNvPr id="9755" name="Google Shape;9755;p77"/>
            <p:cNvSpPr/>
            <p:nvPr/>
          </p:nvSpPr>
          <p:spPr>
            <a:xfrm>
              <a:off x="1510488" y="3814144"/>
              <a:ext cx="37852" cy="49188"/>
            </a:xfrm>
            <a:custGeom>
              <a:rect b="b" l="l" r="r" t="t"/>
              <a:pathLst>
                <a:path extrusionOk="0" h="1549" w="1192">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6" name="Google Shape;9756;p77"/>
            <p:cNvSpPr/>
            <p:nvPr/>
          </p:nvSpPr>
          <p:spPr>
            <a:xfrm>
              <a:off x="1627315" y="3814144"/>
              <a:ext cx="37852" cy="49188"/>
            </a:xfrm>
            <a:custGeom>
              <a:rect b="b" l="l" r="r" t="t"/>
              <a:pathLst>
                <a:path extrusionOk="0" h="1549" w="1192">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7" name="Google Shape;9757;p77"/>
            <p:cNvSpPr/>
            <p:nvPr/>
          </p:nvSpPr>
          <p:spPr>
            <a:xfrm>
              <a:off x="1525604" y="3908806"/>
              <a:ext cx="123305" cy="33152"/>
            </a:xfrm>
            <a:custGeom>
              <a:rect b="b" l="l" r="r" t="t"/>
              <a:pathLst>
                <a:path extrusionOk="0" h="1044" w="3883">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8" name="Google Shape;9758;p77"/>
            <p:cNvSpPr/>
            <p:nvPr/>
          </p:nvSpPr>
          <p:spPr>
            <a:xfrm>
              <a:off x="1408777" y="3680964"/>
              <a:ext cx="298338" cy="296528"/>
            </a:xfrm>
            <a:custGeom>
              <a:rect b="b" l="l" r="r" t="t"/>
              <a:pathLst>
                <a:path extrusionOk="0" h="9338" w="9395">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9" name="Google Shape;9759;p77"/>
            <p:cNvSpPr/>
            <p:nvPr/>
          </p:nvSpPr>
          <p:spPr>
            <a:xfrm>
              <a:off x="1468508" y="3739075"/>
              <a:ext cx="297989" cy="297036"/>
            </a:xfrm>
            <a:custGeom>
              <a:rect b="b" l="l" r="r" t="t"/>
              <a:pathLst>
                <a:path extrusionOk="0" h="9354" w="9384">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0" name="Google Shape;9760;p77"/>
          <p:cNvGrpSpPr/>
          <p:nvPr/>
        </p:nvGrpSpPr>
        <p:grpSpPr>
          <a:xfrm>
            <a:off x="1933144" y="3680964"/>
            <a:ext cx="357720" cy="355148"/>
            <a:chOff x="1952836" y="3680964"/>
            <a:chExt cx="357720" cy="355148"/>
          </a:xfrm>
        </p:grpSpPr>
        <p:sp>
          <p:nvSpPr>
            <p:cNvPr id="9761" name="Google Shape;9761;p77"/>
            <p:cNvSpPr/>
            <p:nvPr/>
          </p:nvSpPr>
          <p:spPr>
            <a:xfrm>
              <a:off x="2054166" y="3814144"/>
              <a:ext cx="38233" cy="49188"/>
            </a:xfrm>
            <a:custGeom>
              <a:rect b="b" l="l" r="r" t="t"/>
              <a:pathLst>
                <a:path extrusionOk="0" h="1549" w="1204">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2" name="Google Shape;9762;p77"/>
            <p:cNvSpPr/>
            <p:nvPr/>
          </p:nvSpPr>
          <p:spPr>
            <a:xfrm>
              <a:off x="2170992" y="3814144"/>
              <a:ext cx="37852" cy="49188"/>
            </a:xfrm>
            <a:custGeom>
              <a:rect b="b" l="l" r="r" t="t"/>
              <a:pathLst>
                <a:path extrusionOk="0" h="1549" w="1192">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3" name="Google Shape;9763;p77"/>
            <p:cNvSpPr/>
            <p:nvPr/>
          </p:nvSpPr>
          <p:spPr>
            <a:xfrm>
              <a:off x="2070043" y="3908647"/>
              <a:ext cx="122924" cy="33311"/>
            </a:xfrm>
            <a:custGeom>
              <a:rect b="b" l="l" r="r" t="t"/>
              <a:pathLst>
                <a:path extrusionOk="0" h="1049" w="3871">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4" name="Google Shape;9764;p77"/>
            <p:cNvSpPr/>
            <p:nvPr/>
          </p:nvSpPr>
          <p:spPr>
            <a:xfrm>
              <a:off x="1952836" y="3680964"/>
              <a:ext cx="298338" cy="296528"/>
            </a:xfrm>
            <a:custGeom>
              <a:rect b="b" l="l" r="r" t="t"/>
              <a:pathLst>
                <a:path extrusionOk="0" h="9338" w="9395">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5" name="Google Shape;9765;p77"/>
            <p:cNvSpPr/>
            <p:nvPr/>
          </p:nvSpPr>
          <p:spPr>
            <a:xfrm>
              <a:off x="2012217" y="3739075"/>
              <a:ext cx="298338" cy="297036"/>
            </a:xfrm>
            <a:custGeom>
              <a:rect b="b" l="l" r="r" t="t"/>
              <a:pathLst>
                <a:path extrusionOk="0" h="9354" w="9395">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66" name="Google Shape;9766;p77"/>
          <p:cNvGrpSpPr/>
          <p:nvPr/>
        </p:nvGrpSpPr>
        <p:grpSpPr>
          <a:xfrm>
            <a:off x="2477202" y="3680964"/>
            <a:ext cx="357720" cy="355148"/>
            <a:chOff x="2496894" y="3680964"/>
            <a:chExt cx="357720" cy="355148"/>
          </a:xfrm>
        </p:grpSpPr>
        <p:sp>
          <p:nvSpPr>
            <p:cNvPr id="9767" name="Google Shape;9767;p77"/>
            <p:cNvSpPr/>
            <p:nvPr/>
          </p:nvSpPr>
          <p:spPr>
            <a:xfrm>
              <a:off x="2598224" y="3786549"/>
              <a:ext cx="37852" cy="59763"/>
            </a:xfrm>
            <a:custGeom>
              <a:rect b="b" l="l" r="r" t="t"/>
              <a:pathLst>
                <a:path extrusionOk="0" h="1882" w="1192">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8" name="Google Shape;9768;p77"/>
            <p:cNvSpPr/>
            <p:nvPr/>
          </p:nvSpPr>
          <p:spPr>
            <a:xfrm>
              <a:off x="2715051" y="3786549"/>
              <a:ext cx="37852" cy="59763"/>
            </a:xfrm>
            <a:custGeom>
              <a:rect b="b" l="l" r="r" t="t"/>
              <a:pathLst>
                <a:path extrusionOk="0" h="1882" w="1192">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9" name="Google Shape;9769;p77"/>
            <p:cNvSpPr/>
            <p:nvPr/>
          </p:nvSpPr>
          <p:spPr>
            <a:xfrm>
              <a:off x="2496894" y="3680964"/>
              <a:ext cx="297989" cy="296528"/>
            </a:xfrm>
            <a:custGeom>
              <a:rect b="b" l="l" r="r" t="t"/>
              <a:pathLst>
                <a:path extrusionOk="0" h="9338" w="9384">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0" name="Google Shape;9770;p77"/>
            <p:cNvSpPr/>
            <p:nvPr/>
          </p:nvSpPr>
          <p:spPr>
            <a:xfrm>
              <a:off x="2555895" y="3739075"/>
              <a:ext cx="298719" cy="297036"/>
            </a:xfrm>
            <a:custGeom>
              <a:rect b="b" l="l" r="r" t="t"/>
              <a:pathLst>
                <a:path extrusionOk="0" h="9354" w="9407">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1" name="Google Shape;9771;p77"/>
            <p:cNvSpPr/>
            <p:nvPr/>
          </p:nvSpPr>
          <p:spPr>
            <a:xfrm>
              <a:off x="2569867" y="3875336"/>
              <a:ext cx="211393" cy="99139"/>
            </a:xfrm>
            <a:custGeom>
              <a:rect b="b" l="l" r="r" t="t"/>
              <a:pathLst>
                <a:path extrusionOk="0" h="3122" w="6657">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2" name="Google Shape;9772;p77"/>
          <p:cNvGrpSpPr/>
          <p:nvPr/>
        </p:nvGrpSpPr>
        <p:grpSpPr>
          <a:xfrm>
            <a:off x="3021292" y="3681059"/>
            <a:ext cx="356164" cy="355815"/>
            <a:chOff x="3040984" y="3681059"/>
            <a:chExt cx="356164" cy="355815"/>
          </a:xfrm>
        </p:grpSpPr>
        <p:sp>
          <p:nvSpPr>
            <p:cNvPr id="9773" name="Google Shape;9773;p77"/>
            <p:cNvSpPr/>
            <p:nvPr/>
          </p:nvSpPr>
          <p:spPr>
            <a:xfrm>
              <a:off x="3040984" y="3681059"/>
              <a:ext cx="356164" cy="355815"/>
            </a:xfrm>
            <a:custGeom>
              <a:rect b="b" l="l" r="r" t="t"/>
              <a:pathLst>
                <a:path extrusionOk="0" h="11205" w="11216">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4" name="Google Shape;9774;p77"/>
            <p:cNvSpPr/>
            <p:nvPr/>
          </p:nvSpPr>
          <p:spPr>
            <a:xfrm>
              <a:off x="3183120" y="3921508"/>
              <a:ext cx="59414" cy="59382"/>
            </a:xfrm>
            <a:custGeom>
              <a:rect b="b" l="l" r="r" t="t"/>
              <a:pathLst>
                <a:path extrusionOk="0" h="1870" w="1871">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5" name="Google Shape;9775;p77"/>
            <p:cNvSpPr/>
            <p:nvPr/>
          </p:nvSpPr>
          <p:spPr>
            <a:xfrm>
              <a:off x="3149110" y="3735868"/>
              <a:ext cx="141056" cy="174716"/>
            </a:xfrm>
            <a:custGeom>
              <a:rect b="b" l="l" r="r" t="t"/>
              <a:pathLst>
                <a:path extrusionOk="0" h="5502" w="4442">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76" name="Google Shape;9776;p77"/>
          <p:cNvGrpSpPr/>
          <p:nvPr/>
        </p:nvGrpSpPr>
        <p:grpSpPr>
          <a:xfrm>
            <a:off x="3564589" y="3699191"/>
            <a:ext cx="358069" cy="317995"/>
            <a:chOff x="3584280" y="3699191"/>
            <a:chExt cx="358069" cy="317995"/>
          </a:xfrm>
        </p:grpSpPr>
        <p:sp>
          <p:nvSpPr>
            <p:cNvPr id="9777" name="Google Shape;9777;p77"/>
            <p:cNvSpPr/>
            <p:nvPr/>
          </p:nvSpPr>
          <p:spPr>
            <a:xfrm>
              <a:off x="3584280" y="3699191"/>
              <a:ext cx="358069" cy="317995"/>
            </a:xfrm>
            <a:custGeom>
              <a:rect b="b" l="l" r="r" t="t"/>
              <a:pathLst>
                <a:path extrusionOk="0" h="10014" w="11276">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8" name="Google Shape;9778;p77"/>
            <p:cNvSpPr/>
            <p:nvPr/>
          </p:nvSpPr>
          <p:spPr>
            <a:xfrm>
              <a:off x="3613400" y="3727167"/>
              <a:ext cx="299831" cy="261661"/>
            </a:xfrm>
            <a:custGeom>
              <a:rect b="b" l="l" r="r" t="t"/>
              <a:pathLst>
                <a:path extrusionOk="0" h="8240" w="9442">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9" name="Google Shape;9779;p77"/>
            <p:cNvSpPr/>
            <p:nvPr/>
          </p:nvSpPr>
          <p:spPr>
            <a:xfrm>
              <a:off x="3735879" y="3910171"/>
              <a:ext cx="54873" cy="54841"/>
            </a:xfrm>
            <a:custGeom>
              <a:rect b="b" l="l" r="r" t="t"/>
              <a:pathLst>
                <a:path extrusionOk="0" h="1727" w="1728">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0" name="Google Shape;9780;p77"/>
            <p:cNvSpPr/>
            <p:nvPr/>
          </p:nvSpPr>
          <p:spPr>
            <a:xfrm>
              <a:off x="3738896" y="3788422"/>
              <a:ext cx="49188" cy="114604"/>
            </a:xfrm>
            <a:custGeom>
              <a:rect b="b" l="l" r="r" t="t"/>
              <a:pathLst>
                <a:path extrusionOk="0" h="3609" w="1549">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1" name="Google Shape;9781;p77"/>
          <p:cNvGrpSpPr/>
          <p:nvPr/>
        </p:nvGrpSpPr>
        <p:grpSpPr>
          <a:xfrm>
            <a:off x="4109790" y="3681059"/>
            <a:ext cx="355402" cy="354291"/>
            <a:chOff x="4129482" y="3681059"/>
            <a:chExt cx="355402" cy="354291"/>
          </a:xfrm>
        </p:grpSpPr>
        <p:sp>
          <p:nvSpPr>
            <p:cNvPr id="9782" name="Google Shape;9782;p77"/>
            <p:cNvSpPr/>
            <p:nvPr/>
          </p:nvSpPr>
          <p:spPr>
            <a:xfrm>
              <a:off x="4313979" y="3719578"/>
              <a:ext cx="133117" cy="225016"/>
            </a:xfrm>
            <a:custGeom>
              <a:rect b="b" l="l" r="r" t="t"/>
              <a:pathLst>
                <a:path extrusionOk="0" h="7086" w="4192">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3" name="Google Shape;9783;p77"/>
            <p:cNvSpPr/>
            <p:nvPr/>
          </p:nvSpPr>
          <p:spPr>
            <a:xfrm>
              <a:off x="4220968" y="3719197"/>
              <a:ext cx="106284" cy="132387"/>
            </a:xfrm>
            <a:custGeom>
              <a:rect b="b" l="l" r="r" t="t"/>
              <a:pathLst>
                <a:path extrusionOk="0" h="4169" w="3347">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4" name="Google Shape;9784;p77"/>
            <p:cNvSpPr/>
            <p:nvPr/>
          </p:nvSpPr>
          <p:spPr>
            <a:xfrm>
              <a:off x="4167270" y="3772545"/>
              <a:ext cx="226127" cy="225746"/>
            </a:xfrm>
            <a:custGeom>
              <a:rect b="b" l="l" r="r" t="t"/>
              <a:pathLst>
                <a:path extrusionOk="0" h="7109" w="7121">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5" name="Google Shape;9785;p77"/>
            <p:cNvSpPr/>
            <p:nvPr/>
          </p:nvSpPr>
          <p:spPr>
            <a:xfrm>
              <a:off x="4129482" y="3681059"/>
              <a:ext cx="355402" cy="354291"/>
            </a:xfrm>
            <a:custGeom>
              <a:rect b="b" l="l" r="r" t="t"/>
              <a:pathLst>
                <a:path extrusionOk="0" h="11157" w="11192">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86" name="Google Shape;9786;p77"/>
          <p:cNvGrpSpPr/>
          <p:nvPr/>
        </p:nvGrpSpPr>
        <p:grpSpPr>
          <a:xfrm>
            <a:off x="4653849" y="3680297"/>
            <a:ext cx="355434" cy="355815"/>
            <a:chOff x="4673540" y="3680297"/>
            <a:chExt cx="355434" cy="355815"/>
          </a:xfrm>
        </p:grpSpPr>
        <p:sp>
          <p:nvSpPr>
            <p:cNvPr id="9787" name="Google Shape;9787;p77"/>
            <p:cNvSpPr/>
            <p:nvPr/>
          </p:nvSpPr>
          <p:spPr>
            <a:xfrm>
              <a:off x="4673540" y="3680297"/>
              <a:ext cx="355434" cy="355815"/>
            </a:xfrm>
            <a:custGeom>
              <a:rect b="b" l="l" r="r" t="t"/>
              <a:pathLst>
                <a:path extrusionOk="0" h="11205" w="11193">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8" name="Google Shape;9788;p77"/>
            <p:cNvSpPr/>
            <p:nvPr/>
          </p:nvSpPr>
          <p:spPr>
            <a:xfrm>
              <a:off x="4805864" y="3736630"/>
              <a:ext cx="93042" cy="92661"/>
            </a:xfrm>
            <a:custGeom>
              <a:rect b="b" l="l" r="r" t="t"/>
              <a:pathLst>
                <a:path extrusionOk="0" h="2918" w="293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9" name="Google Shape;9789;p77"/>
            <p:cNvSpPr/>
            <p:nvPr/>
          </p:nvSpPr>
          <p:spPr>
            <a:xfrm>
              <a:off x="4779380" y="3841358"/>
              <a:ext cx="143723" cy="138801"/>
            </a:xfrm>
            <a:custGeom>
              <a:rect b="b" l="l" r="r" t="t"/>
              <a:pathLst>
                <a:path extrusionOk="0" h="4371" w="4526">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790" name="Google Shape;9790;p77"/>
          <p:cNvGrpSpPr/>
          <p:nvPr/>
        </p:nvGrpSpPr>
        <p:grpSpPr>
          <a:xfrm>
            <a:off x="5759716" y="3699191"/>
            <a:ext cx="317645" cy="318757"/>
            <a:chOff x="5779408" y="3699191"/>
            <a:chExt cx="317645" cy="318757"/>
          </a:xfrm>
        </p:grpSpPr>
        <p:sp>
          <p:nvSpPr>
            <p:cNvPr id="9791" name="Google Shape;9791;p77"/>
            <p:cNvSpPr/>
            <p:nvPr/>
          </p:nvSpPr>
          <p:spPr>
            <a:xfrm>
              <a:off x="5892837" y="3700334"/>
              <a:ext cx="204216" cy="317614"/>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2" name="Google Shape;9792;p77"/>
            <p:cNvSpPr/>
            <p:nvPr/>
          </p:nvSpPr>
          <p:spPr>
            <a:xfrm>
              <a:off x="5779408" y="3699191"/>
              <a:ext cx="195134" cy="316883"/>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93" name="Google Shape;9793;p77"/>
          <p:cNvSpPr/>
          <p:nvPr/>
        </p:nvSpPr>
        <p:spPr>
          <a:xfrm>
            <a:off x="6284881" y="3694459"/>
            <a:ext cx="356196" cy="328410"/>
          </a:xfrm>
          <a:custGeom>
            <a:rect b="b" l="l" r="r" t="t"/>
            <a:pathLst>
              <a:path extrusionOk="0" h="10342" w="11217">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94" name="Google Shape;9794;p77"/>
          <p:cNvGrpSpPr/>
          <p:nvPr/>
        </p:nvGrpSpPr>
        <p:grpSpPr>
          <a:xfrm>
            <a:off x="7370743" y="3680868"/>
            <a:ext cx="372073" cy="355243"/>
            <a:chOff x="7390435" y="3680868"/>
            <a:chExt cx="372073" cy="355243"/>
          </a:xfrm>
        </p:grpSpPr>
        <p:sp>
          <p:nvSpPr>
            <p:cNvPr id="9795" name="Google Shape;9795;p77"/>
            <p:cNvSpPr/>
            <p:nvPr/>
          </p:nvSpPr>
          <p:spPr>
            <a:xfrm>
              <a:off x="7390435" y="3744950"/>
              <a:ext cx="294178" cy="291162"/>
            </a:xfrm>
            <a:custGeom>
              <a:rect b="b" l="l" r="r" t="t"/>
              <a:pathLst>
                <a:path extrusionOk="0" h="9169" w="9264">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6" name="Google Shape;9796;p77"/>
            <p:cNvSpPr/>
            <p:nvPr/>
          </p:nvSpPr>
          <p:spPr>
            <a:xfrm>
              <a:off x="7408948" y="3772259"/>
              <a:ext cx="259407" cy="236257"/>
            </a:xfrm>
            <a:custGeom>
              <a:rect b="b" l="l" r="r" t="t"/>
              <a:pathLst>
                <a:path extrusionOk="0" h="7440" w="8169">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7" name="Google Shape;9797;p77"/>
            <p:cNvSpPr/>
            <p:nvPr/>
          </p:nvSpPr>
          <p:spPr>
            <a:xfrm>
              <a:off x="7487986" y="3680868"/>
              <a:ext cx="274522" cy="259565"/>
            </a:xfrm>
            <a:custGeom>
              <a:rect b="b" l="l" r="r" t="t"/>
              <a:pathLst>
                <a:path extrusionOk="0" h="8174" w="8645">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8" name="Google Shape;9798;p77"/>
            <p:cNvSpPr/>
            <p:nvPr/>
          </p:nvSpPr>
          <p:spPr>
            <a:xfrm>
              <a:off x="7691758" y="3789502"/>
              <a:ext cx="34073" cy="102918"/>
            </a:xfrm>
            <a:custGeom>
              <a:rect b="b" l="l" r="r" t="t"/>
              <a:pathLst>
                <a:path extrusionOk="0" h="3241" w="1073">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9" name="Google Shape;9799;p77"/>
            <p:cNvSpPr/>
            <p:nvPr/>
          </p:nvSpPr>
          <p:spPr>
            <a:xfrm>
              <a:off x="7536000" y="3708082"/>
              <a:ext cx="173192" cy="72052"/>
            </a:xfrm>
            <a:custGeom>
              <a:rect b="b" l="l" r="r" t="t"/>
              <a:pathLst>
                <a:path extrusionOk="0" h="2269" w="5454">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0" name="Google Shape;9800;p77"/>
            <p:cNvSpPr/>
            <p:nvPr/>
          </p:nvSpPr>
          <p:spPr>
            <a:xfrm>
              <a:off x="7501228" y="3819415"/>
              <a:ext cx="75640" cy="141437"/>
            </a:xfrm>
            <a:custGeom>
              <a:rect b="b" l="l" r="r" t="t"/>
              <a:pathLst>
                <a:path extrusionOk="0" h="4454" w="2382">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01" name="Google Shape;9801;p77"/>
          <p:cNvGrpSpPr/>
          <p:nvPr/>
        </p:nvGrpSpPr>
        <p:grpSpPr>
          <a:xfrm>
            <a:off x="1656276" y="4125629"/>
            <a:ext cx="374709" cy="374010"/>
            <a:chOff x="1421638" y="4125629"/>
            <a:chExt cx="374709" cy="374010"/>
          </a:xfrm>
        </p:grpSpPr>
        <p:sp>
          <p:nvSpPr>
            <p:cNvPr id="9802" name="Google Shape;9802;p77"/>
            <p:cNvSpPr/>
            <p:nvPr/>
          </p:nvSpPr>
          <p:spPr>
            <a:xfrm>
              <a:off x="1421638" y="4265954"/>
              <a:ext cx="374709" cy="233685"/>
            </a:xfrm>
            <a:custGeom>
              <a:rect b="b" l="l" r="r" t="t"/>
              <a:pathLst>
                <a:path extrusionOk="0" h="7359" w="1180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3" name="Google Shape;9803;p77"/>
            <p:cNvSpPr/>
            <p:nvPr/>
          </p:nvSpPr>
          <p:spPr>
            <a:xfrm>
              <a:off x="1428052" y="4125629"/>
              <a:ext cx="356958" cy="215585"/>
            </a:xfrm>
            <a:custGeom>
              <a:rect b="b" l="l" r="r" t="t"/>
              <a:pathLst>
                <a:path extrusionOk="0" h="6789" w="11241">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04" name="Google Shape;9804;p77"/>
          <p:cNvGrpSpPr/>
          <p:nvPr/>
        </p:nvGrpSpPr>
        <p:grpSpPr>
          <a:xfrm>
            <a:off x="2207892" y="4156304"/>
            <a:ext cx="357720" cy="342192"/>
            <a:chOff x="1973254" y="4156304"/>
            <a:chExt cx="357720" cy="342192"/>
          </a:xfrm>
        </p:grpSpPr>
        <p:sp>
          <p:nvSpPr>
            <p:cNvPr id="9805" name="Google Shape;9805;p77"/>
            <p:cNvSpPr/>
            <p:nvPr/>
          </p:nvSpPr>
          <p:spPr>
            <a:xfrm>
              <a:off x="2129044" y="4156304"/>
              <a:ext cx="18926" cy="97964"/>
            </a:xfrm>
            <a:custGeom>
              <a:rect b="b" l="l" r="r" t="t"/>
              <a:pathLst>
                <a:path extrusionOk="0" h="3085" w="596">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6" name="Google Shape;9806;p77"/>
            <p:cNvSpPr/>
            <p:nvPr/>
          </p:nvSpPr>
          <p:spPr>
            <a:xfrm>
              <a:off x="2174771" y="4156304"/>
              <a:ext cx="18958" cy="97964"/>
            </a:xfrm>
            <a:custGeom>
              <a:rect b="b" l="l" r="r" t="t"/>
              <a:pathLst>
                <a:path extrusionOk="0" h="3085" w="597">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7" name="Google Shape;9807;p77"/>
            <p:cNvSpPr/>
            <p:nvPr/>
          </p:nvSpPr>
          <p:spPr>
            <a:xfrm>
              <a:off x="1992529" y="4460644"/>
              <a:ext cx="338445" cy="37852"/>
            </a:xfrm>
            <a:custGeom>
              <a:rect b="b" l="l" r="r" t="t"/>
              <a:pathLst>
                <a:path extrusionOk="0" h="1192" w="10658">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8" name="Google Shape;9808;p77"/>
            <p:cNvSpPr/>
            <p:nvPr/>
          </p:nvSpPr>
          <p:spPr>
            <a:xfrm>
              <a:off x="1996340" y="4288627"/>
              <a:ext cx="60525" cy="69226"/>
            </a:xfrm>
            <a:custGeom>
              <a:rect b="b" l="l" r="r" t="t"/>
              <a:pathLst>
                <a:path extrusionOk="0" h="2180" w="1906">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9" name="Google Shape;9809;p77"/>
            <p:cNvSpPr/>
            <p:nvPr/>
          </p:nvSpPr>
          <p:spPr>
            <a:xfrm>
              <a:off x="1973254" y="4265954"/>
              <a:ext cx="306658" cy="184147"/>
            </a:xfrm>
            <a:custGeom>
              <a:rect b="b" l="l" r="r" t="t"/>
              <a:pathLst>
                <a:path extrusionOk="0" h="5799" w="9657">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0" name="Google Shape;9810;p77"/>
            <p:cNvSpPr/>
            <p:nvPr/>
          </p:nvSpPr>
          <p:spPr>
            <a:xfrm>
              <a:off x="2155877" y="4319620"/>
              <a:ext cx="93423" cy="99488"/>
            </a:xfrm>
            <a:custGeom>
              <a:rect b="b" l="l" r="r" t="t"/>
              <a:pathLst>
                <a:path extrusionOk="0" h="3133" w="2942">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11" name="Google Shape;9811;p77"/>
          <p:cNvGrpSpPr/>
          <p:nvPr/>
        </p:nvGrpSpPr>
        <p:grpSpPr>
          <a:xfrm>
            <a:off x="2758397" y="4135505"/>
            <a:ext cx="341049" cy="340318"/>
            <a:chOff x="2523759" y="4135505"/>
            <a:chExt cx="341049" cy="340318"/>
          </a:xfrm>
        </p:grpSpPr>
        <p:sp>
          <p:nvSpPr>
            <p:cNvPr id="9812" name="Google Shape;9812;p77"/>
            <p:cNvSpPr/>
            <p:nvPr/>
          </p:nvSpPr>
          <p:spPr>
            <a:xfrm>
              <a:off x="2523759" y="4135505"/>
              <a:ext cx="341049" cy="340318"/>
            </a:xfrm>
            <a:custGeom>
              <a:rect b="b" l="l" r="r" t="t"/>
              <a:pathLst>
                <a:path extrusionOk="0" h="10717" w="1074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3" name="Google Shape;9813;p77"/>
            <p:cNvSpPr/>
            <p:nvPr/>
          </p:nvSpPr>
          <p:spPr>
            <a:xfrm>
              <a:off x="2561547" y="4278815"/>
              <a:ext cx="36709" cy="37058"/>
            </a:xfrm>
            <a:custGeom>
              <a:rect b="b" l="l" r="r" t="t"/>
              <a:pathLst>
                <a:path extrusionOk="0" h="1167" w="1156">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14" name="Google Shape;9814;p77"/>
          <p:cNvGrpSpPr/>
          <p:nvPr/>
        </p:nvGrpSpPr>
        <p:grpSpPr>
          <a:xfrm>
            <a:off x="3275241" y="4130360"/>
            <a:ext cx="392079" cy="350353"/>
            <a:chOff x="3040603" y="4130360"/>
            <a:chExt cx="392079" cy="350353"/>
          </a:xfrm>
        </p:grpSpPr>
        <p:sp>
          <p:nvSpPr>
            <p:cNvPr id="9815" name="Google Shape;9815;p77"/>
            <p:cNvSpPr/>
            <p:nvPr/>
          </p:nvSpPr>
          <p:spPr>
            <a:xfrm>
              <a:off x="3081059" y="4144523"/>
              <a:ext cx="62780" cy="66241"/>
            </a:xfrm>
            <a:custGeom>
              <a:rect b="b" l="l" r="r" t="t"/>
              <a:pathLst>
                <a:path extrusionOk="0" h="2086" w="1977">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6" name="Google Shape;9816;p77"/>
            <p:cNvSpPr/>
            <p:nvPr/>
          </p:nvSpPr>
          <p:spPr>
            <a:xfrm>
              <a:off x="3040603" y="4192981"/>
              <a:ext cx="58620" cy="55222"/>
            </a:xfrm>
            <a:custGeom>
              <a:rect b="b" l="l" r="r" t="t"/>
              <a:pathLst>
                <a:path extrusionOk="0" h="1739" w="1846">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7" name="Google Shape;9817;p77"/>
            <p:cNvSpPr/>
            <p:nvPr/>
          </p:nvSpPr>
          <p:spPr>
            <a:xfrm>
              <a:off x="3147967" y="4130360"/>
              <a:ext cx="55984" cy="69067"/>
            </a:xfrm>
            <a:custGeom>
              <a:rect b="b" l="l" r="r" t="t"/>
              <a:pathLst>
                <a:path extrusionOk="0" h="2175" w="1763">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8" name="Google Shape;9818;p77"/>
            <p:cNvSpPr/>
            <p:nvPr/>
          </p:nvSpPr>
          <p:spPr>
            <a:xfrm>
              <a:off x="3205443" y="4158082"/>
              <a:ext cx="52586" cy="59890"/>
            </a:xfrm>
            <a:custGeom>
              <a:rect b="b" l="l" r="r" t="t"/>
              <a:pathLst>
                <a:path extrusionOk="0" h="1886" w="1656">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9" name="Google Shape;9819;p77"/>
            <p:cNvSpPr/>
            <p:nvPr/>
          </p:nvSpPr>
          <p:spPr>
            <a:xfrm>
              <a:off x="3092777" y="4212002"/>
              <a:ext cx="144453" cy="102759"/>
            </a:xfrm>
            <a:custGeom>
              <a:rect b="b" l="l" r="r" t="t"/>
              <a:pathLst>
                <a:path extrusionOk="0" h="3236" w="4549">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0" name="Google Shape;9820;p77"/>
            <p:cNvSpPr/>
            <p:nvPr/>
          </p:nvSpPr>
          <p:spPr>
            <a:xfrm>
              <a:off x="3283307" y="4290469"/>
              <a:ext cx="55254" cy="70782"/>
            </a:xfrm>
            <a:custGeom>
              <a:rect b="b" l="l" r="r" t="t"/>
              <a:pathLst>
                <a:path extrusionOk="0" h="2229" w="174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1" name="Google Shape;9821;p77"/>
            <p:cNvSpPr/>
            <p:nvPr/>
          </p:nvSpPr>
          <p:spPr>
            <a:xfrm>
              <a:off x="3221702" y="4306728"/>
              <a:ext cx="54460" cy="62462"/>
            </a:xfrm>
            <a:custGeom>
              <a:rect b="b" l="l" r="r" t="t"/>
              <a:pathLst>
                <a:path extrusionOk="0" h="1967" w="1715">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2" name="Google Shape;9822;p77"/>
            <p:cNvSpPr/>
            <p:nvPr/>
          </p:nvSpPr>
          <p:spPr>
            <a:xfrm>
              <a:off x="3333606" y="4316667"/>
              <a:ext cx="66940" cy="62748"/>
            </a:xfrm>
            <a:custGeom>
              <a:rect b="b" l="l" r="r" t="t"/>
              <a:pathLst>
                <a:path extrusionOk="0" h="1976" w="2108">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3" name="Google Shape;9823;p77"/>
            <p:cNvSpPr/>
            <p:nvPr/>
          </p:nvSpPr>
          <p:spPr>
            <a:xfrm>
              <a:off x="3371046" y="4372587"/>
              <a:ext cx="61636" cy="51792"/>
            </a:xfrm>
            <a:custGeom>
              <a:rect b="b" l="l" r="r" t="t"/>
              <a:pathLst>
                <a:path extrusionOk="0" h="1631" w="1941">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4" name="Google Shape;9824;p77"/>
            <p:cNvSpPr/>
            <p:nvPr/>
          </p:nvSpPr>
          <p:spPr>
            <a:xfrm>
              <a:off x="3227735" y="4370904"/>
              <a:ext cx="142961" cy="109809"/>
            </a:xfrm>
            <a:custGeom>
              <a:rect b="b" l="l" r="r" t="t"/>
              <a:pathLst>
                <a:path extrusionOk="0" h="3458" w="4502">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25" name="Google Shape;9825;p77"/>
          <p:cNvGrpSpPr/>
          <p:nvPr/>
        </p:nvGrpSpPr>
        <p:grpSpPr>
          <a:xfrm>
            <a:off x="3896782" y="4135505"/>
            <a:ext cx="232955" cy="340318"/>
            <a:chOff x="3662144" y="4135505"/>
            <a:chExt cx="232955" cy="340318"/>
          </a:xfrm>
        </p:grpSpPr>
        <p:sp>
          <p:nvSpPr>
            <p:cNvPr id="9826" name="Google Shape;9826;p77"/>
            <p:cNvSpPr/>
            <p:nvPr/>
          </p:nvSpPr>
          <p:spPr>
            <a:xfrm>
              <a:off x="3662144" y="4135505"/>
              <a:ext cx="163761" cy="340318"/>
            </a:xfrm>
            <a:custGeom>
              <a:rect b="b" l="l" r="r" t="t"/>
              <a:pathLst>
                <a:path extrusionOk="0" h="10717" w="5157">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7" name="Google Shape;9827;p77"/>
            <p:cNvSpPr/>
            <p:nvPr/>
          </p:nvSpPr>
          <p:spPr>
            <a:xfrm>
              <a:off x="3689771" y="4162719"/>
              <a:ext cx="109650" cy="285859"/>
            </a:xfrm>
            <a:custGeom>
              <a:rect b="b" l="l" r="r" t="t"/>
              <a:pathLst>
                <a:path extrusionOk="0" h="9002" w="3453">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8" name="Google Shape;9828;p77"/>
            <p:cNvSpPr/>
            <p:nvPr/>
          </p:nvSpPr>
          <p:spPr>
            <a:xfrm>
              <a:off x="3838352" y="4182375"/>
              <a:ext cx="56746" cy="94947"/>
            </a:xfrm>
            <a:custGeom>
              <a:rect b="b" l="l" r="r" t="t"/>
              <a:pathLst>
                <a:path extrusionOk="0" h="2990" w="1787">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9" name="Google Shape;9829;p77"/>
            <p:cNvSpPr/>
            <p:nvPr/>
          </p:nvSpPr>
          <p:spPr>
            <a:xfrm>
              <a:off x="3813012" y="4151763"/>
              <a:ext cx="32930" cy="32930"/>
            </a:xfrm>
            <a:custGeom>
              <a:rect b="b" l="l" r="r" t="t"/>
              <a:pathLst>
                <a:path extrusionOk="0" h="1037" w="1037">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30" name="Google Shape;9830;p77"/>
          <p:cNvGrpSpPr/>
          <p:nvPr/>
        </p:nvGrpSpPr>
        <p:grpSpPr>
          <a:xfrm>
            <a:off x="4383776" y="4121151"/>
            <a:ext cx="344065" cy="368644"/>
            <a:chOff x="4149138" y="4121151"/>
            <a:chExt cx="344065" cy="368644"/>
          </a:xfrm>
        </p:grpSpPr>
        <p:sp>
          <p:nvSpPr>
            <p:cNvPr id="9831" name="Google Shape;9831;p77"/>
            <p:cNvSpPr/>
            <p:nvPr/>
          </p:nvSpPr>
          <p:spPr>
            <a:xfrm>
              <a:off x="4205853" y="4182724"/>
              <a:ext cx="225746" cy="307071"/>
            </a:xfrm>
            <a:custGeom>
              <a:rect b="b" l="l" r="r" t="t"/>
              <a:pathLst>
                <a:path extrusionOk="0" h="9670" w="7109">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2" name="Google Shape;9832;p77"/>
            <p:cNvSpPr/>
            <p:nvPr/>
          </p:nvSpPr>
          <p:spPr>
            <a:xfrm>
              <a:off x="4444777" y="4287484"/>
              <a:ext cx="48426" cy="11400"/>
            </a:xfrm>
            <a:custGeom>
              <a:rect b="b" l="l" r="r" t="t"/>
              <a:pathLst>
                <a:path extrusionOk="0" h="359" w="1525">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3" name="Google Shape;9833;p77"/>
            <p:cNvSpPr/>
            <p:nvPr/>
          </p:nvSpPr>
          <p:spPr>
            <a:xfrm>
              <a:off x="4149138" y="4287484"/>
              <a:ext cx="48426" cy="11400"/>
            </a:xfrm>
            <a:custGeom>
              <a:rect b="b" l="l" r="r" t="t"/>
              <a:pathLst>
                <a:path extrusionOk="0" h="359" w="1525">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4" name="Google Shape;9834;p77"/>
            <p:cNvSpPr/>
            <p:nvPr/>
          </p:nvSpPr>
          <p:spPr>
            <a:xfrm>
              <a:off x="4315471" y="4121151"/>
              <a:ext cx="11400" cy="48045"/>
            </a:xfrm>
            <a:custGeom>
              <a:rect b="b" l="l" r="r" t="t"/>
              <a:pathLst>
                <a:path extrusionOk="0" h="1513" w="359">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5" name="Google Shape;9835;p77"/>
            <p:cNvSpPr/>
            <p:nvPr/>
          </p:nvSpPr>
          <p:spPr>
            <a:xfrm>
              <a:off x="4378632" y="4159575"/>
              <a:ext cx="22705" cy="27754"/>
            </a:xfrm>
            <a:custGeom>
              <a:rect b="b" l="l" r="r" t="t"/>
              <a:pathLst>
                <a:path extrusionOk="0" h="874" w="715">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6" name="Google Shape;9836;p77"/>
            <p:cNvSpPr/>
            <p:nvPr/>
          </p:nvSpPr>
          <p:spPr>
            <a:xfrm>
              <a:off x="4240243" y="4399103"/>
              <a:ext cx="22705" cy="27563"/>
            </a:xfrm>
            <a:custGeom>
              <a:rect b="b" l="l" r="r" t="t"/>
              <a:pathLst>
                <a:path extrusionOk="0" h="868" w="715">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7" name="Google Shape;9837;p77"/>
            <p:cNvSpPr/>
            <p:nvPr/>
          </p:nvSpPr>
          <p:spPr>
            <a:xfrm>
              <a:off x="4240243" y="4159130"/>
              <a:ext cx="22705" cy="28198"/>
            </a:xfrm>
            <a:custGeom>
              <a:rect b="b" l="l" r="r" t="t"/>
              <a:pathLst>
                <a:path extrusionOk="0" h="888" w="715">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8" name="Google Shape;9838;p77"/>
            <p:cNvSpPr/>
            <p:nvPr/>
          </p:nvSpPr>
          <p:spPr>
            <a:xfrm>
              <a:off x="4378632" y="4399230"/>
              <a:ext cx="22705" cy="28198"/>
            </a:xfrm>
            <a:custGeom>
              <a:rect b="b" l="l" r="r" t="t"/>
              <a:pathLst>
                <a:path extrusionOk="0" h="888" w="715">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9" name="Google Shape;9839;p77"/>
            <p:cNvSpPr/>
            <p:nvPr/>
          </p:nvSpPr>
          <p:spPr>
            <a:xfrm>
              <a:off x="4426264" y="4351851"/>
              <a:ext cx="29532" cy="21117"/>
            </a:xfrm>
            <a:custGeom>
              <a:rect b="b" l="l" r="r" t="t"/>
              <a:pathLst>
                <a:path extrusionOk="0" h="665" w="93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0" name="Google Shape;9840;p77"/>
            <p:cNvSpPr/>
            <p:nvPr/>
          </p:nvSpPr>
          <p:spPr>
            <a:xfrm>
              <a:off x="4186196" y="4213463"/>
              <a:ext cx="29500" cy="21117"/>
            </a:xfrm>
            <a:custGeom>
              <a:rect b="b" l="l" r="r" t="t"/>
              <a:pathLst>
                <a:path extrusionOk="0" h="665" w="929">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1" name="Google Shape;9841;p77"/>
            <p:cNvSpPr/>
            <p:nvPr/>
          </p:nvSpPr>
          <p:spPr>
            <a:xfrm>
              <a:off x="4425883" y="4213590"/>
              <a:ext cx="29913" cy="21371"/>
            </a:xfrm>
            <a:custGeom>
              <a:rect b="b" l="l" r="r" t="t"/>
              <a:pathLst>
                <a:path extrusionOk="0" h="673" w="942">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2" name="Google Shape;9842;p77"/>
            <p:cNvSpPr/>
            <p:nvPr/>
          </p:nvSpPr>
          <p:spPr>
            <a:xfrm>
              <a:off x="4186196" y="4351978"/>
              <a:ext cx="29500" cy="21371"/>
            </a:xfrm>
            <a:custGeom>
              <a:rect b="b" l="l" r="r" t="t"/>
              <a:pathLst>
                <a:path extrusionOk="0" h="673" w="929">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43" name="Google Shape;9843;p77"/>
          <p:cNvSpPr/>
          <p:nvPr/>
        </p:nvSpPr>
        <p:spPr>
          <a:xfrm>
            <a:off x="4926692" y="4135409"/>
            <a:ext cx="344097" cy="340033"/>
          </a:xfrm>
          <a:custGeom>
            <a:rect b="b" l="l" r="r" t="t"/>
            <a:pathLst>
              <a:path extrusionOk="0" h="10708" w="10836">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44" name="Google Shape;9844;p77"/>
          <p:cNvGrpSpPr/>
          <p:nvPr/>
        </p:nvGrpSpPr>
        <p:grpSpPr>
          <a:xfrm>
            <a:off x="5440900" y="4174817"/>
            <a:ext cx="397763" cy="262804"/>
            <a:chOff x="5206262" y="4174817"/>
            <a:chExt cx="397763" cy="262804"/>
          </a:xfrm>
        </p:grpSpPr>
        <p:sp>
          <p:nvSpPr>
            <p:cNvPr id="9845" name="Google Shape;9845;p77"/>
            <p:cNvSpPr/>
            <p:nvPr/>
          </p:nvSpPr>
          <p:spPr>
            <a:xfrm>
              <a:off x="5206262" y="4177104"/>
              <a:ext cx="397763" cy="260518"/>
            </a:xfrm>
            <a:custGeom>
              <a:rect b="b" l="l" r="r" t="t"/>
              <a:pathLst>
                <a:path extrusionOk="0" h="8204" w="12526">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6" name="Google Shape;9846;p77"/>
            <p:cNvSpPr/>
            <p:nvPr/>
          </p:nvSpPr>
          <p:spPr>
            <a:xfrm>
              <a:off x="5434231" y="4174817"/>
              <a:ext cx="167539" cy="70369"/>
            </a:xfrm>
            <a:custGeom>
              <a:rect b="b" l="l" r="r" t="t"/>
              <a:pathLst>
                <a:path extrusionOk="0" h="2216" w="5276">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7" name="Google Shape;9847;p77"/>
            <p:cNvSpPr/>
            <p:nvPr/>
          </p:nvSpPr>
          <p:spPr>
            <a:xfrm>
              <a:off x="5360877" y="4298852"/>
              <a:ext cx="15147" cy="15147"/>
            </a:xfrm>
            <a:custGeom>
              <a:rect b="b" l="l" r="r" t="t"/>
              <a:pathLst>
                <a:path extrusionOk="0" h="477" w="477">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8" name="Google Shape;9848;p77"/>
            <p:cNvSpPr/>
            <p:nvPr/>
          </p:nvSpPr>
          <p:spPr>
            <a:xfrm>
              <a:off x="5329503" y="4298852"/>
              <a:ext cx="15147" cy="15147"/>
            </a:xfrm>
            <a:custGeom>
              <a:rect b="b" l="l" r="r" t="t"/>
              <a:pathLst>
                <a:path extrusionOk="0" h="477" w="477">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9" name="Google Shape;9849;p77"/>
            <p:cNvSpPr/>
            <p:nvPr/>
          </p:nvSpPr>
          <p:spPr>
            <a:xfrm>
              <a:off x="5298511" y="4299202"/>
              <a:ext cx="14766" cy="15179"/>
            </a:xfrm>
            <a:custGeom>
              <a:rect b="b" l="l" r="r" t="t"/>
              <a:pathLst>
                <a:path extrusionOk="0" h="478" w="465">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0" name="Google Shape;9850;p77"/>
            <p:cNvSpPr/>
            <p:nvPr/>
          </p:nvSpPr>
          <p:spPr>
            <a:xfrm>
              <a:off x="5267137" y="4298852"/>
              <a:ext cx="15147" cy="15147"/>
            </a:xfrm>
            <a:custGeom>
              <a:rect b="b" l="l" r="r" t="t"/>
              <a:pathLst>
                <a:path extrusionOk="0" h="477" w="477">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1" name="Google Shape;9851;p77"/>
            <p:cNvSpPr/>
            <p:nvPr/>
          </p:nvSpPr>
          <p:spPr>
            <a:xfrm>
              <a:off x="5492470" y="4298852"/>
              <a:ext cx="15147" cy="15147"/>
            </a:xfrm>
            <a:custGeom>
              <a:rect b="b" l="l" r="r" t="t"/>
              <a:pathLst>
                <a:path extrusionOk="0" h="477" w="477">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52" name="Google Shape;9852;p77"/>
          <p:cNvGrpSpPr/>
          <p:nvPr/>
        </p:nvGrpSpPr>
        <p:grpSpPr>
          <a:xfrm>
            <a:off x="5962254" y="4204699"/>
            <a:ext cx="440505" cy="290018"/>
            <a:chOff x="5727616" y="4204699"/>
            <a:chExt cx="440505" cy="290018"/>
          </a:xfrm>
        </p:grpSpPr>
        <p:sp>
          <p:nvSpPr>
            <p:cNvPr id="9853" name="Google Shape;9853;p77"/>
            <p:cNvSpPr/>
            <p:nvPr/>
          </p:nvSpPr>
          <p:spPr>
            <a:xfrm>
              <a:off x="5727616" y="4204699"/>
              <a:ext cx="440505" cy="290018"/>
            </a:xfrm>
            <a:custGeom>
              <a:rect b="b" l="l" r="r" t="t"/>
              <a:pathLst>
                <a:path extrusionOk="0" h="9133" w="13872">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4" name="Google Shape;9854;p77"/>
            <p:cNvSpPr/>
            <p:nvPr/>
          </p:nvSpPr>
          <p:spPr>
            <a:xfrm>
              <a:off x="5779789" y="4416409"/>
              <a:ext cx="52205" cy="51475"/>
            </a:xfrm>
            <a:custGeom>
              <a:rect b="b" l="l" r="r" t="t"/>
              <a:pathLst>
                <a:path extrusionOk="0" h="1621" w="1644">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5" name="Google Shape;9855;p77"/>
            <p:cNvSpPr/>
            <p:nvPr/>
          </p:nvSpPr>
          <p:spPr>
            <a:xfrm>
              <a:off x="6048627" y="4416409"/>
              <a:ext cx="52205" cy="51856"/>
            </a:xfrm>
            <a:custGeom>
              <a:rect b="b" l="l" r="r" t="t"/>
              <a:pathLst>
                <a:path extrusionOk="0" h="1633" w="1644">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6" name="Google Shape;9856;p77"/>
            <p:cNvSpPr/>
            <p:nvPr/>
          </p:nvSpPr>
          <p:spPr>
            <a:xfrm>
              <a:off x="6000995" y="4365379"/>
              <a:ext cx="122892" cy="58016"/>
            </a:xfrm>
            <a:custGeom>
              <a:rect b="b" l="l" r="r" t="t"/>
              <a:pathLst>
                <a:path extrusionOk="0" h="1827" w="387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7" name="Google Shape;9857;p77"/>
            <p:cNvSpPr/>
            <p:nvPr/>
          </p:nvSpPr>
          <p:spPr>
            <a:xfrm>
              <a:off x="5816847" y="4230039"/>
              <a:ext cx="124797" cy="193610"/>
            </a:xfrm>
            <a:custGeom>
              <a:rect b="b" l="l" r="r" t="t"/>
              <a:pathLst>
                <a:path extrusionOk="0" h="6097" w="393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8" name="Google Shape;9858;p77"/>
            <p:cNvSpPr/>
            <p:nvPr/>
          </p:nvSpPr>
          <p:spPr>
            <a:xfrm>
              <a:off x="5954474" y="4230039"/>
              <a:ext cx="120256" cy="102854"/>
            </a:xfrm>
            <a:custGeom>
              <a:rect b="b" l="l" r="r" t="t"/>
              <a:pathLst>
                <a:path extrusionOk="0" h="3239" w="3787">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9" name="Google Shape;9859;p77"/>
            <p:cNvSpPr/>
            <p:nvPr/>
          </p:nvSpPr>
          <p:spPr>
            <a:xfrm>
              <a:off x="5876198" y="4333243"/>
              <a:ext cx="39376" cy="13274"/>
            </a:xfrm>
            <a:custGeom>
              <a:rect b="b" l="l" r="r" t="t"/>
              <a:pathLst>
                <a:path extrusionOk="0" h="418" w="124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0" name="Google Shape;9860;p77"/>
            <p:cNvSpPr/>
            <p:nvPr/>
          </p:nvSpPr>
          <p:spPr>
            <a:xfrm>
              <a:off x="5979433" y="4333243"/>
              <a:ext cx="39344" cy="13274"/>
            </a:xfrm>
            <a:custGeom>
              <a:rect b="b" l="l" r="r" t="t"/>
              <a:pathLst>
                <a:path extrusionOk="0" h="418" w="1239">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61" name="Google Shape;9861;p77"/>
          <p:cNvGrpSpPr/>
          <p:nvPr/>
        </p:nvGrpSpPr>
        <p:grpSpPr>
          <a:xfrm>
            <a:off x="6644701" y="4135124"/>
            <a:ext cx="159950" cy="364516"/>
            <a:chOff x="6410063" y="4135124"/>
            <a:chExt cx="159950" cy="364516"/>
          </a:xfrm>
        </p:grpSpPr>
        <p:sp>
          <p:nvSpPr>
            <p:cNvPr id="9862" name="Google Shape;9862;p77"/>
            <p:cNvSpPr/>
            <p:nvPr/>
          </p:nvSpPr>
          <p:spPr>
            <a:xfrm>
              <a:off x="6493991" y="4299202"/>
              <a:ext cx="36328" cy="200438"/>
            </a:xfrm>
            <a:custGeom>
              <a:rect b="b" l="l" r="r" t="t"/>
              <a:pathLst>
                <a:path extrusionOk="0" h="6312" w="1144">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3" name="Google Shape;9863;p77"/>
            <p:cNvSpPr/>
            <p:nvPr/>
          </p:nvSpPr>
          <p:spPr>
            <a:xfrm>
              <a:off x="6454297" y="4135124"/>
              <a:ext cx="71099" cy="71131"/>
            </a:xfrm>
            <a:custGeom>
              <a:rect b="b" l="l" r="r" t="t"/>
              <a:pathLst>
                <a:path extrusionOk="0" h="2240" w="2239">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4" name="Google Shape;9864;p77"/>
            <p:cNvSpPr/>
            <p:nvPr/>
          </p:nvSpPr>
          <p:spPr>
            <a:xfrm>
              <a:off x="6410063" y="4252712"/>
              <a:ext cx="94566" cy="246927"/>
            </a:xfrm>
            <a:custGeom>
              <a:rect b="b" l="l" r="r" t="t"/>
              <a:pathLst>
                <a:path extrusionOk="0" h="7776" w="2978">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5" name="Google Shape;9865;p77"/>
            <p:cNvSpPr/>
            <p:nvPr/>
          </p:nvSpPr>
          <p:spPr>
            <a:xfrm>
              <a:off x="6410063" y="4212638"/>
              <a:ext cx="159950" cy="150519"/>
            </a:xfrm>
            <a:custGeom>
              <a:rect b="b" l="l" r="r" t="t"/>
              <a:pathLst>
                <a:path extrusionOk="0" h="4740" w="5037">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66" name="Google Shape;9866;p77"/>
          <p:cNvGrpSpPr/>
          <p:nvPr/>
        </p:nvGrpSpPr>
        <p:grpSpPr>
          <a:xfrm>
            <a:off x="7159290" y="4135505"/>
            <a:ext cx="214378" cy="364135"/>
            <a:chOff x="6924652" y="4135505"/>
            <a:chExt cx="214378" cy="364135"/>
          </a:xfrm>
        </p:grpSpPr>
        <p:sp>
          <p:nvSpPr>
            <p:cNvPr id="9867" name="Google Shape;9867;p77"/>
            <p:cNvSpPr/>
            <p:nvPr/>
          </p:nvSpPr>
          <p:spPr>
            <a:xfrm>
              <a:off x="6996482" y="4135505"/>
              <a:ext cx="70718" cy="71099"/>
            </a:xfrm>
            <a:custGeom>
              <a:rect b="b" l="l" r="r" t="t"/>
              <a:pathLst>
                <a:path extrusionOk="0" h="2239" w="2227">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8" name="Google Shape;9868;p77"/>
            <p:cNvSpPr/>
            <p:nvPr/>
          </p:nvSpPr>
          <p:spPr>
            <a:xfrm>
              <a:off x="7018012" y="4345183"/>
              <a:ext cx="88882" cy="154456"/>
            </a:xfrm>
            <a:custGeom>
              <a:rect b="b" l="l" r="r" t="t"/>
              <a:pathLst>
                <a:path extrusionOk="0" h="4864" w="2799">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9" name="Google Shape;9869;p77"/>
            <p:cNvSpPr/>
            <p:nvPr/>
          </p:nvSpPr>
          <p:spPr>
            <a:xfrm>
              <a:off x="6948850" y="4212638"/>
              <a:ext cx="190181" cy="149884"/>
            </a:xfrm>
            <a:custGeom>
              <a:rect b="b" l="l" r="r" t="t"/>
              <a:pathLst>
                <a:path extrusionOk="0" h="4720" w="5989">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0" name="Google Shape;9870;p77"/>
            <p:cNvSpPr/>
            <p:nvPr/>
          </p:nvSpPr>
          <p:spPr>
            <a:xfrm>
              <a:off x="6924652" y="4252331"/>
              <a:ext cx="103617" cy="245815"/>
            </a:xfrm>
            <a:custGeom>
              <a:rect b="b" l="l" r="r" t="t"/>
              <a:pathLst>
                <a:path extrusionOk="0" h="7741" w="3263">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71" name="Google Shape;9871;p77"/>
          <p:cNvGrpSpPr/>
          <p:nvPr/>
        </p:nvGrpSpPr>
        <p:grpSpPr>
          <a:xfrm>
            <a:off x="7619389" y="4147984"/>
            <a:ext cx="380012" cy="351274"/>
            <a:chOff x="7384751" y="4147984"/>
            <a:chExt cx="380012" cy="351274"/>
          </a:xfrm>
        </p:grpSpPr>
        <p:sp>
          <p:nvSpPr>
            <p:cNvPr id="9872" name="Google Shape;9872;p77"/>
            <p:cNvSpPr/>
            <p:nvPr/>
          </p:nvSpPr>
          <p:spPr>
            <a:xfrm>
              <a:off x="7385513" y="4225879"/>
              <a:ext cx="379250" cy="273379"/>
            </a:xfrm>
            <a:custGeom>
              <a:rect b="b" l="l" r="r" t="t"/>
              <a:pathLst>
                <a:path extrusionOk="0" h="8609" w="11943">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3" name="Google Shape;9873;p77"/>
            <p:cNvSpPr/>
            <p:nvPr/>
          </p:nvSpPr>
          <p:spPr>
            <a:xfrm>
              <a:off x="7384751" y="4147984"/>
              <a:ext cx="380012" cy="228382"/>
            </a:xfrm>
            <a:custGeom>
              <a:rect b="b" l="l" r="r" t="t"/>
              <a:pathLst>
                <a:path extrusionOk="0" h="7192" w="11967">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4" name="Google Shape;9874;p77"/>
            <p:cNvSpPr/>
            <p:nvPr/>
          </p:nvSpPr>
          <p:spPr>
            <a:xfrm>
              <a:off x="7507642" y="4228134"/>
              <a:ext cx="37852" cy="37852"/>
            </a:xfrm>
            <a:custGeom>
              <a:rect b="b" l="l" r="r" t="t"/>
              <a:pathLst>
                <a:path extrusionOk="0" h="1192" w="1192">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5" name="Google Shape;9875;p77"/>
            <p:cNvSpPr/>
            <p:nvPr/>
          </p:nvSpPr>
          <p:spPr>
            <a:xfrm>
              <a:off x="7573820" y="4228134"/>
              <a:ext cx="37820" cy="37852"/>
            </a:xfrm>
            <a:custGeom>
              <a:rect b="b" l="l" r="r" t="t"/>
              <a:pathLst>
                <a:path extrusionOk="0" h="1192" w="1191">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6" name="Google Shape;9876;p77"/>
            <p:cNvSpPr/>
            <p:nvPr/>
          </p:nvSpPr>
          <p:spPr>
            <a:xfrm>
              <a:off x="7640728" y="4228134"/>
              <a:ext cx="37852" cy="37852"/>
            </a:xfrm>
            <a:custGeom>
              <a:rect b="b" l="l" r="r" t="t"/>
              <a:pathLst>
                <a:path extrusionOk="0" h="1192" w="1192">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877" name="Google Shape;9877;p77"/>
          <p:cNvSpPr txBox="1"/>
          <p:nvPr/>
        </p:nvSpPr>
        <p:spPr>
          <a:xfrm>
            <a:off x="716700" y="1188000"/>
            <a:ext cx="7710600" cy="761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You can </a:t>
            </a:r>
            <a:r>
              <a:rPr b="1" lang="en" sz="1100">
                <a:solidFill>
                  <a:schemeClr val="hlink"/>
                </a:solidFill>
              </a:rPr>
              <a:t>resize </a:t>
            </a:r>
            <a:r>
              <a:rPr lang="en" sz="1100">
                <a:solidFill>
                  <a:schemeClr val="lt1"/>
                </a:solidFill>
              </a:rPr>
              <a:t>these icons without losing quality.</a:t>
            </a:r>
            <a:endParaRPr sz="1100">
              <a:solidFill>
                <a:schemeClr val="lt1"/>
              </a:solidFill>
            </a:endParaRPr>
          </a:p>
          <a:p>
            <a:pPr indent="0" lvl="0" marL="0" rtl="0" algn="ctr">
              <a:lnSpc>
                <a:spcPct val="100000"/>
              </a:lnSpc>
              <a:spcBef>
                <a:spcPts val="0"/>
              </a:spcBef>
              <a:spcAft>
                <a:spcPts val="0"/>
              </a:spcAft>
              <a:buClr>
                <a:schemeClr val="dk1"/>
              </a:buClr>
              <a:buSzPts val="1100"/>
              <a:buFont typeface="Arial"/>
              <a:buNone/>
            </a:pPr>
            <a:r>
              <a:rPr lang="en" sz="1100">
                <a:solidFill>
                  <a:schemeClr val="lt1"/>
                </a:solidFill>
              </a:rPr>
              <a:t>You can </a:t>
            </a:r>
            <a:r>
              <a:rPr b="1" lang="en" sz="1100">
                <a:solidFill>
                  <a:schemeClr val="hlink"/>
                </a:solidFill>
              </a:rPr>
              <a:t>change the stroke and fill color</a:t>
            </a:r>
            <a:r>
              <a:rPr lang="en" sz="1100">
                <a:solidFill>
                  <a:schemeClr val="lt1"/>
                </a:solidFill>
              </a:rPr>
              <a:t>; just select the icon and click on the </a:t>
            </a:r>
            <a:r>
              <a:rPr b="1" lang="en" sz="1100">
                <a:solidFill>
                  <a:schemeClr val="hlink"/>
                </a:solidFill>
              </a:rPr>
              <a:t>paint bucket/pen</a:t>
            </a:r>
            <a:r>
              <a:rPr lang="en" sz="1100">
                <a:solidFill>
                  <a:schemeClr val="lt1"/>
                </a:solidFill>
              </a:rPr>
              <a:t>.</a:t>
            </a:r>
            <a:endParaRPr sz="1100">
              <a:solidFill>
                <a:schemeClr val="lt1"/>
              </a:solidFill>
            </a:endParaRPr>
          </a:p>
          <a:p>
            <a:pPr indent="0" lvl="0" marL="0" rtl="0" algn="ctr">
              <a:lnSpc>
                <a:spcPct val="100000"/>
              </a:lnSpc>
              <a:spcBef>
                <a:spcPts val="0"/>
              </a:spcBef>
              <a:spcAft>
                <a:spcPts val="0"/>
              </a:spcAft>
              <a:buNone/>
            </a:pPr>
            <a:r>
              <a:rPr lang="en" sz="1100">
                <a:solidFill>
                  <a:schemeClr val="lt1"/>
                </a:solidFill>
              </a:rPr>
              <a:t>In Google Slides, you can also use </a:t>
            </a:r>
            <a:r>
              <a:rPr b="1" lang="en" sz="1100">
                <a:solidFill>
                  <a:schemeClr val="hlink"/>
                </a:solidFill>
                <a:uFill>
                  <a:noFill/>
                </a:uFill>
                <a:hlinkClick r:id="rId3"/>
              </a:rPr>
              <a:t>Flaticon’s extension</a:t>
            </a:r>
            <a:r>
              <a:rPr lang="en" sz="1100">
                <a:solidFill>
                  <a:schemeClr val="lt1"/>
                </a:solidFill>
              </a:rPr>
              <a:t>, allowing you to customize and add even more icons.</a:t>
            </a:r>
            <a:br>
              <a:rPr lang="en" sz="1100">
                <a:solidFill>
                  <a:srgbClr val="435D74"/>
                </a:solidFill>
              </a:rPr>
            </a:br>
            <a:endParaRPr sz="1100">
              <a:solidFill>
                <a:srgbClr val="435D74"/>
              </a:solidFill>
            </a:endParaRPr>
          </a:p>
        </p:txBody>
      </p:sp>
      <p:sp>
        <p:nvSpPr>
          <p:cNvPr id="9878" name="Google Shape;9878;p77"/>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...and our sets of editable icons</a:t>
            </a:r>
            <a:endParaRPr/>
          </a:p>
        </p:txBody>
      </p:sp>
      <p:grpSp>
        <p:nvGrpSpPr>
          <p:cNvPr id="9879" name="Google Shape;9879;p77"/>
          <p:cNvGrpSpPr/>
          <p:nvPr/>
        </p:nvGrpSpPr>
        <p:grpSpPr>
          <a:xfrm>
            <a:off x="1105215" y="4124000"/>
            <a:ext cx="374177" cy="374263"/>
            <a:chOff x="775325" y="4143525"/>
            <a:chExt cx="468776" cy="468884"/>
          </a:xfrm>
        </p:grpSpPr>
        <p:sp>
          <p:nvSpPr>
            <p:cNvPr id="9880" name="Google Shape;9880;p77"/>
            <p:cNvSpPr/>
            <p:nvPr/>
          </p:nvSpPr>
          <p:spPr>
            <a:xfrm>
              <a:off x="851953" y="4143525"/>
              <a:ext cx="392147" cy="390479"/>
            </a:xfrm>
            <a:custGeom>
              <a:rect b="b" l="l" r="r" t="t"/>
              <a:pathLst>
                <a:path extrusionOk="0" h="36273" w="36428">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1" name="Google Shape;9881;p77"/>
            <p:cNvSpPr/>
            <p:nvPr/>
          </p:nvSpPr>
          <p:spPr>
            <a:xfrm>
              <a:off x="775325" y="4505404"/>
              <a:ext cx="108339" cy="107004"/>
            </a:xfrm>
            <a:custGeom>
              <a:rect b="b" l="l" r="r" t="t"/>
              <a:pathLst>
                <a:path extrusionOk="0" h="9940" w="10064">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2" name="Google Shape;9882;p77"/>
            <p:cNvSpPr/>
            <p:nvPr/>
          </p:nvSpPr>
          <p:spPr>
            <a:xfrm>
              <a:off x="775325" y="4437806"/>
              <a:ext cx="75430" cy="74085"/>
            </a:xfrm>
            <a:custGeom>
              <a:rect b="b" l="l" r="r" t="t"/>
              <a:pathLst>
                <a:path extrusionOk="0" h="6882" w="7007">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3" name="Google Shape;9883;p77"/>
            <p:cNvSpPr/>
            <p:nvPr/>
          </p:nvSpPr>
          <p:spPr>
            <a:xfrm>
              <a:off x="875829" y="4538289"/>
              <a:ext cx="75409" cy="74085"/>
            </a:xfrm>
            <a:custGeom>
              <a:rect b="b" l="l" r="r" t="t"/>
              <a:pathLst>
                <a:path extrusionOk="0" h="6882" w="7005">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7" name="Shape 9887"/>
        <p:cNvGrpSpPr/>
        <p:nvPr/>
      </p:nvGrpSpPr>
      <p:grpSpPr>
        <a:xfrm>
          <a:off x="0" y="0"/>
          <a:ext cx="0" cy="0"/>
          <a:chOff x="0" y="0"/>
          <a:chExt cx="0" cy="0"/>
        </a:xfrm>
      </p:grpSpPr>
      <p:grpSp>
        <p:nvGrpSpPr>
          <p:cNvPr id="9888" name="Google Shape;9888;p78"/>
          <p:cNvGrpSpPr/>
          <p:nvPr/>
        </p:nvGrpSpPr>
        <p:grpSpPr>
          <a:xfrm>
            <a:off x="1989449" y="4101269"/>
            <a:ext cx="374774" cy="346073"/>
            <a:chOff x="1989449" y="4282269"/>
            <a:chExt cx="374774" cy="346073"/>
          </a:xfrm>
        </p:grpSpPr>
        <p:sp>
          <p:nvSpPr>
            <p:cNvPr id="9889" name="Google Shape;9889;p78"/>
            <p:cNvSpPr/>
            <p:nvPr/>
          </p:nvSpPr>
          <p:spPr>
            <a:xfrm>
              <a:off x="2067590" y="4506432"/>
              <a:ext cx="78172" cy="70941"/>
            </a:xfrm>
            <a:custGeom>
              <a:rect b="b" l="l" r="r" t="t"/>
              <a:pathLst>
                <a:path extrusionOk="0" h="2227" w="2454">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0" name="Google Shape;9890;p78"/>
            <p:cNvSpPr/>
            <p:nvPr/>
          </p:nvSpPr>
          <p:spPr>
            <a:xfrm>
              <a:off x="2036117" y="4422972"/>
              <a:ext cx="77790" cy="70973"/>
            </a:xfrm>
            <a:custGeom>
              <a:rect b="b" l="l" r="r" t="t"/>
              <a:pathLst>
                <a:path extrusionOk="0" h="2228" w="2442">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1" name="Google Shape;9891;p78"/>
            <p:cNvSpPr/>
            <p:nvPr/>
          </p:nvSpPr>
          <p:spPr>
            <a:xfrm>
              <a:off x="2073292" y="4336327"/>
              <a:ext cx="77758" cy="71419"/>
            </a:xfrm>
            <a:custGeom>
              <a:rect b="b" l="l" r="r" t="t"/>
              <a:pathLst>
                <a:path extrusionOk="0" h="2242" w="2441">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2" name="Google Shape;9892;p78"/>
            <p:cNvSpPr/>
            <p:nvPr/>
          </p:nvSpPr>
          <p:spPr>
            <a:xfrm>
              <a:off x="2181376" y="4334606"/>
              <a:ext cx="126719" cy="117449"/>
            </a:xfrm>
            <a:custGeom>
              <a:rect b="b" l="l" r="r" t="t"/>
              <a:pathLst>
                <a:path extrusionOk="0" h="3687" w="3978">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3" name="Google Shape;9893;p78"/>
            <p:cNvSpPr/>
            <p:nvPr/>
          </p:nvSpPr>
          <p:spPr>
            <a:xfrm>
              <a:off x="1989449" y="4282269"/>
              <a:ext cx="374774" cy="346073"/>
            </a:xfrm>
            <a:custGeom>
              <a:rect b="b" l="l" r="r" t="t"/>
              <a:pathLst>
                <a:path extrusionOk="0" h="10864" w="11765">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4" name="Google Shape;9894;p78"/>
          <p:cNvGrpSpPr/>
          <p:nvPr/>
        </p:nvGrpSpPr>
        <p:grpSpPr>
          <a:xfrm>
            <a:off x="2487439" y="4099740"/>
            <a:ext cx="198775" cy="348972"/>
            <a:chOff x="2487439" y="4280740"/>
            <a:chExt cx="198775" cy="348972"/>
          </a:xfrm>
        </p:grpSpPr>
        <p:sp>
          <p:nvSpPr>
            <p:cNvPr id="9895" name="Google Shape;9895;p78"/>
            <p:cNvSpPr/>
            <p:nvPr/>
          </p:nvSpPr>
          <p:spPr>
            <a:xfrm>
              <a:off x="2487439" y="4280740"/>
              <a:ext cx="198775" cy="348972"/>
            </a:xfrm>
            <a:custGeom>
              <a:rect b="b" l="l" r="r" t="t"/>
              <a:pathLst>
                <a:path extrusionOk="0" h="10955" w="624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6" name="Google Shape;9896;p78"/>
            <p:cNvSpPr/>
            <p:nvPr/>
          </p:nvSpPr>
          <p:spPr>
            <a:xfrm>
              <a:off x="2516267" y="4511784"/>
              <a:ext cx="139620" cy="95565"/>
            </a:xfrm>
            <a:custGeom>
              <a:rect b="b" l="l" r="r" t="t"/>
              <a:pathLst>
                <a:path extrusionOk="0" h="3000" w="4383">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7" name="Google Shape;9897;p78"/>
            <p:cNvSpPr/>
            <p:nvPr/>
          </p:nvSpPr>
          <p:spPr>
            <a:xfrm>
              <a:off x="2518911" y="4385065"/>
              <a:ext cx="134683" cy="105090"/>
            </a:xfrm>
            <a:custGeom>
              <a:rect b="b" l="l" r="r" t="t"/>
              <a:pathLst>
                <a:path extrusionOk="0" h="3299" w="4228">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8" name="Google Shape;9898;p78"/>
            <p:cNvSpPr/>
            <p:nvPr/>
          </p:nvSpPr>
          <p:spPr>
            <a:xfrm>
              <a:off x="2580742" y="4501113"/>
              <a:ext cx="11786" cy="13315"/>
            </a:xfrm>
            <a:custGeom>
              <a:rect b="b" l="l" r="r" t="t"/>
              <a:pathLst>
                <a:path extrusionOk="0" h="418" w="37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9" name="Google Shape;9899;p78"/>
          <p:cNvGrpSpPr/>
          <p:nvPr/>
        </p:nvGrpSpPr>
        <p:grpSpPr>
          <a:xfrm>
            <a:off x="2810958" y="4092923"/>
            <a:ext cx="353145" cy="361873"/>
            <a:chOff x="2810958" y="4273923"/>
            <a:chExt cx="353145" cy="361873"/>
          </a:xfrm>
        </p:grpSpPr>
        <p:sp>
          <p:nvSpPr>
            <p:cNvPr id="9900" name="Google Shape;9900;p78"/>
            <p:cNvSpPr/>
            <p:nvPr/>
          </p:nvSpPr>
          <p:spPr>
            <a:xfrm>
              <a:off x="2886837" y="4273923"/>
              <a:ext cx="53867" cy="169946"/>
            </a:xfrm>
            <a:custGeom>
              <a:rect b="b" l="l" r="r" t="t"/>
              <a:pathLst>
                <a:path extrusionOk="0" h="5335" w="1691">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1" name="Google Shape;9901;p78"/>
            <p:cNvSpPr/>
            <p:nvPr/>
          </p:nvSpPr>
          <p:spPr>
            <a:xfrm>
              <a:off x="2815131" y="4273923"/>
              <a:ext cx="57307" cy="279942"/>
            </a:xfrm>
            <a:custGeom>
              <a:rect b="b" l="l" r="r" t="t"/>
              <a:pathLst>
                <a:path extrusionOk="0" h="8788" w="1799">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2" name="Google Shape;9902;p78"/>
            <p:cNvSpPr/>
            <p:nvPr/>
          </p:nvSpPr>
          <p:spPr>
            <a:xfrm>
              <a:off x="2883396" y="4463173"/>
              <a:ext cx="60333" cy="90691"/>
            </a:xfrm>
            <a:custGeom>
              <a:rect b="b" l="l" r="r" t="t"/>
              <a:pathLst>
                <a:path extrusionOk="0" h="2847" w="1894">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3" name="Google Shape;9903;p78"/>
            <p:cNvSpPr/>
            <p:nvPr/>
          </p:nvSpPr>
          <p:spPr>
            <a:xfrm>
              <a:off x="2955835" y="4273923"/>
              <a:ext cx="202948" cy="281439"/>
            </a:xfrm>
            <a:custGeom>
              <a:rect b="b" l="l" r="r" t="t"/>
              <a:pathLst>
                <a:path extrusionOk="0" h="8835" w="6371">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4" name="Google Shape;9904;p78"/>
            <p:cNvSpPr/>
            <p:nvPr/>
          </p:nvSpPr>
          <p:spPr>
            <a:xfrm>
              <a:off x="3098067" y="4511720"/>
              <a:ext cx="29243" cy="10289"/>
            </a:xfrm>
            <a:custGeom>
              <a:rect b="b" l="l" r="r" t="t"/>
              <a:pathLst>
                <a:path extrusionOk="0" h="323" w="918">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5" name="Google Shape;9905;p78"/>
            <p:cNvSpPr/>
            <p:nvPr/>
          </p:nvSpPr>
          <p:spPr>
            <a:xfrm>
              <a:off x="3115906" y="4497704"/>
              <a:ext cx="10257" cy="10640"/>
            </a:xfrm>
            <a:custGeom>
              <a:rect b="b" l="l" r="r" t="t"/>
              <a:pathLst>
                <a:path extrusionOk="0" h="334" w="322">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6" name="Google Shape;9906;p78"/>
            <p:cNvSpPr/>
            <p:nvPr/>
          </p:nvSpPr>
          <p:spPr>
            <a:xfrm>
              <a:off x="2810958" y="4563676"/>
              <a:ext cx="353145" cy="72120"/>
            </a:xfrm>
            <a:custGeom>
              <a:rect b="b" l="l" r="r" t="t"/>
              <a:pathLst>
                <a:path extrusionOk="0" h="2264" w="11086">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7" name="Google Shape;9907;p78"/>
          <p:cNvGrpSpPr/>
          <p:nvPr/>
        </p:nvGrpSpPr>
        <p:grpSpPr>
          <a:xfrm>
            <a:off x="6275635" y="4101651"/>
            <a:ext cx="209383" cy="366778"/>
            <a:chOff x="6275635" y="4282651"/>
            <a:chExt cx="209383" cy="366778"/>
          </a:xfrm>
        </p:grpSpPr>
        <p:sp>
          <p:nvSpPr>
            <p:cNvPr id="9908" name="Google Shape;9908;p78"/>
            <p:cNvSpPr/>
            <p:nvPr/>
          </p:nvSpPr>
          <p:spPr>
            <a:xfrm>
              <a:off x="6275635" y="4282651"/>
              <a:ext cx="89162" cy="366778"/>
            </a:xfrm>
            <a:custGeom>
              <a:rect b="b" l="l" r="r" t="t"/>
              <a:pathLst>
                <a:path extrusionOk="0" h="11514" w="2799">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9" name="Google Shape;9909;p78"/>
            <p:cNvSpPr/>
            <p:nvPr/>
          </p:nvSpPr>
          <p:spPr>
            <a:xfrm>
              <a:off x="6395474" y="4282651"/>
              <a:ext cx="89544" cy="366778"/>
            </a:xfrm>
            <a:custGeom>
              <a:rect b="b" l="l" r="r" t="t"/>
              <a:pathLst>
                <a:path extrusionOk="0" h="11514" w="2811">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10" name="Google Shape;9910;p78"/>
          <p:cNvGrpSpPr/>
          <p:nvPr/>
        </p:nvGrpSpPr>
        <p:grpSpPr>
          <a:xfrm>
            <a:off x="6701186" y="4102033"/>
            <a:ext cx="280292" cy="366396"/>
            <a:chOff x="6701186" y="4283033"/>
            <a:chExt cx="280292" cy="366396"/>
          </a:xfrm>
        </p:grpSpPr>
        <p:sp>
          <p:nvSpPr>
            <p:cNvPr id="9911" name="Google Shape;9911;p78"/>
            <p:cNvSpPr/>
            <p:nvPr/>
          </p:nvSpPr>
          <p:spPr>
            <a:xfrm>
              <a:off x="6772095" y="4345979"/>
              <a:ext cx="209383" cy="302686"/>
            </a:xfrm>
            <a:custGeom>
              <a:rect b="b" l="l" r="r" t="t"/>
              <a:pathLst>
                <a:path extrusionOk="0" h="9502" w="6573">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2" name="Google Shape;9912;p78"/>
            <p:cNvSpPr/>
            <p:nvPr/>
          </p:nvSpPr>
          <p:spPr>
            <a:xfrm>
              <a:off x="6701186" y="4283033"/>
              <a:ext cx="217347" cy="366396"/>
            </a:xfrm>
            <a:custGeom>
              <a:rect b="b" l="l" r="r" t="t"/>
              <a:pathLst>
                <a:path extrusionOk="0" h="11502" w="6823">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13" name="Google Shape;9913;p78"/>
          <p:cNvGrpSpPr/>
          <p:nvPr/>
        </p:nvGrpSpPr>
        <p:grpSpPr>
          <a:xfrm>
            <a:off x="2609571" y="3643958"/>
            <a:ext cx="373627" cy="347347"/>
            <a:chOff x="2609571" y="3824958"/>
            <a:chExt cx="373627" cy="347347"/>
          </a:xfrm>
        </p:grpSpPr>
        <p:sp>
          <p:nvSpPr>
            <p:cNvPr id="9914" name="Google Shape;9914;p78"/>
            <p:cNvSpPr/>
            <p:nvPr/>
          </p:nvSpPr>
          <p:spPr>
            <a:xfrm>
              <a:off x="2609571" y="3824958"/>
              <a:ext cx="373627" cy="347347"/>
            </a:xfrm>
            <a:custGeom>
              <a:rect b="b" l="l" r="r" t="t"/>
              <a:pathLst>
                <a:path extrusionOk="0" h="10904" w="11729">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5" name="Google Shape;9915;p78"/>
            <p:cNvSpPr/>
            <p:nvPr/>
          </p:nvSpPr>
          <p:spPr>
            <a:xfrm>
              <a:off x="2735494" y="3933329"/>
              <a:ext cx="72088" cy="72088"/>
            </a:xfrm>
            <a:custGeom>
              <a:rect b="b" l="l" r="r" t="t"/>
              <a:pathLst>
                <a:path extrusionOk="0" h="2263" w="2263">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16" name="Google Shape;9916;p78"/>
          <p:cNvSpPr/>
          <p:nvPr/>
        </p:nvSpPr>
        <p:spPr>
          <a:xfrm>
            <a:off x="1288576" y="3641410"/>
            <a:ext cx="363370" cy="351456"/>
          </a:xfrm>
          <a:custGeom>
            <a:rect b="b" l="l" r="r" t="t"/>
            <a:pathLst>
              <a:path extrusionOk="0" h="11033" w="11407">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17" name="Google Shape;9917;p78"/>
          <p:cNvGrpSpPr/>
          <p:nvPr/>
        </p:nvGrpSpPr>
        <p:grpSpPr>
          <a:xfrm>
            <a:off x="916127" y="3626056"/>
            <a:ext cx="221902" cy="380795"/>
            <a:chOff x="916127" y="3807056"/>
            <a:chExt cx="221902" cy="380795"/>
          </a:xfrm>
        </p:grpSpPr>
        <p:sp>
          <p:nvSpPr>
            <p:cNvPr id="9918" name="Google Shape;9918;p78"/>
            <p:cNvSpPr/>
            <p:nvPr/>
          </p:nvSpPr>
          <p:spPr>
            <a:xfrm>
              <a:off x="916127" y="3807056"/>
              <a:ext cx="221902" cy="380795"/>
            </a:xfrm>
            <a:custGeom>
              <a:rect b="b" l="l" r="r" t="t"/>
              <a:pathLst>
                <a:path extrusionOk="0" h="11954" w="6966">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9" name="Google Shape;9919;p78"/>
            <p:cNvSpPr/>
            <p:nvPr/>
          </p:nvSpPr>
          <p:spPr>
            <a:xfrm>
              <a:off x="969580" y="3869746"/>
              <a:ext cx="110792" cy="102955"/>
            </a:xfrm>
            <a:custGeom>
              <a:rect b="b" l="l" r="r" t="t"/>
              <a:pathLst>
                <a:path extrusionOk="0" h="3232" w="3478">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0" name="Google Shape;9920;p78"/>
            <p:cNvSpPr/>
            <p:nvPr/>
          </p:nvSpPr>
          <p:spPr>
            <a:xfrm>
              <a:off x="982863" y="4127517"/>
              <a:ext cx="88015" cy="11404"/>
            </a:xfrm>
            <a:custGeom>
              <a:rect b="b" l="l" r="r" t="t"/>
              <a:pathLst>
                <a:path extrusionOk="0" h="358" w="2763">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1" name="Google Shape;9921;p78"/>
            <p:cNvSpPr/>
            <p:nvPr/>
          </p:nvSpPr>
          <p:spPr>
            <a:xfrm>
              <a:off x="982863" y="4152173"/>
              <a:ext cx="88015" cy="11404"/>
            </a:xfrm>
            <a:custGeom>
              <a:rect b="b" l="l" r="r" t="t"/>
              <a:pathLst>
                <a:path extrusionOk="0" h="358" w="2763">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22" name="Google Shape;9922;p78"/>
          <p:cNvSpPr/>
          <p:nvPr/>
        </p:nvSpPr>
        <p:spPr>
          <a:xfrm>
            <a:off x="3136771" y="3642174"/>
            <a:ext cx="224928" cy="349131"/>
          </a:xfrm>
          <a:custGeom>
            <a:rect b="b" l="l" r="r" t="t"/>
            <a:pathLst>
              <a:path extrusionOk="0" h="10960" w="7061">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3" name="Google Shape;9923;p78"/>
          <p:cNvSpPr/>
          <p:nvPr/>
        </p:nvSpPr>
        <p:spPr>
          <a:xfrm>
            <a:off x="2179465" y="3670048"/>
            <a:ext cx="362255" cy="292811"/>
          </a:xfrm>
          <a:custGeom>
            <a:rect b="b" l="l" r="r" t="t"/>
            <a:pathLst>
              <a:path extrusionOk="0" h="9192" w="11372">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24" name="Google Shape;9924;p78"/>
          <p:cNvGrpSpPr/>
          <p:nvPr/>
        </p:nvGrpSpPr>
        <p:grpSpPr>
          <a:xfrm>
            <a:off x="3513010" y="3635134"/>
            <a:ext cx="362223" cy="361108"/>
            <a:chOff x="3513010" y="3816134"/>
            <a:chExt cx="362223" cy="361108"/>
          </a:xfrm>
        </p:grpSpPr>
        <p:sp>
          <p:nvSpPr>
            <p:cNvPr id="9925" name="Google Shape;9925;p78"/>
            <p:cNvSpPr/>
            <p:nvPr/>
          </p:nvSpPr>
          <p:spPr>
            <a:xfrm>
              <a:off x="3513010" y="3816134"/>
              <a:ext cx="362223" cy="361108"/>
            </a:xfrm>
            <a:custGeom>
              <a:rect b="b" l="l" r="r" t="t"/>
              <a:pathLst>
                <a:path extrusionOk="0" h="11336" w="11371">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6" name="Google Shape;9926;p78"/>
            <p:cNvSpPr/>
            <p:nvPr/>
          </p:nvSpPr>
          <p:spPr>
            <a:xfrm>
              <a:off x="3618450" y="3879112"/>
              <a:ext cx="157045" cy="24688"/>
            </a:xfrm>
            <a:custGeom>
              <a:rect b="b" l="l" r="r" t="t"/>
              <a:pathLst>
                <a:path extrusionOk="0" h="775" w="493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7" name="Google Shape;9927;p78"/>
            <p:cNvSpPr/>
            <p:nvPr/>
          </p:nvSpPr>
          <p:spPr>
            <a:xfrm>
              <a:off x="3618450" y="3921192"/>
              <a:ext cx="127834" cy="24688"/>
            </a:xfrm>
            <a:custGeom>
              <a:rect b="b" l="l" r="r" t="t"/>
              <a:pathLst>
                <a:path extrusionOk="0" h="775" w="4013">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8" name="Google Shape;9928;p78"/>
            <p:cNvSpPr/>
            <p:nvPr/>
          </p:nvSpPr>
          <p:spPr>
            <a:xfrm>
              <a:off x="3617304" y="3962922"/>
              <a:ext cx="98655" cy="24688"/>
            </a:xfrm>
            <a:custGeom>
              <a:rect b="b" l="l" r="r" t="t"/>
              <a:pathLst>
                <a:path extrusionOk="0" h="775" w="3097">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29" name="Google Shape;9929;p78"/>
          <p:cNvGrpSpPr/>
          <p:nvPr/>
        </p:nvGrpSpPr>
        <p:grpSpPr>
          <a:xfrm>
            <a:off x="3950316" y="3639307"/>
            <a:ext cx="369805" cy="353782"/>
            <a:chOff x="3950316" y="3820307"/>
            <a:chExt cx="369805" cy="353782"/>
          </a:xfrm>
        </p:grpSpPr>
        <p:sp>
          <p:nvSpPr>
            <p:cNvPr id="9930" name="Google Shape;9930;p78"/>
            <p:cNvSpPr/>
            <p:nvPr/>
          </p:nvSpPr>
          <p:spPr>
            <a:xfrm>
              <a:off x="4040561" y="3880991"/>
              <a:ext cx="99802" cy="28383"/>
            </a:xfrm>
            <a:custGeom>
              <a:rect b="b" l="l" r="r" t="t"/>
              <a:pathLst>
                <a:path extrusionOk="0" h="891" w="3133">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1" name="Google Shape;9931;p78"/>
            <p:cNvSpPr/>
            <p:nvPr/>
          </p:nvSpPr>
          <p:spPr>
            <a:xfrm>
              <a:off x="3950316" y="3820307"/>
              <a:ext cx="369805" cy="353782"/>
            </a:xfrm>
            <a:custGeom>
              <a:rect b="b" l="l" r="r" t="t"/>
              <a:pathLst>
                <a:path extrusionOk="0" h="11106" w="11609">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2" name="Google Shape;9932;p78"/>
            <p:cNvSpPr/>
            <p:nvPr/>
          </p:nvSpPr>
          <p:spPr>
            <a:xfrm>
              <a:off x="4098219" y="3850602"/>
              <a:ext cx="101299" cy="195781"/>
            </a:xfrm>
            <a:custGeom>
              <a:rect b="b" l="l" r="r" t="t"/>
              <a:pathLst>
                <a:path extrusionOk="0" h="6146" w="318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3" name="Google Shape;9933;p78"/>
            <p:cNvSpPr/>
            <p:nvPr/>
          </p:nvSpPr>
          <p:spPr>
            <a:xfrm>
              <a:off x="3981789" y="3849136"/>
              <a:ext cx="103178" cy="198011"/>
            </a:xfrm>
            <a:custGeom>
              <a:rect b="b" l="l" r="r" t="t"/>
              <a:pathLst>
                <a:path extrusionOk="0" h="6216" w="3239">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34" name="Google Shape;9934;p78"/>
          <p:cNvGrpSpPr/>
          <p:nvPr/>
        </p:nvGrpSpPr>
        <p:grpSpPr>
          <a:xfrm>
            <a:off x="1761909" y="3630961"/>
            <a:ext cx="307974" cy="371716"/>
            <a:chOff x="1761909" y="3811961"/>
            <a:chExt cx="307974" cy="371716"/>
          </a:xfrm>
        </p:grpSpPr>
        <p:sp>
          <p:nvSpPr>
            <p:cNvPr id="9935" name="Google Shape;9935;p78"/>
            <p:cNvSpPr/>
            <p:nvPr/>
          </p:nvSpPr>
          <p:spPr>
            <a:xfrm>
              <a:off x="1761909" y="3811961"/>
              <a:ext cx="307974" cy="371716"/>
            </a:xfrm>
            <a:custGeom>
              <a:rect b="b" l="l" r="r" t="t"/>
              <a:pathLst>
                <a:path extrusionOk="0" h="11669" w="9668">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6" name="Google Shape;9936;p78"/>
            <p:cNvSpPr/>
            <p:nvPr/>
          </p:nvSpPr>
          <p:spPr>
            <a:xfrm>
              <a:off x="1921566" y="3855953"/>
              <a:ext cx="105854" cy="271213"/>
            </a:xfrm>
            <a:custGeom>
              <a:rect b="b" l="l" r="r" t="t"/>
              <a:pathLst>
                <a:path extrusionOk="0" h="8514" w="3323">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7" name="Google Shape;9937;p78"/>
            <p:cNvSpPr/>
            <p:nvPr/>
          </p:nvSpPr>
          <p:spPr>
            <a:xfrm>
              <a:off x="1803990" y="3855953"/>
              <a:ext cx="106619" cy="165773"/>
            </a:xfrm>
            <a:custGeom>
              <a:rect b="b" l="l" r="r" t="t"/>
              <a:pathLst>
                <a:path extrusionOk="0" h="5204" w="3347">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8" name="Google Shape;9938;p78"/>
            <p:cNvSpPr/>
            <p:nvPr/>
          </p:nvSpPr>
          <p:spPr>
            <a:xfrm>
              <a:off x="1824472" y="3932565"/>
              <a:ext cx="63360" cy="11436"/>
            </a:xfrm>
            <a:custGeom>
              <a:rect b="b" l="l" r="r" t="t"/>
              <a:pathLst>
                <a:path extrusionOk="0" h="359" w="1989">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9" name="Google Shape;9939;p78"/>
            <p:cNvSpPr/>
            <p:nvPr/>
          </p:nvSpPr>
          <p:spPr>
            <a:xfrm>
              <a:off x="1824472" y="3907941"/>
              <a:ext cx="63360" cy="11404"/>
            </a:xfrm>
            <a:custGeom>
              <a:rect b="b" l="l" r="r" t="t"/>
              <a:pathLst>
                <a:path extrusionOk="0" h="358" w="1989">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0" name="Google Shape;9940;p78"/>
            <p:cNvSpPr/>
            <p:nvPr/>
          </p:nvSpPr>
          <p:spPr>
            <a:xfrm>
              <a:off x="1824472" y="3882903"/>
              <a:ext cx="63360" cy="11404"/>
            </a:xfrm>
            <a:custGeom>
              <a:rect b="b" l="l" r="r" t="t"/>
              <a:pathLst>
                <a:path extrusionOk="0" h="358" w="1989">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1" name="Google Shape;9941;p78"/>
            <p:cNvSpPr/>
            <p:nvPr/>
          </p:nvSpPr>
          <p:spPr>
            <a:xfrm>
              <a:off x="1824472" y="3957603"/>
              <a:ext cx="63360" cy="11786"/>
            </a:xfrm>
            <a:custGeom>
              <a:rect b="b" l="l" r="r" t="t"/>
              <a:pathLst>
                <a:path extrusionOk="0" h="370" w="1989">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2" name="Google Shape;9942;p78"/>
            <p:cNvSpPr/>
            <p:nvPr/>
          </p:nvSpPr>
          <p:spPr>
            <a:xfrm>
              <a:off x="1824472" y="3983023"/>
              <a:ext cx="63360" cy="11404"/>
            </a:xfrm>
            <a:custGeom>
              <a:rect b="b" l="l" r="r" t="t"/>
              <a:pathLst>
                <a:path extrusionOk="0" h="358" w="1989">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3" name="Google Shape;9943;p78"/>
            <p:cNvSpPr/>
            <p:nvPr/>
          </p:nvSpPr>
          <p:spPr>
            <a:xfrm>
              <a:off x="1852919" y="4057372"/>
              <a:ext cx="32269" cy="32269"/>
            </a:xfrm>
            <a:custGeom>
              <a:rect b="b" l="l" r="r" t="t"/>
              <a:pathLst>
                <a:path extrusionOk="0" h="1013" w="1013">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4" name="Google Shape;9944;p78"/>
            <p:cNvSpPr/>
            <p:nvPr/>
          </p:nvSpPr>
          <p:spPr>
            <a:xfrm>
              <a:off x="1803607" y="4031188"/>
              <a:ext cx="34563" cy="88398"/>
            </a:xfrm>
            <a:custGeom>
              <a:rect b="b" l="l" r="r" t="t"/>
              <a:pathLst>
                <a:path extrusionOk="0" h="2775" w="1085">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5" name="Google Shape;9945;p78"/>
          <p:cNvGrpSpPr/>
          <p:nvPr/>
        </p:nvGrpSpPr>
        <p:grpSpPr>
          <a:xfrm>
            <a:off x="5373342" y="3627935"/>
            <a:ext cx="231395" cy="353145"/>
            <a:chOff x="5373342" y="3808935"/>
            <a:chExt cx="231395" cy="353145"/>
          </a:xfrm>
        </p:grpSpPr>
        <p:sp>
          <p:nvSpPr>
            <p:cNvPr id="9946" name="Google Shape;9946;p78"/>
            <p:cNvSpPr/>
            <p:nvPr/>
          </p:nvSpPr>
          <p:spPr>
            <a:xfrm>
              <a:off x="5422654" y="3832827"/>
              <a:ext cx="132772" cy="114200"/>
            </a:xfrm>
            <a:custGeom>
              <a:rect b="b" l="l" r="r" t="t"/>
              <a:pathLst>
                <a:path extrusionOk="0" h="3585" w="4168">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7" name="Google Shape;9947;p78"/>
            <p:cNvSpPr/>
            <p:nvPr/>
          </p:nvSpPr>
          <p:spPr>
            <a:xfrm>
              <a:off x="5394590" y="3972415"/>
              <a:ext cx="45139" cy="37557"/>
            </a:xfrm>
            <a:custGeom>
              <a:rect b="b" l="l" r="r" t="t"/>
              <a:pathLst>
                <a:path extrusionOk="0" h="1179" w="1417">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8" name="Google Shape;9948;p78"/>
            <p:cNvSpPr/>
            <p:nvPr/>
          </p:nvSpPr>
          <p:spPr>
            <a:xfrm>
              <a:off x="5460179" y="3972415"/>
              <a:ext cx="58072" cy="37557"/>
            </a:xfrm>
            <a:custGeom>
              <a:rect b="b" l="l" r="r" t="t"/>
              <a:pathLst>
                <a:path extrusionOk="0" h="1179" w="1823">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9" name="Google Shape;9949;p78"/>
            <p:cNvSpPr/>
            <p:nvPr/>
          </p:nvSpPr>
          <p:spPr>
            <a:xfrm>
              <a:off x="5538319" y="3972415"/>
              <a:ext cx="45170" cy="37557"/>
            </a:xfrm>
            <a:custGeom>
              <a:rect b="b" l="l" r="r" t="t"/>
              <a:pathLst>
                <a:path extrusionOk="0" h="1179" w="1418">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0" name="Google Shape;9950;p78"/>
            <p:cNvSpPr/>
            <p:nvPr/>
          </p:nvSpPr>
          <p:spPr>
            <a:xfrm>
              <a:off x="5373342" y="3808935"/>
              <a:ext cx="231395" cy="353145"/>
            </a:xfrm>
            <a:custGeom>
              <a:rect b="b" l="l" r="r" t="t"/>
              <a:pathLst>
                <a:path extrusionOk="0" h="11086" w="7264">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1" name="Google Shape;9951;p78"/>
            <p:cNvSpPr/>
            <p:nvPr/>
          </p:nvSpPr>
          <p:spPr>
            <a:xfrm>
              <a:off x="5481426" y="4125255"/>
              <a:ext cx="15195" cy="15195"/>
            </a:xfrm>
            <a:custGeom>
              <a:rect b="b" l="l" r="r" t="t"/>
              <a:pathLst>
                <a:path extrusionOk="0" h="477" w="477">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2" name="Google Shape;9952;p78"/>
            <p:cNvSpPr/>
            <p:nvPr/>
          </p:nvSpPr>
          <p:spPr>
            <a:xfrm>
              <a:off x="5447692" y="3873792"/>
              <a:ext cx="29593" cy="48579"/>
            </a:xfrm>
            <a:custGeom>
              <a:rect b="b" l="l" r="r" t="t"/>
              <a:pathLst>
                <a:path extrusionOk="0" h="1525" w="929">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3" name="Google Shape;9953;p78"/>
            <p:cNvSpPr/>
            <p:nvPr/>
          </p:nvSpPr>
          <p:spPr>
            <a:xfrm>
              <a:off x="5500762" y="3873792"/>
              <a:ext cx="29625" cy="48579"/>
            </a:xfrm>
            <a:custGeom>
              <a:rect b="b" l="l" r="r" t="t"/>
              <a:pathLst>
                <a:path extrusionOk="0" h="1525" w="93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4" name="Google Shape;9954;p78"/>
            <p:cNvSpPr/>
            <p:nvPr/>
          </p:nvSpPr>
          <p:spPr>
            <a:xfrm>
              <a:off x="5482573" y="3909533"/>
              <a:ext cx="15959" cy="17998"/>
            </a:xfrm>
            <a:custGeom>
              <a:rect b="b" l="l" r="r" t="t"/>
              <a:pathLst>
                <a:path extrusionOk="0" h="565" w="501">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55" name="Google Shape;9955;p78"/>
          <p:cNvSpPr/>
          <p:nvPr/>
        </p:nvSpPr>
        <p:spPr>
          <a:xfrm>
            <a:off x="6738361" y="3628700"/>
            <a:ext cx="205210" cy="353399"/>
          </a:xfrm>
          <a:custGeom>
            <a:rect b="b" l="l" r="r" t="t"/>
            <a:pathLst>
              <a:path extrusionOk="0" h="11094" w="6442">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56" name="Google Shape;9956;p78"/>
          <p:cNvGrpSpPr/>
          <p:nvPr/>
        </p:nvGrpSpPr>
        <p:grpSpPr>
          <a:xfrm>
            <a:off x="5833775" y="3628445"/>
            <a:ext cx="235185" cy="352253"/>
            <a:chOff x="5833775" y="3809445"/>
            <a:chExt cx="235185" cy="352253"/>
          </a:xfrm>
        </p:grpSpPr>
        <p:sp>
          <p:nvSpPr>
            <p:cNvPr id="9957" name="Google Shape;9957;p78"/>
            <p:cNvSpPr/>
            <p:nvPr/>
          </p:nvSpPr>
          <p:spPr>
            <a:xfrm>
              <a:off x="5859195" y="3855953"/>
              <a:ext cx="168417" cy="206866"/>
            </a:xfrm>
            <a:custGeom>
              <a:rect b="b" l="l" r="r" t="t"/>
              <a:pathLst>
                <a:path extrusionOk="0" h="6494" w="5287">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8" name="Google Shape;9958;p78"/>
            <p:cNvSpPr/>
            <p:nvPr/>
          </p:nvSpPr>
          <p:spPr>
            <a:xfrm>
              <a:off x="5833775" y="4034946"/>
              <a:ext cx="128981" cy="126751"/>
            </a:xfrm>
            <a:custGeom>
              <a:rect b="b" l="l" r="r" t="t"/>
              <a:pathLst>
                <a:path extrusionOk="0" h="3979" w="4049">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9" name="Google Shape;9959;p78"/>
            <p:cNvSpPr/>
            <p:nvPr/>
          </p:nvSpPr>
          <p:spPr>
            <a:xfrm>
              <a:off x="5836068" y="3809445"/>
              <a:ext cx="232892" cy="278285"/>
            </a:xfrm>
            <a:custGeom>
              <a:rect b="b" l="l" r="r" t="t"/>
              <a:pathLst>
                <a:path extrusionOk="0" h="8736" w="7311">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0" name="Google Shape;9960;p78"/>
          <p:cNvGrpSpPr/>
          <p:nvPr/>
        </p:nvGrpSpPr>
        <p:grpSpPr>
          <a:xfrm>
            <a:off x="4942472" y="3628318"/>
            <a:ext cx="238976" cy="352762"/>
            <a:chOff x="4942472" y="3809318"/>
            <a:chExt cx="238976" cy="352762"/>
          </a:xfrm>
        </p:grpSpPr>
        <p:sp>
          <p:nvSpPr>
            <p:cNvPr id="9961" name="Google Shape;9961;p78"/>
            <p:cNvSpPr/>
            <p:nvPr/>
          </p:nvSpPr>
          <p:spPr>
            <a:xfrm>
              <a:off x="4975473" y="3837159"/>
              <a:ext cx="77790" cy="77790"/>
            </a:xfrm>
            <a:custGeom>
              <a:rect b="b" l="l" r="r" t="t"/>
              <a:pathLst>
                <a:path extrusionOk="0" h="2442" w="2442">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2" name="Google Shape;9962;p78"/>
            <p:cNvSpPr/>
            <p:nvPr/>
          </p:nvSpPr>
          <p:spPr>
            <a:xfrm>
              <a:off x="5056640" y="3837000"/>
              <a:ext cx="90691" cy="77949"/>
            </a:xfrm>
            <a:custGeom>
              <a:rect b="b" l="l" r="r" t="t"/>
              <a:pathLst>
                <a:path extrusionOk="0" h="2447" w="2847">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3" name="Google Shape;9963;p78"/>
            <p:cNvSpPr/>
            <p:nvPr/>
          </p:nvSpPr>
          <p:spPr>
            <a:xfrm>
              <a:off x="4962572" y="3943969"/>
              <a:ext cx="90691" cy="77662"/>
            </a:xfrm>
            <a:custGeom>
              <a:rect b="b" l="l" r="r" t="t"/>
              <a:pathLst>
                <a:path extrusionOk="0" h="2438" w="2847">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4" name="Google Shape;9964;p78"/>
            <p:cNvSpPr/>
            <p:nvPr/>
          </p:nvSpPr>
          <p:spPr>
            <a:xfrm>
              <a:off x="5056640" y="3943969"/>
              <a:ext cx="90691" cy="77949"/>
            </a:xfrm>
            <a:custGeom>
              <a:rect b="b" l="l" r="r" t="t"/>
              <a:pathLst>
                <a:path extrusionOk="0" h="2447" w="2847">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5" name="Google Shape;9965;p78"/>
            <p:cNvSpPr/>
            <p:nvPr/>
          </p:nvSpPr>
          <p:spPr>
            <a:xfrm>
              <a:off x="4975473" y="4050492"/>
              <a:ext cx="77790" cy="78300"/>
            </a:xfrm>
            <a:custGeom>
              <a:rect b="b" l="l" r="r" t="t"/>
              <a:pathLst>
                <a:path extrusionOk="0" h="2458" w="2442">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6" name="Google Shape;9966;p78"/>
            <p:cNvSpPr/>
            <p:nvPr/>
          </p:nvSpPr>
          <p:spPr>
            <a:xfrm>
              <a:off x="5056640" y="4051288"/>
              <a:ext cx="90691" cy="77949"/>
            </a:xfrm>
            <a:custGeom>
              <a:rect b="b" l="l" r="r" t="t"/>
              <a:pathLst>
                <a:path extrusionOk="0" h="2447" w="2847">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7" name="Google Shape;9967;p78"/>
            <p:cNvSpPr/>
            <p:nvPr/>
          </p:nvSpPr>
          <p:spPr>
            <a:xfrm>
              <a:off x="4942472" y="3809318"/>
              <a:ext cx="238976" cy="352762"/>
            </a:xfrm>
            <a:custGeom>
              <a:rect b="b" l="l" r="r" t="t"/>
              <a:pathLst>
                <a:path extrusionOk="0" h="11074" w="7502">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68" name="Google Shape;9968;p78"/>
          <p:cNvGrpSpPr/>
          <p:nvPr/>
        </p:nvGrpSpPr>
        <p:grpSpPr>
          <a:xfrm>
            <a:off x="6266525" y="3626788"/>
            <a:ext cx="260223" cy="353527"/>
            <a:chOff x="6266525" y="3807788"/>
            <a:chExt cx="260223" cy="353527"/>
          </a:xfrm>
        </p:grpSpPr>
        <p:sp>
          <p:nvSpPr>
            <p:cNvPr id="9969" name="Google Shape;9969;p78"/>
            <p:cNvSpPr/>
            <p:nvPr/>
          </p:nvSpPr>
          <p:spPr>
            <a:xfrm>
              <a:off x="6266525" y="3807788"/>
              <a:ext cx="260223" cy="353527"/>
            </a:xfrm>
            <a:custGeom>
              <a:rect b="b" l="l" r="r" t="t"/>
              <a:pathLst>
                <a:path extrusionOk="0" h="11098" w="8169">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0" name="Google Shape;9970;p78"/>
            <p:cNvSpPr/>
            <p:nvPr/>
          </p:nvSpPr>
          <p:spPr>
            <a:xfrm>
              <a:off x="6370085" y="4004652"/>
              <a:ext cx="13284" cy="13284"/>
            </a:xfrm>
            <a:custGeom>
              <a:rect b="b" l="l" r="r" t="t"/>
              <a:pathLst>
                <a:path extrusionOk="0" h="417" w="417">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1" name="Google Shape;9971;p78"/>
            <p:cNvSpPr/>
            <p:nvPr/>
          </p:nvSpPr>
          <p:spPr>
            <a:xfrm>
              <a:off x="6423156" y="4017904"/>
              <a:ext cx="13315" cy="13315"/>
            </a:xfrm>
            <a:custGeom>
              <a:rect b="b" l="l" r="r" t="t"/>
              <a:pathLst>
                <a:path extrusionOk="0" h="418" w="418">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2" name="Google Shape;9972;p78"/>
            <p:cNvSpPr/>
            <p:nvPr/>
          </p:nvSpPr>
          <p:spPr>
            <a:xfrm>
              <a:off x="6364766" y="4050906"/>
              <a:ext cx="13315" cy="13315"/>
            </a:xfrm>
            <a:custGeom>
              <a:rect b="b" l="l" r="r" t="t"/>
              <a:pathLst>
                <a:path extrusionOk="0" h="418" w="418">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73" name="Google Shape;9973;p78"/>
          <p:cNvSpPr/>
          <p:nvPr/>
        </p:nvSpPr>
        <p:spPr>
          <a:xfrm>
            <a:off x="7972870" y="3627967"/>
            <a:ext cx="348749" cy="353877"/>
          </a:xfrm>
          <a:custGeom>
            <a:rect b="b" l="l" r="r" t="t"/>
            <a:pathLst>
              <a:path extrusionOk="0" h="11109" w="10948">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74" name="Google Shape;9974;p78"/>
          <p:cNvGrpSpPr/>
          <p:nvPr/>
        </p:nvGrpSpPr>
        <p:grpSpPr>
          <a:xfrm>
            <a:off x="7184363" y="3628604"/>
            <a:ext cx="202184" cy="352762"/>
            <a:chOff x="7184363" y="3809604"/>
            <a:chExt cx="202184" cy="352762"/>
          </a:xfrm>
        </p:grpSpPr>
        <p:sp>
          <p:nvSpPr>
            <p:cNvPr id="9975" name="Google Shape;9975;p78"/>
            <p:cNvSpPr/>
            <p:nvPr/>
          </p:nvSpPr>
          <p:spPr>
            <a:xfrm>
              <a:off x="7273111" y="3823716"/>
              <a:ext cx="23541" cy="23573"/>
            </a:xfrm>
            <a:custGeom>
              <a:rect b="b" l="l" r="r" t="t"/>
              <a:pathLst>
                <a:path extrusionOk="0" h="740" w="739">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6" name="Google Shape;9976;p78"/>
            <p:cNvSpPr/>
            <p:nvPr/>
          </p:nvSpPr>
          <p:spPr>
            <a:xfrm>
              <a:off x="7184363" y="3809604"/>
              <a:ext cx="202184" cy="352762"/>
            </a:xfrm>
            <a:custGeom>
              <a:rect b="b" l="l" r="r" t="t"/>
              <a:pathLst>
                <a:path extrusionOk="0" h="11074" w="6347">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77" name="Google Shape;9977;p78"/>
          <p:cNvGrpSpPr/>
          <p:nvPr/>
        </p:nvGrpSpPr>
        <p:grpSpPr>
          <a:xfrm>
            <a:off x="7571624" y="3627935"/>
            <a:ext cx="292047" cy="352762"/>
            <a:chOff x="7571624" y="3808935"/>
            <a:chExt cx="292047" cy="352762"/>
          </a:xfrm>
        </p:grpSpPr>
        <p:sp>
          <p:nvSpPr>
            <p:cNvPr id="9978" name="Google Shape;9978;p78"/>
            <p:cNvSpPr/>
            <p:nvPr/>
          </p:nvSpPr>
          <p:spPr>
            <a:xfrm>
              <a:off x="7802955" y="4057755"/>
              <a:ext cx="15227" cy="15195"/>
            </a:xfrm>
            <a:custGeom>
              <a:rect b="b" l="l" r="r" t="t"/>
              <a:pathLst>
                <a:path extrusionOk="0" h="477" w="478">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9" name="Google Shape;9979;p78"/>
            <p:cNvSpPr/>
            <p:nvPr/>
          </p:nvSpPr>
          <p:spPr>
            <a:xfrm>
              <a:off x="7764665" y="4115763"/>
              <a:ext cx="13315" cy="13315"/>
            </a:xfrm>
            <a:custGeom>
              <a:rect b="b" l="l" r="r" t="t"/>
              <a:pathLst>
                <a:path extrusionOk="0" h="418" w="418">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0" name="Google Shape;9980;p78"/>
            <p:cNvSpPr/>
            <p:nvPr/>
          </p:nvSpPr>
          <p:spPr>
            <a:xfrm>
              <a:off x="7653141" y="4048262"/>
              <a:ext cx="13315" cy="13315"/>
            </a:xfrm>
            <a:custGeom>
              <a:rect b="b" l="l" r="r" t="t"/>
              <a:pathLst>
                <a:path extrusionOk="0" h="418" w="418">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1" name="Google Shape;9981;p78"/>
            <p:cNvSpPr/>
            <p:nvPr/>
          </p:nvSpPr>
          <p:spPr>
            <a:xfrm>
              <a:off x="7675917" y="4115763"/>
              <a:ext cx="13284" cy="13315"/>
            </a:xfrm>
            <a:custGeom>
              <a:rect b="b" l="l" r="r" t="t"/>
              <a:pathLst>
                <a:path extrusionOk="0" h="418" w="417">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2" name="Google Shape;9982;p78"/>
            <p:cNvSpPr/>
            <p:nvPr/>
          </p:nvSpPr>
          <p:spPr>
            <a:xfrm>
              <a:off x="7715736" y="4062660"/>
              <a:ext cx="16342" cy="15959"/>
            </a:xfrm>
            <a:custGeom>
              <a:rect b="b" l="l" r="r" t="t"/>
              <a:pathLst>
                <a:path extrusionOk="0" h="501" w="513">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3" name="Google Shape;9983;p78"/>
            <p:cNvSpPr/>
            <p:nvPr/>
          </p:nvSpPr>
          <p:spPr>
            <a:xfrm>
              <a:off x="7571624" y="3808935"/>
              <a:ext cx="292047" cy="352762"/>
            </a:xfrm>
            <a:custGeom>
              <a:rect b="b" l="l" r="r" t="t"/>
              <a:pathLst>
                <a:path extrusionOk="0" h="11074" w="9168">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4" name="Google Shape;9984;p78"/>
          <p:cNvGrpSpPr/>
          <p:nvPr/>
        </p:nvGrpSpPr>
        <p:grpSpPr>
          <a:xfrm>
            <a:off x="2174559" y="3175116"/>
            <a:ext cx="364135" cy="359930"/>
            <a:chOff x="2174559" y="3356116"/>
            <a:chExt cx="364135" cy="359930"/>
          </a:xfrm>
        </p:grpSpPr>
        <p:sp>
          <p:nvSpPr>
            <p:cNvPr id="9985" name="Google Shape;9985;p78"/>
            <p:cNvSpPr/>
            <p:nvPr/>
          </p:nvSpPr>
          <p:spPr>
            <a:xfrm>
              <a:off x="2273915" y="3452414"/>
              <a:ext cx="166920" cy="166920"/>
            </a:xfrm>
            <a:custGeom>
              <a:rect b="b" l="l" r="r" t="t"/>
              <a:pathLst>
                <a:path extrusionOk="0" h="5240" w="524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6" name="Google Shape;9986;p78"/>
            <p:cNvSpPr/>
            <p:nvPr/>
          </p:nvSpPr>
          <p:spPr>
            <a:xfrm>
              <a:off x="2174559" y="3356116"/>
              <a:ext cx="364135" cy="359930"/>
            </a:xfrm>
            <a:custGeom>
              <a:rect b="b" l="l" r="r" t="t"/>
              <a:pathLst>
                <a:path extrusionOk="0" h="11299" w="11431">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7" name="Google Shape;9987;p78"/>
          <p:cNvGrpSpPr/>
          <p:nvPr/>
        </p:nvGrpSpPr>
        <p:grpSpPr>
          <a:xfrm>
            <a:off x="1731934" y="3174639"/>
            <a:ext cx="368371" cy="361554"/>
            <a:chOff x="1731934" y="3355639"/>
            <a:chExt cx="368371" cy="361554"/>
          </a:xfrm>
        </p:grpSpPr>
        <p:sp>
          <p:nvSpPr>
            <p:cNvPr id="9988" name="Google Shape;9988;p78"/>
            <p:cNvSpPr/>
            <p:nvPr/>
          </p:nvSpPr>
          <p:spPr>
            <a:xfrm>
              <a:off x="1812336" y="3533963"/>
              <a:ext cx="41762" cy="41762"/>
            </a:xfrm>
            <a:custGeom>
              <a:rect b="b" l="l" r="r" t="t"/>
              <a:pathLst>
                <a:path extrusionOk="0" h="1311" w="1311">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9" name="Google Shape;9989;p78"/>
            <p:cNvSpPr/>
            <p:nvPr/>
          </p:nvSpPr>
          <p:spPr>
            <a:xfrm>
              <a:off x="1731934" y="3355639"/>
              <a:ext cx="368371" cy="361554"/>
            </a:xfrm>
            <a:custGeom>
              <a:rect b="b" l="l" r="r" t="t"/>
              <a:pathLst>
                <a:path extrusionOk="0" h="11350" w="11564">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0" name="Google Shape;9990;p78"/>
          <p:cNvGrpSpPr/>
          <p:nvPr/>
        </p:nvGrpSpPr>
        <p:grpSpPr>
          <a:xfrm>
            <a:off x="3990517" y="3173173"/>
            <a:ext cx="279559" cy="363402"/>
            <a:chOff x="3990517" y="3354173"/>
            <a:chExt cx="279559" cy="363402"/>
          </a:xfrm>
        </p:grpSpPr>
        <p:sp>
          <p:nvSpPr>
            <p:cNvPr id="9991" name="Google Shape;9991;p78"/>
            <p:cNvSpPr/>
            <p:nvPr/>
          </p:nvSpPr>
          <p:spPr>
            <a:xfrm>
              <a:off x="3990517" y="3354173"/>
              <a:ext cx="279559" cy="363402"/>
            </a:xfrm>
            <a:custGeom>
              <a:rect b="b" l="l" r="r" t="t"/>
              <a:pathLst>
                <a:path extrusionOk="0" h="11408" w="8776">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2" name="Google Shape;9992;p78"/>
            <p:cNvSpPr/>
            <p:nvPr/>
          </p:nvSpPr>
          <p:spPr>
            <a:xfrm>
              <a:off x="4102009" y="3418680"/>
              <a:ext cx="36824" cy="37175"/>
            </a:xfrm>
            <a:custGeom>
              <a:rect b="b" l="l" r="r" t="t"/>
              <a:pathLst>
                <a:path extrusionOk="0" h="1167" w="1156">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3" name="Google Shape;9993;p78"/>
            <p:cNvSpPr/>
            <p:nvPr/>
          </p:nvSpPr>
          <p:spPr>
            <a:xfrm>
              <a:off x="4083820" y="3615129"/>
              <a:ext cx="37175" cy="36824"/>
            </a:xfrm>
            <a:custGeom>
              <a:rect b="b" l="l" r="r" t="t"/>
              <a:pathLst>
                <a:path extrusionOk="0" h="1156" w="1167">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4" name="Google Shape;9994;p78"/>
          <p:cNvGrpSpPr/>
          <p:nvPr/>
        </p:nvGrpSpPr>
        <p:grpSpPr>
          <a:xfrm>
            <a:off x="3497847" y="3236374"/>
            <a:ext cx="379680" cy="237606"/>
            <a:chOff x="3497847" y="3417374"/>
            <a:chExt cx="379680" cy="237606"/>
          </a:xfrm>
        </p:grpSpPr>
        <p:sp>
          <p:nvSpPr>
            <p:cNvPr id="9995" name="Google Shape;9995;p78"/>
            <p:cNvSpPr/>
            <p:nvPr/>
          </p:nvSpPr>
          <p:spPr>
            <a:xfrm>
              <a:off x="3557767" y="3444833"/>
              <a:ext cx="113818" cy="113818"/>
            </a:xfrm>
            <a:custGeom>
              <a:rect b="b" l="l" r="r" t="t"/>
              <a:pathLst>
                <a:path extrusionOk="0" h="3573" w="3573">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6" name="Google Shape;9996;p78"/>
            <p:cNvSpPr/>
            <p:nvPr/>
          </p:nvSpPr>
          <p:spPr>
            <a:xfrm>
              <a:off x="3706434" y="3518418"/>
              <a:ext cx="62595" cy="62595"/>
            </a:xfrm>
            <a:custGeom>
              <a:rect b="b" l="l" r="r" t="t"/>
              <a:pathLst>
                <a:path extrusionOk="0" h="1965" w="1965">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7" name="Google Shape;9997;p78"/>
            <p:cNvSpPr/>
            <p:nvPr/>
          </p:nvSpPr>
          <p:spPr>
            <a:xfrm>
              <a:off x="3780019" y="3518418"/>
              <a:ext cx="62595" cy="62595"/>
            </a:xfrm>
            <a:custGeom>
              <a:rect b="b" l="l" r="r" t="t"/>
              <a:pathLst>
                <a:path extrusionOk="0" h="1965" w="1965">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8" name="Google Shape;9998;p78"/>
            <p:cNvSpPr/>
            <p:nvPr/>
          </p:nvSpPr>
          <p:spPr>
            <a:xfrm>
              <a:off x="3497847" y="3417374"/>
              <a:ext cx="379680" cy="237606"/>
            </a:xfrm>
            <a:custGeom>
              <a:rect b="b" l="l" r="r" t="t"/>
              <a:pathLst>
                <a:path extrusionOk="0" h="7459" w="11919">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9" name="Google Shape;9999;p78"/>
          <p:cNvGrpSpPr/>
          <p:nvPr/>
        </p:nvGrpSpPr>
        <p:grpSpPr>
          <a:xfrm>
            <a:off x="2612597" y="3186075"/>
            <a:ext cx="376271" cy="337982"/>
            <a:chOff x="2612597" y="3367075"/>
            <a:chExt cx="376271" cy="337982"/>
          </a:xfrm>
        </p:grpSpPr>
        <p:sp>
          <p:nvSpPr>
            <p:cNvPr id="10000" name="Google Shape;10000;p78"/>
            <p:cNvSpPr/>
            <p:nvPr/>
          </p:nvSpPr>
          <p:spPr>
            <a:xfrm>
              <a:off x="2612597" y="3367075"/>
              <a:ext cx="376271" cy="337982"/>
            </a:xfrm>
            <a:custGeom>
              <a:rect b="b" l="l" r="r" t="t"/>
              <a:pathLst>
                <a:path extrusionOk="0" h="10610" w="11812">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1" name="Google Shape;10001;p78"/>
            <p:cNvSpPr/>
            <p:nvPr/>
          </p:nvSpPr>
          <p:spPr>
            <a:xfrm>
              <a:off x="2784805" y="3588212"/>
              <a:ext cx="31505" cy="47432"/>
            </a:xfrm>
            <a:custGeom>
              <a:rect b="b" l="l" r="r" t="t"/>
              <a:pathLst>
                <a:path extrusionOk="0" h="1489" w="989">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02" name="Google Shape;10002;p78"/>
          <p:cNvGrpSpPr/>
          <p:nvPr/>
        </p:nvGrpSpPr>
        <p:grpSpPr>
          <a:xfrm>
            <a:off x="3071914" y="3183431"/>
            <a:ext cx="343652" cy="342505"/>
            <a:chOff x="3071914" y="3364431"/>
            <a:chExt cx="343652" cy="342505"/>
          </a:xfrm>
        </p:grpSpPr>
        <p:sp>
          <p:nvSpPr>
            <p:cNvPr id="10003" name="Google Shape;10003;p78"/>
            <p:cNvSpPr/>
            <p:nvPr/>
          </p:nvSpPr>
          <p:spPr>
            <a:xfrm>
              <a:off x="3157636" y="3408390"/>
              <a:ext cx="12519" cy="11054"/>
            </a:xfrm>
            <a:custGeom>
              <a:rect b="b" l="l" r="r" t="t"/>
              <a:pathLst>
                <a:path extrusionOk="0" h="347" w="393">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4" name="Google Shape;10004;p78"/>
            <p:cNvSpPr/>
            <p:nvPr/>
          </p:nvSpPr>
          <p:spPr>
            <a:xfrm>
              <a:off x="3072679" y="3696678"/>
              <a:ext cx="11404" cy="10257"/>
            </a:xfrm>
            <a:custGeom>
              <a:rect b="b" l="l" r="r" t="t"/>
              <a:pathLst>
                <a:path extrusionOk="0" h="322" w="358">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5" name="Google Shape;10005;p78"/>
            <p:cNvSpPr/>
            <p:nvPr/>
          </p:nvSpPr>
          <p:spPr>
            <a:xfrm>
              <a:off x="3231571" y="3530937"/>
              <a:ext cx="11404" cy="10640"/>
            </a:xfrm>
            <a:custGeom>
              <a:rect b="b" l="l" r="r" t="t"/>
              <a:pathLst>
                <a:path extrusionOk="0" h="334" w="358">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6" name="Google Shape;10006;p78"/>
            <p:cNvSpPr/>
            <p:nvPr/>
          </p:nvSpPr>
          <p:spPr>
            <a:xfrm>
              <a:off x="3317293" y="3653005"/>
              <a:ext cx="12933" cy="10703"/>
            </a:xfrm>
            <a:custGeom>
              <a:rect b="b" l="l" r="r" t="t"/>
              <a:pathLst>
                <a:path extrusionOk="0" h="336" w="406">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7" name="Google Shape;10007;p78"/>
            <p:cNvSpPr/>
            <p:nvPr/>
          </p:nvSpPr>
          <p:spPr>
            <a:xfrm>
              <a:off x="3071914" y="3364431"/>
              <a:ext cx="343652" cy="342505"/>
            </a:xfrm>
            <a:custGeom>
              <a:rect b="b" l="l" r="r" t="t"/>
              <a:pathLst>
                <a:path extrusionOk="0" h="10752" w="10788">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08" name="Google Shape;10008;p78"/>
          <p:cNvGrpSpPr/>
          <p:nvPr/>
        </p:nvGrpSpPr>
        <p:grpSpPr>
          <a:xfrm>
            <a:off x="897141" y="3178875"/>
            <a:ext cx="257962" cy="352762"/>
            <a:chOff x="897141" y="3359875"/>
            <a:chExt cx="257962" cy="352762"/>
          </a:xfrm>
        </p:grpSpPr>
        <p:sp>
          <p:nvSpPr>
            <p:cNvPr id="10009" name="Google Shape;10009;p78"/>
            <p:cNvSpPr/>
            <p:nvPr/>
          </p:nvSpPr>
          <p:spPr>
            <a:xfrm>
              <a:off x="897141" y="3359875"/>
              <a:ext cx="257962" cy="352762"/>
            </a:xfrm>
            <a:custGeom>
              <a:rect b="b" l="l" r="r" t="t"/>
              <a:pathLst>
                <a:path extrusionOk="0" h="11074" w="8098">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0" name="Google Shape;10010;p78"/>
            <p:cNvSpPr/>
            <p:nvPr/>
          </p:nvSpPr>
          <p:spPr>
            <a:xfrm>
              <a:off x="945688" y="3593691"/>
              <a:ext cx="160485" cy="89736"/>
            </a:xfrm>
            <a:custGeom>
              <a:rect b="b" l="l" r="r" t="t"/>
              <a:pathLst>
                <a:path extrusionOk="0" h="2817" w="5038">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1" name="Google Shape;10011;p78"/>
            <p:cNvSpPr/>
            <p:nvPr/>
          </p:nvSpPr>
          <p:spPr>
            <a:xfrm>
              <a:off x="1045076" y="3638256"/>
              <a:ext cx="27332" cy="27714"/>
            </a:xfrm>
            <a:custGeom>
              <a:rect b="b" l="l" r="r" t="t"/>
              <a:pathLst>
                <a:path extrusionOk="0" h="870" w="858">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2" name="Google Shape;10012;p78"/>
            <p:cNvSpPr/>
            <p:nvPr/>
          </p:nvSpPr>
          <p:spPr>
            <a:xfrm>
              <a:off x="976046" y="3643194"/>
              <a:ext cx="28096" cy="27332"/>
            </a:xfrm>
            <a:custGeom>
              <a:rect b="b" l="l" r="r" t="t"/>
              <a:pathLst>
                <a:path extrusionOk="0" h="858" w="882">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3" name="Google Shape;10013;p78"/>
            <p:cNvSpPr/>
            <p:nvPr/>
          </p:nvSpPr>
          <p:spPr>
            <a:xfrm>
              <a:off x="1004493" y="3613218"/>
              <a:ext cx="31505" cy="31154"/>
            </a:xfrm>
            <a:custGeom>
              <a:rect b="b" l="l" r="r" t="t"/>
              <a:pathLst>
                <a:path extrusionOk="0" h="978" w="989">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4" name="Google Shape;10014;p78"/>
            <p:cNvSpPr/>
            <p:nvPr/>
          </p:nvSpPr>
          <p:spPr>
            <a:xfrm>
              <a:off x="991209" y="3555975"/>
              <a:ext cx="31505" cy="31122"/>
            </a:xfrm>
            <a:custGeom>
              <a:rect b="b" l="l" r="r" t="t"/>
              <a:pathLst>
                <a:path extrusionOk="0" h="977" w="989">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5" name="Google Shape;10015;p78"/>
            <p:cNvSpPr/>
            <p:nvPr/>
          </p:nvSpPr>
          <p:spPr>
            <a:xfrm>
              <a:off x="1023447" y="3528261"/>
              <a:ext cx="31505" cy="31154"/>
            </a:xfrm>
            <a:custGeom>
              <a:rect b="b" l="l" r="r" t="t"/>
              <a:pathLst>
                <a:path extrusionOk="0" h="978" w="989">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6" name="Google Shape;10016;p78"/>
            <p:cNvSpPr/>
            <p:nvPr/>
          </p:nvSpPr>
          <p:spPr>
            <a:xfrm>
              <a:off x="1008284" y="3488442"/>
              <a:ext cx="28096" cy="27714"/>
            </a:xfrm>
            <a:custGeom>
              <a:rect b="b" l="l" r="r" t="t"/>
              <a:pathLst>
                <a:path extrusionOk="0" h="870" w="882">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17" name="Google Shape;10017;p78"/>
          <p:cNvGrpSpPr/>
          <p:nvPr/>
        </p:nvGrpSpPr>
        <p:grpSpPr>
          <a:xfrm>
            <a:off x="1333682" y="3163330"/>
            <a:ext cx="271213" cy="383088"/>
            <a:chOff x="1333682" y="3344330"/>
            <a:chExt cx="271213" cy="383088"/>
          </a:xfrm>
        </p:grpSpPr>
        <p:sp>
          <p:nvSpPr>
            <p:cNvPr id="10018" name="Google Shape;10018;p78"/>
            <p:cNvSpPr/>
            <p:nvPr/>
          </p:nvSpPr>
          <p:spPr>
            <a:xfrm>
              <a:off x="1334065" y="3377332"/>
              <a:ext cx="270831" cy="350086"/>
            </a:xfrm>
            <a:custGeom>
              <a:rect b="b" l="l" r="r" t="t"/>
              <a:pathLst>
                <a:path extrusionOk="0" h="10990" w="8502">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9" name="Google Shape;10019;p78"/>
            <p:cNvSpPr/>
            <p:nvPr/>
          </p:nvSpPr>
          <p:spPr>
            <a:xfrm>
              <a:off x="1333682" y="3344330"/>
              <a:ext cx="189697" cy="292461"/>
            </a:xfrm>
            <a:custGeom>
              <a:rect b="b" l="l" r="r" t="t"/>
              <a:pathLst>
                <a:path extrusionOk="0" h="9181" w="5955">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0" name="Google Shape;10020;p78"/>
            <p:cNvSpPr/>
            <p:nvPr/>
          </p:nvSpPr>
          <p:spPr>
            <a:xfrm>
              <a:off x="1444060" y="3469488"/>
              <a:ext cx="100917" cy="11404"/>
            </a:xfrm>
            <a:custGeom>
              <a:rect b="b" l="l" r="r" t="t"/>
              <a:pathLst>
                <a:path extrusionOk="0" h="358" w="3168">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1" name="Google Shape;10021;p78"/>
            <p:cNvSpPr/>
            <p:nvPr/>
          </p:nvSpPr>
          <p:spPr>
            <a:xfrm>
              <a:off x="1444060" y="3493762"/>
              <a:ext cx="100917" cy="11404"/>
            </a:xfrm>
            <a:custGeom>
              <a:rect b="b" l="l" r="r" t="t"/>
              <a:pathLst>
                <a:path extrusionOk="0" h="358" w="3168">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2" name="Google Shape;10022;p78"/>
            <p:cNvSpPr/>
            <p:nvPr/>
          </p:nvSpPr>
          <p:spPr>
            <a:xfrm>
              <a:off x="1444060" y="3541927"/>
              <a:ext cx="100917" cy="11404"/>
            </a:xfrm>
            <a:custGeom>
              <a:rect b="b" l="l" r="r" t="t"/>
              <a:pathLst>
                <a:path extrusionOk="0" h="358" w="3168">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3" name="Google Shape;10023;p78"/>
            <p:cNvSpPr/>
            <p:nvPr/>
          </p:nvSpPr>
          <p:spPr>
            <a:xfrm>
              <a:off x="1444060" y="3565818"/>
              <a:ext cx="100917" cy="11404"/>
            </a:xfrm>
            <a:custGeom>
              <a:rect b="b" l="l" r="r" t="t"/>
              <a:pathLst>
                <a:path extrusionOk="0" h="358" w="3168">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4" name="Google Shape;10024;p78"/>
            <p:cNvSpPr/>
            <p:nvPr/>
          </p:nvSpPr>
          <p:spPr>
            <a:xfrm>
              <a:off x="1444060" y="3614747"/>
              <a:ext cx="100917" cy="11404"/>
            </a:xfrm>
            <a:custGeom>
              <a:rect b="b" l="l" r="r" t="t"/>
              <a:pathLst>
                <a:path extrusionOk="0" h="358" w="3168">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5" name="Google Shape;10025;p78"/>
            <p:cNvSpPr/>
            <p:nvPr/>
          </p:nvSpPr>
          <p:spPr>
            <a:xfrm>
              <a:off x="1444060" y="3638256"/>
              <a:ext cx="100917" cy="11404"/>
            </a:xfrm>
            <a:custGeom>
              <a:rect b="b" l="l" r="r" t="t"/>
              <a:pathLst>
                <a:path extrusionOk="0" h="358" w="3168">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6" name="Google Shape;10026;p78"/>
            <p:cNvSpPr/>
            <p:nvPr/>
          </p:nvSpPr>
          <p:spPr>
            <a:xfrm>
              <a:off x="1371622" y="3459454"/>
              <a:ext cx="70208" cy="57084"/>
            </a:xfrm>
            <a:custGeom>
              <a:rect b="b" l="l" r="r" t="t"/>
              <a:pathLst>
                <a:path extrusionOk="0" h="1792" w="2204">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7" name="Google Shape;10027;p78"/>
            <p:cNvSpPr/>
            <p:nvPr/>
          </p:nvSpPr>
          <p:spPr>
            <a:xfrm>
              <a:off x="1371622" y="3532434"/>
              <a:ext cx="70208" cy="56543"/>
            </a:xfrm>
            <a:custGeom>
              <a:rect b="b" l="l" r="r" t="t"/>
              <a:pathLst>
                <a:path extrusionOk="0" h="1775" w="2204">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8" name="Google Shape;10028;p78"/>
            <p:cNvSpPr/>
            <p:nvPr/>
          </p:nvSpPr>
          <p:spPr>
            <a:xfrm>
              <a:off x="1371622" y="3605254"/>
              <a:ext cx="70208" cy="55810"/>
            </a:xfrm>
            <a:custGeom>
              <a:rect b="b" l="l" r="r" t="t"/>
              <a:pathLst>
                <a:path extrusionOk="0" h="1752" w="2204">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29" name="Google Shape;10029;p78"/>
          <p:cNvGrpSpPr/>
          <p:nvPr/>
        </p:nvGrpSpPr>
        <p:grpSpPr>
          <a:xfrm>
            <a:off x="6664394" y="3165974"/>
            <a:ext cx="353113" cy="351998"/>
            <a:chOff x="6664394" y="3346974"/>
            <a:chExt cx="353113" cy="351998"/>
          </a:xfrm>
        </p:grpSpPr>
        <p:sp>
          <p:nvSpPr>
            <p:cNvPr id="10030" name="Google Shape;10030;p78"/>
            <p:cNvSpPr/>
            <p:nvPr/>
          </p:nvSpPr>
          <p:spPr>
            <a:xfrm>
              <a:off x="6788023" y="3450917"/>
              <a:ext cx="37207" cy="37175"/>
            </a:xfrm>
            <a:custGeom>
              <a:rect b="b" l="l" r="r" t="t"/>
              <a:pathLst>
                <a:path extrusionOk="0" h="1167" w="1168">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1" name="Google Shape;10031;p78"/>
            <p:cNvSpPr/>
            <p:nvPr/>
          </p:nvSpPr>
          <p:spPr>
            <a:xfrm>
              <a:off x="6874892" y="3495641"/>
              <a:ext cx="36824" cy="36824"/>
            </a:xfrm>
            <a:custGeom>
              <a:rect b="b" l="l" r="r" t="t"/>
              <a:pathLst>
                <a:path extrusionOk="0" h="1156" w="1156">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2" name="Google Shape;10032;p78"/>
            <p:cNvSpPr/>
            <p:nvPr/>
          </p:nvSpPr>
          <p:spPr>
            <a:xfrm>
              <a:off x="6780059" y="3538136"/>
              <a:ext cx="53134" cy="53134"/>
            </a:xfrm>
            <a:custGeom>
              <a:rect b="b" l="l" r="r" t="t"/>
              <a:pathLst>
                <a:path extrusionOk="0" h="1668" w="1668">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3" name="Google Shape;10033;p78"/>
            <p:cNvSpPr/>
            <p:nvPr/>
          </p:nvSpPr>
          <p:spPr>
            <a:xfrm>
              <a:off x="6664394" y="3346974"/>
              <a:ext cx="353113" cy="351998"/>
            </a:xfrm>
            <a:custGeom>
              <a:rect b="b" l="l" r="r" t="t"/>
              <a:pathLst>
                <a:path extrusionOk="0" h="11050" w="11085">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4" name="Google Shape;10034;p78"/>
            <p:cNvSpPr/>
            <p:nvPr/>
          </p:nvSpPr>
          <p:spPr>
            <a:xfrm>
              <a:off x="6938984" y="3622042"/>
              <a:ext cx="53899" cy="51605"/>
            </a:xfrm>
            <a:custGeom>
              <a:rect b="b" l="l" r="r" t="t"/>
              <a:pathLst>
                <a:path extrusionOk="0" h="1620" w="1692">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5" name="Google Shape;10035;p78"/>
          <p:cNvGrpSpPr/>
          <p:nvPr/>
        </p:nvGrpSpPr>
        <p:grpSpPr>
          <a:xfrm>
            <a:off x="849741" y="1778307"/>
            <a:ext cx="399398" cy="375443"/>
            <a:chOff x="849741" y="1959307"/>
            <a:chExt cx="399398" cy="375443"/>
          </a:xfrm>
        </p:grpSpPr>
        <p:sp>
          <p:nvSpPr>
            <p:cNvPr id="10036" name="Google Shape;10036;p78"/>
            <p:cNvSpPr/>
            <p:nvPr/>
          </p:nvSpPr>
          <p:spPr>
            <a:xfrm>
              <a:off x="849741" y="1959307"/>
              <a:ext cx="399398" cy="375443"/>
            </a:xfrm>
            <a:custGeom>
              <a:rect b="b" l="l" r="r" t="t"/>
              <a:pathLst>
                <a:path extrusionOk="0" h="11786" w="12538">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7" name="Google Shape;10037;p78"/>
            <p:cNvSpPr/>
            <p:nvPr/>
          </p:nvSpPr>
          <p:spPr>
            <a:xfrm>
              <a:off x="986654" y="2041588"/>
              <a:ext cx="180204" cy="177082"/>
            </a:xfrm>
            <a:custGeom>
              <a:rect b="b" l="l" r="r" t="t"/>
              <a:pathLst>
                <a:path extrusionOk="0" h="5559" w="5657">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38" name="Google Shape;10038;p78"/>
          <p:cNvGrpSpPr/>
          <p:nvPr/>
        </p:nvGrpSpPr>
        <p:grpSpPr>
          <a:xfrm>
            <a:off x="1284212" y="1782766"/>
            <a:ext cx="379489" cy="366046"/>
            <a:chOff x="1284212" y="1963766"/>
            <a:chExt cx="379489" cy="366046"/>
          </a:xfrm>
        </p:grpSpPr>
        <p:sp>
          <p:nvSpPr>
            <p:cNvPr id="10039" name="Google Shape;10039;p78"/>
            <p:cNvSpPr/>
            <p:nvPr/>
          </p:nvSpPr>
          <p:spPr>
            <a:xfrm>
              <a:off x="1436861" y="2112975"/>
              <a:ext cx="69444" cy="68902"/>
            </a:xfrm>
            <a:custGeom>
              <a:rect b="b" l="l" r="r" t="t"/>
              <a:pathLst>
                <a:path extrusionOk="0" h="2163" w="218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0" name="Google Shape;10040;p78"/>
            <p:cNvSpPr/>
            <p:nvPr/>
          </p:nvSpPr>
          <p:spPr>
            <a:xfrm>
              <a:off x="1284212" y="1963766"/>
              <a:ext cx="379489" cy="366046"/>
            </a:xfrm>
            <a:custGeom>
              <a:rect b="b" l="l" r="r" t="t"/>
              <a:pathLst>
                <a:path extrusionOk="0" h="11491" w="11913">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1" name="Google Shape;10041;p78"/>
          <p:cNvGrpSpPr/>
          <p:nvPr/>
        </p:nvGrpSpPr>
        <p:grpSpPr>
          <a:xfrm>
            <a:off x="3037766" y="1788564"/>
            <a:ext cx="370219" cy="354928"/>
            <a:chOff x="3037766" y="1969564"/>
            <a:chExt cx="370219" cy="354928"/>
          </a:xfrm>
        </p:grpSpPr>
        <p:sp>
          <p:nvSpPr>
            <p:cNvPr id="10042" name="Google Shape;10042;p78"/>
            <p:cNvSpPr/>
            <p:nvPr/>
          </p:nvSpPr>
          <p:spPr>
            <a:xfrm>
              <a:off x="3037766" y="1969564"/>
              <a:ext cx="370219" cy="354928"/>
            </a:xfrm>
            <a:custGeom>
              <a:rect b="b" l="l" r="r" t="t"/>
              <a:pathLst>
                <a:path extrusionOk="0" h="11142" w="11622">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3" name="Google Shape;10043;p78"/>
            <p:cNvSpPr/>
            <p:nvPr/>
          </p:nvSpPr>
          <p:spPr>
            <a:xfrm>
              <a:off x="3081757" y="2197136"/>
              <a:ext cx="11436" cy="10448"/>
            </a:xfrm>
            <a:custGeom>
              <a:rect b="b" l="l" r="r" t="t"/>
              <a:pathLst>
                <a:path extrusionOk="0" h="328" w="359">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4" name="Google Shape;10044;p78"/>
            <p:cNvSpPr/>
            <p:nvPr/>
          </p:nvSpPr>
          <p:spPr>
            <a:xfrm>
              <a:off x="3081375" y="2168689"/>
              <a:ext cx="11436" cy="10448"/>
            </a:xfrm>
            <a:custGeom>
              <a:rect b="b" l="l" r="r" t="t"/>
              <a:pathLst>
                <a:path extrusionOk="0" h="328" w="359">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5" name="Google Shape;10045;p78"/>
            <p:cNvSpPr/>
            <p:nvPr/>
          </p:nvSpPr>
          <p:spPr>
            <a:xfrm>
              <a:off x="3298340" y="2210770"/>
              <a:ext cx="11404" cy="10480"/>
            </a:xfrm>
            <a:custGeom>
              <a:rect b="b" l="l" r="r" t="t"/>
              <a:pathLst>
                <a:path extrusionOk="0" h="329" w="358">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6" name="Google Shape;10046;p78"/>
          <p:cNvGrpSpPr/>
          <p:nvPr/>
        </p:nvGrpSpPr>
        <p:grpSpPr>
          <a:xfrm>
            <a:off x="3982553" y="1790730"/>
            <a:ext cx="304566" cy="350501"/>
            <a:chOff x="3982553" y="1971730"/>
            <a:chExt cx="304566" cy="350501"/>
          </a:xfrm>
        </p:grpSpPr>
        <p:sp>
          <p:nvSpPr>
            <p:cNvPr id="10047" name="Google Shape;10047;p78"/>
            <p:cNvSpPr/>
            <p:nvPr/>
          </p:nvSpPr>
          <p:spPr>
            <a:xfrm>
              <a:off x="4037535" y="2176558"/>
              <a:ext cx="196513" cy="145673"/>
            </a:xfrm>
            <a:custGeom>
              <a:rect b="b" l="l" r="r" t="t"/>
              <a:pathLst>
                <a:path extrusionOk="0" h="4573" w="6169">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8" name="Google Shape;10048;p78"/>
            <p:cNvSpPr/>
            <p:nvPr/>
          </p:nvSpPr>
          <p:spPr>
            <a:xfrm>
              <a:off x="3982553" y="1971730"/>
              <a:ext cx="304566" cy="272360"/>
            </a:xfrm>
            <a:custGeom>
              <a:rect b="b" l="l" r="r" t="t"/>
              <a:pathLst>
                <a:path extrusionOk="0" h="8550" w="9561">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49" name="Google Shape;10049;p78"/>
          <p:cNvGrpSpPr/>
          <p:nvPr/>
        </p:nvGrpSpPr>
        <p:grpSpPr>
          <a:xfrm>
            <a:off x="2567841" y="1813124"/>
            <a:ext cx="399812" cy="306477"/>
            <a:chOff x="2567841" y="1994124"/>
            <a:chExt cx="399812" cy="306477"/>
          </a:xfrm>
        </p:grpSpPr>
        <p:sp>
          <p:nvSpPr>
            <p:cNvPr id="10050" name="Google Shape;10050;p78"/>
            <p:cNvSpPr/>
            <p:nvPr/>
          </p:nvSpPr>
          <p:spPr>
            <a:xfrm>
              <a:off x="2567841" y="1994124"/>
              <a:ext cx="399812" cy="306477"/>
            </a:xfrm>
            <a:custGeom>
              <a:rect b="b" l="l" r="r" t="t"/>
              <a:pathLst>
                <a:path extrusionOk="0" h="9621" w="12551">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1" name="Google Shape;10051;p78"/>
            <p:cNvSpPr/>
            <p:nvPr/>
          </p:nvSpPr>
          <p:spPr>
            <a:xfrm>
              <a:off x="2623237" y="2113963"/>
              <a:ext cx="287523" cy="77025"/>
            </a:xfrm>
            <a:custGeom>
              <a:rect b="b" l="l" r="r" t="t"/>
              <a:pathLst>
                <a:path extrusionOk="0" h="2418" w="9026">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2" name="Google Shape;10052;p78"/>
            <p:cNvSpPr/>
            <p:nvPr/>
          </p:nvSpPr>
          <p:spPr>
            <a:xfrm>
              <a:off x="2623237" y="2017251"/>
              <a:ext cx="287523" cy="77025"/>
            </a:xfrm>
            <a:custGeom>
              <a:rect b="b" l="l" r="r" t="t"/>
              <a:pathLst>
                <a:path extrusionOk="0" h="2418" w="9026">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53" name="Google Shape;10053;p78"/>
          <p:cNvGrpSpPr/>
          <p:nvPr/>
        </p:nvGrpSpPr>
        <p:grpSpPr>
          <a:xfrm>
            <a:off x="2212084" y="1779358"/>
            <a:ext cx="324698" cy="372863"/>
            <a:chOff x="2212084" y="1960358"/>
            <a:chExt cx="324698" cy="372863"/>
          </a:xfrm>
        </p:grpSpPr>
        <p:sp>
          <p:nvSpPr>
            <p:cNvPr id="10054" name="Google Shape;10054;p78"/>
            <p:cNvSpPr/>
            <p:nvPr/>
          </p:nvSpPr>
          <p:spPr>
            <a:xfrm>
              <a:off x="2291371" y="2128011"/>
              <a:ext cx="166888" cy="166888"/>
            </a:xfrm>
            <a:custGeom>
              <a:rect b="b" l="l" r="r" t="t"/>
              <a:pathLst>
                <a:path extrusionOk="0" h="5239" w="5239">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5" name="Google Shape;10055;p78"/>
            <p:cNvSpPr/>
            <p:nvPr/>
          </p:nvSpPr>
          <p:spPr>
            <a:xfrm>
              <a:off x="2212084" y="1960358"/>
              <a:ext cx="324698" cy="372863"/>
            </a:xfrm>
            <a:custGeom>
              <a:rect b="b" l="l" r="r" t="t"/>
              <a:pathLst>
                <a:path extrusionOk="0" h="11705" w="10193">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6" name="Google Shape;10056;p78"/>
            <p:cNvSpPr/>
            <p:nvPr/>
          </p:nvSpPr>
          <p:spPr>
            <a:xfrm>
              <a:off x="2319435" y="2157190"/>
              <a:ext cx="108880" cy="103210"/>
            </a:xfrm>
            <a:custGeom>
              <a:rect b="b" l="l" r="r" t="t"/>
              <a:pathLst>
                <a:path extrusionOk="0" h="3240" w="3418">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57" name="Google Shape;10057;p78"/>
          <p:cNvGrpSpPr/>
          <p:nvPr/>
        </p:nvGrpSpPr>
        <p:grpSpPr>
          <a:xfrm>
            <a:off x="1805901" y="1779358"/>
            <a:ext cx="284847" cy="373627"/>
            <a:chOff x="1805901" y="1960358"/>
            <a:chExt cx="284847" cy="373627"/>
          </a:xfrm>
        </p:grpSpPr>
        <p:sp>
          <p:nvSpPr>
            <p:cNvPr id="10058" name="Google Shape;10058;p78"/>
            <p:cNvSpPr/>
            <p:nvPr/>
          </p:nvSpPr>
          <p:spPr>
            <a:xfrm>
              <a:off x="1805901" y="1960358"/>
              <a:ext cx="284847" cy="373627"/>
            </a:xfrm>
            <a:custGeom>
              <a:rect b="b" l="l" r="r" t="t"/>
              <a:pathLst>
                <a:path extrusionOk="0" h="11729" w="8942">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9" name="Google Shape;10059;p78"/>
            <p:cNvSpPr/>
            <p:nvPr/>
          </p:nvSpPr>
          <p:spPr>
            <a:xfrm>
              <a:off x="1841929" y="2295249"/>
              <a:ext cx="165773" cy="13315"/>
            </a:xfrm>
            <a:custGeom>
              <a:rect b="b" l="l" r="r" t="t"/>
              <a:pathLst>
                <a:path extrusionOk="0" h="418" w="5204">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060" name="Google Shape;10060;p78"/>
          <p:cNvSpPr/>
          <p:nvPr/>
        </p:nvSpPr>
        <p:spPr>
          <a:xfrm>
            <a:off x="3505429" y="1799076"/>
            <a:ext cx="342505" cy="334191"/>
          </a:xfrm>
          <a:custGeom>
            <a:rect b="b" l="l" r="r" t="t"/>
            <a:pathLst>
              <a:path extrusionOk="0" h="10491" w="10752">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1" name="Google Shape;10061;p78"/>
          <p:cNvSpPr/>
          <p:nvPr/>
        </p:nvSpPr>
        <p:spPr>
          <a:xfrm>
            <a:off x="7100552" y="1803249"/>
            <a:ext cx="368690" cy="334541"/>
          </a:xfrm>
          <a:custGeom>
            <a:rect b="b" l="l" r="r" t="t"/>
            <a:pathLst>
              <a:path extrusionOk="0" h="10502" w="11574">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2" name="Google Shape;10062;p78"/>
          <p:cNvSpPr/>
          <p:nvPr/>
        </p:nvSpPr>
        <p:spPr>
          <a:xfrm>
            <a:off x="7955445" y="1830198"/>
            <a:ext cx="383088" cy="286472"/>
          </a:xfrm>
          <a:custGeom>
            <a:rect b="b" l="l" r="r" t="t"/>
            <a:pathLst>
              <a:path extrusionOk="0" h="8993" w="12026">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63" name="Google Shape;10063;p78"/>
          <p:cNvGrpSpPr/>
          <p:nvPr/>
        </p:nvGrpSpPr>
        <p:grpSpPr>
          <a:xfrm>
            <a:off x="6656812" y="1848388"/>
            <a:ext cx="368690" cy="245793"/>
            <a:chOff x="6656812" y="2029388"/>
            <a:chExt cx="368690" cy="245793"/>
          </a:xfrm>
        </p:grpSpPr>
        <p:sp>
          <p:nvSpPr>
            <p:cNvPr id="10064" name="Google Shape;10064;p78"/>
            <p:cNvSpPr/>
            <p:nvPr/>
          </p:nvSpPr>
          <p:spPr>
            <a:xfrm>
              <a:off x="6915475" y="2164007"/>
              <a:ext cx="73967" cy="73999"/>
            </a:xfrm>
            <a:custGeom>
              <a:rect b="b" l="l" r="r" t="t"/>
              <a:pathLst>
                <a:path extrusionOk="0" h="2323" w="2322">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5" name="Google Shape;10065;p78"/>
            <p:cNvSpPr/>
            <p:nvPr/>
          </p:nvSpPr>
          <p:spPr>
            <a:xfrm>
              <a:off x="6901427" y="2057070"/>
              <a:ext cx="51605" cy="31154"/>
            </a:xfrm>
            <a:custGeom>
              <a:rect b="b" l="l" r="r" t="t"/>
              <a:pathLst>
                <a:path extrusionOk="0" h="978" w="162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6" name="Google Shape;10066;p78"/>
            <p:cNvSpPr/>
            <p:nvPr/>
          </p:nvSpPr>
          <p:spPr>
            <a:xfrm>
              <a:off x="6901809" y="2091983"/>
              <a:ext cx="51605" cy="30358"/>
            </a:xfrm>
            <a:custGeom>
              <a:rect b="b" l="l" r="r" t="t"/>
              <a:pathLst>
                <a:path extrusionOk="0" h="953" w="162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7" name="Google Shape;10067;p78"/>
            <p:cNvSpPr/>
            <p:nvPr/>
          </p:nvSpPr>
          <p:spPr>
            <a:xfrm>
              <a:off x="6901809" y="2126099"/>
              <a:ext cx="51605" cy="30772"/>
            </a:xfrm>
            <a:custGeom>
              <a:rect b="b" l="l" r="r" t="t"/>
              <a:pathLst>
                <a:path extrusionOk="0" h="966" w="162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8" name="Google Shape;10068;p78"/>
            <p:cNvSpPr/>
            <p:nvPr/>
          </p:nvSpPr>
          <p:spPr>
            <a:xfrm>
              <a:off x="6959849" y="2057452"/>
              <a:ext cx="43641" cy="99419"/>
            </a:xfrm>
            <a:custGeom>
              <a:rect b="b" l="l" r="r" t="t"/>
              <a:pathLst>
                <a:path extrusionOk="0" h="3121" w="137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9" name="Google Shape;10069;p78"/>
            <p:cNvSpPr/>
            <p:nvPr/>
          </p:nvSpPr>
          <p:spPr>
            <a:xfrm>
              <a:off x="6835805" y="2075291"/>
              <a:ext cx="29243" cy="10257"/>
            </a:xfrm>
            <a:custGeom>
              <a:rect b="b" l="l" r="r" t="t"/>
              <a:pathLst>
                <a:path extrusionOk="0" h="322" w="918">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0" name="Google Shape;10070;p78"/>
            <p:cNvSpPr/>
            <p:nvPr/>
          </p:nvSpPr>
          <p:spPr>
            <a:xfrm>
              <a:off x="6700422" y="2074908"/>
              <a:ext cx="11022" cy="10257"/>
            </a:xfrm>
            <a:custGeom>
              <a:rect b="b" l="l" r="r" t="t"/>
              <a:pathLst>
                <a:path extrusionOk="0" h="322" w="346">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1" name="Google Shape;10071;p78"/>
            <p:cNvSpPr/>
            <p:nvPr/>
          </p:nvSpPr>
          <p:spPr>
            <a:xfrm>
              <a:off x="6706092" y="2098417"/>
              <a:ext cx="151375" cy="89162"/>
            </a:xfrm>
            <a:custGeom>
              <a:rect b="b" l="l" r="r" t="t"/>
              <a:pathLst>
                <a:path extrusionOk="0" h="2799" w="4752">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2" name="Google Shape;10072;p78"/>
            <p:cNvSpPr/>
            <p:nvPr/>
          </p:nvSpPr>
          <p:spPr>
            <a:xfrm>
              <a:off x="6656812" y="2029388"/>
              <a:ext cx="368690" cy="245793"/>
            </a:xfrm>
            <a:custGeom>
              <a:rect b="b" l="l" r="r" t="t"/>
              <a:pathLst>
                <a:path extrusionOk="0" h="7716" w="11574">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3" name="Google Shape;10073;p78"/>
            <p:cNvSpPr/>
            <p:nvPr/>
          </p:nvSpPr>
          <p:spPr>
            <a:xfrm>
              <a:off x="6681818" y="2057070"/>
              <a:ext cx="199540" cy="172622"/>
            </a:xfrm>
            <a:custGeom>
              <a:rect b="b" l="l" r="r" t="t"/>
              <a:pathLst>
                <a:path extrusionOk="0" h="5419" w="6264">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4" name="Google Shape;10074;p78"/>
          <p:cNvGrpSpPr/>
          <p:nvPr/>
        </p:nvGrpSpPr>
        <p:grpSpPr>
          <a:xfrm>
            <a:off x="4869651" y="1831218"/>
            <a:ext cx="376654" cy="281566"/>
            <a:chOff x="4869651" y="2012218"/>
            <a:chExt cx="376654" cy="281566"/>
          </a:xfrm>
        </p:grpSpPr>
        <p:sp>
          <p:nvSpPr>
            <p:cNvPr id="10075" name="Google Shape;10075;p78"/>
            <p:cNvSpPr/>
            <p:nvPr/>
          </p:nvSpPr>
          <p:spPr>
            <a:xfrm>
              <a:off x="4869651" y="2012218"/>
              <a:ext cx="376654" cy="281566"/>
            </a:xfrm>
            <a:custGeom>
              <a:rect b="b" l="l" r="r" t="t"/>
              <a:pathLst>
                <a:path extrusionOk="0" h="8839" w="11824">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6" name="Google Shape;10076;p78"/>
            <p:cNvSpPr/>
            <p:nvPr/>
          </p:nvSpPr>
          <p:spPr>
            <a:xfrm>
              <a:off x="5073332" y="2140402"/>
              <a:ext cx="44788" cy="20260"/>
            </a:xfrm>
            <a:custGeom>
              <a:rect b="b" l="l" r="r" t="t"/>
              <a:pathLst>
                <a:path extrusionOk="0" h="636" w="1406">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7" name="Google Shape;10077;p78"/>
            <p:cNvSpPr/>
            <p:nvPr/>
          </p:nvSpPr>
          <p:spPr>
            <a:xfrm>
              <a:off x="5048294" y="2037988"/>
              <a:ext cx="73617" cy="43705"/>
            </a:xfrm>
            <a:custGeom>
              <a:rect b="b" l="l" r="r" t="t"/>
              <a:pathLst>
                <a:path extrusionOk="0" h="1372" w="2311">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8" name="Google Shape;10078;p78"/>
            <p:cNvSpPr/>
            <p:nvPr/>
          </p:nvSpPr>
          <p:spPr>
            <a:xfrm>
              <a:off x="5026314" y="2238484"/>
              <a:ext cx="59187" cy="30645"/>
            </a:xfrm>
            <a:custGeom>
              <a:rect b="b" l="l" r="r" t="t"/>
              <a:pathLst>
                <a:path extrusionOk="0" h="962" w="1858">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79" name="Google Shape;10079;p78"/>
          <p:cNvGrpSpPr/>
          <p:nvPr/>
        </p:nvGrpSpPr>
        <p:grpSpPr>
          <a:xfrm>
            <a:off x="5306224" y="1831313"/>
            <a:ext cx="367925" cy="281694"/>
            <a:chOff x="5306224" y="2012313"/>
            <a:chExt cx="367925" cy="281694"/>
          </a:xfrm>
        </p:grpSpPr>
        <p:sp>
          <p:nvSpPr>
            <p:cNvPr id="10080" name="Google Shape;10080;p78"/>
            <p:cNvSpPr/>
            <p:nvPr/>
          </p:nvSpPr>
          <p:spPr>
            <a:xfrm>
              <a:off x="5483720" y="2123073"/>
              <a:ext cx="47814" cy="73617"/>
            </a:xfrm>
            <a:custGeom>
              <a:rect b="b" l="l" r="r" t="t"/>
              <a:pathLst>
                <a:path extrusionOk="0" h="2311" w="1501">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1" name="Google Shape;10081;p78"/>
            <p:cNvSpPr/>
            <p:nvPr/>
          </p:nvSpPr>
          <p:spPr>
            <a:xfrm>
              <a:off x="5306224" y="2012313"/>
              <a:ext cx="367925" cy="281694"/>
            </a:xfrm>
            <a:custGeom>
              <a:rect b="b" l="l" r="r" t="t"/>
              <a:pathLst>
                <a:path extrusionOk="0" h="8843" w="1155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082" name="Google Shape;10082;p78"/>
          <p:cNvSpPr/>
          <p:nvPr/>
        </p:nvSpPr>
        <p:spPr>
          <a:xfrm>
            <a:off x="5754137" y="1824815"/>
            <a:ext cx="370569" cy="293958"/>
          </a:xfrm>
          <a:custGeom>
            <a:rect b="b" l="l" r="r" t="t"/>
            <a:pathLst>
              <a:path extrusionOk="0" h="9228" w="11633">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83" name="Google Shape;10083;p78"/>
          <p:cNvGrpSpPr/>
          <p:nvPr/>
        </p:nvGrpSpPr>
        <p:grpSpPr>
          <a:xfrm>
            <a:off x="6195998" y="1802102"/>
            <a:ext cx="368308" cy="338746"/>
            <a:chOff x="6195998" y="1983102"/>
            <a:chExt cx="368308" cy="338746"/>
          </a:xfrm>
        </p:grpSpPr>
        <p:sp>
          <p:nvSpPr>
            <p:cNvPr id="10084" name="Google Shape;10084;p78"/>
            <p:cNvSpPr/>
            <p:nvPr/>
          </p:nvSpPr>
          <p:spPr>
            <a:xfrm>
              <a:off x="6267289" y="2161012"/>
              <a:ext cx="67533" cy="67150"/>
            </a:xfrm>
            <a:custGeom>
              <a:rect b="b" l="l" r="r" t="t"/>
              <a:pathLst>
                <a:path extrusionOk="0" h="2108" w="212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5" name="Google Shape;10085;p78"/>
            <p:cNvSpPr/>
            <p:nvPr/>
          </p:nvSpPr>
          <p:spPr>
            <a:xfrm>
              <a:off x="6235052" y="2128393"/>
              <a:ext cx="132007" cy="131625"/>
            </a:xfrm>
            <a:custGeom>
              <a:rect b="b" l="l" r="r" t="t"/>
              <a:pathLst>
                <a:path extrusionOk="0" h="4132" w="4144">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6" name="Google Shape;10086;p78"/>
            <p:cNvSpPr/>
            <p:nvPr/>
          </p:nvSpPr>
          <p:spPr>
            <a:xfrm>
              <a:off x="6195998" y="1983102"/>
              <a:ext cx="368308" cy="338746"/>
            </a:xfrm>
            <a:custGeom>
              <a:rect b="b" l="l" r="r" t="t"/>
              <a:pathLst>
                <a:path extrusionOk="0" h="10634" w="11562">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87" name="Google Shape;10087;p78"/>
          <p:cNvGrpSpPr/>
          <p:nvPr/>
        </p:nvGrpSpPr>
        <p:grpSpPr>
          <a:xfrm>
            <a:off x="7542031" y="1830835"/>
            <a:ext cx="369072" cy="280037"/>
            <a:chOff x="7542031" y="2011835"/>
            <a:chExt cx="369072" cy="280037"/>
          </a:xfrm>
        </p:grpSpPr>
        <p:sp>
          <p:nvSpPr>
            <p:cNvPr id="10088" name="Google Shape;10088;p78"/>
            <p:cNvSpPr/>
            <p:nvPr/>
          </p:nvSpPr>
          <p:spPr>
            <a:xfrm>
              <a:off x="7542413" y="2281615"/>
              <a:ext cx="368308" cy="10257"/>
            </a:xfrm>
            <a:custGeom>
              <a:rect b="b" l="l" r="r" t="t"/>
              <a:pathLst>
                <a:path extrusionOk="0" h="322" w="11562">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9" name="Google Shape;10089;p78"/>
            <p:cNvSpPr/>
            <p:nvPr/>
          </p:nvSpPr>
          <p:spPr>
            <a:xfrm>
              <a:off x="7542031" y="2117753"/>
              <a:ext cx="369072" cy="108753"/>
            </a:xfrm>
            <a:custGeom>
              <a:rect b="b" l="l" r="r" t="t"/>
              <a:pathLst>
                <a:path extrusionOk="0" h="3414" w="11586">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0" name="Google Shape;10090;p78"/>
            <p:cNvSpPr/>
            <p:nvPr/>
          </p:nvSpPr>
          <p:spPr>
            <a:xfrm>
              <a:off x="7636099" y="2216376"/>
              <a:ext cx="18986" cy="18986"/>
            </a:xfrm>
            <a:custGeom>
              <a:rect b="b" l="l" r="r" t="t"/>
              <a:pathLst>
                <a:path extrusionOk="0" h="596" w="596">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1" name="Google Shape;10091;p78"/>
            <p:cNvSpPr/>
            <p:nvPr/>
          </p:nvSpPr>
          <p:spPr>
            <a:xfrm>
              <a:off x="7559105" y="2240268"/>
              <a:ext cx="18986" cy="18986"/>
            </a:xfrm>
            <a:custGeom>
              <a:rect b="b" l="l" r="r" t="t"/>
              <a:pathLst>
                <a:path extrusionOk="0" h="596" w="596">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2" name="Google Shape;10092;p78"/>
            <p:cNvSpPr/>
            <p:nvPr/>
          </p:nvSpPr>
          <p:spPr>
            <a:xfrm>
              <a:off x="7582614" y="2194365"/>
              <a:ext cx="18986" cy="19017"/>
            </a:xfrm>
            <a:custGeom>
              <a:rect b="b" l="l" r="r" t="t"/>
              <a:pathLst>
                <a:path extrusionOk="0" h="597" w="596">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3" name="Google Shape;10093;p78"/>
            <p:cNvSpPr/>
            <p:nvPr/>
          </p:nvSpPr>
          <p:spPr>
            <a:xfrm>
              <a:off x="7798400" y="2216376"/>
              <a:ext cx="19017" cy="18986"/>
            </a:xfrm>
            <a:custGeom>
              <a:rect b="b" l="l" r="r" t="t"/>
              <a:pathLst>
                <a:path extrusionOk="0" h="596" w="597">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4" name="Google Shape;10094;p78"/>
            <p:cNvSpPr/>
            <p:nvPr/>
          </p:nvSpPr>
          <p:spPr>
            <a:xfrm>
              <a:off x="7875043" y="2240268"/>
              <a:ext cx="18986" cy="18986"/>
            </a:xfrm>
            <a:custGeom>
              <a:rect b="b" l="l" r="r" t="t"/>
              <a:pathLst>
                <a:path extrusionOk="0" h="596" w="596">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5" name="Google Shape;10095;p78"/>
            <p:cNvSpPr/>
            <p:nvPr/>
          </p:nvSpPr>
          <p:spPr>
            <a:xfrm>
              <a:off x="7851502" y="2194365"/>
              <a:ext cx="19017" cy="19017"/>
            </a:xfrm>
            <a:custGeom>
              <a:rect b="b" l="l" r="r" t="t"/>
              <a:pathLst>
                <a:path extrusionOk="0" h="597" w="597">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6" name="Google Shape;10096;p78"/>
            <p:cNvSpPr/>
            <p:nvPr/>
          </p:nvSpPr>
          <p:spPr>
            <a:xfrm>
              <a:off x="7680090" y="2011835"/>
              <a:ext cx="106205" cy="189028"/>
            </a:xfrm>
            <a:custGeom>
              <a:rect b="b" l="l" r="r" t="t"/>
              <a:pathLst>
                <a:path extrusionOk="0" h="5934" w="3334">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7" name="Google Shape;10097;p78"/>
          <p:cNvGrpSpPr/>
          <p:nvPr/>
        </p:nvGrpSpPr>
        <p:grpSpPr>
          <a:xfrm>
            <a:off x="8010427" y="3167503"/>
            <a:ext cx="278795" cy="351615"/>
            <a:chOff x="8010427" y="3348503"/>
            <a:chExt cx="278795" cy="351615"/>
          </a:xfrm>
        </p:grpSpPr>
        <p:sp>
          <p:nvSpPr>
            <p:cNvPr id="10098" name="Google Shape;10098;p78"/>
            <p:cNvSpPr/>
            <p:nvPr/>
          </p:nvSpPr>
          <p:spPr>
            <a:xfrm>
              <a:off x="8010427" y="3348503"/>
              <a:ext cx="278795" cy="351615"/>
            </a:xfrm>
            <a:custGeom>
              <a:rect b="b" l="l" r="r" t="t"/>
              <a:pathLst>
                <a:path extrusionOk="0" h="11038" w="8752">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9" name="Google Shape;10099;p78"/>
            <p:cNvSpPr/>
            <p:nvPr/>
          </p:nvSpPr>
          <p:spPr>
            <a:xfrm>
              <a:off x="8078692" y="3438653"/>
              <a:ext cx="142264" cy="100216"/>
            </a:xfrm>
            <a:custGeom>
              <a:rect b="b" l="l" r="r" t="t"/>
              <a:pathLst>
                <a:path extrusionOk="0" h="3146" w="4466">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0" name="Google Shape;10100;p78"/>
            <p:cNvSpPr/>
            <p:nvPr/>
          </p:nvSpPr>
          <p:spPr>
            <a:xfrm>
              <a:off x="8079074" y="3574928"/>
              <a:ext cx="141882" cy="10257"/>
            </a:xfrm>
            <a:custGeom>
              <a:rect b="b" l="l" r="r" t="t"/>
              <a:pathLst>
                <a:path extrusionOk="0" h="322" w="4454">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1" name="Google Shape;10101;p78"/>
            <p:cNvSpPr/>
            <p:nvPr/>
          </p:nvSpPr>
          <p:spPr>
            <a:xfrm>
              <a:off x="8079074" y="3619685"/>
              <a:ext cx="141882" cy="10640"/>
            </a:xfrm>
            <a:custGeom>
              <a:rect b="b" l="l" r="r" t="t"/>
              <a:pathLst>
                <a:path extrusionOk="0" h="334" w="4454">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02" name="Google Shape;10102;p78"/>
          <p:cNvSpPr/>
          <p:nvPr/>
        </p:nvSpPr>
        <p:spPr>
          <a:xfrm>
            <a:off x="7615138" y="3167917"/>
            <a:ext cx="223304" cy="351201"/>
          </a:xfrm>
          <a:custGeom>
            <a:rect b="b" l="l" r="r" t="t"/>
            <a:pathLst>
              <a:path extrusionOk="0" h="11025" w="701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03" name="Google Shape;10103;p78"/>
          <p:cNvGrpSpPr/>
          <p:nvPr/>
        </p:nvGrpSpPr>
        <p:grpSpPr>
          <a:xfrm>
            <a:off x="7141900" y="3168204"/>
            <a:ext cx="281057" cy="351010"/>
            <a:chOff x="7141900" y="3349204"/>
            <a:chExt cx="281057" cy="351010"/>
          </a:xfrm>
        </p:grpSpPr>
        <p:sp>
          <p:nvSpPr>
            <p:cNvPr id="10104" name="Google Shape;10104;p78"/>
            <p:cNvSpPr/>
            <p:nvPr/>
          </p:nvSpPr>
          <p:spPr>
            <a:xfrm>
              <a:off x="7191944" y="3636186"/>
              <a:ext cx="66418" cy="37111"/>
            </a:xfrm>
            <a:custGeom>
              <a:rect b="b" l="l" r="r" t="t"/>
              <a:pathLst>
                <a:path extrusionOk="0" h="1165" w="2085">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5" name="Google Shape;10105;p78"/>
            <p:cNvSpPr/>
            <p:nvPr/>
          </p:nvSpPr>
          <p:spPr>
            <a:xfrm>
              <a:off x="7311432" y="3636886"/>
              <a:ext cx="66386" cy="36538"/>
            </a:xfrm>
            <a:custGeom>
              <a:rect b="b" l="l" r="r" t="t"/>
              <a:pathLst>
                <a:path extrusionOk="0" h="1147" w="2084">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6" name="Google Shape;10106;p78"/>
            <p:cNvSpPr/>
            <p:nvPr/>
          </p:nvSpPr>
          <p:spPr>
            <a:xfrm>
              <a:off x="7141900" y="3349204"/>
              <a:ext cx="281057" cy="351010"/>
            </a:xfrm>
            <a:custGeom>
              <a:rect b="b" l="l" r="r" t="t"/>
              <a:pathLst>
                <a:path extrusionOk="0" h="11019" w="8823">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07" name="Google Shape;10107;p78"/>
          <p:cNvGrpSpPr/>
          <p:nvPr/>
        </p:nvGrpSpPr>
        <p:grpSpPr>
          <a:xfrm>
            <a:off x="5314188" y="3169032"/>
            <a:ext cx="363752" cy="353113"/>
            <a:chOff x="5314188" y="3350032"/>
            <a:chExt cx="363752" cy="353113"/>
          </a:xfrm>
        </p:grpSpPr>
        <p:sp>
          <p:nvSpPr>
            <p:cNvPr id="10108" name="Google Shape;10108;p78"/>
            <p:cNvSpPr/>
            <p:nvPr/>
          </p:nvSpPr>
          <p:spPr>
            <a:xfrm>
              <a:off x="5314188" y="3350032"/>
              <a:ext cx="363752" cy="353113"/>
            </a:xfrm>
            <a:custGeom>
              <a:rect b="b" l="l" r="r" t="t"/>
              <a:pathLst>
                <a:path extrusionOk="0" h="11085" w="11419">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9" name="Google Shape;10109;p78"/>
            <p:cNvSpPr/>
            <p:nvPr/>
          </p:nvSpPr>
          <p:spPr>
            <a:xfrm>
              <a:off x="5615313" y="3481243"/>
              <a:ext cx="10289" cy="26567"/>
            </a:xfrm>
            <a:custGeom>
              <a:rect b="b" l="l" r="r" t="t"/>
              <a:pathLst>
                <a:path extrusionOk="0" h="834" w="323">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0" name="Google Shape;10110;p78"/>
          <p:cNvGrpSpPr/>
          <p:nvPr/>
        </p:nvGrpSpPr>
        <p:grpSpPr>
          <a:xfrm>
            <a:off x="5829984" y="3169032"/>
            <a:ext cx="220755" cy="352348"/>
            <a:chOff x="5829984" y="3350032"/>
            <a:chExt cx="220755" cy="352348"/>
          </a:xfrm>
        </p:grpSpPr>
        <p:sp>
          <p:nvSpPr>
            <p:cNvPr id="10111" name="Google Shape;10111;p78"/>
            <p:cNvSpPr/>
            <p:nvPr/>
          </p:nvSpPr>
          <p:spPr>
            <a:xfrm>
              <a:off x="5829984" y="3350032"/>
              <a:ext cx="220755" cy="352348"/>
            </a:xfrm>
            <a:custGeom>
              <a:rect b="b" l="l" r="r" t="t"/>
              <a:pathLst>
                <a:path extrusionOk="0" h="11061" w="693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2" name="Google Shape;10112;p78"/>
            <p:cNvSpPr/>
            <p:nvPr/>
          </p:nvSpPr>
          <p:spPr>
            <a:xfrm>
              <a:off x="5912297" y="3541927"/>
              <a:ext cx="56160" cy="56160"/>
            </a:xfrm>
            <a:custGeom>
              <a:rect b="b" l="l" r="r" t="t"/>
              <a:pathLst>
                <a:path extrusionOk="0" h="1763" w="1763">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3" name="Google Shape;10113;p78"/>
            <p:cNvSpPr/>
            <p:nvPr/>
          </p:nvSpPr>
          <p:spPr>
            <a:xfrm>
              <a:off x="5885730" y="3515391"/>
              <a:ext cx="109263" cy="109263"/>
            </a:xfrm>
            <a:custGeom>
              <a:rect b="b" l="l" r="r" t="t"/>
              <a:pathLst>
                <a:path extrusionOk="0" h="3430" w="343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4" name="Google Shape;10114;p78"/>
            <p:cNvSpPr/>
            <p:nvPr/>
          </p:nvSpPr>
          <p:spPr>
            <a:xfrm>
              <a:off x="5862986" y="3476305"/>
              <a:ext cx="154783" cy="188167"/>
            </a:xfrm>
            <a:custGeom>
              <a:rect b="b" l="l" r="r" t="t"/>
              <a:pathLst>
                <a:path extrusionOk="0" h="5907" w="4859">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15" name="Google Shape;10115;p78"/>
          <p:cNvGrpSpPr/>
          <p:nvPr/>
        </p:nvGrpSpPr>
        <p:grpSpPr>
          <a:xfrm>
            <a:off x="4882170" y="3168841"/>
            <a:ext cx="358464" cy="352316"/>
            <a:chOff x="4882170" y="3349841"/>
            <a:chExt cx="358464" cy="352316"/>
          </a:xfrm>
        </p:grpSpPr>
        <p:sp>
          <p:nvSpPr>
            <p:cNvPr id="10116" name="Google Shape;10116;p78"/>
            <p:cNvSpPr/>
            <p:nvPr/>
          </p:nvSpPr>
          <p:spPr>
            <a:xfrm>
              <a:off x="5024403" y="3395521"/>
              <a:ext cx="174119" cy="166156"/>
            </a:xfrm>
            <a:custGeom>
              <a:rect b="b" l="l" r="r" t="t"/>
              <a:pathLst>
                <a:path extrusionOk="0" h="5216" w="5466">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7" name="Google Shape;10117;p78"/>
            <p:cNvSpPr/>
            <p:nvPr/>
          </p:nvSpPr>
          <p:spPr>
            <a:xfrm>
              <a:off x="4882170" y="3349841"/>
              <a:ext cx="358464" cy="352316"/>
            </a:xfrm>
            <a:custGeom>
              <a:rect b="b" l="l" r="r" t="t"/>
              <a:pathLst>
                <a:path extrusionOk="0" h="11060" w="11253">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18" name="Google Shape;10118;p78"/>
          <p:cNvSpPr/>
          <p:nvPr/>
        </p:nvSpPr>
        <p:spPr>
          <a:xfrm>
            <a:off x="3955221" y="2712008"/>
            <a:ext cx="358464" cy="356808"/>
          </a:xfrm>
          <a:custGeom>
            <a:rect b="b" l="l" r="r" t="t"/>
            <a:pathLst>
              <a:path extrusionOk="0" h="11201" w="11253">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9" name="Google Shape;10119;p78"/>
          <p:cNvSpPr/>
          <p:nvPr/>
        </p:nvSpPr>
        <p:spPr>
          <a:xfrm>
            <a:off x="3499727" y="2261228"/>
            <a:ext cx="380444" cy="310077"/>
          </a:xfrm>
          <a:custGeom>
            <a:rect b="b" l="l" r="r" t="t"/>
            <a:pathLst>
              <a:path extrusionOk="0" h="9734" w="11943">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0" name="Google Shape;10120;p78"/>
          <p:cNvGrpSpPr/>
          <p:nvPr/>
        </p:nvGrpSpPr>
        <p:grpSpPr>
          <a:xfrm>
            <a:off x="3044965" y="2254220"/>
            <a:ext cx="400194" cy="324316"/>
            <a:chOff x="3044965" y="2435220"/>
            <a:chExt cx="400194" cy="324316"/>
          </a:xfrm>
        </p:grpSpPr>
        <p:sp>
          <p:nvSpPr>
            <p:cNvPr id="10121" name="Google Shape;10121;p78"/>
            <p:cNvSpPr/>
            <p:nvPr/>
          </p:nvSpPr>
          <p:spPr>
            <a:xfrm>
              <a:off x="3105649" y="2649413"/>
              <a:ext cx="68329" cy="66864"/>
            </a:xfrm>
            <a:custGeom>
              <a:rect b="b" l="l" r="r" t="t"/>
              <a:pathLst>
                <a:path extrusionOk="0" h="2099" w="2145">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2" name="Google Shape;10122;p78"/>
            <p:cNvSpPr/>
            <p:nvPr/>
          </p:nvSpPr>
          <p:spPr>
            <a:xfrm>
              <a:off x="3297193" y="2649413"/>
              <a:ext cx="68297" cy="66864"/>
            </a:xfrm>
            <a:custGeom>
              <a:rect b="b" l="l" r="r" t="t"/>
              <a:pathLst>
                <a:path extrusionOk="0" h="2099" w="2144">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3" name="Google Shape;10123;p78"/>
            <p:cNvSpPr/>
            <p:nvPr/>
          </p:nvSpPr>
          <p:spPr>
            <a:xfrm>
              <a:off x="3044965" y="2435220"/>
              <a:ext cx="400194" cy="324316"/>
            </a:xfrm>
            <a:custGeom>
              <a:rect b="b" l="l" r="r" t="t"/>
              <a:pathLst>
                <a:path extrusionOk="0" h="10181" w="12563">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24" name="Google Shape;10124;p78"/>
          <p:cNvGrpSpPr/>
          <p:nvPr/>
        </p:nvGrpSpPr>
        <p:grpSpPr>
          <a:xfrm>
            <a:off x="6203579" y="3167981"/>
            <a:ext cx="351615" cy="350373"/>
            <a:chOff x="6203579" y="3348981"/>
            <a:chExt cx="351615" cy="350373"/>
          </a:xfrm>
        </p:grpSpPr>
        <p:sp>
          <p:nvSpPr>
            <p:cNvPr id="10125" name="Google Shape;10125;p78"/>
            <p:cNvSpPr/>
            <p:nvPr/>
          </p:nvSpPr>
          <p:spPr>
            <a:xfrm>
              <a:off x="6377667" y="3404249"/>
              <a:ext cx="93686" cy="58072"/>
            </a:xfrm>
            <a:custGeom>
              <a:rect b="b" l="l" r="r" t="t"/>
              <a:pathLst>
                <a:path extrusionOk="0" h="1823" w="2941">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6" name="Google Shape;10126;p78"/>
            <p:cNvSpPr/>
            <p:nvPr/>
          </p:nvSpPr>
          <p:spPr>
            <a:xfrm>
              <a:off x="6260090" y="3449611"/>
              <a:ext cx="76643" cy="44947"/>
            </a:xfrm>
            <a:custGeom>
              <a:rect b="b" l="l" r="r" t="t"/>
              <a:pathLst>
                <a:path extrusionOk="0" h="1411" w="2406">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7" name="Google Shape;10127;p78"/>
            <p:cNvSpPr/>
            <p:nvPr/>
          </p:nvSpPr>
          <p:spPr>
            <a:xfrm>
              <a:off x="6415574" y="3498349"/>
              <a:ext cx="49343" cy="21598"/>
            </a:xfrm>
            <a:custGeom>
              <a:rect b="b" l="l" r="r" t="t"/>
              <a:pathLst>
                <a:path extrusionOk="0" h="678" w="1549">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8" name="Google Shape;10128;p78"/>
            <p:cNvSpPr/>
            <p:nvPr/>
          </p:nvSpPr>
          <p:spPr>
            <a:xfrm>
              <a:off x="6344283" y="3473247"/>
              <a:ext cx="41380" cy="32301"/>
            </a:xfrm>
            <a:custGeom>
              <a:rect b="b" l="l" r="r" t="t"/>
              <a:pathLst>
                <a:path extrusionOk="0" h="1014" w="1299">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9" name="Google Shape;10129;p78"/>
            <p:cNvSpPr/>
            <p:nvPr/>
          </p:nvSpPr>
          <p:spPr>
            <a:xfrm>
              <a:off x="6203579" y="3348981"/>
              <a:ext cx="351615" cy="350373"/>
            </a:xfrm>
            <a:custGeom>
              <a:rect b="b" l="l" r="r" t="t"/>
              <a:pathLst>
                <a:path extrusionOk="0" h="10999" w="11038">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30" name="Google Shape;10130;p78"/>
          <p:cNvGrpSpPr/>
          <p:nvPr/>
        </p:nvGrpSpPr>
        <p:grpSpPr>
          <a:xfrm>
            <a:off x="4878379" y="2292892"/>
            <a:ext cx="367161" cy="287523"/>
            <a:chOff x="4878379" y="2473892"/>
            <a:chExt cx="367161" cy="287523"/>
          </a:xfrm>
        </p:grpSpPr>
        <p:sp>
          <p:nvSpPr>
            <p:cNvPr id="10131" name="Google Shape;10131;p78"/>
            <p:cNvSpPr/>
            <p:nvPr/>
          </p:nvSpPr>
          <p:spPr>
            <a:xfrm>
              <a:off x="5110889" y="2554676"/>
              <a:ext cx="75496" cy="71355"/>
            </a:xfrm>
            <a:custGeom>
              <a:rect b="b" l="l" r="r" t="t"/>
              <a:pathLst>
                <a:path extrusionOk="0" h="2240" w="237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2" name="Google Shape;10132;p78"/>
            <p:cNvSpPr/>
            <p:nvPr/>
          </p:nvSpPr>
          <p:spPr>
            <a:xfrm>
              <a:off x="4958049" y="2691972"/>
              <a:ext cx="45521" cy="45553"/>
            </a:xfrm>
            <a:custGeom>
              <a:rect b="b" l="l" r="r" t="t"/>
              <a:pathLst>
                <a:path extrusionOk="0" h="1430" w="1429">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3" name="Google Shape;10133;p78"/>
            <p:cNvSpPr/>
            <p:nvPr/>
          </p:nvSpPr>
          <p:spPr>
            <a:xfrm>
              <a:off x="5130225" y="2691972"/>
              <a:ext cx="45553" cy="45553"/>
            </a:xfrm>
            <a:custGeom>
              <a:rect b="b" l="l" r="r" t="t"/>
              <a:pathLst>
                <a:path extrusionOk="0" h="1430" w="143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4" name="Google Shape;10134;p78"/>
            <p:cNvSpPr/>
            <p:nvPr/>
          </p:nvSpPr>
          <p:spPr>
            <a:xfrm>
              <a:off x="4930717" y="2523586"/>
              <a:ext cx="100917" cy="100534"/>
            </a:xfrm>
            <a:custGeom>
              <a:rect b="b" l="l" r="r" t="t"/>
              <a:pathLst>
                <a:path extrusionOk="0" h="3156" w="3168">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5" name="Google Shape;10135;p78"/>
            <p:cNvSpPr/>
            <p:nvPr/>
          </p:nvSpPr>
          <p:spPr>
            <a:xfrm>
              <a:off x="4878379" y="2473892"/>
              <a:ext cx="367161" cy="287523"/>
            </a:xfrm>
            <a:custGeom>
              <a:rect b="b" l="l" r="r" t="t"/>
              <a:pathLst>
                <a:path extrusionOk="0" h="9026" w="11526">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36" name="Google Shape;10136;p78"/>
          <p:cNvGrpSpPr/>
          <p:nvPr/>
        </p:nvGrpSpPr>
        <p:grpSpPr>
          <a:xfrm>
            <a:off x="1325719" y="2706689"/>
            <a:ext cx="290581" cy="372481"/>
            <a:chOff x="1325719" y="2887689"/>
            <a:chExt cx="290581" cy="372481"/>
          </a:xfrm>
        </p:grpSpPr>
        <p:sp>
          <p:nvSpPr>
            <p:cNvPr id="10137" name="Google Shape;10137;p78"/>
            <p:cNvSpPr/>
            <p:nvPr/>
          </p:nvSpPr>
          <p:spPr>
            <a:xfrm>
              <a:off x="1424724" y="3106533"/>
              <a:ext cx="37971" cy="37939"/>
            </a:xfrm>
            <a:custGeom>
              <a:rect b="b" l="l" r="r" t="t"/>
              <a:pathLst>
                <a:path extrusionOk="0" h="1191" w="1192">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8" name="Google Shape;10138;p78"/>
            <p:cNvSpPr/>
            <p:nvPr/>
          </p:nvSpPr>
          <p:spPr>
            <a:xfrm>
              <a:off x="1325719" y="2887689"/>
              <a:ext cx="290581" cy="372481"/>
            </a:xfrm>
            <a:custGeom>
              <a:rect b="b" l="l" r="r" t="t"/>
              <a:pathLst>
                <a:path extrusionOk="0" h="11693" w="9122">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39" name="Google Shape;10139;p78"/>
          <p:cNvSpPr/>
          <p:nvPr/>
        </p:nvSpPr>
        <p:spPr>
          <a:xfrm>
            <a:off x="1819153" y="2701369"/>
            <a:ext cx="191194" cy="382738"/>
          </a:xfrm>
          <a:custGeom>
            <a:rect b="b" l="l" r="r" t="t"/>
            <a:pathLst>
              <a:path extrusionOk="0" h="12015" w="6002">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40" name="Google Shape;10140;p78"/>
          <p:cNvGrpSpPr/>
          <p:nvPr/>
        </p:nvGrpSpPr>
        <p:grpSpPr>
          <a:xfrm>
            <a:off x="3510335" y="2711499"/>
            <a:ext cx="360726" cy="361204"/>
            <a:chOff x="3510335" y="2892499"/>
            <a:chExt cx="360726" cy="361204"/>
          </a:xfrm>
        </p:grpSpPr>
        <p:sp>
          <p:nvSpPr>
            <p:cNvPr id="10141" name="Google Shape;10141;p78"/>
            <p:cNvSpPr/>
            <p:nvPr/>
          </p:nvSpPr>
          <p:spPr>
            <a:xfrm>
              <a:off x="3511864" y="2892499"/>
              <a:ext cx="359197" cy="358751"/>
            </a:xfrm>
            <a:custGeom>
              <a:rect b="b" l="l" r="r" t="t"/>
              <a:pathLst>
                <a:path extrusionOk="0" h="11262" w="11276">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2" name="Google Shape;10142;p78"/>
            <p:cNvSpPr/>
            <p:nvPr/>
          </p:nvSpPr>
          <p:spPr>
            <a:xfrm>
              <a:off x="3510335" y="2959936"/>
              <a:ext cx="176413" cy="43291"/>
            </a:xfrm>
            <a:custGeom>
              <a:rect b="b" l="l" r="r" t="t"/>
              <a:pathLst>
                <a:path extrusionOk="0" h="1359" w="5538">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3" name="Google Shape;10143;p78"/>
            <p:cNvSpPr/>
            <p:nvPr/>
          </p:nvSpPr>
          <p:spPr>
            <a:xfrm>
              <a:off x="3530435" y="2920213"/>
              <a:ext cx="133918" cy="35072"/>
            </a:xfrm>
            <a:custGeom>
              <a:rect b="b" l="l" r="r" t="t"/>
              <a:pathLst>
                <a:path extrusionOk="0" h="1101" w="4204">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4" name="Google Shape;10144;p78"/>
            <p:cNvSpPr/>
            <p:nvPr/>
          </p:nvSpPr>
          <p:spPr>
            <a:xfrm>
              <a:off x="3761416" y="3078787"/>
              <a:ext cx="53134" cy="174916"/>
            </a:xfrm>
            <a:custGeom>
              <a:rect b="b" l="l" r="r" t="t"/>
              <a:pathLst>
                <a:path extrusionOk="0" h="5491" w="1668">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5" name="Google Shape;10145;p78"/>
            <p:cNvSpPr/>
            <p:nvPr/>
          </p:nvSpPr>
          <p:spPr>
            <a:xfrm>
              <a:off x="3809230" y="3100990"/>
              <a:ext cx="42877" cy="132326"/>
            </a:xfrm>
            <a:custGeom>
              <a:rect b="b" l="l" r="r" t="t"/>
              <a:pathLst>
                <a:path extrusionOk="0" h="4154" w="1346">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46" name="Google Shape;10146;p78"/>
          <p:cNvGrpSpPr/>
          <p:nvPr/>
        </p:nvGrpSpPr>
        <p:grpSpPr>
          <a:xfrm>
            <a:off x="3086313" y="2696049"/>
            <a:ext cx="320143" cy="392581"/>
            <a:chOff x="3086313" y="2877049"/>
            <a:chExt cx="320143" cy="392581"/>
          </a:xfrm>
        </p:grpSpPr>
        <p:sp>
          <p:nvSpPr>
            <p:cNvPr id="10147" name="Google Shape;10147;p78"/>
            <p:cNvSpPr/>
            <p:nvPr/>
          </p:nvSpPr>
          <p:spPr>
            <a:xfrm>
              <a:off x="3125749" y="2915371"/>
              <a:ext cx="240505" cy="354259"/>
            </a:xfrm>
            <a:custGeom>
              <a:rect b="b" l="l" r="r" t="t"/>
              <a:pathLst>
                <a:path extrusionOk="0" h="11121" w="755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8" name="Google Shape;10148;p78"/>
            <p:cNvSpPr/>
            <p:nvPr/>
          </p:nvSpPr>
          <p:spPr>
            <a:xfrm>
              <a:off x="3263076" y="2942511"/>
              <a:ext cx="79287" cy="99579"/>
            </a:xfrm>
            <a:custGeom>
              <a:rect b="b" l="l" r="r" t="t"/>
              <a:pathLst>
                <a:path extrusionOk="0" h="3126" w="2489">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9" name="Google Shape;10149;p78"/>
            <p:cNvSpPr/>
            <p:nvPr/>
          </p:nvSpPr>
          <p:spPr>
            <a:xfrm>
              <a:off x="3237656" y="2939262"/>
              <a:ext cx="20897" cy="14462"/>
            </a:xfrm>
            <a:custGeom>
              <a:rect b="b" l="l" r="r" t="t"/>
              <a:pathLst>
                <a:path extrusionOk="0" h="454" w="656">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0" name="Google Shape;10150;p78"/>
            <p:cNvSpPr/>
            <p:nvPr/>
          </p:nvSpPr>
          <p:spPr>
            <a:xfrm>
              <a:off x="3379888" y="3029539"/>
              <a:ext cx="26567" cy="14048"/>
            </a:xfrm>
            <a:custGeom>
              <a:rect b="b" l="l" r="r" t="t"/>
              <a:pathLst>
                <a:path extrusionOk="0" h="441" w="834">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1" name="Google Shape;10151;p78"/>
            <p:cNvSpPr/>
            <p:nvPr/>
          </p:nvSpPr>
          <p:spPr>
            <a:xfrm>
              <a:off x="3086313" y="3029539"/>
              <a:ext cx="26599" cy="14048"/>
            </a:xfrm>
            <a:custGeom>
              <a:rect b="b" l="l" r="r" t="t"/>
              <a:pathLst>
                <a:path extrusionOk="0" h="441" w="835">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2" name="Google Shape;10152;p78"/>
            <p:cNvSpPr/>
            <p:nvPr/>
          </p:nvSpPr>
          <p:spPr>
            <a:xfrm>
              <a:off x="3359788" y="2953469"/>
              <a:ext cx="26567" cy="20355"/>
            </a:xfrm>
            <a:custGeom>
              <a:rect b="b" l="l" r="r" t="t"/>
              <a:pathLst>
                <a:path extrusionOk="0" h="639" w="834">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3" name="Google Shape;10153;p78"/>
            <p:cNvSpPr/>
            <p:nvPr/>
          </p:nvSpPr>
          <p:spPr>
            <a:xfrm>
              <a:off x="3106413" y="3100034"/>
              <a:ext cx="26599" cy="20164"/>
            </a:xfrm>
            <a:custGeom>
              <a:rect b="b" l="l" r="r" t="t"/>
              <a:pathLst>
                <a:path extrusionOk="0" h="633" w="835">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4" name="Google Shape;10154;p78"/>
            <p:cNvSpPr/>
            <p:nvPr/>
          </p:nvSpPr>
          <p:spPr>
            <a:xfrm>
              <a:off x="3308565" y="2897277"/>
              <a:ext cx="22044" cy="24178"/>
            </a:xfrm>
            <a:custGeom>
              <a:rect b="b" l="l" r="r" t="t"/>
              <a:pathLst>
                <a:path extrusionOk="0" h="759" w="692">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5" name="Google Shape;10155;p78"/>
            <p:cNvSpPr/>
            <p:nvPr/>
          </p:nvSpPr>
          <p:spPr>
            <a:xfrm>
              <a:off x="3239153" y="2877049"/>
              <a:ext cx="14080" cy="26599"/>
            </a:xfrm>
            <a:custGeom>
              <a:rect b="b" l="l" r="r" t="t"/>
              <a:pathLst>
                <a:path extrusionOk="0" h="835" w="442">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6" name="Google Shape;10156;p78"/>
            <p:cNvSpPr/>
            <p:nvPr/>
          </p:nvSpPr>
          <p:spPr>
            <a:xfrm>
              <a:off x="3161809" y="2897500"/>
              <a:ext cx="22394" cy="24337"/>
            </a:xfrm>
            <a:custGeom>
              <a:rect b="b" l="l" r="r" t="t"/>
              <a:pathLst>
                <a:path extrusionOk="0" h="764" w="703">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7" name="Google Shape;10157;p78"/>
            <p:cNvSpPr/>
            <p:nvPr/>
          </p:nvSpPr>
          <p:spPr>
            <a:xfrm>
              <a:off x="3106413" y="2953151"/>
              <a:ext cx="26599" cy="19909"/>
            </a:xfrm>
            <a:custGeom>
              <a:rect b="b" l="l" r="r" t="t"/>
              <a:pathLst>
                <a:path extrusionOk="0" h="625" w="835">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8" name="Google Shape;10158;p78"/>
            <p:cNvSpPr/>
            <p:nvPr/>
          </p:nvSpPr>
          <p:spPr>
            <a:xfrm>
              <a:off x="3360520" y="3099811"/>
              <a:ext cx="25834" cy="20005"/>
            </a:xfrm>
            <a:custGeom>
              <a:rect b="b" l="l" r="r" t="t"/>
              <a:pathLst>
                <a:path extrusionOk="0" h="628" w="811">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59" name="Google Shape;10159;p78"/>
          <p:cNvSpPr/>
          <p:nvPr/>
        </p:nvSpPr>
        <p:spPr>
          <a:xfrm>
            <a:off x="2253814" y="2713123"/>
            <a:ext cx="210530" cy="357700"/>
          </a:xfrm>
          <a:custGeom>
            <a:rect b="b" l="l" r="r" t="t"/>
            <a:pathLst>
              <a:path extrusionOk="0" h="11229" w="6609">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60" name="Google Shape;10160;p78"/>
          <p:cNvGrpSpPr/>
          <p:nvPr/>
        </p:nvGrpSpPr>
        <p:grpSpPr>
          <a:xfrm>
            <a:off x="861113" y="2704746"/>
            <a:ext cx="333809" cy="373277"/>
            <a:chOff x="861113" y="2885746"/>
            <a:chExt cx="333809" cy="373277"/>
          </a:xfrm>
        </p:grpSpPr>
        <p:sp>
          <p:nvSpPr>
            <p:cNvPr id="10161" name="Google Shape;10161;p78"/>
            <p:cNvSpPr/>
            <p:nvPr/>
          </p:nvSpPr>
          <p:spPr>
            <a:xfrm>
              <a:off x="861113" y="2981533"/>
              <a:ext cx="315970" cy="277489"/>
            </a:xfrm>
            <a:custGeom>
              <a:rect b="b" l="l" r="r" t="t"/>
              <a:pathLst>
                <a:path extrusionOk="0" h="8711" w="9919">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2" name="Google Shape;10162;p78"/>
            <p:cNvSpPr/>
            <p:nvPr/>
          </p:nvSpPr>
          <p:spPr>
            <a:xfrm>
              <a:off x="1024976" y="2981756"/>
              <a:ext cx="125572" cy="45903"/>
            </a:xfrm>
            <a:custGeom>
              <a:rect b="b" l="l" r="r" t="t"/>
              <a:pathLst>
                <a:path extrusionOk="0" h="1441" w="3942">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3" name="Google Shape;10163;p78"/>
            <p:cNvSpPr/>
            <p:nvPr/>
          </p:nvSpPr>
          <p:spPr>
            <a:xfrm>
              <a:off x="979455" y="2885746"/>
              <a:ext cx="215467" cy="145705"/>
            </a:xfrm>
            <a:custGeom>
              <a:rect b="b" l="l" r="r" t="t"/>
              <a:pathLst>
                <a:path extrusionOk="0" h="4574" w="6764">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64" name="Google Shape;10164;p78"/>
          <p:cNvSpPr/>
          <p:nvPr/>
        </p:nvSpPr>
        <p:spPr>
          <a:xfrm>
            <a:off x="2616005" y="2705542"/>
            <a:ext cx="371366" cy="372353"/>
          </a:xfrm>
          <a:custGeom>
            <a:rect b="b" l="l" r="r" t="t"/>
            <a:pathLst>
              <a:path extrusionOk="0" h="11689" w="11658">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5" name="Google Shape;10165;p78"/>
          <p:cNvSpPr/>
          <p:nvPr/>
        </p:nvSpPr>
        <p:spPr>
          <a:xfrm>
            <a:off x="2160129" y="1335235"/>
            <a:ext cx="399780" cy="341740"/>
          </a:xfrm>
          <a:custGeom>
            <a:rect b="b" l="l" r="r" t="t"/>
            <a:pathLst>
              <a:path extrusionOk="0" h="10728" w="1255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66" name="Google Shape;10166;p78"/>
          <p:cNvGrpSpPr/>
          <p:nvPr/>
        </p:nvGrpSpPr>
        <p:grpSpPr>
          <a:xfrm>
            <a:off x="1297654" y="1323481"/>
            <a:ext cx="349354" cy="362223"/>
            <a:chOff x="1297654" y="1504481"/>
            <a:chExt cx="349354" cy="362223"/>
          </a:xfrm>
        </p:grpSpPr>
        <p:sp>
          <p:nvSpPr>
            <p:cNvPr id="10167" name="Google Shape;10167;p78"/>
            <p:cNvSpPr/>
            <p:nvPr/>
          </p:nvSpPr>
          <p:spPr>
            <a:xfrm>
              <a:off x="1297654" y="1504481"/>
              <a:ext cx="349354" cy="362223"/>
            </a:xfrm>
            <a:custGeom>
              <a:rect b="b" l="l" r="r" t="t"/>
              <a:pathLst>
                <a:path extrusionOk="0" h="11371" w="10967">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8" name="Google Shape;10168;p78"/>
            <p:cNvSpPr/>
            <p:nvPr/>
          </p:nvSpPr>
          <p:spPr>
            <a:xfrm>
              <a:off x="1354930" y="1618713"/>
              <a:ext cx="224960" cy="206516"/>
            </a:xfrm>
            <a:custGeom>
              <a:rect b="b" l="l" r="r" t="t"/>
              <a:pathLst>
                <a:path extrusionOk="0" h="6483" w="7062">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9" name="Google Shape;10169;p78"/>
            <p:cNvSpPr/>
            <p:nvPr/>
          </p:nvSpPr>
          <p:spPr>
            <a:xfrm>
              <a:off x="1453553" y="1643305"/>
              <a:ext cx="73235" cy="141436"/>
            </a:xfrm>
            <a:custGeom>
              <a:rect b="b" l="l" r="r" t="t"/>
              <a:pathLst>
                <a:path extrusionOk="0" h="4440" w="2299">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70" name="Google Shape;10170;p78"/>
          <p:cNvSpPr/>
          <p:nvPr/>
        </p:nvSpPr>
        <p:spPr>
          <a:xfrm>
            <a:off x="3945378" y="1349729"/>
            <a:ext cx="381209" cy="312466"/>
          </a:xfrm>
          <a:custGeom>
            <a:rect b="b" l="l" r="r" t="t"/>
            <a:pathLst>
              <a:path extrusionOk="0" h="9809" w="11967">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71" name="Google Shape;10171;p78"/>
          <p:cNvGrpSpPr/>
          <p:nvPr/>
        </p:nvGrpSpPr>
        <p:grpSpPr>
          <a:xfrm>
            <a:off x="852385" y="1329916"/>
            <a:ext cx="353145" cy="351998"/>
            <a:chOff x="852385" y="1510916"/>
            <a:chExt cx="353145" cy="351998"/>
          </a:xfrm>
        </p:grpSpPr>
        <p:sp>
          <p:nvSpPr>
            <p:cNvPr id="10172" name="Google Shape;10172;p78"/>
            <p:cNvSpPr/>
            <p:nvPr/>
          </p:nvSpPr>
          <p:spPr>
            <a:xfrm>
              <a:off x="852385" y="1510916"/>
              <a:ext cx="353145" cy="187785"/>
            </a:xfrm>
            <a:custGeom>
              <a:rect b="b" l="l" r="r" t="t"/>
              <a:pathLst>
                <a:path extrusionOk="0" h="5895" w="11086">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3" name="Google Shape;10173;p78"/>
            <p:cNvSpPr/>
            <p:nvPr/>
          </p:nvSpPr>
          <p:spPr>
            <a:xfrm>
              <a:off x="852385" y="1609921"/>
              <a:ext cx="353145" cy="252992"/>
            </a:xfrm>
            <a:custGeom>
              <a:rect b="b" l="l" r="r" t="t"/>
              <a:pathLst>
                <a:path extrusionOk="0" h="7942" w="11086">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4" name="Google Shape;10174;p78"/>
            <p:cNvSpPr/>
            <p:nvPr/>
          </p:nvSpPr>
          <p:spPr>
            <a:xfrm>
              <a:off x="928264" y="1584501"/>
              <a:ext cx="198775" cy="140735"/>
            </a:xfrm>
            <a:custGeom>
              <a:rect b="b" l="l" r="r" t="t"/>
              <a:pathLst>
                <a:path extrusionOk="0" h="4418" w="624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75" name="Google Shape;10175;p78"/>
          <p:cNvGrpSpPr/>
          <p:nvPr/>
        </p:nvGrpSpPr>
        <p:grpSpPr>
          <a:xfrm>
            <a:off x="1745217" y="1334471"/>
            <a:ext cx="343269" cy="342505"/>
            <a:chOff x="1745217" y="1515471"/>
            <a:chExt cx="343269" cy="342505"/>
          </a:xfrm>
        </p:grpSpPr>
        <p:sp>
          <p:nvSpPr>
            <p:cNvPr id="10176" name="Google Shape;10176;p78"/>
            <p:cNvSpPr/>
            <p:nvPr/>
          </p:nvSpPr>
          <p:spPr>
            <a:xfrm>
              <a:off x="1854448" y="1647096"/>
              <a:ext cx="22012" cy="21630"/>
            </a:xfrm>
            <a:custGeom>
              <a:rect b="b" l="l" r="r" t="t"/>
              <a:pathLst>
                <a:path extrusionOk="0" h="679" w="691">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7" name="Google Shape;10177;p78"/>
            <p:cNvSpPr/>
            <p:nvPr/>
          </p:nvSpPr>
          <p:spPr>
            <a:xfrm>
              <a:off x="1906021" y="1647096"/>
              <a:ext cx="21661" cy="21630"/>
            </a:xfrm>
            <a:custGeom>
              <a:rect b="b" l="l" r="r" t="t"/>
              <a:pathLst>
                <a:path extrusionOk="0" h="679" w="68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8" name="Google Shape;10178;p78"/>
            <p:cNvSpPr/>
            <p:nvPr/>
          </p:nvSpPr>
          <p:spPr>
            <a:xfrm>
              <a:off x="1956830" y="1647096"/>
              <a:ext cx="22044" cy="21630"/>
            </a:xfrm>
            <a:custGeom>
              <a:rect b="b" l="l" r="r" t="t"/>
              <a:pathLst>
                <a:path extrusionOk="0" h="679" w="692">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9" name="Google Shape;10179;p78"/>
            <p:cNvSpPr/>
            <p:nvPr/>
          </p:nvSpPr>
          <p:spPr>
            <a:xfrm>
              <a:off x="1745217" y="1515471"/>
              <a:ext cx="343269" cy="342505"/>
            </a:xfrm>
            <a:custGeom>
              <a:rect b="b" l="l" r="r" t="t"/>
              <a:pathLst>
                <a:path extrusionOk="0" h="10752" w="10776">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180" name="Google Shape;10180;p78"/>
          <p:cNvSpPr/>
          <p:nvPr/>
        </p:nvSpPr>
        <p:spPr>
          <a:xfrm>
            <a:off x="3509220" y="1324437"/>
            <a:ext cx="365632" cy="363561"/>
          </a:xfrm>
          <a:custGeom>
            <a:rect b="b" l="l" r="r" t="t"/>
            <a:pathLst>
              <a:path extrusionOk="0" h="11413" w="11478">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81" name="Google Shape;10181;p78"/>
          <p:cNvGrpSpPr/>
          <p:nvPr/>
        </p:nvGrpSpPr>
        <p:grpSpPr>
          <a:xfrm>
            <a:off x="3042703" y="1348137"/>
            <a:ext cx="411535" cy="315587"/>
            <a:chOff x="3042703" y="1529137"/>
            <a:chExt cx="411535" cy="315587"/>
          </a:xfrm>
        </p:grpSpPr>
        <p:sp>
          <p:nvSpPr>
            <p:cNvPr id="10182" name="Google Shape;10182;p78"/>
            <p:cNvSpPr/>
            <p:nvPr/>
          </p:nvSpPr>
          <p:spPr>
            <a:xfrm>
              <a:off x="3042703" y="1529137"/>
              <a:ext cx="411535" cy="315587"/>
            </a:xfrm>
            <a:custGeom>
              <a:rect b="b" l="l" r="r" t="t"/>
              <a:pathLst>
                <a:path extrusionOk="0" h="9907" w="12919">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3" name="Google Shape;10183;p78"/>
            <p:cNvSpPr/>
            <p:nvPr/>
          </p:nvSpPr>
          <p:spPr>
            <a:xfrm>
              <a:off x="3077967" y="1557965"/>
              <a:ext cx="12169" cy="12551"/>
            </a:xfrm>
            <a:custGeom>
              <a:rect b="b" l="l" r="r" t="t"/>
              <a:pathLst>
                <a:path extrusionOk="0" h="394" w="382">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4" name="Google Shape;10184;p78"/>
            <p:cNvSpPr/>
            <p:nvPr/>
          </p:nvSpPr>
          <p:spPr>
            <a:xfrm>
              <a:off x="3099978" y="1557965"/>
              <a:ext cx="12551" cy="12551"/>
            </a:xfrm>
            <a:custGeom>
              <a:rect b="b" l="l" r="r" t="t"/>
              <a:pathLst>
                <a:path extrusionOk="0" h="394" w="394">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5" name="Google Shape;10185;p78"/>
            <p:cNvSpPr/>
            <p:nvPr/>
          </p:nvSpPr>
          <p:spPr>
            <a:xfrm>
              <a:off x="3122341" y="1557965"/>
              <a:ext cx="12551" cy="12551"/>
            </a:xfrm>
            <a:custGeom>
              <a:rect b="b" l="l" r="r" t="t"/>
              <a:pathLst>
                <a:path extrusionOk="0" h="394" w="394">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6" name="Google Shape;10186;p78"/>
            <p:cNvSpPr/>
            <p:nvPr/>
          </p:nvSpPr>
          <p:spPr>
            <a:xfrm>
              <a:off x="3342331" y="1557965"/>
              <a:ext cx="79669" cy="12551"/>
            </a:xfrm>
            <a:custGeom>
              <a:rect b="b" l="l" r="r" t="t"/>
              <a:pathLst>
                <a:path extrusionOk="0" h="394" w="2501">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7" name="Google Shape;10187;p78"/>
            <p:cNvSpPr/>
            <p:nvPr/>
          </p:nvSpPr>
          <p:spPr>
            <a:xfrm>
              <a:off x="3306303" y="1557965"/>
              <a:ext cx="26949" cy="12551"/>
            </a:xfrm>
            <a:custGeom>
              <a:rect b="b" l="l" r="r" t="t"/>
              <a:pathLst>
                <a:path extrusionOk="0" h="394" w="846">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8" name="Google Shape;10188;p78"/>
            <p:cNvSpPr/>
            <p:nvPr/>
          </p:nvSpPr>
          <p:spPr>
            <a:xfrm>
              <a:off x="3165217" y="1622822"/>
              <a:ext cx="166888" cy="121750"/>
            </a:xfrm>
            <a:custGeom>
              <a:rect b="b" l="l" r="r" t="t"/>
              <a:pathLst>
                <a:path extrusionOk="0" h="3822" w="5239">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9" name="Google Shape;10189;p78"/>
            <p:cNvSpPr/>
            <p:nvPr/>
          </p:nvSpPr>
          <p:spPr>
            <a:xfrm>
              <a:off x="3222843" y="1657226"/>
              <a:ext cx="54281" cy="53612"/>
            </a:xfrm>
            <a:custGeom>
              <a:rect b="b" l="l" r="r" t="t"/>
              <a:pathLst>
                <a:path extrusionOk="0" h="1683" w="1704">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0" name="Google Shape;10190;p78"/>
            <p:cNvSpPr/>
            <p:nvPr/>
          </p:nvSpPr>
          <p:spPr>
            <a:xfrm>
              <a:off x="3087459" y="1800700"/>
              <a:ext cx="160454" cy="12519"/>
            </a:xfrm>
            <a:custGeom>
              <a:rect b="b" l="l" r="r" t="t"/>
              <a:pathLst>
                <a:path extrusionOk="0" h="393" w="5037">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1" name="Google Shape;10191;p78"/>
            <p:cNvSpPr/>
            <p:nvPr/>
          </p:nvSpPr>
          <p:spPr>
            <a:xfrm>
              <a:off x="3368866" y="1800318"/>
              <a:ext cx="43673" cy="12169"/>
            </a:xfrm>
            <a:custGeom>
              <a:rect b="b" l="l" r="r" t="t"/>
              <a:pathLst>
                <a:path extrusionOk="0" h="382" w="1371">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92" name="Google Shape;10192;p78"/>
          <p:cNvGrpSpPr/>
          <p:nvPr/>
        </p:nvGrpSpPr>
        <p:grpSpPr>
          <a:xfrm>
            <a:off x="2629289" y="1363682"/>
            <a:ext cx="350501" cy="284497"/>
            <a:chOff x="2629289" y="1544682"/>
            <a:chExt cx="350501" cy="284497"/>
          </a:xfrm>
        </p:grpSpPr>
        <p:sp>
          <p:nvSpPr>
            <p:cNvPr id="10193" name="Google Shape;10193;p78"/>
            <p:cNvSpPr/>
            <p:nvPr/>
          </p:nvSpPr>
          <p:spPr>
            <a:xfrm>
              <a:off x="2835614" y="1818507"/>
              <a:ext cx="10289" cy="10671"/>
            </a:xfrm>
            <a:custGeom>
              <a:rect b="b" l="l" r="r" t="t"/>
              <a:pathLst>
                <a:path extrusionOk="0" h="335" w="323">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4" name="Google Shape;10194;p78"/>
            <p:cNvSpPr/>
            <p:nvPr/>
          </p:nvSpPr>
          <p:spPr>
            <a:xfrm>
              <a:off x="2629289" y="1544682"/>
              <a:ext cx="318614" cy="284497"/>
            </a:xfrm>
            <a:custGeom>
              <a:rect b="b" l="l" r="r" t="t"/>
              <a:pathLst>
                <a:path extrusionOk="0" h="8931" w="10002">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5" name="Google Shape;10195;p78"/>
            <p:cNvSpPr/>
            <p:nvPr/>
          </p:nvSpPr>
          <p:spPr>
            <a:xfrm>
              <a:off x="2876962" y="1818507"/>
              <a:ext cx="30740" cy="10671"/>
            </a:xfrm>
            <a:custGeom>
              <a:rect b="b" l="l" r="r" t="t"/>
              <a:pathLst>
                <a:path extrusionOk="0" h="335" w="965">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6" name="Google Shape;10196;p78"/>
            <p:cNvSpPr/>
            <p:nvPr/>
          </p:nvSpPr>
          <p:spPr>
            <a:xfrm>
              <a:off x="2969118" y="1818507"/>
              <a:ext cx="10671" cy="10671"/>
            </a:xfrm>
            <a:custGeom>
              <a:rect b="b" l="l" r="r" t="t"/>
              <a:pathLst>
                <a:path extrusionOk="0" h="335" w="335">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7" name="Google Shape;10197;p78"/>
            <p:cNvSpPr/>
            <p:nvPr/>
          </p:nvSpPr>
          <p:spPr>
            <a:xfrm>
              <a:off x="2916780" y="1818507"/>
              <a:ext cx="34563" cy="10671"/>
            </a:xfrm>
            <a:custGeom>
              <a:rect b="b" l="l" r="r" t="t"/>
              <a:pathLst>
                <a:path extrusionOk="0" h="335" w="1085">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98" name="Google Shape;10198;p78"/>
          <p:cNvGrpSpPr/>
          <p:nvPr/>
        </p:nvGrpSpPr>
        <p:grpSpPr>
          <a:xfrm>
            <a:off x="5305077" y="1321633"/>
            <a:ext cx="367893" cy="365218"/>
            <a:chOff x="5305077" y="1502633"/>
            <a:chExt cx="367893" cy="365218"/>
          </a:xfrm>
        </p:grpSpPr>
        <p:sp>
          <p:nvSpPr>
            <p:cNvPr id="10199" name="Google Shape;10199;p78"/>
            <p:cNvSpPr/>
            <p:nvPr/>
          </p:nvSpPr>
          <p:spPr>
            <a:xfrm>
              <a:off x="5305077" y="1502633"/>
              <a:ext cx="261338" cy="365218"/>
            </a:xfrm>
            <a:custGeom>
              <a:rect b="b" l="l" r="r" t="t"/>
              <a:pathLst>
                <a:path extrusionOk="0" h="11465" w="8204">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0" name="Google Shape;10200;p78"/>
            <p:cNvSpPr/>
            <p:nvPr/>
          </p:nvSpPr>
          <p:spPr>
            <a:xfrm>
              <a:off x="5495092" y="1503111"/>
              <a:ext cx="177878" cy="233147"/>
            </a:xfrm>
            <a:custGeom>
              <a:rect b="b" l="l" r="r" t="t"/>
              <a:pathLst>
                <a:path extrusionOk="0" h="7319" w="5584">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01" name="Google Shape;10201;p78"/>
          <p:cNvGrpSpPr/>
          <p:nvPr/>
        </p:nvGrpSpPr>
        <p:grpSpPr>
          <a:xfrm>
            <a:off x="7100170" y="1319117"/>
            <a:ext cx="368308" cy="367033"/>
            <a:chOff x="7100170" y="1500117"/>
            <a:chExt cx="368308" cy="367033"/>
          </a:xfrm>
        </p:grpSpPr>
        <p:sp>
          <p:nvSpPr>
            <p:cNvPr id="10202" name="Google Shape;10202;p78"/>
            <p:cNvSpPr/>
            <p:nvPr/>
          </p:nvSpPr>
          <p:spPr>
            <a:xfrm>
              <a:off x="7328698" y="1501041"/>
              <a:ext cx="139780" cy="97126"/>
            </a:xfrm>
            <a:custGeom>
              <a:rect b="b" l="l" r="r" t="t"/>
              <a:pathLst>
                <a:path extrusionOk="0" h="3049" w="4388">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3" name="Google Shape;10203;p78"/>
            <p:cNvSpPr/>
            <p:nvPr/>
          </p:nvSpPr>
          <p:spPr>
            <a:xfrm>
              <a:off x="7100170" y="1500117"/>
              <a:ext cx="192691" cy="307942"/>
            </a:xfrm>
            <a:custGeom>
              <a:rect b="b" l="l" r="r" t="t"/>
              <a:pathLst>
                <a:path extrusionOk="0" h="9667" w="6049">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4" name="Google Shape;10204;p78"/>
            <p:cNvSpPr/>
            <p:nvPr/>
          </p:nvSpPr>
          <p:spPr>
            <a:xfrm>
              <a:off x="7160089" y="1766170"/>
              <a:ext cx="19017" cy="18986"/>
            </a:xfrm>
            <a:custGeom>
              <a:rect b="b" l="l" r="r" t="t"/>
              <a:pathLst>
                <a:path extrusionOk="0" h="596" w="597">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5" name="Google Shape;10205;p78"/>
            <p:cNvSpPr/>
            <p:nvPr/>
          </p:nvSpPr>
          <p:spPr>
            <a:xfrm>
              <a:off x="7295505" y="1540031"/>
              <a:ext cx="18986" cy="19081"/>
            </a:xfrm>
            <a:custGeom>
              <a:rect b="b" l="l" r="r" t="t"/>
              <a:pathLst>
                <a:path extrusionOk="0" h="599" w="596">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6" name="Google Shape;10206;p78"/>
            <p:cNvSpPr/>
            <p:nvPr/>
          </p:nvSpPr>
          <p:spPr>
            <a:xfrm>
              <a:off x="7337968" y="1631519"/>
              <a:ext cx="19017" cy="19017"/>
            </a:xfrm>
            <a:custGeom>
              <a:rect b="b" l="l" r="r" t="t"/>
              <a:pathLst>
                <a:path extrusionOk="0" h="597" w="597">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7" name="Google Shape;10207;p78"/>
            <p:cNvSpPr/>
            <p:nvPr/>
          </p:nvSpPr>
          <p:spPr>
            <a:xfrm>
              <a:off x="7275404" y="1612947"/>
              <a:ext cx="18986" cy="18986"/>
            </a:xfrm>
            <a:custGeom>
              <a:rect b="b" l="l" r="r" t="t"/>
              <a:pathLst>
                <a:path extrusionOk="0" h="596" w="596">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8" name="Google Shape;10208;p78"/>
            <p:cNvSpPr/>
            <p:nvPr/>
          </p:nvSpPr>
          <p:spPr>
            <a:xfrm>
              <a:off x="7248837" y="1688029"/>
              <a:ext cx="19017" cy="19017"/>
            </a:xfrm>
            <a:custGeom>
              <a:rect b="b" l="l" r="r" t="t"/>
              <a:pathLst>
                <a:path extrusionOk="0" h="597" w="597">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9" name="Google Shape;10209;p78"/>
            <p:cNvSpPr/>
            <p:nvPr/>
          </p:nvSpPr>
          <p:spPr>
            <a:xfrm>
              <a:off x="7413464" y="1587527"/>
              <a:ext cx="18986" cy="19017"/>
            </a:xfrm>
            <a:custGeom>
              <a:rect b="b" l="l" r="r" t="t"/>
              <a:pathLst>
                <a:path extrusionOk="0" h="597" w="596">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0" name="Google Shape;10210;p78"/>
            <p:cNvSpPr/>
            <p:nvPr/>
          </p:nvSpPr>
          <p:spPr>
            <a:xfrm>
              <a:off x="7114218" y="1832906"/>
              <a:ext cx="18986" cy="19017"/>
            </a:xfrm>
            <a:custGeom>
              <a:rect b="b" l="l" r="r" t="t"/>
              <a:pathLst>
                <a:path extrusionOk="0" h="597" w="596">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1" name="Google Shape;10211;p78"/>
            <p:cNvSpPr/>
            <p:nvPr/>
          </p:nvSpPr>
          <p:spPr>
            <a:xfrm>
              <a:off x="7128999" y="1785506"/>
              <a:ext cx="18986" cy="19017"/>
            </a:xfrm>
            <a:custGeom>
              <a:rect b="b" l="l" r="r" t="t"/>
              <a:pathLst>
                <a:path extrusionOk="0" h="597" w="596">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2" name="Google Shape;10212;p78"/>
            <p:cNvSpPr/>
            <p:nvPr/>
          </p:nvSpPr>
          <p:spPr>
            <a:xfrm>
              <a:off x="7148335" y="1815481"/>
              <a:ext cx="18986" cy="18986"/>
            </a:xfrm>
            <a:custGeom>
              <a:rect b="b" l="l" r="r" t="t"/>
              <a:pathLst>
                <a:path extrusionOk="0" h="596" w="596">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3" name="Google Shape;10213;p78"/>
            <p:cNvSpPr/>
            <p:nvPr/>
          </p:nvSpPr>
          <p:spPr>
            <a:xfrm>
              <a:off x="7158592" y="1661494"/>
              <a:ext cx="208236" cy="205656"/>
            </a:xfrm>
            <a:custGeom>
              <a:rect b="b" l="l" r="r" t="t"/>
              <a:pathLst>
                <a:path extrusionOk="0" h="6456" w="6537">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4" name="Google Shape;10214;p78"/>
            <p:cNvSpPr/>
            <p:nvPr/>
          </p:nvSpPr>
          <p:spPr>
            <a:xfrm>
              <a:off x="7374696" y="1635660"/>
              <a:ext cx="93781" cy="28478"/>
            </a:xfrm>
            <a:custGeom>
              <a:rect b="b" l="l" r="r" t="t"/>
              <a:pathLst>
                <a:path extrusionOk="0" h="894" w="2944">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15" name="Google Shape;10215;p78"/>
          <p:cNvSpPr/>
          <p:nvPr/>
        </p:nvSpPr>
        <p:spPr>
          <a:xfrm>
            <a:off x="7539642" y="1319180"/>
            <a:ext cx="372958" cy="366747"/>
          </a:xfrm>
          <a:custGeom>
            <a:rect b="b" l="l" r="r" t="t"/>
            <a:pathLst>
              <a:path extrusionOk="0" h="11513" w="11708">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16" name="Google Shape;10216;p78"/>
          <p:cNvGrpSpPr/>
          <p:nvPr/>
        </p:nvGrpSpPr>
        <p:grpSpPr>
          <a:xfrm>
            <a:off x="6649231" y="1319021"/>
            <a:ext cx="390287" cy="367065"/>
            <a:chOff x="6649231" y="1500021"/>
            <a:chExt cx="390287" cy="367065"/>
          </a:xfrm>
        </p:grpSpPr>
        <p:sp>
          <p:nvSpPr>
            <p:cNvPr id="10217" name="Google Shape;10217;p78"/>
            <p:cNvSpPr/>
            <p:nvPr/>
          </p:nvSpPr>
          <p:spPr>
            <a:xfrm>
              <a:off x="6649231" y="1500021"/>
              <a:ext cx="390287" cy="367065"/>
            </a:xfrm>
            <a:custGeom>
              <a:rect b="b" l="l" r="r" t="t"/>
              <a:pathLst>
                <a:path extrusionOk="0" h="11523" w="12252">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8" name="Google Shape;10218;p78"/>
            <p:cNvSpPr/>
            <p:nvPr/>
          </p:nvSpPr>
          <p:spPr>
            <a:xfrm>
              <a:off x="6759194" y="1602435"/>
              <a:ext cx="161983" cy="161409"/>
            </a:xfrm>
            <a:custGeom>
              <a:rect b="b" l="l" r="r" t="t"/>
              <a:pathLst>
                <a:path extrusionOk="0" h="5067" w="5085">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9" name="Google Shape;10219;p78"/>
            <p:cNvSpPr/>
            <p:nvPr/>
          </p:nvSpPr>
          <p:spPr>
            <a:xfrm>
              <a:off x="6718229" y="1625179"/>
              <a:ext cx="15227" cy="14239"/>
            </a:xfrm>
            <a:custGeom>
              <a:rect b="b" l="l" r="r" t="t"/>
              <a:pathLst>
                <a:path extrusionOk="0" h="447" w="478">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0" name="Google Shape;10220;p78"/>
            <p:cNvSpPr/>
            <p:nvPr/>
          </p:nvSpPr>
          <p:spPr>
            <a:xfrm>
              <a:off x="6712176" y="1588005"/>
              <a:ext cx="16533" cy="14048"/>
            </a:xfrm>
            <a:custGeom>
              <a:rect b="b" l="l" r="r" t="t"/>
              <a:pathLst>
                <a:path extrusionOk="0" h="441" w="519">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1" name="Google Shape;10221;p78"/>
            <p:cNvSpPr/>
            <p:nvPr/>
          </p:nvSpPr>
          <p:spPr>
            <a:xfrm>
              <a:off x="6744796" y="1555003"/>
              <a:ext cx="16628" cy="14367"/>
            </a:xfrm>
            <a:custGeom>
              <a:rect b="b" l="l" r="r" t="t"/>
              <a:pathLst>
                <a:path extrusionOk="0" h="451" w="522">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2" name="Google Shape;10222;p78"/>
            <p:cNvSpPr/>
            <p:nvPr/>
          </p:nvSpPr>
          <p:spPr>
            <a:xfrm>
              <a:off x="6750115" y="1593707"/>
              <a:ext cx="15577" cy="13952"/>
            </a:xfrm>
            <a:custGeom>
              <a:rect b="b" l="l" r="r" t="t"/>
              <a:pathLst>
                <a:path extrusionOk="0" h="438" w="489">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3" name="Google Shape;10223;p78"/>
            <p:cNvSpPr/>
            <p:nvPr/>
          </p:nvSpPr>
          <p:spPr>
            <a:xfrm>
              <a:off x="6782353" y="1561852"/>
              <a:ext cx="16692" cy="14335"/>
            </a:xfrm>
            <a:custGeom>
              <a:rect b="b" l="l" r="r" t="t"/>
              <a:pathLst>
                <a:path extrusionOk="0" h="450" w="524">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4" name="Google Shape;10224;p78"/>
            <p:cNvSpPr/>
            <p:nvPr/>
          </p:nvSpPr>
          <p:spPr>
            <a:xfrm>
              <a:off x="6884735" y="1791686"/>
              <a:ext cx="15227" cy="14239"/>
            </a:xfrm>
            <a:custGeom>
              <a:rect b="b" l="l" r="r" t="t"/>
              <a:pathLst>
                <a:path extrusionOk="0" h="447" w="478">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5" name="Google Shape;10225;p78"/>
            <p:cNvSpPr/>
            <p:nvPr/>
          </p:nvSpPr>
          <p:spPr>
            <a:xfrm>
              <a:off x="6922292" y="1797738"/>
              <a:ext cx="15195" cy="14271"/>
            </a:xfrm>
            <a:custGeom>
              <a:rect b="b" l="l" r="r" t="t"/>
              <a:pathLst>
                <a:path extrusionOk="0" h="448" w="477">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6" name="Google Shape;10226;p78"/>
            <p:cNvSpPr/>
            <p:nvPr/>
          </p:nvSpPr>
          <p:spPr>
            <a:xfrm>
              <a:off x="6954911" y="1765118"/>
              <a:ext cx="15195" cy="14271"/>
            </a:xfrm>
            <a:custGeom>
              <a:rect b="b" l="l" r="r" t="t"/>
              <a:pathLst>
                <a:path extrusionOk="0" h="448" w="477">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7" name="Google Shape;10227;p78"/>
            <p:cNvSpPr/>
            <p:nvPr/>
          </p:nvSpPr>
          <p:spPr>
            <a:xfrm>
              <a:off x="6916590" y="1759831"/>
              <a:ext cx="16724" cy="14335"/>
            </a:xfrm>
            <a:custGeom>
              <a:rect b="b" l="l" r="r" t="t"/>
              <a:pathLst>
                <a:path extrusionOk="0" h="450" w="525">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8" name="Google Shape;10228;p78"/>
            <p:cNvSpPr/>
            <p:nvPr/>
          </p:nvSpPr>
          <p:spPr>
            <a:xfrm>
              <a:off x="6948477" y="1727593"/>
              <a:ext cx="16979" cy="14367"/>
            </a:xfrm>
            <a:custGeom>
              <a:rect b="b" l="l" r="r" t="t"/>
              <a:pathLst>
                <a:path extrusionOk="0" h="451" w="533">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29" name="Google Shape;10229;p78"/>
          <p:cNvGrpSpPr/>
          <p:nvPr/>
        </p:nvGrpSpPr>
        <p:grpSpPr>
          <a:xfrm>
            <a:off x="5746938" y="1362503"/>
            <a:ext cx="387261" cy="280356"/>
            <a:chOff x="5746938" y="1543503"/>
            <a:chExt cx="387261" cy="280356"/>
          </a:xfrm>
        </p:grpSpPr>
        <p:sp>
          <p:nvSpPr>
            <p:cNvPr id="10230" name="Google Shape;10230;p78"/>
            <p:cNvSpPr/>
            <p:nvPr/>
          </p:nvSpPr>
          <p:spPr>
            <a:xfrm>
              <a:off x="5746938" y="1543503"/>
              <a:ext cx="186256" cy="279591"/>
            </a:xfrm>
            <a:custGeom>
              <a:rect b="b" l="l" r="r" t="t"/>
              <a:pathLst>
                <a:path extrusionOk="0" h="8777" w="5847">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1" name="Google Shape;10231;p78"/>
            <p:cNvSpPr/>
            <p:nvPr/>
          </p:nvSpPr>
          <p:spPr>
            <a:xfrm>
              <a:off x="5949090" y="1543949"/>
              <a:ext cx="185109" cy="279910"/>
            </a:xfrm>
            <a:custGeom>
              <a:rect b="b" l="l" r="r" t="t"/>
              <a:pathLst>
                <a:path extrusionOk="0" h="8787" w="5811">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32" name="Google Shape;10232;p78"/>
          <p:cNvGrpSpPr/>
          <p:nvPr/>
        </p:nvGrpSpPr>
        <p:grpSpPr>
          <a:xfrm>
            <a:off x="6196730" y="1344346"/>
            <a:ext cx="369072" cy="317467"/>
            <a:chOff x="6196730" y="1525346"/>
            <a:chExt cx="369072" cy="317467"/>
          </a:xfrm>
        </p:grpSpPr>
        <p:sp>
          <p:nvSpPr>
            <p:cNvPr id="10233" name="Google Shape;10233;p78"/>
            <p:cNvSpPr/>
            <p:nvPr/>
          </p:nvSpPr>
          <p:spPr>
            <a:xfrm>
              <a:off x="6285478" y="1697140"/>
              <a:ext cx="193870" cy="145673"/>
            </a:xfrm>
            <a:custGeom>
              <a:rect b="b" l="l" r="r" t="t"/>
              <a:pathLst>
                <a:path extrusionOk="0" h="4573" w="6086">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4" name="Google Shape;10234;p78"/>
            <p:cNvSpPr/>
            <p:nvPr/>
          </p:nvSpPr>
          <p:spPr>
            <a:xfrm>
              <a:off x="6391301" y="1525346"/>
              <a:ext cx="174502" cy="317467"/>
            </a:xfrm>
            <a:custGeom>
              <a:rect b="b" l="l" r="r" t="t"/>
              <a:pathLst>
                <a:path extrusionOk="0" h="9966" w="5478">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5" name="Google Shape;10235;p78"/>
            <p:cNvSpPr/>
            <p:nvPr/>
          </p:nvSpPr>
          <p:spPr>
            <a:xfrm>
              <a:off x="6196730" y="1525346"/>
              <a:ext cx="172622" cy="317467"/>
            </a:xfrm>
            <a:custGeom>
              <a:rect b="b" l="l" r="r" t="t"/>
              <a:pathLst>
                <a:path extrusionOk="0" h="9966" w="5419">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36" name="Google Shape;10236;p78"/>
          <p:cNvGrpSpPr/>
          <p:nvPr/>
        </p:nvGrpSpPr>
        <p:grpSpPr>
          <a:xfrm>
            <a:off x="4940592" y="1319690"/>
            <a:ext cx="246558" cy="367161"/>
            <a:chOff x="4940592" y="1500690"/>
            <a:chExt cx="246558" cy="367161"/>
          </a:xfrm>
        </p:grpSpPr>
        <p:sp>
          <p:nvSpPr>
            <p:cNvPr id="10237" name="Google Shape;10237;p78"/>
            <p:cNvSpPr/>
            <p:nvPr/>
          </p:nvSpPr>
          <p:spPr>
            <a:xfrm>
              <a:off x="4961075" y="1766934"/>
              <a:ext cx="44024" cy="74732"/>
            </a:xfrm>
            <a:custGeom>
              <a:rect b="b" l="l" r="r" t="t"/>
              <a:pathLst>
                <a:path extrusionOk="0" h="2346" w="1382">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8" name="Google Shape;10238;p78"/>
            <p:cNvSpPr/>
            <p:nvPr/>
          </p:nvSpPr>
          <p:spPr>
            <a:xfrm>
              <a:off x="5009240" y="1623937"/>
              <a:ext cx="37207" cy="36824"/>
            </a:xfrm>
            <a:custGeom>
              <a:rect b="b" l="l" r="r" t="t"/>
              <a:pathLst>
                <a:path extrusionOk="0" h="1156" w="1168">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9" name="Google Shape;10239;p78"/>
            <p:cNvSpPr/>
            <p:nvPr/>
          </p:nvSpPr>
          <p:spPr>
            <a:xfrm>
              <a:off x="5110125" y="1785123"/>
              <a:ext cx="50458" cy="50108"/>
            </a:xfrm>
            <a:custGeom>
              <a:rect b="b" l="l" r="r" t="t"/>
              <a:pathLst>
                <a:path extrusionOk="0" h="1573" w="1584">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0" name="Google Shape;10240;p78"/>
            <p:cNvSpPr/>
            <p:nvPr/>
          </p:nvSpPr>
          <p:spPr>
            <a:xfrm>
              <a:off x="4940592" y="1500690"/>
              <a:ext cx="246558" cy="367161"/>
            </a:xfrm>
            <a:custGeom>
              <a:rect b="b" l="l" r="r" t="t"/>
              <a:pathLst>
                <a:path extrusionOk="0" h="11526" w="774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1" name="Google Shape;10241;p78"/>
          <p:cNvGrpSpPr/>
          <p:nvPr/>
        </p:nvGrpSpPr>
        <p:grpSpPr>
          <a:xfrm>
            <a:off x="7964906" y="1318894"/>
            <a:ext cx="380858" cy="367575"/>
            <a:chOff x="7964906" y="1499894"/>
            <a:chExt cx="380858" cy="367575"/>
          </a:xfrm>
        </p:grpSpPr>
        <p:sp>
          <p:nvSpPr>
            <p:cNvPr id="10242" name="Google Shape;10242;p78"/>
            <p:cNvSpPr/>
            <p:nvPr/>
          </p:nvSpPr>
          <p:spPr>
            <a:xfrm>
              <a:off x="7964906" y="1501359"/>
              <a:ext cx="377099" cy="365600"/>
            </a:xfrm>
            <a:custGeom>
              <a:rect b="b" l="l" r="r" t="t"/>
              <a:pathLst>
                <a:path extrusionOk="0" h="11477" w="11838">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3" name="Google Shape;10243;p78"/>
            <p:cNvSpPr/>
            <p:nvPr/>
          </p:nvSpPr>
          <p:spPr>
            <a:xfrm>
              <a:off x="7965288" y="1499894"/>
              <a:ext cx="202948" cy="193870"/>
            </a:xfrm>
            <a:custGeom>
              <a:rect b="b" l="l" r="r" t="t"/>
              <a:pathLst>
                <a:path extrusionOk="0" h="6086" w="6371">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4" name="Google Shape;10244;p78"/>
            <p:cNvSpPr/>
            <p:nvPr/>
          </p:nvSpPr>
          <p:spPr>
            <a:xfrm>
              <a:off x="8137879" y="1673440"/>
              <a:ext cx="207886" cy="194029"/>
            </a:xfrm>
            <a:custGeom>
              <a:rect b="b" l="l" r="r" t="t"/>
              <a:pathLst>
                <a:path extrusionOk="0" h="6091" w="6526">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45" name="Google Shape;10245;p78"/>
          <p:cNvSpPr/>
          <p:nvPr/>
        </p:nvSpPr>
        <p:spPr>
          <a:xfrm>
            <a:off x="5779557" y="2721087"/>
            <a:ext cx="322787" cy="355788"/>
          </a:xfrm>
          <a:custGeom>
            <a:rect b="b" l="l" r="r" t="t"/>
            <a:pathLst>
              <a:path extrusionOk="0" h="11169" w="10133">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46" name="Google Shape;10246;p78"/>
          <p:cNvGrpSpPr/>
          <p:nvPr/>
        </p:nvGrpSpPr>
        <p:grpSpPr>
          <a:xfrm>
            <a:off x="8007400" y="2721278"/>
            <a:ext cx="285230" cy="355597"/>
            <a:chOff x="8007400" y="2902278"/>
            <a:chExt cx="285230" cy="355597"/>
          </a:xfrm>
        </p:grpSpPr>
        <p:sp>
          <p:nvSpPr>
            <p:cNvPr id="10247" name="Google Shape;10247;p78"/>
            <p:cNvSpPr/>
            <p:nvPr/>
          </p:nvSpPr>
          <p:spPr>
            <a:xfrm>
              <a:off x="8134820" y="3165305"/>
              <a:ext cx="39851" cy="39851"/>
            </a:xfrm>
            <a:custGeom>
              <a:rect b="b" l="l" r="r" t="t"/>
              <a:pathLst>
                <a:path extrusionOk="0" h="1251" w="1251">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8" name="Google Shape;10248;p78"/>
            <p:cNvSpPr/>
            <p:nvPr/>
          </p:nvSpPr>
          <p:spPr>
            <a:xfrm>
              <a:off x="8007400" y="2902278"/>
              <a:ext cx="285230" cy="355597"/>
            </a:xfrm>
            <a:custGeom>
              <a:rect b="b" l="l" r="r" t="t"/>
              <a:pathLst>
                <a:path extrusionOk="0" h="11163" w="8954">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9" name="Google Shape;10249;p78"/>
          <p:cNvGrpSpPr/>
          <p:nvPr/>
        </p:nvGrpSpPr>
        <p:grpSpPr>
          <a:xfrm>
            <a:off x="6219124" y="2721788"/>
            <a:ext cx="318231" cy="355470"/>
            <a:chOff x="6219124" y="2902788"/>
            <a:chExt cx="318231" cy="355470"/>
          </a:xfrm>
        </p:grpSpPr>
        <p:sp>
          <p:nvSpPr>
            <p:cNvPr id="10250" name="Google Shape;10250;p78"/>
            <p:cNvSpPr/>
            <p:nvPr/>
          </p:nvSpPr>
          <p:spPr>
            <a:xfrm>
              <a:off x="6219124" y="2990994"/>
              <a:ext cx="140353" cy="267263"/>
            </a:xfrm>
            <a:custGeom>
              <a:rect b="b" l="l" r="r" t="t"/>
              <a:pathLst>
                <a:path extrusionOk="0" h="8390" w="4406">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1" name="Google Shape;10251;p78"/>
            <p:cNvSpPr/>
            <p:nvPr/>
          </p:nvSpPr>
          <p:spPr>
            <a:xfrm>
              <a:off x="6268054" y="2902788"/>
              <a:ext cx="269302" cy="354705"/>
            </a:xfrm>
            <a:custGeom>
              <a:rect b="b" l="l" r="r" t="t"/>
              <a:pathLst>
                <a:path extrusionOk="0" h="11135" w="8454">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2" name="Google Shape;10252;p78"/>
            <p:cNvSpPr/>
            <p:nvPr/>
          </p:nvSpPr>
          <p:spPr>
            <a:xfrm>
              <a:off x="6407993" y="2995773"/>
              <a:ext cx="31505" cy="37207"/>
            </a:xfrm>
            <a:custGeom>
              <a:rect b="b" l="l" r="r" t="t"/>
              <a:pathLst>
                <a:path extrusionOk="0" h="1168" w="989">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53" name="Google Shape;10253;p78"/>
          <p:cNvGrpSpPr/>
          <p:nvPr/>
        </p:nvGrpSpPr>
        <p:grpSpPr>
          <a:xfrm>
            <a:off x="4969421" y="2721852"/>
            <a:ext cx="185109" cy="355406"/>
            <a:chOff x="4969421" y="2902852"/>
            <a:chExt cx="185109" cy="355406"/>
          </a:xfrm>
        </p:grpSpPr>
        <p:sp>
          <p:nvSpPr>
            <p:cNvPr id="10254" name="Google Shape;10254;p78"/>
            <p:cNvSpPr/>
            <p:nvPr/>
          </p:nvSpPr>
          <p:spPr>
            <a:xfrm>
              <a:off x="5022906" y="3084138"/>
              <a:ext cx="16310" cy="15959"/>
            </a:xfrm>
            <a:custGeom>
              <a:rect b="b" l="l" r="r" t="t"/>
              <a:pathLst>
                <a:path extrusionOk="0" h="501" w="512">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5" name="Google Shape;10255;p78"/>
            <p:cNvSpPr/>
            <p:nvPr/>
          </p:nvSpPr>
          <p:spPr>
            <a:xfrm>
              <a:off x="5086998" y="3107265"/>
              <a:ext cx="13284" cy="13315"/>
            </a:xfrm>
            <a:custGeom>
              <a:rect b="b" l="l" r="r" t="t"/>
              <a:pathLst>
                <a:path extrusionOk="0" h="418" w="417">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6" name="Google Shape;10256;p78"/>
            <p:cNvSpPr/>
            <p:nvPr/>
          </p:nvSpPr>
          <p:spPr>
            <a:xfrm>
              <a:off x="5039566" y="3205092"/>
              <a:ext cx="13315" cy="13347"/>
            </a:xfrm>
            <a:custGeom>
              <a:rect b="b" l="l" r="r" t="t"/>
              <a:pathLst>
                <a:path extrusionOk="0" h="419" w="418">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7" name="Google Shape;10257;p78"/>
            <p:cNvSpPr/>
            <p:nvPr/>
          </p:nvSpPr>
          <p:spPr>
            <a:xfrm>
              <a:off x="5086998" y="3175530"/>
              <a:ext cx="13284" cy="13315"/>
            </a:xfrm>
            <a:custGeom>
              <a:rect b="b" l="l" r="r" t="t"/>
              <a:pathLst>
                <a:path extrusionOk="0" h="418" w="417">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8" name="Google Shape;10258;p78"/>
            <p:cNvSpPr/>
            <p:nvPr/>
          </p:nvSpPr>
          <p:spPr>
            <a:xfrm>
              <a:off x="5033131" y="3137623"/>
              <a:ext cx="17106" cy="17106"/>
            </a:xfrm>
            <a:custGeom>
              <a:rect b="b" l="l" r="r" t="t"/>
              <a:pathLst>
                <a:path extrusionOk="0" h="537" w="537">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9" name="Google Shape;10259;p78"/>
            <p:cNvSpPr/>
            <p:nvPr/>
          </p:nvSpPr>
          <p:spPr>
            <a:xfrm>
              <a:off x="4969421" y="2902852"/>
              <a:ext cx="185109" cy="355406"/>
            </a:xfrm>
            <a:custGeom>
              <a:rect b="b" l="l" r="r" t="t"/>
              <a:pathLst>
                <a:path extrusionOk="0" h="11157" w="5811">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60" name="Google Shape;10260;p78"/>
          <p:cNvSpPr/>
          <p:nvPr/>
        </p:nvSpPr>
        <p:spPr>
          <a:xfrm>
            <a:off x="7574555" y="2722043"/>
            <a:ext cx="303387" cy="355597"/>
          </a:xfrm>
          <a:custGeom>
            <a:rect b="b" l="l" r="r" t="t"/>
            <a:pathLst>
              <a:path extrusionOk="0" h="11163" w="9524">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1" name="Google Shape;10261;p78"/>
          <p:cNvSpPr/>
          <p:nvPr/>
        </p:nvSpPr>
        <p:spPr>
          <a:xfrm>
            <a:off x="7121800" y="2721852"/>
            <a:ext cx="318231" cy="354642"/>
          </a:xfrm>
          <a:custGeom>
            <a:rect b="b" l="l" r="r" t="t"/>
            <a:pathLst>
              <a:path extrusionOk="0" h="11133" w="999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62" name="Google Shape;10262;p78"/>
          <p:cNvGrpSpPr/>
          <p:nvPr/>
        </p:nvGrpSpPr>
        <p:grpSpPr>
          <a:xfrm>
            <a:off x="6685259" y="2721852"/>
            <a:ext cx="311414" cy="355406"/>
            <a:chOff x="6685259" y="2902852"/>
            <a:chExt cx="311414" cy="355406"/>
          </a:xfrm>
        </p:grpSpPr>
        <p:sp>
          <p:nvSpPr>
            <p:cNvPr id="10263" name="Google Shape;10263;p78"/>
            <p:cNvSpPr/>
            <p:nvPr/>
          </p:nvSpPr>
          <p:spPr>
            <a:xfrm>
              <a:off x="6835805" y="3045466"/>
              <a:ext cx="10671" cy="155134"/>
            </a:xfrm>
            <a:custGeom>
              <a:rect b="b" l="l" r="r" t="t"/>
              <a:pathLst>
                <a:path extrusionOk="0" h="4870" w="335">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4" name="Google Shape;10264;p78"/>
            <p:cNvSpPr/>
            <p:nvPr/>
          </p:nvSpPr>
          <p:spPr>
            <a:xfrm>
              <a:off x="6765661" y="2938497"/>
              <a:ext cx="149846" cy="63774"/>
            </a:xfrm>
            <a:custGeom>
              <a:rect b="b" l="l" r="r" t="t"/>
              <a:pathLst>
                <a:path extrusionOk="0" h="2002" w="4704">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5" name="Google Shape;10265;p78"/>
            <p:cNvSpPr/>
            <p:nvPr/>
          </p:nvSpPr>
          <p:spPr>
            <a:xfrm>
              <a:off x="6685259" y="2902852"/>
              <a:ext cx="311414" cy="355406"/>
            </a:xfrm>
            <a:custGeom>
              <a:rect b="b" l="l" r="r" t="t"/>
              <a:pathLst>
                <a:path extrusionOk="0" h="11157" w="9776">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66" name="Google Shape;10266;p78"/>
          <p:cNvGrpSpPr/>
          <p:nvPr/>
        </p:nvGrpSpPr>
        <p:grpSpPr>
          <a:xfrm>
            <a:off x="5309250" y="2722170"/>
            <a:ext cx="359579" cy="355852"/>
            <a:chOff x="5309250" y="2903170"/>
            <a:chExt cx="359579" cy="355852"/>
          </a:xfrm>
        </p:grpSpPr>
        <p:sp>
          <p:nvSpPr>
            <p:cNvPr id="10267" name="Google Shape;10267;p78"/>
            <p:cNvSpPr/>
            <p:nvPr/>
          </p:nvSpPr>
          <p:spPr>
            <a:xfrm>
              <a:off x="5410517" y="3006317"/>
              <a:ext cx="77854" cy="76452"/>
            </a:xfrm>
            <a:custGeom>
              <a:rect b="b" l="l" r="r" t="t"/>
              <a:pathLst>
                <a:path extrusionOk="0" h="2400" w="2444">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8" name="Google Shape;10268;p78"/>
            <p:cNvSpPr/>
            <p:nvPr/>
          </p:nvSpPr>
          <p:spPr>
            <a:xfrm>
              <a:off x="5309250" y="2903170"/>
              <a:ext cx="359579" cy="355852"/>
            </a:xfrm>
            <a:custGeom>
              <a:rect b="b" l="l" r="r" t="t"/>
              <a:pathLst>
                <a:path extrusionOk="0" h="11171" w="11288">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9" name="Google Shape;10269;p78"/>
            <p:cNvSpPr/>
            <p:nvPr/>
          </p:nvSpPr>
          <p:spPr>
            <a:xfrm>
              <a:off x="5466263" y="3032979"/>
              <a:ext cx="127101" cy="146214"/>
            </a:xfrm>
            <a:custGeom>
              <a:rect b="b" l="l" r="r" t="t"/>
              <a:pathLst>
                <a:path extrusionOk="0" h="4590" w="399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70" name="Google Shape;10270;p78"/>
          <p:cNvGrpSpPr/>
          <p:nvPr/>
        </p:nvGrpSpPr>
        <p:grpSpPr>
          <a:xfrm>
            <a:off x="2199565" y="2240172"/>
            <a:ext cx="312179" cy="353431"/>
            <a:chOff x="2199565" y="2421172"/>
            <a:chExt cx="312179" cy="353431"/>
          </a:xfrm>
        </p:grpSpPr>
        <p:sp>
          <p:nvSpPr>
            <p:cNvPr id="10271" name="Google Shape;10271;p78"/>
            <p:cNvSpPr/>
            <p:nvPr/>
          </p:nvSpPr>
          <p:spPr>
            <a:xfrm>
              <a:off x="2199565" y="2421172"/>
              <a:ext cx="312179" cy="353431"/>
            </a:xfrm>
            <a:custGeom>
              <a:rect b="b" l="l" r="r" t="t"/>
              <a:pathLst>
                <a:path extrusionOk="0" h="11095" w="980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2" name="Google Shape;10272;p78"/>
            <p:cNvSpPr/>
            <p:nvPr/>
          </p:nvSpPr>
          <p:spPr>
            <a:xfrm>
              <a:off x="2335745" y="2471248"/>
              <a:ext cx="40997" cy="40615"/>
            </a:xfrm>
            <a:custGeom>
              <a:rect b="b" l="l" r="r" t="t"/>
              <a:pathLst>
                <a:path extrusionOk="0" h="1275" w="1287">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73" name="Google Shape;10273;p78"/>
          <p:cNvGrpSpPr/>
          <p:nvPr/>
        </p:nvGrpSpPr>
        <p:grpSpPr>
          <a:xfrm>
            <a:off x="1750887" y="2244727"/>
            <a:ext cx="320143" cy="343269"/>
            <a:chOff x="1750887" y="2425727"/>
            <a:chExt cx="320143" cy="343269"/>
          </a:xfrm>
        </p:grpSpPr>
        <p:sp>
          <p:nvSpPr>
            <p:cNvPr id="10274" name="Google Shape;10274;p78"/>
            <p:cNvSpPr/>
            <p:nvPr/>
          </p:nvSpPr>
          <p:spPr>
            <a:xfrm>
              <a:off x="1750887" y="2425727"/>
              <a:ext cx="320143" cy="289052"/>
            </a:xfrm>
            <a:custGeom>
              <a:rect b="b" l="l" r="r" t="t"/>
              <a:pathLst>
                <a:path extrusionOk="0" h="9074" w="1005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5" name="Google Shape;10275;p78"/>
            <p:cNvSpPr/>
            <p:nvPr/>
          </p:nvSpPr>
          <p:spPr>
            <a:xfrm>
              <a:off x="1751652" y="2558467"/>
              <a:ext cx="319378" cy="210530"/>
            </a:xfrm>
            <a:custGeom>
              <a:rect b="b" l="l" r="r" t="t"/>
              <a:pathLst>
                <a:path extrusionOk="0" h="6609" w="10026">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76" name="Google Shape;10276;p78"/>
          <p:cNvGrpSpPr/>
          <p:nvPr/>
        </p:nvGrpSpPr>
        <p:grpSpPr>
          <a:xfrm>
            <a:off x="1298037" y="2244727"/>
            <a:ext cx="338364" cy="342887"/>
            <a:chOff x="1298037" y="2425727"/>
            <a:chExt cx="338364" cy="342887"/>
          </a:xfrm>
        </p:grpSpPr>
        <p:sp>
          <p:nvSpPr>
            <p:cNvPr id="10277" name="Google Shape;10277;p78"/>
            <p:cNvSpPr/>
            <p:nvPr/>
          </p:nvSpPr>
          <p:spPr>
            <a:xfrm>
              <a:off x="1339384" y="2471631"/>
              <a:ext cx="256050" cy="136180"/>
            </a:xfrm>
            <a:custGeom>
              <a:rect b="b" l="l" r="r" t="t"/>
              <a:pathLst>
                <a:path extrusionOk="0" h="4275" w="8038">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8" name="Google Shape;10278;p78"/>
            <p:cNvSpPr/>
            <p:nvPr/>
          </p:nvSpPr>
          <p:spPr>
            <a:xfrm>
              <a:off x="1341646" y="2618036"/>
              <a:ext cx="50490" cy="50458"/>
            </a:xfrm>
            <a:custGeom>
              <a:rect b="b" l="l" r="r" t="t"/>
              <a:pathLst>
                <a:path extrusionOk="0" h="1584" w="1585">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9" name="Google Shape;10279;p78"/>
            <p:cNvSpPr/>
            <p:nvPr/>
          </p:nvSpPr>
          <p:spPr>
            <a:xfrm>
              <a:off x="1542301" y="2618036"/>
              <a:ext cx="50076" cy="50458"/>
            </a:xfrm>
            <a:custGeom>
              <a:rect b="b" l="l" r="r" t="t"/>
              <a:pathLst>
                <a:path extrusionOk="0" h="1584" w="1572">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0" name="Google Shape;10280;p78"/>
            <p:cNvSpPr/>
            <p:nvPr/>
          </p:nvSpPr>
          <p:spPr>
            <a:xfrm>
              <a:off x="1298037" y="2425727"/>
              <a:ext cx="338364" cy="342887"/>
            </a:xfrm>
            <a:custGeom>
              <a:rect b="b" l="l" r="r" t="t"/>
              <a:pathLst>
                <a:path extrusionOk="0" h="10764" w="10622">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81" name="Google Shape;10281;p78"/>
          <p:cNvSpPr/>
          <p:nvPr/>
        </p:nvSpPr>
        <p:spPr>
          <a:xfrm>
            <a:off x="848977" y="2237528"/>
            <a:ext cx="347060" cy="357286"/>
          </a:xfrm>
          <a:custGeom>
            <a:rect b="b" l="l" r="r" t="t"/>
            <a:pathLst>
              <a:path extrusionOk="0" h="11216" w="10895">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82" name="Google Shape;10282;p78"/>
          <p:cNvGrpSpPr/>
          <p:nvPr/>
        </p:nvGrpSpPr>
        <p:grpSpPr>
          <a:xfrm>
            <a:off x="3974207" y="2248009"/>
            <a:ext cx="320143" cy="338491"/>
            <a:chOff x="3974207" y="2429009"/>
            <a:chExt cx="320143" cy="338491"/>
          </a:xfrm>
        </p:grpSpPr>
        <p:sp>
          <p:nvSpPr>
            <p:cNvPr id="10283" name="Google Shape;10283;p78"/>
            <p:cNvSpPr/>
            <p:nvPr/>
          </p:nvSpPr>
          <p:spPr>
            <a:xfrm>
              <a:off x="3974207" y="2429009"/>
              <a:ext cx="320143" cy="338491"/>
            </a:xfrm>
            <a:custGeom>
              <a:rect b="b" l="l" r="r" t="t"/>
              <a:pathLst>
                <a:path extrusionOk="0" h="10626" w="1005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4" name="Google Shape;10284;p78"/>
            <p:cNvSpPr/>
            <p:nvPr/>
          </p:nvSpPr>
          <p:spPr>
            <a:xfrm>
              <a:off x="4086846" y="2479977"/>
              <a:ext cx="207503" cy="245793"/>
            </a:xfrm>
            <a:custGeom>
              <a:rect b="b" l="l" r="r" t="t"/>
              <a:pathLst>
                <a:path extrusionOk="0" h="7716" w="6514">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85" name="Google Shape;10285;p78"/>
          <p:cNvGrpSpPr/>
          <p:nvPr/>
        </p:nvGrpSpPr>
        <p:grpSpPr>
          <a:xfrm>
            <a:off x="2623237" y="2250047"/>
            <a:ext cx="355024" cy="332630"/>
            <a:chOff x="2623237" y="2431047"/>
            <a:chExt cx="355024" cy="332630"/>
          </a:xfrm>
        </p:grpSpPr>
        <p:sp>
          <p:nvSpPr>
            <p:cNvPr id="10286" name="Google Shape;10286;p78"/>
            <p:cNvSpPr/>
            <p:nvPr/>
          </p:nvSpPr>
          <p:spPr>
            <a:xfrm>
              <a:off x="2655856" y="2604370"/>
              <a:ext cx="48579" cy="64506"/>
            </a:xfrm>
            <a:custGeom>
              <a:rect b="b" l="l" r="r" t="t"/>
              <a:pathLst>
                <a:path extrusionOk="0" h="2025" w="1525">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7" name="Google Shape;10287;p78"/>
            <p:cNvSpPr/>
            <p:nvPr/>
          </p:nvSpPr>
          <p:spPr>
            <a:xfrm>
              <a:off x="2623237" y="2431047"/>
              <a:ext cx="355024" cy="332630"/>
            </a:xfrm>
            <a:custGeom>
              <a:rect b="b" l="l" r="r" t="t"/>
              <a:pathLst>
                <a:path extrusionOk="0" h="10442" w="11145">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8" name="Google Shape;10288;p78"/>
            <p:cNvSpPr/>
            <p:nvPr/>
          </p:nvSpPr>
          <p:spPr>
            <a:xfrm>
              <a:off x="2897827" y="2604753"/>
              <a:ext cx="48197" cy="64506"/>
            </a:xfrm>
            <a:custGeom>
              <a:rect b="b" l="l" r="r" t="t"/>
              <a:pathLst>
                <a:path extrusionOk="0" h="2025" w="1513">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9" name="Google Shape;10289;p78"/>
            <p:cNvSpPr/>
            <p:nvPr/>
          </p:nvSpPr>
          <p:spPr>
            <a:xfrm>
              <a:off x="2775695" y="2551650"/>
              <a:ext cx="51223" cy="51223"/>
            </a:xfrm>
            <a:custGeom>
              <a:rect b="b" l="l" r="r" t="t"/>
              <a:pathLst>
                <a:path extrusionOk="0" h="1608" w="1608">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90" name="Google Shape;10290;p78"/>
          <p:cNvGrpSpPr/>
          <p:nvPr/>
        </p:nvGrpSpPr>
        <p:grpSpPr>
          <a:xfrm>
            <a:off x="6657194" y="2253073"/>
            <a:ext cx="375507" cy="367925"/>
            <a:chOff x="6657194" y="2434073"/>
            <a:chExt cx="375507" cy="367925"/>
          </a:xfrm>
        </p:grpSpPr>
        <p:sp>
          <p:nvSpPr>
            <p:cNvPr id="10291" name="Google Shape;10291;p78"/>
            <p:cNvSpPr/>
            <p:nvPr/>
          </p:nvSpPr>
          <p:spPr>
            <a:xfrm>
              <a:off x="6657194" y="2434073"/>
              <a:ext cx="190780" cy="367925"/>
            </a:xfrm>
            <a:custGeom>
              <a:rect b="b" l="l" r="r" t="t"/>
              <a:pathLst>
                <a:path extrusionOk="0" h="11550" w="5989">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2" name="Google Shape;10292;p78"/>
            <p:cNvSpPr/>
            <p:nvPr/>
          </p:nvSpPr>
          <p:spPr>
            <a:xfrm>
              <a:off x="6854409" y="2464399"/>
              <a:ext cx="178292" cy="162365"/>
            </a:xfrm>
            <a:custGeom>
              <a:rect b="b" l="l" r="r" t="t"/>
              <a:pathLst>
                <a:path extrusionOk="0" h="5097" w="5597">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3" name="Google Shape;10293;p78"/>
            <p:cNvSpPr/>
            <p:nvPr/>
          </p:nvSpPr>
          <p:spPr>
            <a:xfrm>
              <a:off x="6854409" y="2631288"/>
              <a:ext cx="177528" cy="162365"/>
            </a:xfrm>
            <a:custGeom>
              <a:rect b="b" l="l" r="r" t="t"/>
              <a:pathLst>
                <a:path extrusionOk="0" h="5097" w="5573">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94" name="Google Shape;10294;p78"/>
          <p:cNvGrpSpPr/>
          <p:nvPr/>
        </p:nvGrpSpPr>
        <p:grpSpPr>
          <a:xfrm>
            <a:off x="7101317" y="2260655"/>
            <a:ext cx="367925" cy="352380"/>
            <a:chOff x="7101317" y="2441655"/>
            <a:chExt cx="367925" cy="352380"/>
          </a:xfrm>
        </p:grpSpPr>
        <p:sp>
          <p:nvSpPr>
            <p:cNvPr id="10295" name="Google Shape;10295;p78"/>
            <p:cNvSpPr/>
            <p:nvPr/>
          </p:nvSpPr>
          <p:spPr>
            <a:xfrm>
              <a:off x="7101317" y="2441655"/>
              <a:ext cx="367925" cy="352380"/>
            </a:xfrm>
            <a:custGeom>
              <a:rect b="b" l="l" r="r" t="t"/>
              <a:pathLst>
                <a:path extrusionOk="0" h="11062" w="1155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6" name="Google Shape;10296;p78"/>
            <p:cNvSpPr/>
            <p:nvPr/>
          </p:nvSpPr>
          <p:spPr>
            <a:xfrm>
              <a:off x="7222302" y="2588443"/>
              <a:ext cx="124426" cy="124043"/>
            </a:xfrm>
            <a:custGeom>
              <a:rect b="b" l="l" r="r" t="t"/>
              <a:pathLst>
                <a:path extrusionOk="0" h="3894" w="3906">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97" name="Google Shape;10297;p78"/>
          <p:cNvGrpSpPr/>
          <p:nvPr/>
        </p:nvGrpSpPr>
        <p:grpSpPr>
          <a:xfrm>
            <a:off x="5756399" y="2253456"/>
            <a:ext cx="367925" cy="367161"/>
            <a:chOff x="5756399" y="2434456"/>
            <a:chExt cx="367925" cy="367161"/>
          </a:xfrm>
        </p:grpSpPr>
        <p:sp>
          <p:nvSpPr>
            <p:cNvPr id="10298" name="Google Shape;10298;p78"/>
            <p:cNvSpPr/>
            <p:nvPr/>
          </p:nvSpPr>
          <p:spPr>
            <a:xfrm>
              <a:off x="5864865" y="2563023"/>
              <a:ext cx="39882" cy="68297"/>
            </a:xfrm>
            <a:custGeom>
              <a:rect b="b" l="l" r="r" t="t"/>
              <a:pathLst>
                <a:path extrusionOk="0" h="2144" w="1252">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9" name="Google Shape;10299;p78"/>
            <p:cNvSpPr/>
            <p:nvPr/>
          </p:nvSpPr>
          <p:spPr>
            <a:xfrm>
              <a:off x="5920261" y="2563023"/>
              <a:ext cx="40233" cy="68297"/>
            </a:xfrm>
            <a:custGeom>
              <a:rect b="b" l="l" r="r" t="t"/>
              <a:pathLst>
                <a:path extrusionOk="0" h="2144" w="1263">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0" name="Google Shape;10300;p78"/>
            <p:cNvSpPr/>
            <p:nvPr/>
          </p:nvSpPr>
          <p:spPr>
            <a:xfrm>
              <a:off x="5790165" y="2646451"/>
              <a:ext cx="39851" cy="68329"/>
            </a:xfrm>
            <a:custGeom>
              <a:rect b="b" l="l" r="r" t="t"/>
              <a:pathLst>
                <a:path extrusionOk="0" h="2145" w="1251">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1" name="Google Shape;10301;p78"/>
            <p:cNvSpPr/>
            <p:nvPr/>
          </p:nvSpPr>
          <p:spPr>
            <a:xfrm>
              <a:off x="6050707" y="2646451"/>
              <a:ext cx="39882" cy="68329"/>
            </a:xfrm>
            <a:custGeom>
              <a:rect b="b" l="l" r="r" t="t"/>
              <a:pathLst>
                <a:path extrusionOk="0" h="2145" w="1252">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2" name="Google Shape;10302;p78"/>
            <p:cNvSpPr/>
            <p:nvPr/>
          </p:nvSpPr>
          <p:spPr>
            <a:xfrm>
              <a:off x="5976007" y="2563023"/>
              <a:ext cx="39851" cy="68297"/>
            </a:xfrm>
            <a:custGeom>
              <a:rect b="b" l="l" r="r" t="t"/>
              <a:pathLst>
                <a:path extrusionOk="0" h="2144" w="1251">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3" name="Google Shape;10303;p78"/>
            <p:cNvSpPr/>
            <p:nvPr/>
          </p:nvSpPr>
          <p:spPr>
            <a:xfrm>
              <a:off x="5919114" y="2453027"/>
              <a:ext cx="42877" cy="43673"/>
            </a:xfrm>
            <a:custGeom>
              <a:rect b="b" l="l" r="r" t="t"/>
              <a:pathLst>
                <a:path extrusionOk="0" h="1371" w="1346">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4" name="Google Shape;10304;p78"/>
            <p:cNvSpPr/>
            <p:nvPr/>
          </p:nvSpPr>
          <p:spPr>
            <a:xfrm>
              <a:off x="5756399" y="2434456"/>
              <a:ext cx="367925" cy="367161"/>
            </a:xfrm>
            <a:custGeom>
              <a:rect b="b" l="l" r="r" t="t"/>
              <a:pathLst>
                <a:path extrusionOk="0" h="11526" w="1155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05" name="Google Shape;10305;p78"/>
          <p:cNvSpPr/>
          <p:nvPr/>
        </p:nvSpPr>
        <p:spPr>
          <a:xfrm>
            <a:off x="5304695" y="2253551"/>
            <a:ext cx="368308" cy="366970"/>
          </a:xfrm>
          <a:custGeom>
            <a:rect b="b" l="l" r="r" t="t"/>
            <a:pathLst>
              <a:path extrusionOk="0" h="11520" w="11562">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6" name="Google Shape;10306;p78"/>
          <p:cNvSpPr/>
          <p:nvPr/>
        </p:nvSpPr>
        <p:spPr>
          <a:xfrm>
            <a:off x="7542031" y="2264541"/>
            <a:ext cx="370187" cy="344034"/>
          </a:xfrm>
          <a:custGeom>
            <a:rect b="b" l="l" r="r" t="t"/>
            <a:pathLst>
              <a:path extrusionOk="0" h="10800" w="11621">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07" name="Google Shape;10307;p78"/>
          <p:cNvGrpSpPr/>
          <p:nvPr/>
        </p:nvGrpSpPr>
        <p:grpSpPr>
          <a:xfrm>
            <a:off x="7964906" y="2253073"/>
            <a:ext cx="373627" cy="367925"/>
            <a:chOff x="7964906" y="2434073"/>
            <a:chExt cx="373627" cy="367925"/>
          </a:xfrm>
        </p:grpSpPr>
        <p:sp>
          <p:nvSpPr>
            <p:cNvPr id="10308" name="Google Shape;10308;p78"/>
            <p:cNvSpPr/>
            <p:nvPr/>
          </p:nvSpPr>
          <p:spPr>
            <a:xfrm>
              <a:off x="8252397" y="2622942"/>
              <a:ext cx="46699" cy="46317"/>
            </a:xfrm>
            <a:custGeom>
              <a:rect b="b" l="l" r="r" t="t"/>
              <a:pathLst>
                <a:path extrusionOk="0" h="1454" w="1466">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9" name="Google Shape;10309;p78"/>
            <p:cNvSpPr/>
            <p:nvPr/>
          </p:nvSpPr>
          <p:spPr>
            <a:xfrm>
              <a:off x="7964906" y="2434073"/>
              <a:ext cx="373627" cy="367925"/>
            </a:xfrm>
            <a:custGeom>
              <a:rect b="b" l="l" r="r" t="t"/>
              <a:pathLst>
                <a:path extrusionOk="0" h="11550" w="11729">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10" name="Google Shape;10310;p78"/>
          <p:cNvGrpSpPr/>
          <p:nvPr/>
        </p:nvGrpSpPr>
        <p:grpSpPr>
          <a:xfrm>
            <a:off x="6194086" y="2256737"/>
            <a:ext cx="369837" cy="360471"/>
            <a:chOff x="6194086" y="2437737"/>
            <a:chExt cx="369837" cy="360471"/>
          </a:xfrm>
        </p:grpSpPr>
        <p:sp>
          <p:nvSpPr>
            <p:cNvPr id="10311" name="Google Shape;10311;p78"/>
            <p:cNvSpPr/>
            <p:nvPr/>
          </p:nvSpPr>
          <p:spPr>
            <a:xfrm>
              <a:off x="6194086" y="2437737"/>
              <a:ext cx="369837" cy="360471"/>
            </a:xfrm>
            <a:custGeom>
              <a:rect b="b" l="l" r="r" t="t"/>
              <a:pathLst>
                <a:path extrusionOk="0" h="11316" w="1161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2" name="Google Shape;10312;p78"/>
            <p:cNvSpPr/>
            <p:nvPr/>
          </p:nvSpPr>
          <p:spPr>
            <a:xfrm>
              <a:off x="6251362" y="2655721"/>
              <a:ext cx="89927" cy="88621"/>
            </a:xfrm>
            <a:custGeom>
              <a:rect b="b" l="l" r="r" t="t"/>
              <a:pathLst>
                <a:path extrusionOk="0" h="2782" w="2823">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13" name="Google Shape;10313;p78"/>
          <p:cNvSpPr txBox="1"/>
          <p:nvPr/>
        </p:nvSpPr>
        <p:spPr>
          <a:xfrm>
            <a:off x="849675" y="511017"/>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Educational Icons</a:t>
            </a:r>
            <a:endParaRPr sz="2400">
              <a:solidFill>
                <a:srgbClr val="FFFFFF"/>
              </a:solidFill>
            </a:endParaRPr>
          </a:p>
        </p:txBody>
      </p:sp>
      <p:sp>
        <p:nvSpPr>
          <p:cNvPr id="10314" name="Google Shape;10314;p78"/>
          <p:cNvSpPr txBox="1"/>
          <p:nvPr/>
        </p:nvSpPr>
        <p:spPr>
          <a:xfrm>
            <a:off x="4858400" y="511017"/>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0318" name="Shape 10318"/>
        <p:cNvGrpSpPr/>
        <p:nvPr/>
      </p:nvGrpSpPr>
      <p:grpSpPr>
        <a:xfrm>
          <a:off x="0" y="0"/>
          <a:ext cx="0" cy="0"/>
          <a:chOff x="0" y="0"/>
          <a:chExt cx="0" cy="0"/>
        </a:xfrm>
      </p:grpSpPr>
      <p:grpSp>
        <p:nvGrpSpPr>
          <p:cNvPr id="10319" name="Google Shape;10319;p79"/>
          <p:cNvGrpSpPr/>
          <p:nvPr/>
        </p:nvGrpSpPr>
        <p:grpSpPr>
          <a:xfrm>
            <a:off x="3122257" y="1334344"/>
            <a:ext cx="294850" cy="349434"/>
            <a:chOff x="3122257" y="1508594"/>
            <a:chExt cx="294850" cy="349434"/>
          </a:xfrm>
        </p:grpSpPr>
        <p:sp>
          <p:nvSpPr>
            <p:cNvPr id="10320" name="Google Shape;10320;p79"/>
            <p:cNvSpPr/>
            <p:nvPr/>
          </p:nvSpPr>
          <p:spPr>
            <a:xfrm>
              <a:off x="3226110" y="1659042"/>
              <a:ext cx="87557" cy="29568"/>
            </a:xfrm>
            <a:custGeom>
              <a:rect b="b" l="l" r="r" t="t"/>
              <a:pathLst>
                <a:path extrusionOk="0" h="929" w="2751">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1" name="Google Shape;10321;p79"/>
            <p:cNvSpPr/>
            <p:nvPr/>
          </p:nvSpPr>
          <p:spPr>
            <a:xfrm>
              <a:off x="3171144" y="1612033"/>
              <a:ext cx="196694" cy="245613"/>
            </a:xfrm>
            <a:custGeom>
              <a:rect b="b" l="l" r="r" t="t"/>
              <a:pathLst>
                <a:path extrusionOk="0" h="7717" w="618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2" name="Google Shape;10322;p79"/>
            <p:cNvSpPr/>
            <p:nvPr/>
          </p:nvSpPr>
          <p:spPr>
            <a:xfrm>
              <a:off x="3204117" y="1836767"/>
              <a:ext cx="10630" cy="21261"/>
            </a:xfrm>
            <a:custGeom>
              <a:rect b="b" l="l" r="r" t="t"/>
              <a:pathLst>
                <a:path extrusionOk="0" h="668" w="334">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3" name="Google Shape;10323;p79"/>
            <p:cNvSpPr/>
            <p:nvPr/>
          </p:nvSpPr>
          <p:spPr>
            <a:xfrm>
              <a:off x="3324616" y="1836767"/>
              <a:ext cx="10280" cy="21261"/>
            </a:xfrm>
            <a:custGeom>
              <a:rect b="b" l="l" r="r" t="t"/>
              <a:pathLst>
                <a:path extrusionOk="0" h="668" w="323">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4" name="Google Shape;10324;p79"/>
            <p:cNvSpPr/>
            <p:nvPr/>
          </p:nvSpPr>
          <p:spPr>
            <a:xfrm>
              <a:off x="3122257" y="1508594"/>
              <a:ext cx="294850" cy="278554"/>
            </a:xfrm>
            <a:custGeom>
              <a:rect b="b" l="l" r="r" t="t"/>
              <a:pathLst>
                <a:path extrusionOk="0" h="8752" w="9264">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25" name="Google Shape;10325;p79"/>
          <p:cNvGrpSpPr/>
          <p:nvPr/>
        </p:nvGrpSpPr>
        <p:grpSpPr>
          <a:xfrm>
            <a:off x="910723" y="1333962"/>
            <a:ext cx="251660" cy="350166"/>
            <a:chOff x="910723" y="1508212"/>
            <a:chExt cx="251660" cy="350166"/>
          </a:xfrm>
        </p:grpSpPr>
        <p:sp>
          <p:nvSpPr>
            <p:cNvPr id="10326" name="Google Shape;10326;p79"/>
            <p:cNvSpPr/>
            <p:nvPr/>
          </p:nvSpPr>
          <p:spPr>
            <a:xfrm>
              <a:off x="910723" y="1508212"/>
              <a:ext cx="251660" cy="350166"/>
            </a:xfrm>
            <a:custGeom>
              <a:rect b="b" l="l" r="r" t="t"/>
              <a:pathLst>
                <a:path extrusionOk="0" h="11002" w="7907">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7" name="Google Shape;10327;p79"/>
            <p:cNvSpPr/>
            <p:nvPr/>
          </p:nvSpPr>
          <p:spPr>
            <a:xfrm>
              <a:off x="1031604" y="1530205"/>
              <a:ext cx="10280" cy="10248"/>
            </a:xfrm>
            <a:custGeom>
              <a:rect b="b" l="l" r="r" t="t"/>
              <a:pathLst>
                <a:path extrusionOk="0" h="322" w="323">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8" name="Google Shape;10328;p79"/>
            <p:cNvSpPr/>
            <p:nvPr/>
          </p:nvSpPr>
          <p:spPr>
            <a:xfrm>
              <a:off x="932334" y="1551784"/>
              <a:ext cx="208088" cy="273653"/>
            </a:xfrm>
            <a:custGeom>
              <a:rect b="b" l="l" r="r" t="t"/>
              <a:pathLst>
                <a:path extrusionOk="0" h="8598" w="6538">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9" name="Google Shape;10329;p79"/>
            <p:cNvSpPr/>
            <p:nvPr/>
          </p:nvSpPr>
          <p:spPr>
            <a:xfrm>
              <a:off x="965689" y="1661302"/>
              <a:ext cx="32241" cy="32241"/>
            </a:xfrm>
            <a:custGeom>
              <a:rect b="b" l="l" r="r" t="t"/>
              <a:pathLst>
                <a:path extrusionOk="0" h="1013" w="1013">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0" name="Google Shape;10330;p79"/>
            <p:cNvSpPr/>
            <p:nvPr/>
          </p:nvSpPr>
          <p:spPr>
            <a:xfrm>
              <a:off x="965689" y="1710571"/>
              <a:ext cx="32241" cy="32241"/>
            </a:xfrm>
            <a:custGeom>
              <a:rect b="b" l="l" r="r" t="t"/>
              <a:pathLst>
                <a:path extrusionOk="0" h="1013" w="1013">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1" name="Google Shape;10331;p79"/>
            <p:cNvSpPr/>
            <p:nvPr/>
          </p:nvSpPr>
          <p:spPr>
            <a:xfrm>
              <a:off x="965689" y="1760604"/>
              <a:ext cx="32241" cy="31859"/>
            </a:xfrm>
            <a:custGeom>
              <a:rect b="b" l="l" r="r" t="t"/>
              <a:pathLst>
                <a:path extrusionOk="0" h="1001" w="1013">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2" name="Google Shape;10332;p79"/>
            <p:cNvSpPr/>
            <p:nvPr/>
          </p:nvSpPr>
          <p:spPr>
            <a:xfrm>
              <a:off x="1009643" y="1661302"/>
              <a:ext cx="59899" cy="10662"/>
            </a:xfrm>
            <a:custGeom>
              <a:rect b="b" l="l" r="r" t="t"/>
              <a:pathLst>
                <a:path extrusionOk="0" h="335" w="1882">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3" name="Google Shape;10333;p79"/>
            <p:cNvSpPr/>
            <p:nvPr/>
          </p:nvSpPr>
          <p:spPr>
            <a:xfrm>
              <a:off x="1009643" y="1683677"/>
              <a:ext cx="98188" cy="10630"/>
            </a:xfrm>
            <a:custGeom>
              <a:rect b="b" l="l" r="r" t="t"/>
              <a:pathLst>
                <a:path extrusionOk="0" h="334" w="3085">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4" name="Google Shape;10334;p79"/>
            <p:cNvSpPr/>
            <p:nvPr/>
          </p:nvSpPr>
          <p:spPr>
            <a:xfrm>
              <a:off x="1009643" y="1710571"/>
              <a:ext cx="59899" cy="10630"/>
            </a:xfrm>
            <a:custGeom>
              <a:rect b="b" l="l" r="r" t="t"/>
              <a:pathLst>
                <a:path extrusionOk="0" h="334" w="1882">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5" name="Google Shape;10335;p79"/>
            <p:cNvSpPr/>
            <p:nvPr/>
          </p:nvSpPr>
          <p:spPr>
            <a:xfrm>
              <a:off x="1009643" y="1732946"/>
              <a:ext cx="98188" cy="10630"/>
            </a:xfrm>
            <a:custGeom>
              <a:rect b="b" l="l" r="r" t="t"/>
              <a:pathLst>
                <a:path extrusionOk="0" h="334" w="3085">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6" name="Google Shape;10336;p79"/>
            <p:cNvSpPr/>
            <p:nvPr/>
          </p:nvSpPr>
          <p:spPr>
            <a:xfrm>
              <a:off x="1009643" y="1760604"/>
              <a:ext cx="59899" cy="10248"/>
            </a:xfrm>
            <a:custGeom>
              <a:rect b="b" l="l" r="r" t="t"/>
              <a:pathLst>
                <a:path extrusionOk="0" h="322" w="1882">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7" name="Google Shape;10337;p79"/>
            <p:cNvSpPr/>
            <p:nvPr/>
          </p:nvSpPr>
          <p:spPr>
            <a:xfrm>
              <a:off x="1009643" y="1782183"/>
              <a:ext cx="98188" cy="10662"/>
            </a:xfrm>
            <a:custGeom>
              <a:rect b="b" l="l" r="r" t="t"/>
              <a:pathLst>
                <a:path extrusionOk="0" h="335" w="3085">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8" name="Google Shape;10338;p79"/>
            <p:cNvSpPr/>
            <p:nvPr/>
          </p:nvSpPr>
          <p:spPr>
            <a:xfrm>
              <a:off x="1009643" y="1579473"/>
              <a:ext cx="98188" cy="10630"/>
            </a:xfrm>
            <a:custGeom>
              <a:rect b="b" l="l" r="r" t="t"/>
              <a:pathLst>
                <a:path extrusionOk="0" h="334" w="3085">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9" name="Google Shape;10339;p79"/>
            <p:cNvSpPr/>
            <p:nvPr/>
          </p:nvSpPr>
          <p:spPr>
            <a:xfrm>
              <a:off x="965689" y="1628711"/>
              <a:ext cx="142142" cy="10662"/>
            </a:xfrm>
            <a:custGeom>
              <a:rect b="b" l="l" r="r" t="t"/>
              <a:pathLst>
                <a:path extrusionOk="0" h="335" w="4466">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0" name="Google Shape;10340;p79"/>
            <p:cNvSpPr/>
            <p:nvPr/>
          </p:nvSpPr>
          <p:spPr>
            <a:xfrm>
              <a:off x="1009643" y="1601434"/>
              <a:ext cx="26926" cy="10280"/>
            </a:xfrm>
            <a:custGeom>
              <a:rect b="b" l="l" r="r" t="t"/>
              <a:pathLst>
                <a:path extrusionOk="0" h="323" w="846">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1" name="Google Shape;10341;p79"/>
            <p:cNvSpPr/>
            <p:nvPr/>
          </p:nvSpPr>
          <p:spPr>
            <a:xfrm>
              <a:off x="1047550" y="1601434"/>
              <a:ext cx="26926" cy="10280"/>
            </a:xfrm>
            <a:custGeom>
              <a:rect b="b" l="l" r="r" t="t"/>
              <a:pathLst>
                <a:path extrusionOk="0" h="323" w="846">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2" name="Google Shape;10342;p79"/>
            <p:cNvSpPr/>
            <p:nvPr/>
          </p:nvSpPr>
          <p:spPr>
            <a:xfrm>
              <a:off x="966071" y="1579473"/>
              <a:ext cx="32241" cy="32241"/>
            </a:xfrm>
            <a:custGeom>
              <a:rect b="b" l="l" r="r" t="t"/>
              <a:pathLst>
                <a:path extrusionOk="0" h="1013" w="1013">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43" name="Google Shape;10343;p79"/>
          <p:cNvGrpSpPr/>
          <p:nvPr/>
        </p:nvGrpSpPr>
        <p:grpSpPr>
          <a:xfrm>
            <a:off x="1308631" y="1333580"/>
            <a:ext cx="350166" cy="350198"/>
            <a:chOff x="1308631" y="1507830"/>
            <a:chExt cx="350166" cy="350198"/>
          </a:xfrm>
        </p:grpSpPr>
        <p:sp>
          <p:nvSpPr>
            <p:cNvPr id="10344" name="Google Shape;10344;p79"/>
            <p:cNvSpPr/>
            <p:nvPr/>
          </p:nvSpPr>
          <p:spPr>
            <a:xfrm>
              <a:off x="1308631" y="1507830"/>
              <a:ext cx="350166" cy="350198"/>
            </a:xfrm>
            <a:custGeom>
              <a:rect b="b" l="l" r="r" t="t"/>
              <a:pathLst>
                <a:path extrusionOk="0" h="11003" w="11002">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5" name="Google Shape;10345;p79"/>
            <p:cNvSpPr/>
            <p:nvPr/>
          </p:nvSpPr>
          <p:spPr>
            <a:xfrm>
              <a:off x="1373049" y="1574063"/>
              <a:ext cx="181544" cy="179730"/>
            </a:xfrm>
            <a:custGeom>
              <a:rect b="b" l="l" r="r" t="t"/>
              <a:pathLst>
                <a:path extrusionOk="0" h="5647" w="5704">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6" name="Google Shape;10346;p79"/>
            <p:cNvSpPr/>
            <p:nvPr/>
          </p:nvSpPr>
          <p:spPr>
            <a:xfrm>
              <a:off x="1411338" y="1606368"/>
              <a:ext cx="182276" cy="186477"/>
            </a:xfrm>
            <a:custGeom>
              <a:rect b="b" l="l" r="r" t="t"/>
              <a:pathLst>
                <a:path extrusionOk="0" h="5859" w="5727">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7" name="Google Shape;10347;p79"/>
            <p:cNvSpPr/>
            <p:nvPr/>
          </p:nvSpPr>
          <p:spPr>
            <a:xfrm>
              <a:off x="1461721" y="1634026"/>
              <a:ext cx="43986" cy="15564"/>
            </a:xfrm>
            <a:custGeom>
              <a:rect b="b" l="l" r="r" t="t"/>
              <a:pathLst>
                <a:path extrusionOk="0" h="489" w="1382">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48" name="Google Shape;10348;p79"/>
          <p:cNvGrpSpPr/>
          <p:nvPr/>
        </p:nvGrpSpPr>
        <p:grpSpPr>
          <a:xfrm>
            <a:off x="1756921" y="1335489"/>
            <a:ext cx="345997" cy="345997"/>
            <a:chOff x="1756921" y="1509739"/>
            <a:chExt cx="345997" cy="345997"/>
          </a:xfrm>
        </p:grpSpPr>
        <p:sp>
          <p:nvSpPr>
            <p:cNvPr id="10349" name="Google Shape;10349;p79"/>
            <p:cNvSpPr/>
            <p:nvPr/>
          </p:nvSpPr>
          <p:spPr>
            <a:xfrm>
              <a:off x="1756921" y="1509739"/>
              <a:ext cx="345997" cy="345997"/>
            </a:xfrm>
            <a:custGeom>
              <a:rect b="b" l="l" r="r" t="t"/>
              <a:pathLst>
                <a:path extrusionOk="0" h="10871" w="10871">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0" name="Google Shape;10350;p79"/>
            <p:cNvSpPr/>
            <p:nvPr/>
          </p:nvSpPr>
          <p:spPr>
            <a:xfrm>
              <a:off x="1781937" y="1535488"/>
              <a:ext cx="295614" cy="295614"/>
            </a:xfrm>
            <a:custGeom>
              <a:rect b="b" l="l" r="r" t="t"/>
              <a:pathLst>
                <a:path extrusionOk="0" h="9288" w="9288">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1" name="Google Shape;10351;p79"/>
            <p:cNvSpPr/>
            <p:nvPr/>
          </p:nvSpPr>
          <p:spPr>
            <a:xfrm>
              <a:off x="1806954" y="1677980"/>
              <a:ext cx="17441" cy="10630"/>
            </a:xfrm>
            <a:custGeom>
              <a:rect b="b" l="l" r="r" t="t"/>
              <a:pathLst>
                <a:path extrusionOk="0" h="334" w="548">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2" name="Google Shape;10352;p79"/>
            <p:cNvSpPr/>
            <p:nvPr/>
          </p:nvSpPr>
          <p:spPr>
            <a:xfrm>
              <a:off x="1924429" y="1560122"/>
              <a:ext cx="128106" cy="128488"/>
            </a:xfrm>
            <a:custGeom>
              <a:rect b="b" l="l" r="r" t="t"/>
              <a:pathLst>
                <a:path extrusionOk="0" h="4037" w="4025">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3" name="Google Shape;10353;p79"/>
            <p:cNvSpPr/>
            <p:nvPr/>
          </p:nvSpPr>
          <p:spPr>
            <a:xfrm>
              <a:off x="1924811" y="1788644"/>
              <a:ext cx="10630" cy="17823"/>
            </a:xfrm>
            <a:custGeom>
              <a:rect b="b" l="l" r="r" t="t"/>
              <a:pathLst>
                <a:path extrusionOk="0" h="560" w="334">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4" name="Google Shape;10354;p79"/>
            <p:cNvSpPr/>
            <p:nvPr/>
          </p:nvSpPr>
          <p:spPr>
            <a:xfrm>
              <a:off x="1841423" y="1594719"/>
              <a:ext cx="16328" cy="15086"/>
            </a:xfrm>
            <a:custGeom>
              <a:rect b="b" l="l" r="r" t="t"/>
              <a:pathLst>
                <a:path extrusionOk="0" h="474" w="513">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5" name="Google Shape;10355;p79"/>
            <p:cNvSpPr/>
            <p:nvPr/>
          </p:nvSpPr>
          <p:spPr>
            <a:xfrm>
              <a:off x="2002470" y="1756243"/>
              <a:ext cx="16709" cy="15755"/>
            </a:xfrm>
            <a:custGeom>
              <a:rect b="b" l="l" r="r" t="t"/>
              <a:pathLst>
                <a:path extrusionOk="0" h="495" w="525">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6" name="Google Shape;10356;p79"/>
            <p:cNvSpPr/>
            <p:nvPr/>
          </p:nvSpPr>
          <p:spPr>
            <a:xfrm>
              <a:off x="2002470" y="1594719"/>
              <a:ext cx="16328" cy="15086"/>
            </a:xfrm>
            <a:custGeom>
              <a:rect b="b" l="l" r="r" t="t"/>
              <a:pathLst>
                <a:path extrusionOk="0" h="474" w="513">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7" name="Google Shape;10357;p79"/>
            <p:cNvSpPr/>
            <p:nvPr/>
          </p:nvSpPr>
          <p:spPr>
            <a:xfrm>
              <a:off x="1841041" y="1756530"/>
              <a:ext cx="16709" cy="15468"/>
            </a:xfrm>
            <a:custGeom>
              <a:rect b="b" l="l" r="r" t="t"/>
              <a:pathLst>
                <a:path extrusionOk="0" h="486" w="525">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8" name="Google Shape;10358;p79"/>
            <p:cNvSpPr/>
            <p:nvPr/>
          </p:nvSpPr>
          <p:spPr>
            <a:xfrm>
              <a:off x="1816025" y="1632084"/>
              <a:ext cx="17855" cy="13336"/>
            </a:xfrm>
            <a:custGeom>
              <a:rect b="b" l="l" r="r" t="t"/>
              <a:pathLst>
                <a:path extrusionOk="0" h="419" w="561">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9" name="Google Shape;10359;p79"/>
            <p:cNvSpPr/>
            <p:nvPr/>
          </p:nvSpPr>
          <p:spPr>
            <a:xfrm>
              <a:off x="2026341" y="1721297"/>
              <a:ext cx="17855" cy="13177"/>
            </a:xfrm>
            <a:custGeom>
              <a:rect b="b" l="l" r="r" t="t"/>
              <a:pathLst>
                <a:path extrusionOk="0" h="414" w="561">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0" name="Google Shape;10360;p79"/>
            <p:cNvSpPr/>
            <p:nvPr/>
          </p:nvSpPr>
          <p:spPr>
            <a:xfrm>
              <a:off x="1967619" y="1569702"/>
              <a:ext cx="14036" cy="16996"/>
            </a:xfrm>
            <a:custGeom>
              <a:rect b="b" l="l" r="r" t="t"/>
              <a:pathLst>
                <a:path extrusionOk="0" h="534" w="441">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1" name="Google Shape;10361;p79"/>
            <p:cNvSpPr/>
            <p:nvPr/>
          </p:nvSpPr>
          <p:spPr>
            <a:xfrm>
              <a:off x="1877802" y="1780019"/>
              <a:ext cx="14450" cy="16996"/>
            </a:xfrm>
            <a:custGeom>
              <a:rect b="b" l="l" r="r" t="t"/>
              <a:pathLst>
                <a:path extrusionOk="0" h="534" w="454">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2" name="Google Shape;10362;p79"/>
            <p:cNvSpPr/>
            <p:nvPr/>
          </p:nvSpPr>
          <p:spPr>
            <a:xfrm>
              <a:off x="1879711" y="1568652"/>
              <a:ext cx="14418" cy="16900"/>
            </a:xfrm>
            <a:custGeom>
              <a:rect b="b" l="l" r="r" t="t"/>
              <a:pathLst>
                <a:path extrusionOk="0" h="531" w="453">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3" name="Google Shape;10363;p79"/>
            <p:cNvSpPr/>
            <p:nvPr/>
          </p:nvSpPr>
          <p:spPr>
            <a:xfrm>
              <a:off x="1965709" y="1780846"/>
              <a:ext cx="14068" cy="16900"/>
            </a:xfrm>
            <a:custGeom>
              <a:rect b="b" l="l" r="r" t="t"/>
              <a:pathLst>
                <a:path extrusionOk="0" h="531" w="442">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4" name="Google Shape;10364;p79"/>
            <p:cNvSpPr/>
            <p:nvPr/>
          </p:nvSpPr>
          <p:spPr>
            <a:xfrm>
              <a:off x="2026723" y="1633644"/>
              <a:ext cx="17855" cy="13304"/>
            </a:xfrm>
            <a:custGeom>
              <a:rect b="b" l="l" r="r" t="t"/>
              <a:pathLst>
                <a:path extrusionOk="0" h="418" w="561">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5" name="Google Shape;10365;p79"/>
            <p:cNvSpPr/>
            <p:nvPr/>
          </p:nvSpPr>
          <p:spPr>
            <a:xfrm>
              <a:off x="1814911" y="1719419"/>
              <a:ext cx="18205" cy="13177"/>
            </a:xfrm>
            <a:custGeom>
              <a:rect b="b" l="l" r="r" t="t"/>
              <a:pathLst>
                <a:path extrusionOk="0" h="414" w="572">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6" name="Google Shape;10366;p79"/>
          <p:cNvGrpSpPr/>
          <p:nvPr/>
        </p:nvGrpSpPr>
        <p:grpSpPr>
          <a:xfrm>
            <a:off x="2216956" y="1336253"/>
            <a:ext cx="318721" cy="345615"/>
            <a:chOff x="2216956" y="1510503"/>
            <a:chExt cx="318721" cy="345615"/>
          </a:xfrm>
        </p:grpSpPr>
        <p:sp>
          <p:nvSpPr>
            <p:cNvPr id="10367" name="Google Shape;10367;p79"/>
            <p:cNvSpPr/>
            <p:nvPr/>
          </p:nvSpPr>
          <p:spPr>
            <a:xfrm>
              <a:off x="2386724" y="1510503"/>
              <a:ext cx="142524" cy="151594"/>
            </a:xfrm>
            <a:custGeom>
              <a:rect b="b" l="l" r="r" t="t"/>
              <a:pathLst>
                <a:path extrusionOk="0" h="4763" w="4478">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8" name="Google Shape;10368;p79"/>
            <p:cNvSpPr/>
            <p:nvPr/>
          </p:nvSpPr>
          <p:spPr>
            <a:xfrm>
              <a:off x="2423102" y="1541185"/>
              <a:ext cx="77723" cy="77723"/>
            </a:xfrm>
            <a:custGeom>
              <a:rect b="b" l="l" r="r" t="t"/>
              <a:pathLst>
                <a:path extrusionOk="0" h="2442" w="2442">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9" name="Google Shape;10369;p79"/>
            <p:cNvSpPr/>
            <p:nvPr/>
          </p:nvSpPr>
          <p:spPr>
            <a:xfrm>
              <a:off x="2216956" y="1538543"/>
              <a:ext cx="318721" cy="317575"/>
            </a:xfrm>
            <a:custGeom>
              <a:rect b="b" l="l" r="r" t="t"/>
              <a:pathLst>
                <a:path extrusionOk="0" h="9978" w="10014">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0" name="Google Shape;10370;p79"/>
            <p:cNvSpPr/>
            <p:nvPr/>
          </p:nvSpPr>
          <p:spPr>
            <a:xfrm>
              <a:off x="2275327" y="1662448"/>
              <a:ext cx="100066" cy="39434"/>
            </a:xfrm>
            <a:custGeom>
              <a:rect b="b" l="l" r="r" t="t"/>
              <a:pathLst>
                <a:path extrusionOk="0" h="1239" w="3144">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1" name="Google Shape;10371;p79"/>
            <p:cNvSpPr/>
            <p:nvPr/>
          </p:nvSpPr>
          <p:spPr>
            <a:xfrm>
              <a:off x="2371192" y="1745422"/>
              <a:ext cx="101211" cy="60663"/>
            </a:xfrm>
            <a:custGeom>
              <a:rect b="b" l="l" r="r" t="t"/>
              <a:pathLst>
                <a:path extrusionOk="0" h="1906" w="318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72" name="Google Shape;10372;p79"/>
          <p:cNvGrpSpPr/>
          <p:nvPr/>
        </p:nvGrpSpPr>
        <p:grpSpPr>
          <a:xfrm>
            <a:off x="3988156" y="1394211"/>
            <a:ext cx="349052" cy="230049"/>
            <a:chOff x="3988156" y="1568461"/>
            <a:chExt cx="349052" cy="230049"/>
          </a:xfrm>
        </p:grpSpPr>
        <p:sp>
          <p:nvSpPr>
            <p:cNvPr id="10373" name="Google Shape;10373;p79"/>
            <p:cNvSpPr/>
            <p:nvPr/>
          </p:nvSpPr>
          <p:spPr>
            <a:xfrm>
              <a:off x="3988156" y="1571135"/>
              <a:ext cx="349052" cy="227376"/>
            </a:xfrm>
            <a:custGeom>
              <a:rect b="b" l="l" r="r" t="t"/>
              <a:pathLst>
                <a:path extrusionOk="0" h="7144" w="10967">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4" name="Google Shape;10374;p79"/>
            <p:cNvSpPr/>
            <p:nvPr/>
          </p:nvSpPr>
          <p:spPr>
            <a:xfrm>
              <a:off x="4188256" y="1568461"/>
              <a:ext cx="146661" cy="61809"/>
            </a:xfrm>
            <a:custGeom>
              <a:rect b="b" l="l" r="r" t="t"/>
              <a:pathLst>
                <a:path extrusionOk="0" h="1942" w="4608">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5" name="Google Shape;10375;p79"/>
            <p:cNvSpPr/>
            <p:nvPr/>
          </p:nvSpPr>
          <p:spPr>
            <a:xfrm>
              <a:off x="4123805" y="1677598"/>
              <a:ext cx="13304" cy="13304"/>
            </a:xfrm>
            <a:custGeom>
              <a:rect b="b" l="l" r="r" t="t"/>
              <a:pathLst>
                <a:path extrusionOk="0" h="418" w="418">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6" name="Google Shape;10376;p79"/>
            <p:cNvSpPr/>
            <p:nvPr/>
          </p:nvSpPr>
          <p:spPr>
            <a:xfrm>
              <a:off x="4096147" y="1677598"/>
              <a:ext cx="13304" cy="13304"/>
            </a:xfrm>
            <a:custGeom>
              <a:rect b="b" l="l" r="r" t="t"/>
              <a:pathLst>
                <a:path extrusionOk="0" h="418" w="418">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7" name="Google Shape;10377;p79"/>
            <p:cNvSpPr/>
            <p:nvPr/>
          </p:nvSpPr>
          <p:spPr>
            <a:xfrm>
              <a:off x="4068871" y="1677598"/>
              <a:ext cx="13686" cy="13304"/>
            </a:xfrm>
            <a:custGeom>
              <a:rect b="b" l="l" r="r" t="t"/>
              <a:pathLst>
                <a:path extrusionOk="0" h="418" w="43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8" name="Google Shape;10378;p79"/>
            <p:cNvSpPr/>
            <p:nvPr/>
          </p:nvSpPr>
          <p:spPr>
            <a:xfrm>
              <a:off x="4041594" y="1677598"/>
              <a:ext cx="13304" cy="13304"/>
            </a:xfrm>
            <a:custGeom>
              <a:rect b="b" l="l" r="r" t="t"/>
              <a:pathLst>
                <a:path extrusionOk="0" h="418" w="418">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9" name="Google Shape;10379;p79"/>
            <p:cNvSpPr/>
            <p:nvPr/>
          </p:nvSpPr>
          <p:spPr>
            <a:xfrm>
              <a:off x="4239402" y="1677598"/>
              <a:ext cx="13304" cy="13304"/>
            </a:xfrm>
            <a:custGeom>
              <a:rect b="b" l="l" r="r" t="t"/>
              <a:pathLst>
                <a:path extrusionOk="0" h="418" w="418">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80" name="Google Shape;10380;p79"/>
          <p:cNvGrpSpPr/>
          <p:nvPr/>
        </p:nvGrpSpPr>
        <p:grpSpPr>
          <a:xfrm>
            <a:off x="2633037" y="1325623"/>
            <a:ext cx="379002" cy="366112"/>
            <a:chOff x="2633037" y="1499873"/>
            <a:chExt cx="379002" cy="366112"/>
          </a:xfrm>
        </p:grpSpPr>
        <p:sp>
          <p:nvSpPr>
            <p:cNvPr id="10381" name="Google Shape;10381;p79"/>
            <p:cNvSpPr/>
            <p:nvPr/>
          </p:nvSpPr>
          <p:spPr>
            <a:xfrm>
              <a:off x="2798635" y="1499873"/>
              <a:ext cx="20497" cy="106145"/>
            </a:xfrm>
            <a:custGeom>
              <a:rect b="b" l="l" r="r" t="t"/>
              <a:pathLst>
                <a:path extrusionOk="0" h="3335" w="644">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2" name="Google Shape;10382;p79"/>
            <p:cNvSpPr/>
            <p:nvPr/>
          </p:nvSpPr>
          <p:spPr>
            <a:xfrm>
              <a:off x="2847140" y="1499873"/>
              <a:ext cx="20115" cy="106145"/>
            </a:xfrm>
            <a:custGeom>
              <a:rect b="b" l="l" r="r" t="t"/>
              <a:pathLst>
                <a:path extrusionOk="0" h="3335" w="632">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3" name="Google Shape;10383;p79"/>
            <p:cNvSpPr/>
            <p:nvPr/>
          </p:nvSpPr>
          <p:spPr>
            <a:xfrm>
              <a:off x="2652738" y="1825405"/>
              <a:ext cx="359301" cy="40580"/>
            </a:xfrm>
            <a:custGeom>
              <a:rect b="b" l="l" r="r" t="t"/>
              <a:pathLst>
                <a:path extrusionOk="0" h="1275" w="11289">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4" name="Google Shape;10384;p79"/>
            <p:cNvSpPr/>
            <p:nvPr/>
          </p:nvSpPr>
          <p:spPr>
            <a:xfrm>
              <a:off x="2657289" y="1641983"/>
              <a:ext cx="64833" cy="73935"/>
            </a:xfrm>
            <a:custGeom>
              <a:rect b="b" l="l" r="r" t="t"/>
              <a:pathLst>
                <a:path extrusionOk="0" h="2323" w="2037">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5" name="Google Shape;10385;p79"/>
            <p:cNvSpPr/>
            <p:nvPr/>
          </p:nvSpPr>
          <p:spPr>
            <a:xfrm>
              <a:off x="2633037" y="1617730"/>
              <a:ext cx="325945" cy="195198"/>
            </a:xfrm>
            <a:custGeom>
              <a:rect b="b" l="l" r="r" t="t"/>
              <a:pathLst>
                <a:path extrusionOk="0" h="6133" w="10241">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6" name="Google Shape;10386;p79"/>
            <p:cNvSpPr/>
            <p:nvPr/>
          </p:nvSpPr>
          <p:spPr>
            <a:xfrm>
              <a:off x="2826293" y="1674574"/>
              <a:ext cx="99334" cy="106145"/>
            </a:xfrm>
            <a:custGeom>
              <a:rect b="b" l="l" r="r" t="t"/>
              <a:pathLst>
                <a:path extrusionOk="0" h="3335" w="3121">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87" name="Google Shape;10387;p79"/>
          <p:cNvGrpSpPr/>
          <p:nvPr/>
        </p:nvGrpSpPr>
        <p:grpSpPr>
          <a:xfrm>
            <a:off x="6675256" y="1341919"/>
            <a:ext cx="327823" cy="357009"/>
            <a:chOff x="6675256" y="1516169"/>
            <a:chExt cx="327823" cy="357009"/>
          </a:xfrm>
        </p:grpSpPr>
        <p:sp>
          <p:nvSpPr>
            <p:cNvPr id="10388" name="Google Shape;10388;p79"/>
            <p:cNvSpPr/>
            <p:nvPr/>
          </p:nvSpPr>
          <p:spPr>
            <a:xfrm>
              <a:off x="6675256" y="1516169"/>
              <a:ext cx="111078" cy="188737"/>
            </a:xfrm>
            <a:custGeom>
              <a:rect b="b" l="l" r="r" t="t"/>
              <a:pathLst>
                <a:path extrusionOk="0" h="5930" w="349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9" name="Google Shape;10389;p79"/>
            <p:cNvSpPr/>
            <p:nvPr/>
          </p:nvSpPr>
          <p:spPr>
            <a:xfrm>
              <a:off x="6696103" y="1679507"/>
              <a:ext cx="10630" cy="26162"/>
            </a:xfrm>
            <a:custGeom>
              <a:rect b="b" l="l" r="r" t="t"/>
              <a:pathLst>
                <a:path extrusionOk="0" h="822" w="334">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0" name="Google Shape;10390;p79"/>
            <p:cNvSpPr/>
            <p:nvPr/>
          </p:nvSpPr>
          <p:spPr>
            <a:xfrm>
              <a:off x="6752183" y="1679507"/>
              <a:ext cx="10280" cy="26162"/>
            </a:xfrm>
            <a:custGeom>
              <a:rect b="b" l="l" r="r" t="t"/>
              <a:pathLst>
                <a:path extrusionOk="0" h="822" w="323">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1" name="Google Shape;10391;p79"/>
            <p:cNvSpPr/>
            <p:nvPr/>
          </p:nvSpPr>
          <p:spPr>
            <a:xfrm>
              <a:off x="6919310" y="1734060"/>
              <a:ext cx="45131" cy="15946"/>
            </a:xfrm>
            <a:custGeom>
              <a:rect b="b" l="l" r="r" t="t"/>
              <a:pathLst>
                <a:path extrusionOk="0" h="501" w="1418">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2" name="Google Shape;10392;p79"/>
            <p:cNvSpPr/>
            <p:nvPr/>
          </p:nvSpPr>
          <p:spPr>
            <a:xfrm>
              <a:off x="6879907" y="1706020"/>
              <a:ext cx="123172" cy="167158"/>
            </a:xfrm>
            <a:custGeom>
              <a:rect b="b" l="l" r="r" t="t"/>
              <a:pathLst>
                <a:path extrusionOk="0" h="5252" w="387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3" name="Google Shape;10393;p79"/>
            <p:cNvSpPr/>
            <p:nvPr/>
          </p:nvSpPr>
          <p:spPr>
            <a:xfrm>
              <a:off x="6902632" y="1840173"/>
              <a:ext cx="10630" cy="32623"/>
            </a:xfrm>
            <a:custGeom>
              <a:rect b="b" l="l" r="r" t="t"/>
              <a:pathLst>
                <a:path extrusionOk="0" h="1025" w="334">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4" name="Google Shape;10394;p79"/>
            <p:cNvSpPr/>
            <p:nvPr/>
          </p:nvSpPr>
          <p:spPr>
            <a:xfrm>
              <a:off x="6970075" y="1840173"/>
              <a:ext cx="10280" cy="32623"/>
            </a:xfrm>
            <a:custGeom>
              <a:rect b="b" l="l" r="r" t="t"/>
              <a:pathLst>
                <a:path extrusionOk="0" h="1025" w="323">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5" name="Google Shape;10395;p79"/>
            <p:cNvSpPr/>
            <p:nvPr/>
          </p:nvSpPr>
          <p:spPr>
            <a:xfrm>
              <a:off x="6772267" y="1594241"/>
              <a:ext cx="182690" cy="100830"/>
            </a:xfrm>
            <a:custGeom>
              <a:rect b="b" l="l" r="r" t="t"/>
              <a:pathLst>
                <a:path extrusionOk="0" h="3168" w="574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6" name="Google Shape;10396;p79"/>
            <p:cNvSpPr/>
            <p:nvPr/>
          </p:nvSpPr>
          <p:spPr>
            <a:xfrm>
              <a:off x="6716950" y="1716268"/>
              <a:ext cx="181926" cy="100448"/>
            </a:xfrm>
            <a:custGeom>
              <a:rect b="b" l="l" r="r" t="t"/>
              <a:pathLst>
                <a:path extrusionOk="0" h="3156" w="5716">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97" name="Google Shape;10397;p79"/>
          <p:cNvGrpSpPr/>
          <p:nvPr/>
        </p:nvGrpSpPr>
        <p:grpSpPr>
          <a:xfrm>
            <a:off x="8020159" y="1342301"/>
            <a:ext cx="300897" cy="356627"/>
            <a:chOff x="8020159" y="1516551"/>
            <a:chExt cx="300897" cy="356627"/>
          </a:xfrm>
        </p:grpSpPr>
        <p:sp>
          <p:nvSpPr>
            <p:cNvPr id="10398" name="Google Shape;10398;p79"/>
            <p:cNvSpPr/>
            <p:nvPr/>
          </p:nvSpPr>
          <p:spPr>
            <a:xfrm>
              <a:off x="8126240" y="1669482"/>
              <a:ext cx="88703" cy="30523"/>
            </a:xfrm>
            <a:custGeom>
              <a:rect b="b" l="l" r="r" t="t"/>
              <a:pathLst>
                <a:path extrusionOk="0" h="959" w="2787">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9" name="Google Shape;10399;p79"/>
            <p:cNvSpPr/>
            <p:nvPr/>
          </p:nvSpPr>
          <p:spPr>
            <a:xfrm>
              <a:off x="8069778" y="1621518"/>
              <a:ext cx="200513" cy="251278"/>
            </a:xfrm>
            <a:custGeom>
              <a:rect b="b" l="l" r="r" t="t"/>
              <a:pathLst>
                <a:path extrusionOk="0" h="7895" w="630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0" name="Google Shape;10400;p79"/>
            <p:cNvSpPr/>
            <p:nvPr/>
          </p:nvSpPr>
          <p:spPr>
            <a:xfrm>
              <a:off x="8103515" y="1851535"/>
              <a:ext cx="10630" cy="21643"/>
            </a:xfrm>
            <a:custGeom>
              <a:rect b="b" l="l" r="r" t="t"/>
              <a:pathLst>
                <a:path extrusionOk="0" h="680" w="334">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1" name="Google Shape;10401;p79"/>
            <p:cNvSpPr/>
            <p:nvPr/>
          </p:nvSpPr>
          <p:spPr>
            <a:xfrm>
              <a:off x="8226306" y="1851535"/>
              <a:ext cx="10248" cy="21643"/>
            </a:xfrm>
            <a:custGeom>
              <a:rect b="b" l="l" r="r" t="t"/>
              <a:pathLst>
                <a:path extrusionOk="0" h="680" w="322">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2" name="Google Shape;10402;p79"/>
            <p:cNvSpPr/>
            <p:nvPr/>
          </p:nvSpPr>
          <p:spPr>
            <a:xfrm>
              <a:off x="8020159" y="1516551"/>
              <a:ext cx="300897" cy="284251"/>
            </a:xfrm>
            <a:custGeom>
              <a:rect b="b" l="l" r="r" t="t"/>
              <a:pathLst>
                <a:path extrusionOk="0" h="8931" w="9454">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03" name="Google Shape;10403;p79"/>
          <p:cNvGrpSpPr/>
          <p:nvPr/>
        </p:nvGrpSpPr>
        <p:grpSpPr>
          <a:xfrm>
            <a:off x="5377363" y="1341919"/>
            <a:ext cx="257357" cy="356627"/>
            <a:chOff x="5377363" y="1516169"/>
            <a:chExt cx="257357" cy="356627"/>
          </a:xfrm>
        </p:grpSpPr>
        <p:sp>
          <p:nvSpPr>
            <p:cNvPr id="10404" name="Google Shape;10404;p79"/>
            <p:cNvSpPr/>
            <p:nvPr/>
          </p:nvSpPr>
          <p:spPr>
            <a:xfrm>
              <a:off x="5377363" y="1516169"/>
              <a:ext cx="257357" cy="356627"/>
            </a:xfrm>
            <a:custGeom>
              <a:rect b="b" l="l" r="r" t="t"/>
              <a:pathLst>
                <a:path extrusionOk="0" h="11205" w="8086">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5" name="Google Shape;10405;p79"/>
            <p:cNvSpPr/>
            <p:nvPr/>
          </p:nvSpPr>
          <p:spPr>
            <a:xfrm>
              <a:off x="5501681" y="1538925"/>
              <a:ext cx="10248" cy="10248"/>
            </a:xfrm>
            <a:custGeom>
              <a:rect b="b" l="l" r="r" t="t"/>
              <a:pathLst>
                <a:path extrusionOk="0" h="322" w="322">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6" name="Google Shape;10406;p79"/>
            <p:cNvSpPr/>
            <p:nvPr/>
          </p:nvSpPr>
          <p:spPr>
            <a:xfrm>
              <a:off x="5401233" y="1560886"/>
              <a:ext cx="211112" cy="278554"/>
            </a:xfrm>
            <a:custGeom>
              <a:rect b="b" l="l" r="r" t="t"/>
              <a:pathLst>
                <a:path extrusionOk="0" h="8752" w="6633">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7" name="Google Shape;10407;p79"/>
            <p:cNvSpPr/>
            <p:nvPr/>
          </p:nvSpPr>
          <p:spPr>
            <a:xfrm>
              <a:off x="5434207" y="1672664"/>
              <a:ext cx="33387" cy="33387"/>
            </a:xfrm>
            <a:custGeom>
              <a:rect b="b" l="l" r="r" t="t"/>
              <a:pathLst>
                <a:path extrusionOk="0" h="1049" w="1049">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8" name="Google Shape;10408;p79"/>
            <p:cNvSpPr/>
            <p:nvPr/>
          </p:nvSpPr>
          <p:spPr>
            <a:xfrm>
              <a:off x="5434207" y="1723079"/>
              <a:ext cx="33387" cy="33005"/>
            </a:xfrm>
            <a:custGeom>
              <a:rect b="b" l="l" r="r" t="t"/>
              <a:pathLst>
                <a:path extrusionOk="0" h="1037" w="1049">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9" name="Google Shape;10409;p79"/>
            <p:cNvSpPr/>
            <p:nvPr/>
          </p:nvSpPr>
          <p:spPr>
            <a:xfrm>
              <a:off x="5434207" y="1773112"/>
              <a:ext cx="33387" cy="33355"/>
            </a:xfrm>
            <a:custGeom>
              <a:rect b="b" l="l" r="r" t="t"/>
              <a:pathLst>
                <a:path extrusionOk="0" h="1048" w="1049">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0" name="Google Shape;10410;p79"/>
            <p:cNvSpPr/>
            <p:nvPr/>
          </p:nvSpPr>
          <p:spPr>
            <a:xfrm>
              <a:off x="5478924" y="1672664"/>
              <a:ext cx="60663" cy="10662"/>
            </a:xfrm>
            <a:custGeom>
              <a:rect b="b" l="l" r="r" t="t"/>
              <a:pathLst>
                <a:path extrusionOk="0" h="335" w="1906">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1" name="Google Shape;10411;p79"/>
            <p:cNvSpPr/>
            <p:nvPr/>
          </p:nvSpPr>
          <p:spPr>
            <a:xfrm>
              <a:off x="5478924" y="1695039"/>
              <a:ext cx="99716" cy="10630"/>
            </a:xfrm>
            <a:custGeom>
              <a:rect b="b" l="l" r="r" t="t"/>
              <a:pathLst>
                <a:path extrusionOk="0" h="334" w="3133">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2" name="Google Shape;10412;p79"/>
            <p:cNvSpPr/>
            <p:nvPr/>
          </p:nvSpPr>
          <p:spPr>
            <a:xfrm>
              <a:off x="5478924" y="1723079"/>
              <a:ext cx="60663" cy="10248"/>
            </a:xfrm>
            <a:custGeom>
              <a:rect b="b" l="l" r="r" t="t"/>
              <a:pathLst>
                <a:path extrusionOk="0" h="322" w="1906">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3" name="Google Shape;10413;p79"/>
            <p:cNvSpPr/>
            <p:nvPr/>
          </p:nvSpPr>
          <p:spPr>
            <a:xfrm>
              <a:off x="5478924" y="1745422"/>
              <a:ext cx="99716" cy="10280"/>
            </a:xfrm>
            <a:custGeom>
              <a:rect b="b" l="l" r="r" t="t"/>
              <a:pathLst>
                <a:path extrusionOk="0" h="323" w="3133">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4" name="Google Shape;10414;p79"/>
            <p:cNvSpPr/>
            <p:nvPr/>
          </p:nvSpPr>
          <p:spPr>
            <a:xfrm>
              <a:off x="5478924" y="1773112"/>
              <a:ext cx="60663" cy="10630"/>
            </a:xfrm>
            <a:custGeom>
              <a:rect b="b" l="l" r="r" t="t"/>
              <a:pathLst>
                <a:path extrusionOk="0" h="334" w="1906">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5" name="Google Shape;10415;p79"/>
            <p:cNvSpPr/>
            <p:nvPr/>
          </p:nvSpPr>
          <p:spPr>
            <a:xfrm>
              <a:off x="5478924" y="1795455"/>
              <a:ext cx="99716" cy="10630"/>
            </a:xfrm>
            <a:custGeom>
              <a:rect b="b" l="l" r="r" t="t"/>
              <a:pathLst>
                <a:path extrusionOk="0" h="334" w="3133">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6" name="Google Shape;10416;p79"/>
            <p:cNvSpPr/>
            <p:nvPr/>
          </p:nvSpPr>
          <p:spPr>
            <a:xfrm>
              <a:off x="5478924" y="1588926"/>
              <a:ext cx="99716" cy="10662"/>
            </a:xfrm>
            <a:custGeom>
              <a:rect b="b" l="l" r="r" t="t"/>
              <a:pathLst>
                <a:path extrusionOk="0" h="335" w="3133">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7" name="Google Shape;10417;p79"/>
            <p:cNvSpPr/>
            <p:nvPr/>
          </p:nvSpPr>
          <p:spPr>
            <a:xfrm>
              <a:off x="5434207" y="1639341"/>
              <a:ext cx="144783" cy="10248"/>
            </a:xfrm>
            <a:custGeom>
              <a:rect b="b" l="l" r="r" t="t"/>
              <a:pathLst>
                <a:path extrusionOk="0" h="322" w="4549">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8" name="Google Shape;10418;p79"/>
            <p:cNvSpPr/>
            <p:nvPr/>
          </p:nvSpPr>
          <p:spPr>
            <a:xfrm>
              <a:off x="5479306" y="1611301"/>
              <a:ext cx="26926" cy="10248"/>
            </a:xfrm>
            <a:custGeom>
              <a:rect b="b" l="l" r="r" t="t"/>
              <a:pathLst>
                <a:path extrusionOk="0" h="322" w="846">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9" name="Google Shape;10419;p79"/>
            <p:cNvSpPr/>
            <p:nvPr/>
          </p:nvSpPr>
          <p:spPr>
            <a:xfrm>
              <a:off x="5518327" y="1611301"/>
              <a:ext cx="26958" cy="10248"/>
            </a:xfrm>
            <a:custGeom>
              <a:rect b="b" l="l" r="r" t="t"/>
              <a:pathLst>
                <a:path extrusionOk="0" h="322" w="847">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0" name="Google Shape;10420;p79"/>
            <p:cNvSpPr/>
            <p:nvPr/>
          </p:nvSpPr>
          <p:spPr>
            <a:xfrm>
              <a:off x="5434207" y="1588926"/>
              <a:ext cx="32623" cy="32623"/>
            </a:xfrm>
            <a:custGeom>
              <a:rect b="b" l="l" r="r" t="t"/>
              <a:pathLst>
                <a:path extrusionOk="0" h="1025" w="1025">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21" name="Google Shape;10421;p79"/>
          <p:cNvGrpSpPr/>
          <p:nvPr/>
        </p:nvGrpSpPr>
        <p:grpSpPr>
          <a:xfrm>
            <a:off x="4880567" y="1361620"/>
            <a:ext cx="356245" cy="317607"/>
            <a:chOff x="4880567" y="1535870"/>
            <a:chExt cx="356245" cy="317607"/>
          </a:xfrm>
        </p:grpSpPr>
        <p:sp>
          <p:nvSpPr>
            <p:cNvPr id="10422" name="Google Shape;10422;p79"/>
            <p:cNvSpPr/>
            <p:nvPr/>
          </p:nvSpPr>
          <p:spPr>
            <a:xfrm>
              <a:off x="5103774" y="1535870"/>
              <a:ext cx="100448" cy="128138"/>
            </a:xfrm>
            <a:custGeom>
              <a:rect b="b" l="l" r="r" t="t"/>
              <a:pathLst>
                <a:path extrusionOk="0" h="4026" w="3156">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3" name="Google Shape;10423;p79"/>
            <p:cNvSpPr/>
            <p:nvPr/>
          </p:nvSpPr>
          <p:spPr>
            <a:xfrm>
              <a:off x="4880567" y="1552929"/>
              <a:ext cx="200895" cy="300547"/>
            </a:xfrm>
            <a:custGeom>
              <a:rect b="b" l="l" r="r" t="t"/>
              <a:pathLst>
                <a:path extrusionOk="0" h="9443" w="6312">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4" name="Google Shape;10424;p79"/>
            <p:cNvSpPr/>
            <p:nvPr/>
          </p:nvSpPr>
          <p:spPr>
            <a:xfrm>
              <a:off x="4919620" y="1820471"/>
              <a:ext cx="10248" cy="33005"/>
            </a:xfrm>
            <a:custGeom>
              <a:rect b="b" l="l" r="r" t="t"/>
              <a:pathLst>
                <a:path extrusionOk="0" h="1037" w="322">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5" name="Google Shape;10425;p79"/>
            <p:cNvSpPr/>
            <p:nvPr/>
          </p:nvSpPr>
          <p:spPr>
            <a:xfrm>
              <a:off x="5031398" y="1820471"/>
              <a:ext cx="10248" cy="33005"/>
            </a:xfrm>
            <a:custGeom>
              <a:rect b="b" l="l" r="r" t="t"/>
              <a:pathLst>
                <a:path extrusionOk="0" h="1037" w="322">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6" name="Google Shape;10426;p79"/>
            <p:cNvSpPr/>
            <p:nvPr/>
          </p:nvSpPr>
          <p:spPr>
            <a:xfrm>
              <a:off x="5070418" y="1552547"/>
              <a:ext cx="166394" cy="173969"/>
            </a:xfrm>
            <a:custGeom>
              <a:rect b="b" l="l" r="r" t="t"/>
              <a:pathLst>
                <a:path extrusionOk="0" h="5466" w="5228">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27" name="Google Shape;10427;p79"/>
          <p:cNvGrpSpPr/>
          <p:nvPr/>
        </p:nvGrpSpPr>
        <p:grpSpPr>
          <a:xfrm>
            <a:off x="5771483" y="1341537"/>
            <a:ext cx="357359" cy="357391"/>
            <a:chOff x="5771483" y="1515787"/>
            <a:chExt cx="357359" cy="357391"/>
          </a:xfrm>
        </p:grpSpPr>
        <p:sp>
          <p:nvSpPr>
            <p:cNvPr id="10428" name="Google Shape;10428;p79"/>
            <p:cNvSpPr/>
            <p:nvPr/>
          </p:nvSpPr>
          <p:spPr>
            <a:xfrm>
              <a:off x="5771483" y="1515787"/>
              <a:ext cx="357359" cy="357391"/>
            </a:xfrm>
            <a:custGeom>
              <a:rect b="b" l="l" r="r" t="t"/>
              <a:pathLst>
                <a:path extrusionOk="0" h="11229" w="11228">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9" name="Google Shape;10429;p79"/>
            <p:cNvSpPr/>
            <p:nvPr/>
          </p:nvSpPr>
          <p:spPr>
            <a:xfrm>
              <a:off x="5837429" y="1583070"/>
              <a:ext cx="185713" cy="183613"/>
            </a:xfrm>
            <a:custGeom>
              <a:rect b="b" l="l" r="r" t="t"/>
              <a:pathLst>
                <a:path extrusionOk="0" h="5769" w="5835">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0" name="Google Shape;10430;p79"/>
            <p:cNvSpPr/>
            <p:nvPr/>
          </p:nvSpPr>
          <p:spPr>
            <a:xfrm>
              <a:off x="5876068" y="1616584"/>
              <a:ext cx="186859" cy="189501"/>
            </a:xfrm>
            <a:custGeom>
              <a:rect b="b" l="l" r="r" t="t"/>
              <a:pathLst>
                <a:path extrusionOk="0" h="5954" w="5871">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1" name="Google Shape;10431;p79"/>
            <p:cNvSpPr/>
            <p:nvPr/>
          </p:nvSpPr>
          <p:spPr>
            <a:xfrm>
              <a:off x="5928360" y="1644624"/>
              <a:ext cx="45131" cy="16328"/>
            </a:xfrm>
            <a:custGeom>
              <a:rect b="b" l="l" r="r" t="t"/>
              <a:pathLst>
                <a:path extrusionOk="0" h="513" w="1418">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32" name="Google Shape;10432;p79"/>
          <p:cNvGrpSpPr/>
          <p:nvPr/>
        </p:nvGrpSpPr>
        <p:grpSpPr>
          <a:xfrm>
            <a:off x="7121669" y="1359360"/>
            <a:ext cx="321362" cy="321362"/>
            <a:chOff x="7121669" y="1533610"/>
            <a:chExt cx="321362" cy="321362"/>
          </a:xfrm>
        </p:grpSpPr>
        <p:sp>
          <p:nvSpPr>
            <p:cNvPr id="10433" name="Google Shape;10433;p79"/>
            <p:cNvSpPr/>
            <p:nvPr/>
          </p:nvSpPr>
          <p:spPr>
            <a:xfrm>
              <a:off x="7121669" y="1600289"/>
              <a:ext cx="142142" cy="192556"/>
            </a:xfrm>
            <a:custGeom>
              <a:rect b="b" l="l" r="r" t="t"/>
              <a:pathLst>
                <a:path extrusionOk="0" h="6050" w="4466">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4" name="Google Shape;10434;p79"/>
            <p:cNvSpPr/>
            <p:nvPr/>
          </p:nvSpPr>
          <p:spPr>
            <a:xfrm>
              <a:off x="7170938" y="1533610"/>
              <a:ext cx="223206" cy="53852"/>
            </a:xfrm>
            <a:custGeom>
              <a:rect b="b" l="l" r="r" t="t"/>
              <a:pathLst>
                <a:path extrusionOk="0" h="1692" w="7013">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5" name="Google Shape;10435;p79"/>
            <p:cNvSpPr/>
            <p:nvPr/>
          </p:nvSpPr>
          <p:spPr>
            <a:xfrm>
              <a:off x="7175107" y="1804558"/>
              <a:ext cx="215249" cy="50415"/>
            </a:xfrm>
            <a:custGeom>
              <a:rect b="b" l="l" r="r" t="t"/>
              <a:pathLst>
                <a:path extrusionOk="0" h="1584" w="6763">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6" name="Google Shape;10436;p79"/>
            <p:cNvSpPr/>
            <p:nvPr/>
          </p:nvSpPr>
          <p:spPr>
            <a:xfrm>
              <a:off x="7300539" y="1600289"/>
              <a:ext cx="142492" cy="191793"/>
            </a:xfrm>
            <a:custGeom>
              <a:rect b="b" l="l" r="r" t="t"/>
              <a:pathLst>
                <a:path extrusionOk="0" h="6026" w="4477">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37" name="Google Shape;10437;p79"/>
          <p:cNvGrpSpPr/>
          <p:nvPr/>
        </p:nvGrpSpPr>
        <p:grpSpPr>
          <a:xfrm>
            <a:off x="7562766" y="1340614"/>
            <a:ext cx="327059" cy="360192"/>
            <a:chOff x="7562766" y="1514864"/>
            <a:chExt cx="327059" cy="360192"/>
          </a:xfrm>
        </p:grpSpPr>
        <p:sp>
          <p:nvSpPr>
            <p:cNvPr id="10438" name="Google Shape;10438;p79"/>
            <p:cNvSpPr/>
            <p:nvPr/>
          </p:nvSpPr>
          <p:spPr>
            <a:xfrm>
              <a:off x="7662418" y="1600289"/>
              <a:ext cx="127724" cy="165248"/>
            </a:xfrm>
            <a:custGeom>
              <a:rect b="b" l="l" r="r" t="t"/>
              <a:pathLst>
                <a:path extrusionOk="0" h="5192" w="4013">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9" name="Google Shape;10439;p79"/>
            <p:cNvSpPr/>
            <p:nvPr/>
          </p:nvSpPr>
          <p:spPr>
            <a:xfrm>
              <a:off x="7599527" y="1548951"/>
              <a:ext cx="258853" cy="154841"/>
            </a:xfrm>
            <a:custGeom>
              <a:rect b="b" l="l" r="r" t="t"/>
              <a:pathLst>
                <a:path extrusionOk="0" h="4865" w="8133">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0" name="Google Shape;10440;p79"/>
            <p:cNvSpPr/>
            <p:nvPr/>
          </p:nvSpPr>
          <p:spPr>
            <a:xfrm>
              <a:off x="7599909" y="1648380"/>
              <a:ext cx="242175" cy="190679"/>
            </a:xfrm>
            <a:custGeom>
              <a:rect b="b" l="l" r="r" t="t"/>
              <a:pathLst>
                <a:path extrusionOk="0" h="5991" w="7609">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1" name="Google Shape;10441;p79"/>
            <p:cNvSpPr/>
            <p:nvPr/>
          </p:nvSpPr>
          <p:spPr>
            <a:xfrm>
              <a:off x="7562766" y="1514864"/>
              <a:ext cx="327059" cy="360192"/>
            </a:xfrm>
            <a:custGeom>
              <a:rect b="b" l="l" r="r" t="t"/>
              <a:pathLst>
                <a:path extrusionOk="0" h="11317" w="10276">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42" name="Google Shape;10442;p79"/>
          <p:cNvGrpSpPr/>
          <p:nvPr/>
        </p:nvGrpSpPr>
        <p:grpSpPr>
          <a:xfrm>
            <a:off x="6221229" y="1324423"/>
            <a:ext cx="361636" cy="362183"/>
            <a:chOff x="6259175" y="1559008"/>
            <a:chExt cx="271743" cy="272093"/>
          </a:xfrm>
        </p:grpSpPr>
        <p:sp>
          <p:nvSpPr>
            <p:cNvPr id="10443" name="Google Shape;10443;p79"/>
            <p:cNvSpPr/>
            <p:nvPr/>
          </p:nvSpPr>
          <p:spPr>
            <a:xfrm>
              <a:off x="6259175" y="1559008"/>
              <a:ext cx="271743" cy="272093"/>
            </a:xfrm>
            <a:custGeom>
              <a:rect b="b" l="l" r="r" t="t"/>
              <a:pathLst>
                <a:path extrusionOk="0" h="8549" w="8538">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4" name="Google Shape;10444;p79"/>
            <p:cNvSpPr/>
            <p:nvPr/>
          </p:nvSpPr>
          <p:spPr>
            <a:xfrm>
              <a:off x="6278145" y="1577946"/>
              <a:ext cx="231927" cy="232309"/>
            </a:xfrm>
            <a:custGeom>
              <a:rect b="b" l="l" r="r" t="t"/>
              <a:pathLst>
                <a:path extrusionOk="0" h="7299" w="7287">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5" name="Google Shape;10445;p79"/>
            <p:cNvSpPr/>
            <p:nvPr/>
          </p:nvSpPr>
          <p:spPr>
            <a:xfrm>
              <a:off x="6297846" y="1690870"/>
              <a:ext cx="13272" cy="7607"/>
            </a:xfrm>
            <a:custGeom>
              <a:rect b="b" l="l" r="r" t="t"/>
              <a:pathLst>
                <a:path extrusionOk="0" h="239" w="417">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6" name="Google Shape;10446;p79"/>
            <p:cNvSpPr/>
            <p:nvPr/>
          </p:nvSpPr>
          <p:spPr>
            <a:xfrm>
              <a:off x="6390687" y="1598029"/>
              <a:ext cx="100448" cy="100448"/>
            </a:xfrm>
            <a:custGeom>
              <a:rect b="b" l="l" r="r" t="t"/>
              <a:pathLst>
                <a:path extrusionOk="0" h="3156" w="3156">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7" name="Google Shape;10447;p79"/>
            <p:cNvSpPr/>
            <p:nvPr/>
          </p:nvSpPr>
          <p:spPr>
            <a:xfrm>
              <a:off x="6390305" y="1778013"/>
              <a:ext cx="7607" cy="13304"/>
            </a:xfrm>
            <a:custGeom>
              <a:rect b="b" l="l" r="r" t="t"/>
              <a:pathLst>
                <a:path extrusionOk="0" h="418" w="239">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8" name="Google Shape;10448;p79"/>
            <p:cNvSpPr/>
            <p:nvPr/>
          </p:nvSpPr>
          <p:spPr>
            <a:xfrm>
              <a:off x="6324358" y="1624923"/>
              <a:ext cx="12922" cy="11776"/>
            </a:xfrm>
            <a:custGeom>
              <a:rect b="b" l="l" r="r" t="t"/>
              <a:pathLst>
                <a:path extrusionOk="0" h="370" w="406">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9" name="Google Shape;10449;p79"/>
            <p:cNvSpPr/>
            <p:nvPr/>
          </p:nvSpPr>
          <p:spPr>
            <a:xfrm>
              <a:off x="6451700" y="1752265"/>
              <a:ext cx="12890" cy="11776"/>
            </a:xfrm>
            <a:custGeom>
              <a:rect b="b" l="l" r="r" t="t"/>
              <a:pathLst>
                <a:path extrusionOk="0" h="370" w="405">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0" name="Google Shape;10450;p79"/>
            <p:cNvSpPr/>
            <p:nvPr/>
          </p:nvSpPr>
          <p:spPr>
            <a:xfrm>
              <a:off x="6451700" y="1624923"/>
              <a:ext cx="12890" cy="11776"/>
            </a:xfrm>
            <a:custGeom>
              <a:rect b="b" l="l" r="r" t="t"/>
              <a:pathLst>
                <a:path extrusionOk="0" h="370" w="405">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1" name="Google Shape;10451;p79"/>
            <p:cNvSpPr/>
            <p:nvPr/>
          </p:nvSpPr>
          <p:spPr>
            <a:xfrm>
              <a:off x="6324358" y="1751883"/>
              <a:ext cx="12922" cy="11776"/>
            </a:xfrm>
            <a:custGeom>
              <a:rect b="b" l="l" r="r" t="t"/>
              <a:pathLst>
                <a:path extrusionOk="0" h="370" w="406">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2" name="Google Shape;10452;p79"/>
            <p:cNvSpPr/>
            <p:nvPr/>
          </p:nvSpPr>
          <p:spPr>
            <a:xfrm>
              <a:off x="6304657" y="1653823"/>
              <a:ext cx="14036" cy="10567"/>
            </a:xfrm>
            <a:custGeom>
              <a:rect b="b" l="l" r="r" t="t"/>
              <a:pathLst>
                <a:path extrusionOk="0" h="332" w="441">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3" name="Google Shape;10453;p79"/>
            <p:cNvSpPr/>
            <p:nvPr/>
          </p:nvSpPr>
          <p:spPr>
            <a:xfrm>
              <a:off x="6469874" y="1724511"/>
              <a:ext cx="14068" cy="10344"/>
            </a:xfrm>
            <a:custGeom>
              <a:rect b="b" l="l" r="r" t="t"/>
              <a:pathLst>
                <a:path extrusionOk="0" h="325" w="442">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4" name="Google Shape;10454;p79"/>
            <p:cNvSpPr/>
            <p:nvPr/>
          </p:nvSpPr>
          <p:spPr>
            <a:xfrm>
              <a:off x="6424392" y="1605158"/>
              <a:ext cx="11394" cy="13368"/>
            </a:xfrm>
            <a:custGeom>
              <a:rect b="b" l="l" r="r" t="t"/>
              <a:pathLst>
                <a:path extrusionOk="0" h="420" w="358">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5" name="Google Shape;10455;p79"/>
            <p:cNvSpPr/>
            <p:nvPr/>
          </p:nvSpPr>
          <p:spPr>
            <a:xfrm>
              <a:off x="6353926" y="1770916"/>
              <a:ext cx="11394" cy="13208"/>
            </a:xfrm>
            <a:custGeom>
              <a:rect b="b" l="l" r="r" t="t"/>
              <a:pathLst>
                <a:path extrusionOk="0" h="415" w="358">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6" name="Google Shape;10456;p79"/>
            <p:cNvSpPr/>
            <p:nvPr/>
          </p:nvSpPr>
          <p:spPr>
            <a:xfrm>
              <a:off x="6355040" y="1604363"/>
              <a:ext cx="11044" cy="13399"/>
            </a:xfrm>
            <a:custGeom>
              <a:rect b="b" l="l" r="r" t="t"/>
              <a:pathLst>
                <a:path extrusionOk="0" h="421" w="347">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7" name="Google Shape;10457;p79"/>
            <p:cNvSpPr/>
            <p:nvPr/>
          </p:nvSpPr>
          <p:spPr>
            <a:xfrm>
              <a:off x="6422514" y="1771489"/>
              <a:ext cx="11012" cy="13017"/>
            </a:xfrm>
            <a:custGeom>
              <a:rect b="b" l="l" r="r" t="t"/>
              <a:pathLst>
                <a:path extrusionOk="0" h="409" w="346">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8" name="Google Shape;10458;p79"/>
            <p:cNvSpPr/>
            <p:nvPr/>
          </p:nvSpPr>
          <p:spPr>
            <a:xfrm>
              <a:off x="6470637" y="1655541"/>
              <a:ext cx="14036" cy="10726"/>
            </a:xfrm>
            <a:custGeom>
              <a:rect b="b" l="l" r="r" t="t"/>
              <a:pathLst>
                <a:path extrusionOk="0" h="337" w="441">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9" name="Google Shape;10459;p79"/>
            <p:cNvSpPr/>
            <p:nvPr/>
          </p:nvSpPr>
          <p:spPr>
            <a:xfrm>
              <a:off x="6303893" y="1723175"/>
              <a:ext cx="13686" cy="10153"/>
            </a:xfrm>
            <a:custGeom>
              <a:rect b="b" l="l" r="r" t="t"/>
              <a:pathLst>
                <a:path extrusionOk="0" h="319" w="43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60" name="Google Shape;10460;p79"/>
          <p:cNvGrpSpPr/>
          <p:nvPr/>
        </p:nvGrpSpPr>
        <p:grpSpPr>
          <a:xfrm>
            <a:off x="6671087" y="1835054"/>
            <a:ext cx="332757" cy="281833"/>
            <a:chOff x="6671087" y="2009304"/>
            <a:chExt cx="332757" cy="281833"/>
          </a:xfrm>
        </p:grpSpPr>
        <p:sp>
          <p:nvSpPr>
            <p:cNvPr id="10461" name="Google Shape;10461;p79"/>
            <p:cNvSpPr/>
            <p:nvPr/>
          </p:nvSpPr>
          <p:spPr>
            <a:xfrm>
              <a:off x="6671087" y="2023658"/>
              <a:ext cx="331993" cy="267478"/>
            </a:xfrm>
            <a:custGeom>
              <a:rect b="b" l="l" r="r" t="t"/>
              <a:pathLst>
                <a:path extrusionOk="0" h="8404" w="10431">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2" name="Google Shape;10462;p79"/>
            <p:cNvSpPr/>
            <p:nvPr/>
          </p:nvSpPr>
          <p:spPr>
            <a:xfrm>
              <a:off x="6965173" y="2009304"/>
              <a:ext cx="38670" cy="27181"/>
            </a:xfrm>
            <a:custGeom>
              <a:rect b="b" l="l" r="r" t="t"/>
              <a:pathLst>
                <a:path extrusionOk="0" h="854" w="1215">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63" name="Google Shape;10463;p79"/>
          <p:cNvSpPr/>
          <p:nvPr/>
        </p:nvSpPr>
        <p:spPr>
          <a:xfrm>
            <a:off x="1745940" y="1792882"/>
            <a:ext cx="368371" cy="368340"/>
          </a:xfrm>
          <a:custGeom>
            <a:rect b="b" l="l" r="r" t="t"/>
            <a:pathLst>
              <a:path extrusionOk="0" h="11573" w="11574">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64" name="Google Shape;10464;p79"/>
          <p:cNvGrpSpPr/>
          <p:nvPr/>
        </p:nvGrpSpPr>
        <p:grpSpPr>
          <a:xfrm>
            <a:off x="2201806" y="1802335"/>
            <a:ext cx="349784" cy="349434"/>
            <a:chOff x="2201806" y="1976585"/>
            <a:chExt cx="349784" cy="349434"/>
          </a:xfrm>
        </p:grpSpPr>
        <p:sp>
          <p:nvSpPr>
            <p:cNvPr id="10465" name="Google Shape;10465;p79"/>
            <p:cNvSpPr/>
            <p:nvPr/>
          </p:nvSpPr>
          <p:spPr>
            <a:xfrm>
              <a:off x="2231755" y="2073373"/>
              <a:ext cx="319835" cy="252647"/>
            </a:xfrm>
            <a:custGeom>
              <a:rect b="b" l="l" r="r" t="t"/>
              <a:pathLst>
                <a:path extrusionOk="0" h="7938" w="10049">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6" name="Google Shape;10466;p79"/>
            <p:cNvSpPr/>
            <p:nvPr/>
          </p:nvSpPr>
          <p:spPr>
            <a:xfrm>
              <a:off x="2201806" y="1976585"/>
              <a:ext cx="319484" cy="252424"/>
            </a:xfrm>
            <a:custGeom>
              <a:rect b="b" l="l" r="r" t="t"/>
              <a:pathLst>
                <a:path extrusionOk="0" h="7931" w="10038">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7" name="Google Shape;10467;p79"/>
            <p:cNvSpPr/>
            <p:nvPr/>
          </p:nvSpPr>
          <p:spPr>
            <a:xfrm>
              <a:off x="2331789" y="2068662"/>
              <a:ext cx="16709" cy="27340"/>
            </a:xfrm>
            <a:custGeom>
              <a:rect b="b" l="l" r="r" t="t"/>
              <a:pathLst>
                <a:path extrusionOk="0" h="859" w="525">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8" name="Google Shape;10468;p79"/>
            <p:cNvSpPr/>
            <p:nvPr/>
          </p:nvSpPr>
          <p:spPr>
            <a:xfrm>
              <a:off x="2243118" y="2021653"/>
              <a:ext cx="265664" cy="261908"/>
            </a:xfrm>
            <a:custGeom>
              <a:rect b="b" l="l" r="r" t="t"/>
              <a:pathLst>
                <a:path extrusionOk="0" h="8229" w="8347">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69" name="Google Shape;10469;p79"/>
          <p:cNvGrpSpPr/>
          <p:nvPr/>
        </p:nvGrpSpPr>
        <p:grpSpPr>
          <a:xfrm>
            <a:off x="3094217" y="1802335"/>
            <a:ext cx="350198" cy="350548"/>
            <a:chOff x="3094217" y="1976585"/>
            <a:chExt cx="350198" cy="350548"/>
          </a:xfrm>
        </p:grpSpPr>
        <p:sp>
          <p:nvSpPr>
            <p:cNvPr id="10470" name="Google Shape;10470;p79"/>
            <p:cNvSpPr/>
            <p:nvPr/>
          </p:nvSpPr>
          <p:spPr>
            <a:xfrm>
              <a:off x="3094217" y="2129039"/>
              <a:ext cx="131543" cy="197362"/>
            </a:xfrm>
            <a:custGeom>
              <a:rect b="b" l="l" r="r" t="t"/>
              <a:pathLst>
                <a:path extrusionOk="0" h="6201" w="4133">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1" name="Google Shape;10471;p79"/>
            <p:cNvSpPr/>
            <p:nvPr/>
          </p:nvSpPr>
          <p:spPr>
            <a:xfrm>
              <a:off x="3116592" y="2293778"/>
              <a:ext cx="10630" cy="32241"/>
            </a:xfrm>
            <a:custGeom>
              <a:rect b="b" l="l" r="r" t="t"/>
              <a:pathLst>
                <a:path extrusionOk="0" h="1013" w="334">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2" name="Google Shape;10472;p79"/>
            <p:cNvSpPr/>
            <p:nvPr/>
          </p:nvSpPr>
          <p:spPr>
            <a:xfrm>
              <a:off x="3193519" y="2293778"/>
              <a:ext cx="10248" cy="32241"/>
            </a:xfrm>
            <a:custGeom>
              <a:rect b="b" l="l" r="r" t="t"/>
              <a:pathLst>
                <a:path extrusionOk="0" h="1013" w="322">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3" name="Google Shape;10473;p79"/>
            <p:cNvSpPr/>
            <p:nvPr/>
          </p:nvSpPr>
          <p:spPr>
            <a:xfrm>
              <a:off x="3346227" y="2166755"/>
              <a:ext cx="54966" cy="18301"/>
            </a:xfrm>
            <a:custGeom>
              <a:rect b="b" l="l" r="r" t="t"/>
              <a:pathLst>
                <a:path extrusionOk="0" h="575" w="1727">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4" name="Google Shape;10474;p79"/>
            <p:cNvSpPr/>
            <p:nvPr/>
          </p:nvSpPr>
          <p:spPr>
            <a:xfrm>
              <a:off x="3302655" y="2134991"/>
              <a:ext cx="141760" cy="192143"/>
            </a:xfrm>
            <a:custGeom>
              <a:rect b="b" l="l" r="r" t="t"/>
              <a:pathLst>
                <a:path extrusionOk="0" h="6037" w="4454">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5" name="Google Shape;10475;p79"/>
            <p:cNvSpPr/>
            <p:nvPr/>
          </p:nvSpPr>
          <p:spPr>
            <a:xfrm>
              <a:off x="3330313" y="2288463"/>
              <a:ext cx="10248" cy="37938"/>
            </a:xfrm>
            <a:custGeom>
              <a:rect b="b" l="l" r="r" t="t"/>
              <a:pathLst>
                <a:path extrusionOk="0" h="1192" w="322">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6" name="Google Shape;10476;p79"/>
            <p:cNvSpPr/>
            <p:nvPr/>
          </p:nvSpPr>
          <p:spPr>
            <a:xfrm>
              <a:off x="3406859" y="2288463"/>
              <a:ext cx="10630" cy="37938"/>
            </a:xfrm>
            <a:custGeom>
              <a:rect b="b" l="l" r="r" t="t"/>
              <a:pathLst>
                <a:path extrusionOk="0" h="1192" w="334">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7" name="Google Shape;10477;p79"/>
            <p:cNvSpPr/>
            <p:nvPr/>
          </p:nvSpPr>
          <p:spPr>
            <a:xfrm>
              <a:off x="3149183" y="1976585"/>
              <a:ext cx="219419" cy="183072"/>
            </a:xfrm>
            <a:custGeom>
              <a:rect b="b" l="l" r="r" t="t"/>
              <a:pathLst>
                <a:path extrusionOk="0" h="5752" w="6894">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8" name="Google Shape;10478;p79"/>
            <p:cNvSpPr/>
            <p:nvPr/>
          </p:nvSpPr>
          <p:spPr>
            <a:xfrm>
              <a:off x="3187822" y="2009177"/>
              <a:ext cx="26926" cy="10280"/>
            </a:xfrm>
            <a:custGeom>
              <a:rect b="b" l="l" r="r" t="t"/>
              <a:pathLst>
                <a:path extrusionOk="0" h="323" w="846">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9" name="Google Shape;10479;p79"/>
            <p:cNvSpPr/>
            <p:nvPr/>
          </p:nvSpPr>
          <p:spPr>
            <a:xfrm>
              <a:off x="3226110" y="2009177"/>
              <a:ext cx="81478" cy="10280"/>
            </a:xfrm>
            <a:custGeom>
              <a:rect b="b" l="l" r="r" t="t"/>
              <a:pathLst>
                <a:path extrusionOk="0" h="323" w="256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0" name="Google Shape;10480;p79"/>
            <p:cNvSpPr/>
            <p:nvPr/>
          </p:nvSpPr>
          <p:spPr>
            <a:xfrm>
              <a:off x="3187822" y="2036453"/>
              <a:ext cx="119767" cy="10662"/>
            </a:xfrm>
            <a:custGeom>
              <a:rect b="b" l="l" r="r" t="t"/>
              <a:pathLst>
                <a:path extrusionOk="0" h="335" w="3763">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1" name="Google Shape;10481;p79"/>
            <p:cNvSpPr/>
            <p:nvPr/>
          </p:nvSpPr>
          <p:spPr>
            <a:xfrm>
              <a:off x="3187822" y="2064143"/>
              <a:ext cx="81510" cy="10248"/>
            </a:xfrm>
            <a:custGeom>
              <a:rect b="b" l="l" r="r" t="t"/>
              <a:pathLst>
                <a:path extrusionOk="0" h="322" w="2561">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2" name="Google Shape;10482;p79"/>
            <p:cNvSpPr/>
            <p:nvPr/>
          </p:nvSpPr>
          <p:spPr>
            <a:xfrm>
              <a:off x="3280663" y="2064143"/>
              <a:ext cx="26926" cy="10248"/>
            </a:xfrm>
            <a:custGeom>
              <a:rect b="b" l="l" r="r" t="t"/>
              <a:pathLst>
                <a:path extrusionOk="0" h="322" w="846">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83" name="Google Shape;10483;p79"/>
          <p:cNvSpPr/>
          <p:nvPr/>
        </p:nvSpPr>
        <p:spPr>
          <a:xfrm>
            <a:off x="1276039" y="1787567"/>
            <a:ext cx="414967" cy="378970"/>
          </a:xfrm>
          <a:custGeom>
            <a:rect b="b" l="l" r="r" t="t"/>
            <a:pathLst>
              <a:path extrusionOk="0" h="11907" w="13038">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84" name="Google Shape;10484;p79"/>
          <p:cNvGrpSpPr/>
          <p:nvPr/>
        </p:nvGrpSpPr>
        <p:grpSpPr>
          <a:xfrm>
            <a:off x="3979435" y="1802335"/>
            <a:ext cx="345265" cy="349848"/>
            <a:chOff x="3979435" y="1976585"/>
            <a:chExt cx="345265" cy="349848"/>
          </a:xfrm>
        </p:grpSpPr>
        <p:sp>
          <p:nvSpPr>
            <p:cNvPr id="10485" name="Google Shape;10485;p79"/>
            <p:cNvSpPr/>
            <p:nvPr/>
          </p:nvSpPr>
          <p:spPr>
            <a:xfrm>
              <a:off x="3979435" y="1976585"/>
              <a:ext cx="345265" cy="349848"/>
            </a:xfrm>
            <a:custGeom>
              <a:rect b="b" l="l" r="r" t="t"/>
              <a:pathLst>
                <a:path extrusionOk="0" h="10992" w="10848">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6" name="Google Shape;10486;p79"/>
            <p:cNvSpPr/>
            <p:nvPr/>
          </p:nvSpPr>
          <p:spPr>
            <a:xfrm>
              <a:off x="4044236" y="2176685"/>
              <a:ext cx="144783" cy="123077"/>
            </a:xfrm>
            <a:custGeom>
              <a:rect b="b" l="l" r="r" t="t"/>
              <a:pathLst>
                <a:path extrusionOk="0" h="3867" w="4549">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7" name="Google Shape;10487;p79"/>
            <p:cNvSpPr/>
            <p:nvPr/>
          </p:nvSpPr>
          <p:spPr>
            <a:xfrm>
              <a:off x="4046910" y="2065957"/>
              <a:ext cx="204269" cy="100893"/>
            </a:xfrm>
            <a:custGeom>
              <a:rect b="b" l="l" r="r" t="t"/>
              <a:pathLst>
                <a:path extrusionOk="0" h="3170" w="6418">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8" name="Google Shape;10488;p79"/>
            <p:cNvSpPr/>
            <p:nvPr/>
          </p:nvSpPr>
          <p:spPr>
            <a:xfrm>
              <a:off x="4195735" y="2118027"/>
              <a:ext cx="84247" cy="174224"/>
            </a:xfrm>
            <a:custGeom>
              <a:rect b="b" l="l" r="r" t="t"/>
              <a:pathLst>
                <a:path extrusionOk="0" h="5474" w="2647">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9" name="Google Shape;10489;p79"/>
            <p:cNvSpPr/>
            <p:nvPr/>
          </p:nvSpPr>
          <p:spPr>
            <a:xfrm>
              <a:off x="4109037" y="2161153"/>
              <a:ext cx="81510" cy="55348"/>
            </a:xfrm>
            <a:custGeom>
              <a:rect b="b" l="l" r="r" t="t"/>
              <a:pathLst>
                <a:path extrusionOk="0" h="1739" w="2561">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0" name="Google Shape;10490;p79"/>
            <p:cNvSpPr/>
            <p:nvPr/>
          </p:nvSpPr>
          <p:spPr>
            <a:xfrm>
              <a:off x="4157160" y="2083080"/>
              <a:ext cx="10662" cy="29218"/>
            </a:xfrm>
            <a:custGeom>
              <a:rect b="b" l="l" r="r" t="t"/>
              <a:pathLst>
                <a:path extrusionOk="0" h="918" w="335">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1" name="Google Shape;10491;p79"/>
            <p:cNvSpPr/>
            <p:nvPr/>
          </p:nvSpPr>
          <p:spPr>
            <a:xfrm>
              <a:off x="4109419" y="2096034"/>
              <a:ext cx="21261" cy="26862"/>
            </a:xfrm>
            <a:custGeom>
              <a:rect b="b" l="l" r="r" t="t"/>
              <a:pathLst>
                <a:path extrusionOk="0" h="844" w="668">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2" name="Google Shape;10492;p79"/>
            <p:cNvSpPr/>
            <p:nvPr/>
          </p:nvSpPr>
          <p:spPr>
            <a:xfrm>
              <a:off x="4074950" y="2130121"/>
              <a:ext cx="28454" cy="19669"/>
            </a:xfrm>
            <a:custGeom>
              <a:rect b="b" l="l" r="r" t="t"/>
              <a:pathLst>
                <a:path extrusionOk="0" h="618" w="894">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3" name="Google Shape;10493;p79"/>
            <p:cNvSpPr/>
            <p:nvPr/>
          </p:nvSpPr>
          <p:spPr>
            <a:xfrm>
              <a:off x="4063555" y="2177067"/>
              <a:ext cx="29218" cy="10630"/>
            </a:xfrm>
            <a:custGeom>
              <a:rect b="b" l="l" r="r" t="t"/>
              <a:pathLst>
                <a:path extrusionOk="0" h="334" w="918">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4" name="Google Shape;10494;p79"/>
            <p:cNvSpPr/>
            <p:nvPr/>
          </p:nvSpPr>
          <p:spPr>
            <a:xfrm>
              <a:off x="4073804" y="2215005"/>
              <a:ext cx="29600" cy="20051"/>
            </a:xfrm>
            <a:custGeom>
              <a:rect b="b" l="l" r="r" t="t"/>
              <a:pathLst>
                <a:path extrusionOk="0" h="630" w="93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5" name="Google Shape;10495;p79"/>
            <p:cNvSpPr/>
            <p:nvPr/>
          </p:nvSpPr>
          <p:spPr>
            <a:xfrm>
              <a:off x="4109419" y="2242472"/>
              <a:ext cx="21261" cy="26703"/>
            </a:xfrm>
            <a:custGeom>
              <a:rect b="b" l="l" r="r" t="t"/>
              <a:pathLst>
                <a:path extrusionOk="0" h="839" w="668">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6" name="Google Shape;10496;p79"/>
            <p:cNvSpPr/>
            <p:nvPr/>
          </p:nvSpPr>
          <p:spPr>
            <a:xfrm>
              <a:off x="4157924" y="2252466"/>
              <a:ext cx="10248" cy="29600"/>
            </a:xfrm>
            <a:custGeom>
              <a:rect b="b" l="l" r="r" t="t"/>
              <a:pathLst>
                <a:path extrusionOk="0" h="930" w="322">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7" name="Google Shape;10497;p79"/>
            <p:cNvSpPr/>
            <p:nvPr/>
          </p:nvSpPr>
          <p:spPr>
            <a:xfrm>
              <a:off x="4194685" y="2242472"/>
              <a:ext cx="21261" cy="27022"/>
            </a:xfrm>
            <a:custGeom>
              <a:rect b="b" l="l" r="r" t="t"/>
              <a:pathLst>
                <a:path extrusionOk="0" h="849" w="668">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8" name="Google Shape;10498;p79"/>
            <p:cNvSpPr/>
            <p:nvPr/>
          </p:nvSpPr>
          <p:spPr>
            <a:xfrm>
              <a:off x="4222343" y="2215387"/>
              <a:ext cx="27690" cy="19669"/>
            </a:xfrm>
            <a:custGeom>
              <a:rect b="b" l="l" r="r" t="t"/>
              <a:pathLst>
                <a:path extrusionOk="0" h="618" w="87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9" name="Google Shape;10499;p79"/>
            <p:cNvSpPr/>
            <p:nvPr/>
          </p:nvSpPr>
          <p:spPr>
            <a:xfrm>
              <a:off x="4232941" y="2177067"/>
              <a:ext cx="29600" cy="10630"/>
            </a:xfrm>
            <a:custGeom>
              <a:rect b="b" l="l" r="r" t="t"/>
              <a:pathLst>
                <a:path extrusionOk="0" h="334" w="93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0" name="Google Shape;10500;p79"/>
            <p:cNvSpPr/>
            <p:nvPr/>
          </p:nvSpPr>
          <p:spPr>
            <a:xfrm>
              <a:off x="4221579" y="2130694"/>
              <a:ext cx="28454" cy="19478"/>
            </a:xfrm>
            <a:custGeom>
              <a:rect b="b" l="l" r="r" t="t"/>
              <a:pathLst>
                <a:path extrusionOk="0" h="612" w="894">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1" name="Google Shape;10501;p79"/>
            <p:cNvSpPr/>
            <p:nvPr/>
          </p:nvSpPr>
          <p:spPr>
            <a:xfrm>
              <a:off x="4194685" y="2095652"/>
              <a:ext cx="20879" cy="26862"/>
            </a:xfrm>
            <a:custGeom>
              <a:rect b="b" l="l" r="r" t="t"/>
              <a:pathLst>
                <a:path extrusionOk="0" h="844" w="656">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02" name="Google Shape;10502;p79"/>
          <p:cNvGrpSpPr/>
          <p:nvPr/>
        </p:nvGrpSpPr>
        <p:grpSpPr>
          <a:xfrm>
            <a:off x="3541011" y="1334344"/>
            <a:ext cx="350166" cy="349434"/>
            <a:chOff x="3541011" y="1508594"/>
            <a:chExt cx="350166" cy="349434"/>
          </a:xfrm>
        </p:grpSpPr>
        <p:sp>
          <p:nvSpPr>
            <p:cNvPr id="10503" name="Google Shape;10503;p79"/>
            <p:cNvSpPr/>
            <p:nvPr/>
          </p:nvSpPr>
          <p:spPr>
            <a:xfrm>
              <a:off x="3600879" y="1568270"/>
              <a:ext cx="230049" cy="289758"/>
            </a:xfrm>
            <a:custGeom>
              <a:rect b="b" l="l" r="r" t="t"/>
              <a:pathLst>
                <a:path extrusionOk="0" h="9104" w="7228">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4" name="Google Shape;10504;p79"/>
            <p:cNvSpPr/>
            <p:nvPr/>
          </p:nvSpPr>
          <p:spPr>
            <a:xfrm>
              <a:off x="3541011" y="1677980"/>
              <a:ext cx="48919" cy="10630"/>
            </a:xfrm>
            <a:custGeom>
              <a:rect b="b" l="l" r="r" t="t"/>
              <a:pathLst>
                <a:path extrusionOk="0" h="334" w="1537">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5" name="Google Shape;10505;p79"/>
            <p:cNvSpPr/>
            <p:nvPr/>
          </p:nvSpPr>
          <p:spPr>
            <a:xfrm>
              <a:off x="3842259" y="1677980"/>
              <a:ext cx="48919" cy="10630"/>
            </a:xfrm>
            <a:custGeom>
              <a:rect b="b" l="l" r="r" t="t"/>
              <a:pathLst>
                <a:path extrusionOk="0" h="334" w="1537">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6" name="Google Shape;10506;p79"/>
            <p:cNvSpPr/>
            <p:nvPr/>
          </p:nvSpPr>
          <p:spPr>
            <a:xfrm>
              <a:off x="3711161" y="1508594"/>
              <a:ext cx="10248" cy="48537"/>
            </a:xfrm>
            <a:custGeom>
              <a:rect b="b" l="l" r="r" t="t"/>
              <a:pathLst>
                <a:path extrusionOk="0" h="1525" w="322">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7" name="Google Shape;10507;p79"/>
            <p:cNvSpPr/>
            <p:nvPr/>
          </p:nvSpPr>
          <p:spPr>
            <a:xfrm>
              <a:off x="3633470" y="1792018"/>
              <a:ext cx="22757" cy="29249"/>
            </a:xfrm>
            <a:custGeom>
              <a:rect b="b" l="l" r="r" t="t"/>
              <a:pathLst>
                <a:path extrusionOk="0" h="919" w="715">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8" name="Google Shape;10508;p79"/>
            <p:cNvSpPr/>
            <p:nvPr/>
          </p:nvSpPr>
          <p:spPr>
            <a:xfrm>
              <a:off x="3775962" y="1545195"/>
              <a:ext cx="22757" cy="28995"/>
            </a:xfrm>
            <a:custGeom>
              <a:rect b="b" l="l" r="r" t="t"/>
              <a:pathLst>
                <a:path extrusionOk="0" h="911" w="715">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9" name="Google Shape;10509;p79"/>
            <p:cNvSpPr/>
            <p:nvPr/>
          </p:nvSpPr>
          <p:spPr>
            <a:xfrm>
              <a:off x="3577390" y="1601498"/>
              <a:ext cx="31095" cy="21197"/>
            </a:xfrm>
            <a:custGeom>
              <a:rect b="b" l="l" r="r" t="t"/>
              <a:pathLst>
                <a:path extrusionOk="0" h="666" w="977">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0" name="Google Shape;10510;p79"/>
            <p:cNvSpPr/>
            <p:nvPr/>
          </p:nvSpPr>
          <p:spPr>
            <a:xfrm>
              <a:off x="3823703" y="1743608"/>
              <a:ext cx="31095" cy="21197"/>
            </a:xfrm>
            <a:custGeom>
              <a:rect b="b" l="l" r="r" t="t"/>
              <a:pathLst>
                <a:path extrusionOk="0" h="666" w="977">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1" name="Google Shape;10511;p79"/>
            <p:cNvSpPr/>
            <p:nvPr/>
          </p:nvSpPr>
          <p:spPr>
            <a:xfrm>
              <a:off x="3775962" y="1792018"/>
              <a:ext cx="22757" cy="29249"/>
            </a:xfrm>
            <a:custGeom>
              <a:rect b="b" l="l" r="r" t="t"/>
              <a:pathLst>
                <a:path extrusionOk="0" h="919" w="715">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2" name="Google Shape;10512;p79"/>
            <p:cNvSpPr/>
            <p:nvPr/>
          </p:nvSpPr>
          <p:spPr>
            <a:xfrm>
              <a:off x="3633470" y="1545195"/>
              <a:ext cx="22757" cy="28995"/>
            </a:xfrm>
            <a:custGeom>
              <a:rect b="b" l="l" r="r" t="t"/>
              <a:pathLst>
                <a:path extrusionOk="0" h="911" w="715">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3" name="Google Shape;10513;p79"/>
            <p:cNvSpPr/>
            <p:nvPr/>
          </p:nvSpPr>
          <p:spPr>
            <a:xfrm>
              <a:off x="3823703" y="1601498"/>
              <a:ext cx="31095" cy="21197"/>
            </a:xfrm>
            <a:custGeom>
              <a:rect b="b" l="l" r="r" t="t"/>
              <a:pathLst>
                <a:path extrusionOk="0" h="666" w="977">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4" name="Google Shape;10514;p79"/>
            <p:cNvSpPr/>
            <p:nvPr/>
          </p:nvSpPr>
          <p:spPr>
            <a:xfrm>
              <a:off x="3577390" y="1743608"/>
              <a:ext cx="31095" cy="21197"/>
            </a:xfrm>
            <a:custGeom>
              <a:rect b="b" l="l" r="r" t="t"/>
              <a:pathLst>
                <a:path extrusionOk="0" h="666" w="977">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5" name="Google Shape;10515;p79"/>
            <p:cNvSpPr/>
            <p:nvPr/>
          </p:nvSpPr>
          <p:spPr>
            <a:xfrm>
              <a:off x="3732358" y="1593032"/>
              <a:ext cx="71294" cy="62255"/>
            </a:xfrm>
            <a:custGeom>
              <a:rect b="b" l="l" r="r" t="t"/>
              <a:pathLst>
                <a:path extrusionOk="0" h="1956" w="224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16" name="Google Shape;10516;p79"/>
          <p:cNvGrpSpPr/>
          <p:nvPr/>
        </p:nvGrpSpPr>
        <p:grpSpPr>
          <a:xfrm>
            <a:off x="3576626" y="1801571"/>
            <a:ext cx="284251" cy="351694"/>
            <a:chOff x="3576626" y="1975821"/>
            <a:chExt cx="284251" cy="351694"/>
          </a:xfrm>
        </p:grpSpPr>
        <p:sp>
          <p:nvSpPr>
            <p:cNvPr id="10517" name="Google Shape;10517;p79"/>
            <p:cNvSpPr/>
            <p:nvPr/>
          </p:nvSpPr>
          <p:spPr>
            <a:xfrm>
              <a:off x="3576626" y="2145971"/>
              <a:ext cx="284251" cy="181544"/>
            </a:xfrm>
            <a:custGeom>
              <a:rect b="b" l="l" r="r" t="t"/>
              <a:pathLst>
                <a:path extrusionOk="0" h="5704" w="8931">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8" name="Google Shape;10518;p79"/>
            <p:cNvSpPr/>
            <p:nvPr/>
          </p:nvSpPr>
          <p:spPr>
            <a:xfrm>
              <a:off x="3656195" y="1975821"/>
              <a:ext cx="120149" cy="164134"/>
            </a:xfrm>
            <a:custGeom>
              <a:rect b="b" l="l" r="r" t="t"/>
              <a:pathLst>
                <a:path extrusionOk="0" h="5157" w="3775">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9" name="Google Shape;10519;p79"/>
            <p:cNvSpPr/>
            <p:nvPr/>
          </p:nvSpPr>
          <p:spPr>
            <a:xfrm>
              <a:off x="3700149" y="2113380"/>
              <a:ext cx="32241" cy="10280"/>
            </a:xfrm>
            <a:custGeom>
              <a:rect b="b" l="l" r="r" t="t"/>
              <a:pathLst>
                <a:path extrusionOk="0" h="323" w="1013">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0" name="Google Shape;10520;p79"/>
          <p:cNvGrpSpPr/>
          <p:nvPr/>
        </p:nvGrpSpPr>
        <p:grpSpPr>
          <a:xfrm>
            <a:off x="2722090" y="2715912"/>
            <a:ext cx="238770" cy="371841"/>
            <a:chOff x="2722090" y="2890162"/>
            <a:chExt cx="238770" cy="371841"/>
          </a:xfrm>
        </p:grpSpPr>
        <p:sp>
          <p:nvSpPr>
            <p:cNvPr id="10521" name="Google Shape;10521;p79"/>
            <p:cNvSpPr/>
            <p:nvPr/>
          </p:nvSpPr>
          <p:spPr>
            <a:xfrm>
              <a:off x="2722090" y="2890162"/>
              <a:ext cx="238770" cy="371841"/>
            </a:xfrm>
            <a:custGeom>
              <a:rect b="b" l="l" r="r" t="t"/>
              <a:pathLst>
                <a:path extrusionOk="0" h="11683" w="7502">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2" name="Google Shape;10522;p79"/>
            <p:cNvSpPr/>
            <p:nvPr/>
          </p:nvSpPr>
          <p:spPr>
            <a:xfrm>
              <a:off x="2882023" y="2951111"/>
              <a:ext cx="21993" cy="16837"/>
            </a:xfrm>
            <a:custGeom>
              <a:rect b="b" l="l" r="r" t="t"/>
              <a:pathLst>
                <a:path extrusionOk="0" h="529" w="691">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3" name="Google Shape;10523;p79"/>
            <p:cNvSpPr/>
            <p:nvPr/>
          </p:nvSpPr>
          <p:spPr>
            <a:xfrm>
              <a:off x="2804332" y="2960341"/>
              <a:ext cx="11012" cy="15946"/>
            </a:xfrm>
            <a:custGeom>
              <a:rect b="b" l="l" r="r" t="t"/>
              <a:pathLst>
                <a:path extrusionOk="0" h="501" w="346">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24" name="Google Shape;10524;p79"/>
          <p:cNvSpPr/>
          <p:nvPr/>
        </p:nvSpPr>
        <p:spPr>
          <a:xfrm>
            <a:off x="5775652" y="1795142"/>
            <a:ext cx="361147" cy="360797"/>
          </a:xfrm>
          <a:custGeom>
            <a:rect b="b" l="l" r="r" t="t"/>
            <a:pathLst>
              <a:path extrusionOk="0" h="11336" w="11347">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25" name="Google Shape;10525;p79"/>
          <p:cNvGrpSpPr/>
          <p:nvPr/>
        </p:nvGrpSpPr>
        <p:grpSpPr>
          <a:xfrm>
            <a:off x="6216367" y="1795906"/>
            <a:ext cx="361147" cy="361147"/>
            <a:chOff x="6216367" y="1970156"/>
            <a:chExt cx="361147" cy="361147"/>
          </a:xfrm>
        </p:grpSpPr>
        <p:sp>
          <p:nvSpPr>
            <p:cNvPr id="10526" name="Google Shape;10526;p79"/>
            <p:cNvSpPr/>
            <p:nvPr/>
          </p:nvSpPr>
          <p:spPr>
            <a:xfrm>
              <a:off x="6247813" y="2069522"/>
              <a:ext cx="329701" cy="261781"/>
            </a:xfrm>
            <a:custGeom>
              <a:rect b="b" l="l" r="r" t="t"/>
              <a:pathLst>
                <a:path extrusionOk="0" h="8225" w="10359">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7" name="Google Shape;10527;p79"/>
            <p:cNvSpPr/>
            <p:nvPr/>
          </p:nvSpPr>
          <p:spPr>
            <a:xfrm>
              <a:off x="6216367" y="1970156"/>
              <a:ext cx="329701" cy="260731"/>
            </a:xfrm>
            <a:custGeom>
              <a:rect b="b" l="l" r="r" t="t"/>
              <a:pathLst>
                <a:path extrusionOk="0" h="8192" w="10359">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8" name="Google Shape;10528;p79"/>
            <p:cNvSpPr/>
            <p:nvPr/>
          </p:nvSpPr>
          <p:spPr>
            <a:xfrm>
              <a:off x="6351252" y="2064875"/>
              <a:ext cx="17855" cy="28072"/>
            </a:xfrm>
            <a:custGeom>
              <a:rect b="b" l="l" r="r" t="t"/>
              <a:pathLst>
                <a:path extrusionOk="0" h="882" w="561">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9" name="Google Shape;10529;p79"/>
            <p:cNvSpPr/>
            <p:nvPr/>
          </p:nvSpPr>
          <p:spPr>
            <a:xfrm>
              <a:off x="6260321" y="2016688"/>
              <a:ext cx="272857" cy="269929"/>
            </a:xfrm>
            <a:custGeom>
              <a:rect b="b" l="l" r="r" t="t"/>
              <a:pathLst>
                <a:path extrusionOk="0" h="8481" w="8573">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0" name="Google Shape;10530;p79"/>
          <p:cNvGrpSpPr/>
          <p:nvPr/>
        </p:nvGrpSpPr>
        <p:grpSpPr>
          <a:xfrm>
            <a:off x="1289311" y="2751972"/>
            <a:ext cx="408156" cy="299783"/>
            <a:chOff x="1289311" y="2926222"/>
            <a:chExt cx="408156" cy="299783"/>
          </a:xfrm>
        </p:grpSpPr>
        <p:sp>
          <p:nvSpPr>
            <p:cNvPr id="10531" name="Google Shape;10531;p79"/>
            <p:cNvSpPr/>
            <p:nvPr/>
          </p:nvSpPr>
          <p:spPr>
            <a:xfrm>
              <a:off x="1334029" y="2952385"/>
              <a:ext cx="318339" cy="216395"/>
            </a:xfrm>
            <a:custGeom>
              <a:rect b="b" l="l" r="r" t="t"/>
              <a:pathLst>
                <a:path extrusionOk="0" h="6799" w="10002">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2" name="Google Shape;10532;p79"/>
            <p:cNvSpPr/>
            <p:nvPr/>
          </p:nvSpPr>
          <p:spPr>
            <a:xfrm>
              <a:off x="1289311" y="2926222"/>
              <a:ext cx="408156" cy="299783"/>
            </a:xfrm>
            <a:custGeom>
              <a:rect b="b" l="l" r="r" t="t"/>
              <a:pathLst>
                <a:path extrusionOk="0" h="9419" w="12824">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33" name="Google Shape;10533;p79"/>
          <p:cNvGrpSpPr/>
          <p:nvPr/>
        </p:nvGrpSpPr>
        <p:grpSpPr>
          <a:xfrm>
            <a:off x="7978465" y="1795142"/>
            <a:ext cx="361147" cy="360797"/>
            <a:chOff x="7978465" y="1969392"/>
            <a:chExt cx="361147" cy="360797"/>
          </a:xfrm>
        </p:grpSpPr>
        <p:sp>
          <p:nvSpPr>
            <p:cNvPr id="10534" name="Google Shape;10534;p79"/>
            <p:cNvSpPr/>
            <p:nvPr/>
          </p:nvSpPr>
          <p:spPr>
            <a:xfrm>
              <a:off x="8136871" y="2285821"/>
              <a:ext cx="44368" cy="44368"/>
            </a:xfrm>
            <a:custGeom>
              <a:rect b="b" l="l" r="r" t="t"/>
              <a:pathLst>
                <a:path extrusionOk="0" h="1394" w="1394">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5" name="Google Shape;10535;p79"/>
            <p:cNvSpPr/>
            <p:nvPr/>
          </p:nvSpPr>
          <p:spPr>
            <a:xfrm>
              <a:off x="8210010" y="2121719"/>
              <a:ext cx="56112" cy="56112"/>
            </a:xfrm>
            <a:custGeom>
              <a:rect b="b" l="l" r="r" t="t"/>
              <a:pathLst>
                <a:path extrusionOk="0" h="1763" w="1763">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6" name="Google Shape;10536;p79"/>
            <p:cNvSpPr/>
            <p:nvPr/>
          </p:nvSpPr>
          <p:spPr>
            <a:xfrm>
              <a:off x="8051987" y="2121719"/>
              <a:ext cx="55730" cy="56112"/>
            </a:xfrm>
            <a:custGeom>
              <a:rect b="b" l="l" r="r" t="t"/>
              <a:pathLst>
                <a:path extrusionOk="0" h="1763" w="1751">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7" name="Google Shape;10537;p79"/>
            <p:cNvSpPr/>
            <p:nvPr/>
          </p:nvSpPr>
          <p:spPr>
            <a:xfrm>
              <a:off x="7978465" y="2285821"/>
              <a:ext cx="44749" cy="44368"/>
            </a:xfrm>
            <a:custGeom>
              <a:rect b="b" l="l" r="r" t="t"/>
              <a:pathLst>
                <a:path extrusionOk="0" h="1394" w="1406">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8" name="Google Shape;10538;p79"/>
            <p:cNvSpPr/>
            <p:nvPr/>
          </p:nvSpPr>
          <p:spPr>
            <a:xfrm>
              <a:off x="8294894" y="2285821"/>
              <a:ext cx="44718" cy="44368"/>
            </a:xfrm>
            <a:custGeom>
              <a:rect b="b" l="l" r="r" t="t"/>
              <a:pathLst>
                <a:path extrusionOk="0" h="1394" w="1405">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9" name="Google Shape;10539;p79"/>
            <p:cNvSpPr/>
            <p:nvPr/>
          </p:nvSpPr>
          <p:spPr>
            <a:xfrm>
              <a:off x="8119811" y="1969392"/>
              <a:ext cx="78455" cy="78487"/>
            </a:xfrm>
            <a:custGeom>
              <a:rect b="b" l="l" r="r" t="t"/>
              <a:pathLst>
                <a:path extrusionOk="0" h="2466" w="2465">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0" name="Google Shape;10540;p79"/>
            <p:cNvSpPr/>
            <p:nvPr/>
          </p:nvSpPr>
          <p:spPr>
            <a:xfrm>
              <a:off x="8012202" y="2189575"/>
              <a:ext cx="134917" cy="89690"/>
            </a:xfrm>
            <a:custGeom>
              <a:rect b="b" l="l" r="r" t="t"/>
              <a:pathLst>
                <a:path extrusionOk="0" h="2818" w="4239">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1" name="Google Shape;10541;p79"/>
            <p:cNvSpPr/>
            <p:nvPr/>
          </p:nvSpPr>
          <p:spPr>
            <a:xfrm>
              <a:off x="8099346" y="2059973"/>
              <a:ext cx="119385" cy="56016"/>
            </a:xfrm>
            <a:custGeom>
              <a:rect b="b" l="l" r="r" t="t"/>
              <a:pathLst>
                <a:path extrusionOk="0" h="1760" w="3751">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2" name="Google Shape;10542;p79"/>
            <p:cNvSpPr/>
            <p:nvPr/>
          </p:nvSpPr>
          <p:spPr>
            <a:xfrm>
              <a:off x="8170194" y="2189925"/>
              <a:ext cx="135331" cy="89849"/>
            </a:xfrm>
            <a:custGeom>
              <a:rect b="b" l="l" r="r" t="t"/>
              <a:pathLst>
                <a:path extrusionOk="0" h="2823" w="4252">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43" name="Google Shape;10543;p79"/>
          <p:cNvSpPr/>
          <p:nvPr/>
        </p:nvSpPr>
        <p:spPr>
          <a:xfrm>
            <a:off x="2206357" y="2716357"/>
            <a:ext cx="372159" cy="372159"/>
          </a:xfrm>
          <a:custGeom>
            <a:rect b="b" l="l" r="r" t="t"/>
            <a:pathLst>
              <a:path extrusionOk="0" h="11693" w="11693">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44" name="Google Shape;10544;p79"/>
          <p:cNvGrpSpPr/>
          <p:nvPr/>
        </p:nvGrpSpPr>
        <p:grpSpPr>
          <a:xfrm>
            <a:off x="854261" y="2734563"/>
            <a:ext cx="377474" cy="335748"/>
            <a:chOff x="854261" y="2908813"/>
            <a:chExt cx="377474" cy="335748"/>
          </a:xfrm>
        </p:grpSpPr>
        <p:sp>
          <p:nvSpPr>
            <p:cNvPr id="10545" name="Google Shape;10545;p79"/>
            <p:cNvSpPr/>
            <p:nvPr/>
          </p:nvSpPr>
          <p:spPr>
            <a:xfrm>
              <a:off x="896337" y="3079695"/>
              <a:ext cx="47391" cy="17091"/>
            </a:xfrm>
            <a:custGeom>
              <a:rect b="b" l="l" r="r" t="t"/>
              <a:pathLst>
                <a:path extrusionOk="0" h="537" w="1489">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6" name="Google Shape;10546;p79"/>
            <p:cNvSpPr/>
            <p:nvPr/>
          </p:nvSpPr>
          <p:spPr>
            <a:xfrm>
              <a:off x="878514" y="3191855"/>
              <a:ext cx="11426" cy="52706"/>
            </a:xfrm>
            <a:custGeom>
              <a:rect b="b" l="l" r="r" t="t"/>
              <a:pathLst>
                <a:path extrusionOk="0" h="1656" w="359">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7" name="Google Shape;10547;p79"/>
            <p:cNvSpPr/>
            <p:nvPr/>
          </p:nvSpPr>
          <p:spPr>
            <a:xfrm>
              <a:off x="854261" y="3050159"/>
              <a:ext cx="219451" cy="194052"/>
            </a:xfrm>
            <a:custGeom>
              <a:rect b="b" l="l" r="r" t="t"/>
              <a:pathLst>
                <a:path extrusionOk="0" h="6097" w="6895">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8" name="Google Shape;10548;p79"/>
            <p:cNvSpPr/>
            <p:nvPr/>
          </p:nvSpPr>
          <p:spPr>
            <a:xfrm>
              <a:off x="1008115" y="2908813"/>
              <a:ext cx="223620" cy="188355"/>
            </a:xfrm>
            <a:custGeom>
              <a:rect b="b" l="l" r="r" t="t"/>
              <a:pathLst>
                <a:path extrusionOk="0" h="5918" w="7026">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9" name="Google Shape;10549;p79"/>
            <p:cNvSpPr/>
            <p:nvPr/>
          </p:nvSpPr>
          <p:spPr>
            <a:xfrm>
              <a:off x="1037301" y="2944046"/>
              <a:ext cx="165248" cy="105763"/>
            </a:xfrm>
            <a:custGeom>
              <a:rect b="b" l="l" r="r" t="t"/>
              <a:pathLst>
                <a:path extrusionOk="0" h="3323" w="5192">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0" name="Google Shape;10550;p79"/>
          <p:cNvGrpSpPr/>
          <p:nvPr/>
        </p:nvGrpSpPr>
        <p:grpSpPr>
          <a:xfrm>
            <a:off x="1749728" y="2720527"/>
            <a:ext cx="386927" cy="363438"/>
            <a:chOff x="1749728" y="2894777"/>
            <a:chExt cx="386927" cy="363438"/>
          </a:xfrm>
        </p:grpSpPr>
        <p:sp>
          <p:nvSpPr>
            <p:cNvPr id="10551" name="Google Shape;10551;p79"/>
            <p:cNvSpPr/>
            <p:nvPr/>
          </p:nvSpPr>
          <p:spPr>
            <a:xfrm>
              <a:off x="1809595" y="3025333"/>
              <a:ext cx="97424" cy="32432"/>
            </a:xfrm>
            <a:custGeom>
              <a:rect b="b" l="l" r="r" t="t"/>
              <a:pathLst>
                <a:path extrusionOk="0" h="1019" w="3061">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2" name="Google Shape;10552;p79"/>
            <p:cNvSpPr/>
            <p:nvPr/>
          </p:nvSpPr>
          <p:spPr>
            <a:xfrm>
              <a:off x="1749728" y="2974346"/>
              <a:ext cx="216777" cy="283869"/>
            </a:xfrm>
            <a:custGeom>
              <a:rect b="b" l="l" r="r" t="t"/>
              <a:pathLst>
                <a:path extrusionOk="0" h="8919" w="6811">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3" name="Google Shape;10553;p79"/>
            <p:cNvSpPr/>
            <p:nvPr/>
          </p:nvSpPr>
          <p:spPr>
            <a:xfrm>
              <a:off x="1785725" y="3222186"/>
              <a:ext cx="11394" cy="35647"/>
            </a:xfrm>
            <a:custGeom>
              <a:rect b="b" l="l" r="r" t="t"/>
              <a:pathLst>
                <a:path extrusionOk="0" h="1120" w="358">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4" name="Google Shape;10554;p79"/>
            <p:cNvSpPr/>
            <p:nvPr/>
          </p:nvSpPr>
          <p:spPr>
            <a:xfrm>
              <a:off x="1919114" y="3222186"/>
              <a:ext cx="11394" cy="35647"/>
            </a:xfrm>
            <a:custGeom>
              <a:rect b="b" l="l" r="r" t="t"/>
              <a:pathLst>
                <a:path extrusionOk="0" h="1120" w="358">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5" name="Google Shape;10555;p79"/>
            <p:cNvSpPr/>
            <p:nvPr/>
          </p:nvSpPr>
          <p:spPr>
            <a:xfrm>
              <a:off x="1956257" y="2931156"/>
              <a:ext cx="180398" cy="188737"/>
            </a:xfrm>
            <a:custGeom>
              <a:rect b="b" l="l" r="r" t="t"/>
              <a:pathLst>
                <a:path extrusionOk="0" h="5930" w="5668">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6" name="Google Shape;10556;p79"/>
            <p:cNvSpPr/>
            <p:nvPr/>
          </p:nvSpPr>
          <p:spPr>
            <a:xfrm>
              <a:off x="2027487" y="2894777"/>
              <a:ext cx="36029" cy="108786"/>
            </a:xfrm>
            <a:custGeom>
              <a:rect b="b" l="l" r="r" t="t"/>
              <a:pathLst>
                <a:path extrusionOk="0" h="3418" w="1132">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7" name="Google Shape;10557;p79"/>
            <p:cNvSpPr/>
            <p:nvPr/>
          </p:nvSpPr>
          <p:spPr>
            <a:xfrm>
              <a:off x="2027487" y="3009992"/>
              <a:ext cx="36029" cy="36029"/>
            </a:xfrm>
            <a:custGeom>
              <a:rect b="b" l="l" r="r" t="t"/>
              <a:pathLst>
                <a:path extrusionOk="0" h="1132" w="1132">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58" name="Google Shape;10558;p79"/>
          <p:cNvGrpSpPr/>
          <p:nvPr/>
        </p:nvGrpSpPr>
        <p:grpSpPr>
          <a:xfrm>
            <a:off x="7098912" y="1795142"/>
            <a:ext cx="359651" cy="361560"/>
            <a:chOff x="7098912" y="1969392"/>
            <a:chExt cx="359651" cy="361560"/>
          </a:xfrm>
        </p:grpSpPr>
        <p:sp>
          <p:nvSpPr>
            <p:cNvPr id="10559" name="Google Shape;10559;p79"/>
            <p:cNvSpPr/>
            <p:nvPr/>
          </p:nvSpPr>
          <p:spPr>
            <a:xfrm>
              <a:off x="7098912" y="2127607"/>
              <a:ext cx="134567" cy="202582"/>
            </a:xfrm>
            <a:custGeom>
              <a:rect b="b" l="l" r="r" t="t"/>
              <a:pathLst>
                <a:path extrusionOk="0" h="6365" w="4228">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0" name="Google Shape;10560;p79"/>
            <p:cNvSpPr/>
            <p:nvPr/>
          </p:nvSpPr>
          <p:spPr>
            <a:xfrm>
              <a:off x="7120141" y="2297184"/>
              <a:ext cx="10662" cy="33005"/>
            </a:xfrm>
            <a:custGeom>
              <a:rect b="b" l="l" r="r" t="t"/>
              <a:pathLst>
                <a:path extrusionOk="0" h="1037" w="335">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1" name="Google Shape;10561;p79"/>
            <p:cNvSpPr/>
            <p:nvPr/>
          </p:nvSpPr>
          <p:spPr>
            <a:xfrm>
              <a:off x="7199360" y="2297184"/>
              <a:ext cx="10248" cy="33005"/>
            </a:xfrm>
            <a:custGeom>
              <a:rect b="b" l="l" r="r" t="t"/>
              <a:pathLst>
                <a:path extrusionOk="0" h="1037" w="322">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2" name="Google Shape;10562;p79"/>
            <p:cNvSpPr/>
            <p:nvPr/>
          </p:nvSpPr>
          <p:spPr>
            <a:xfrm>
              <a:off x="7357001" y="2165704"/>
              <a:ext cx="56876" cy="17823"/>
            </a:xfrm>
            <a:custGeom>
              <a:rect b="b" l="l" r="r" t="t"/>
              <a:pathLst>
                <a:path extrusionOk="0" h="560" w="1787">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3" name="Google Shape;10563;p79"/>
            <p:cNvSpPr/>
            <p:nvPr/>
          </p:nvSpPr>
          <p:spPr>
            <a:xfrm>
              <a:off x="7312666" y="2133113"/>
              <a:ext cx="145897" cy="197840"/>
            </a:xfrm>
            <a:custGeom>
              <a:rect b="b" l="l" r="r" t="t"/>
              <a:pathLst>
                <a:path extrusionOk="0" h="6216" w="4584">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4" name="Google Shape;10564;p79"/>
            <p:cNvSpPr/>
            <p:nvPr/>
          </p:nvSpPr>
          <p:spPr>
            <a:xfrm>
              <a:off x="7340324" y="2291486"/>
              <a:ext cx="10630" cy="38702"/>
            </a:xfrm>
            <a:custGeom>
              <a:rect b="b" l="l" r="r" t="t"/>
              <a:pathLst>
                <a:path extrusionOk="0" h="1216" w="334">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5" name="Google Shape;10565;p79"/>
            <p:cNvSpPr/>
            <p:nvPr/>
          </p:nvSpPr>
          <p:spPr>
            <a:xfrm>
              <a:off x="7419511" y="2291486"/>
              <a:ext cx="10630" cy="38702"/>
            </a:xfrm>
            <a:custGeom>
              <a:rect b="b" l="l" r="r" t="t"/>
              <a:pathLst>
                <a:path extrusionOk="0" h="1216" w="334">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6" name="Google Shape;10566;p79"/>
            <p:cNvSpPr/>
            <p:nvPr/>
          </p:nvSpPr>
          <p:spPr>
            <a:xfrm>
              <a:off x="7153878" y="1969392"/>
              <a:ext cx="225498" cy="188355"/>
            </a:xfrm>
            <a:custGeom>
              <a:rect b="b" l="l" r="r" t="t"/>
              <a:pathLst>
                <a:path extrusionOk="0" h="5918" w="7085">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7" name="Google Shape;10567;p79"/>
            <p:cNvSpPr/>
            <p:nvPr/>
          </p:nvSpPr>
          <p:spPr>
            <a:xfrm>
              <a:off x="7193663" y="2003511"/>
              <a:ext cx="27308" cy="10248"/>
            </a:xfrm>
            <a:custGeom>
              <a:rect b="b" l="l" r="r" t="t"/>
              <a:pathLst>
                <a:path extrusionOk="0" h="322" w="858">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8" name="Google Shape;10568;p79"/>
            <p:cNvSpPr/>
            <p:nvPr/>
          </p:nvSpPr>
          <p:spPr>
            <a:xfrm>
              <a:off x="7233065" y="2003511"/>
              <a:ext cx="83802" cy="10248"/>
            </a:xfrm>
            <a:custGeom>
              <a:rect b="b" l="l" r="r" t="t"/>
              <a:pathLst>
                <a:path extrusionOk="0" h="322" w="2633">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9" name="Google Shape;10569;p79"/>
            <p:cNvSpPr/>
            <p:nvPr/>
          </p:nvSpPr>
          <p:spPr>
            <a:xfrm>
              <a:off x="7193281" y="2031933"/>
              <a:ext cx="123936" cy="10248"/>
            </a:xfrm>
            <a:custGeom>
              <a:rect b="b" l="l" r="r" t="t"/>
              <a:pathLst>
                <a:path extrusionOk="0" h="322" w="3894">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0" name="Google Shape;10570;p79"/>
            <p:cNvSpPr/>
            <p:nvPr/>
          </p:nvSpPr>
          <p:spPr>
            <a:xfrm>
              <a:off x="7193663" y="2059973"/>
              <a:ext cx="83770" cy="10248"/>
            </a:xfrm>
            <a:custGeom>
              <a:rect b="b" l="l" r="r" t="t"/>
              <a:pathLst>
                <a:path extrusionOk="0" h="322" w="2632">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1" name="Google Shape;10571;p79"/>
            <p:cNvSpPr/>
            <p:nvPr/>
          </p:nvSpPr>
          <p:spPr>
            <a:xfrm>
              <a:off x="7289145" y="2059973"/>
              <a:ext cx="27722" cy="10248"/>
            </a:xfrm>
            <a:custGeom>
              <a:rect b="b" l="l" r="r" t="t"/>
              <a:pathLst>
                <a:path extrusionOk="0" h="322" w="871">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72" name="Google Shape;10572;p79"/>
          <p:cNvSpPr/>
          <p:nvPr/>
        </p:nvSpPr>
        <p:spPr>
          <a:xfrm>
            <a:off x="3094217" y="2720909"/>
            <a:ext cx="394152" cy="361529"/>
          </a:xfrm>
          <a:custGeom>
            <a:rect b="b" l="l" r="r" t="t"/>
            <a:pathLst>
              <a:path extrusionOk="0" h="11359" w="12384">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73" name="Google Shape;10573;p79"/>
          <p:cNvGrpSpPr/>
          <p:nvPr/>
        </p:nvGrpSpPr>
        <p:grpSpPr>
          <a:xfrm>
            <a:off x="5352728" y="1815989"/>
            <a:ext cx="327091" cy="322508"/>
            <a:chOff x="5352728" y="1990239"/>
            <a:chExt cx="327091" cy="322508"/>
          </a:xfrm>
        </p:grpSpPr>
        <p:sp>
          <p:nvSpPr>
            <p:cNvPr id="10574" name="Google Shape;10574;p79"/>
            <p:cNvSpPr/>
            <p:nvPr/>
          </p:nvSpPr>
          <p:spPr>
            <a:xfrm>
              <a:off x="5575935" y="2093297"/>
              <a:ext cx="103885" cy="217923"/>
            </a:xfrm>
            <a:custGeom>
              <a:rect b="b" l="l" r="r" t="t"/>
              <a:pathLst>
                <a:path extrusionOk="0" h="6847" w="3264">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5" name="Google Shape;10575;p79"/>
            <p:cNvSpPr/>
            <p:nvPr/>
          </p:nvSpPr>
          <p:spPr>
            <a:xfrm>
              <a:off x="5426250" y="1990239"/>
              <a:ext cx="191029" cy="322508"/>
            </a:xfrm>
            <a:custGeom>
              <a:rect b="b" l="l" r="r" t="t"/>
              <a:pathLst>
                <a:path extrusionOk="0" h="10133" w="6002">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6" name="Google Shape;10576;p79"/>
            <p:cNvSpPr/>
            <p:nvPr/>
          </p:nvSpPr>
          <p:spPr>
            <a:xfrm>
              <a:off x="5352728" y="2121719"/>
              <a:ext cx="103503" cy="189501"/>
            </a:xfrm>
            <a:custGeom>
              <a:rect b="b" l="l" r="r" t="t"/>
              <a:pathLst>
                <a:path extrusionOk="0" h="5954" w="3252">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77" name="Google Shape;10577;p79"/>
          <p:cNvGrpSpPr/>
          <p:nvPr/>
        </p:nvGrpSpPr>
        <p:grpSpPr>
          <a:xfrm>
            <a:off x="7538896" y="1795906"/>
            <a:ext cx="361147" cy="361529"/>
            <a:chOff x="7538896" y="1970156"/>
            <a:chExt cx="361147" cy="361529"/>
          </a:xfrm>
        </p:grpSpPr>
        <p:sp>
          <p:nvSpPr>
            <p:cNvPr id="10578" name="Google Shape;10578;p79"/>
            <p:cNvSpPr/>
            <p:nvPr/>
          </p:nvSpPr>
          <p:spPr>
            <a:xfrm>
              <a:off x="7538896" y="1970156"/>
              <a:ext cx="361147" cy="361529"/>
            </a:xfrm>
            <a:custGeom>
              <a:rect b="b" l="l" r="r" t="t"/>
              <a:pathLst>
                <a:path extrusionOk="0" h="11359" w="11347">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9" name="Google Shape;10579;p79"/>
            <p:cNvSpPr/>
            <p:nvPr/>
          </p:nvSpPr>
          <p:spPr>
            <a:xfrm>
              <a:off x="7685907" y="2066784"/>
              <a:ext cx="101211" cy="11394"/>
            </a:xfrm>
            <a:custGeom>
              <a:rect b="b" l="l" r="r" t="t"/>
              <a:pathLst>
                <a:path extrusionOk="0" h="358" w="318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0" name="Google Shape;10580;p79"/>
            <p:cNvSpPr/>
            <p:nvPr/>
          </p:nvSpPr>
          <p:spPr>
            <a:xfrm>
              <a:off x="7685907" y="2106187"/>
              <a:ext cx="147075" cy="11394"/>
            </a:xfrm>
            <a:custGeom>
              <a:rect b="b" l="l" r="r" t="t"/>
              <a:pathLst>
                <a:path extrusionOk="0" h="358" w="4621">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1" name="Google Shape;10581;p79"/>
            <p:cNvSpPr/>
            <p:nvPr/>
          </p:nvSpPr>
          <p:spPr>
            <a:xfrm>
              <a:off x="7685907" y="2145239"/>
              <a:ext cx="147075" cy="11394"/>
            </a:xfrm>
            <a:custGeom>
              <a:rect b="b" l="l" r="r" t="t"/>
              <a:pathLst>
                <a:path extrusionOk="0" h="358" w="4621">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2" name="Google Shape;10582;p79"/>
            <p:cNvSpPr/>
            <p:nvPr/>
          </p:nvSpPr>
          <p:spPr>
            <a:xfrm>
              <a:off x="7685907" y="2184260"/>
              <a:ext cx="147075" cy="11394"/>
            </a:xfrm>
            <a:custGeom>
              <a:rect b="b" l="l" r="r" t="t"/>
              <a:pathLst>
                <a:path extrusionOk="0" h="358" w="4621">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3" name="Google Shape;10583;p79"/>
            <p:cNvSpPr/>
            <p:nvPr/>
          </p:nvSpPr>
          <p:spPr>
            <a:xfrm>
              <a:off x="7685907" y="2223280"/>
              <a:ext cx="147075" cy="11394"/>
            </a:xfrm>
            <a:custGeom>
              <a:rect b="b" l="l" r="r" t="t"/>
              <a:pathLst>
                <a:path extrusionOk="0" h="358" w="4621">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4" name="Google Shape;10584;p79"/>
          <p:cNvGrpSpPr/>
          <p:nvPr/>
        </p:nvGrpSpPr>
        <p:grpSpPr>
          <a:xfrm>
            <a:off x="4896099" y="1796670"/>
            <a:ext cx="358155" cy="358123"/>
            <a:chOff x="4896099" y="1970920"/>
            <a:chExt cx="358155" cy="358123"/>
          </a:xfrm>
        </p:grpSpPr>
        <p:sp>
          <p:nvSpPr>
            <p:cNvPr id="10585" name="Google Shape;10585;p79"/>
            <p:cNvSpPr/>
            <p:nvPr/>
          </p:nvSpPr>
          <p:spPr>
            <a:xfrm>
              <a:off x="4896099" y="1970920"/>
              <a:ext cx="358155" cy="358123"/>
            </a:xfrm>
            <a:custGeom>
              <a:rect b="b" l="l" r="r" t="t"/>
              <a:pathLst>
                <a:path extrusionOk="0" h="11252" w="11253">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6" name="Google Shape;10586;p79"/>
            <p:cNvSpPr/>
            <p:nvPr/>
          </p:nvSpPr>
          <p:spPr>
            <a:xfrm>
              <a:off x="4991454" y="2067835"/>
              <a:ext cx="166999" cy="164325"/>
            </a:xfrm>
            <a:custGeom>
              <a:rect b="b" l="l" r="r" t="t"/>
              <a:pathLst>
                <a:path extrusionOk="0" h="5163" w="5247">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7" name="Google Shape;10587;p79"/>
            <p:cNvSpPr/>
            <p:nvPr/>
          </p:nvSpPr>
          <p:spPr>
            <a:xfrm>
              <a:off x="4923789" y="1998578"/>
              <a:ext cx="302043" cy="302425"/>
            </a:xfrm>
            <a:custGeom>
              <a:rect b="b" l="l" r="r" t="t"/>
              <a:pathLst>
                <a:path extrusionOk="0" h="9502" w="949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88" name="Google Shape;10588;p79"/>
          <p:cNvGrpSpPr/>
          <p:nvPr/>
        </p:nvGrpSpPr>
        <p:grpSpPr>
          <a:xfrm>
            <a:off x="4048787" y="2802769"/>
            <a:ext cx="283488" cy="198604"/>
            <a:chOff x="4048787" y="2977019"/>
            <a:chExt cx="283488" cy="198604"/>
          </a:xfrm>
        </p:grpSpPr>
        <p:sp>
          <p:nvSpPr>
            <p:cNvPr id="10589" name="Google Shape;10589;p79"/>
            <p:cNvSpPr/>
            <p:nvPr/>
          </p:nvSpPr>
          <p:spPr>
            <a:xfrm>
              <a:off x="4277659" y="3015880"/>
              <a:ext cx="25048" cy="19128"/>
            </a:xfrm>
            <a:custGeom>
              <a:rect b="b" l="l" r="r" t="t"/>
              <a:pathLst>
                <a:path extrusionOk="0" h="601" w="787">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0" name="Google Shape;10590;p79"/>
            <p:cNvSpPr/>
            <p:nvPr/>
          </p:nvSpPr>
          <p:spPr>
            <a:xfrm>
              <a:off x="4101462" y="2977019"/>
              <a:ext cx="165630" cy="42458"/>
            </a:xfrm>
            <a:custGeom>
              <a:rect b="b" l="l" r="r" t="t"/>
              <a:pathLst>
                <a:path extrusionOk="0" h="1334" w="5204">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1" name="Google Shape;10591;p79"/>
            <p:cNvSpPr/>
            <p:nvPr/>
          </p:nvSpPr>
          <p:spPr>
            <a:xfrm>
              <a:off x="4048787" y="3000508"/>
              <a:ext cx="283488" cy="175115"/>
            </a:xfrm>
            <a:custGeom>
              <a:rect b="b" l="l" r="r" t="t"/>
              <a:pathLst>
                <a:path extrusionOk="0" h="5502" w="8907">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2" name="Google Shape;10592;p79"/>
            <p:cNvSpPr/>
            <p:nvPr/>
          </p:nvSpPr>
          <p:spPr>
            <a:xfrm>
              <a:off x="4126478" y="3024347"/>
              <a:ext cx="129220" cy="127437"/>
            </a:xfrm>
            <a:custGeom>
              <a:rect b="b" l="l" r="r" t="t"/>
              <a:pathLst>
                <a:path extrusionOk="0" h="4004" w="406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3" name="Google Shape;10593;p79"/>
            <p:cNvSpPr/>
            <p:nvPr/>
          </p:nvSpPr>
          <p:spPr>
            <a:xfrm>
              <a:off x="4156778" y="3054678"/>
              <a:ext cx="68238" cy="68270"/>
            </a:xfrm>
            <a:custGeom>
              <a:rect b="b" l="l" r="r" t="t"/>
              <a:pathLst>
                <a:path extrusionOk="0" h="2145" w="2144">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4" name="Google Shape;10594;p79"/>
            <p:cNvSpPr/>
            <p:nvPr/>
          </p:nvSpPr>
          <p:spPr>
            <a:xfrm>
              <a:off x="4198090" y="3060375"/>
              <a:ext cx="20879" cy="20879"/>
            </a:xfrm>
            <a:custGeom>
              <a:rect b="b" l="l" r="r" t="t"/>
              <a:pathLst>
                <a:path extrusionOk="0" h="656" w="656">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5" name="Google Shape;10595;p79"/>
          <p:cNvGrpSpPr/>
          <p:nvPr/>
        </p:nvGrpSpPr>
        <p:grpSpPr>
          <a:xfrm>
            <a:off x="4054103" y="2255941"/>
            <a:ext cx="218687" cy="349052"/>
            <a:chOff x="4054103" y="2430191"/>
            <a:chExt cx="218687" cy="349052"/>
          </a:xfrm>
        </p:grpSpPr>
        <p:sp>
          <p:nvSpPr>
            <p:cNvPr id="10596" name="Google Shape;10596;p79"/>
            <p:cNvSpPr/>
            <p:nvPr/>
          </p:nvSpPr>
          <p:spPr>
            <a:xfrm>
              <a:off x="4054103" y="2430191"/>
              <a:ext cx="218687" cy="349052"/>
            </a:xfrm>
            <a:custGeom>
              <a:rect b="b" l="l" r="r" t="t"/>
              <a:pathLst>
                <a:path extrusionOk="0" h="10967" w="6871">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7" name="Google Shape;10597;p79"/>
            <p:cNvSpPr/>
            <p:nvPr/>
          </p:nvSpPr>
          <p:spPr>
            <a:xfrm>
              <a:off x="4091595" y="2517716"/>
              <a:ext cx="142524" cy="103503"/>
            </a:xfrm>
            <a:custGeom>
              <a:rect b="b" l="l" r="r" t="t"/>
              <a:pathLst>
                <a:path extrusionOk="0" h="3252" w="4478">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98" name="Google Shape;10598;p79"/>
          <p:cNvGrpSpPr/>
          <p:nvPr/>
        </p:nvGrpSpPr>
        <p:grpSpPr>
          <a:xfrm>
            <a:off x="2185128" y="2253299"/>
            <a:ext cx="382758" cy="356595"/>
            <a:chOff x="2185128" y="2427549"/>
            <a:chExt cx="382758" cy="356595"/>
          </a:xfrm>
        </p:grpSpPr>
        <p:sp>
          <p:nvSpPr>
            <p:cNvPr id="10599" name="Google Shape;10599;p79"/>
            <p:cNvSpPr/>
            <p:nvPr/>
          </p:nvSpPr>
          <p:spPr>
            <a:xfrm>
              <a:off x="2313584" y="2612467"/>
              <a:ext cx="119417" cy="103853"/>
            </a:xfrm>
            <a:custGeom>
              <a:rect b="b" l="l" r="r" t="t"/>
              <a:pathLst>
                <a:path extrusionOk="0" h="3263" w="3752">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0" name="Google Shape;10600;p79"/>
            <p:cNvSpPr/>
            <p:nvPr/>
          </p:nvSpPr>
          <p:spPr>
            <a:xfrm>
              <a:off x="2311706" y="2427549"/>
              <a:ext cx="129633" cy="171327"/>
            </a:xfrm>
            <a:custGeom>
              <a:rect b="b" l="l" r="r" t="t"/>
              <a:pathLst>
                <a:path extrusionOk="0" h="5383" w="4073">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1" name="Google Shape;10601;p79"/>
            <p:cNvSpPr/>
            <p:nvPr/>
          </p:nvSpPr>
          <p:spPr>
            <a:xfrm>
              <a:off x="2438252" y="2611703"/>
              <a:ext cx="129633" cy="172441"/>
            </a:xfrm>
            <a:custGeom>
              <a:rect b="b" l="l" r="r" t="t"/>
              <a:pathLst>
                <a:path extrusionOk="0" h="5418" w="4073">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2" name="Google Shape;10602;p79"/>
            <p:cNvSpPr/>
            <p:nvPr/>
          </p:nvSpPr>
          <p:spPr>
            <a:xfrm>
              <a:off x="2185128" y="2611703"/>
              <a:ext cx="130015" cy="172441"/>
            </a:xfrm>
            <a:custGeom>
              <a:rect b="b" l="l" r="r" t="t"/>
              <a:pathLst>
                <a:path extrusionOk="0" h="5418" w="4085">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03" name="Google Shape;10603;p79"/>
          <p:cNvGrpSpPr/>
          <p:nvPr/>
        </p:nvGrpSpPr>
        <p:grpSpPr>
          <a:xfrm>
            <a:off x="2656907" y="2265043"/>
            <a:ext cx="332757" cy="332343"/>
            <a:chOff x="2656907" y="2439293"/>
            <a:chExt cx="332757" cy="332343"/>
          </a:xfrm>
        </p:grpSpPr>
        <p:sp>
          <p:nvSpPr>
            <p:cNvPr id="10604" name="Google Shape;10604;p79"/>
            <p:cNvSpPr/>
            <p:nvPr/>
          </p:nvSpPr>
          <p:spPr>
            <a:xfrm>
              <a:off x="2868751" y="2547666"/>
              <a:ext cx="53088" cy="53088"/>
            </a:xfrm>
            <a:custGeom>
              <a:rect b="b" l="l" r="r" t="t"/>
              <a:pathLst>
                <a:path extrusionOk="0" h="1668" w="1668">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5" name="Google Shape;10605;p79"/>
            <p:cNvSpPr/>
            <p:nvPr/>
          </p:nvSpPr>
          <p:spPr>
            <a:xfrm>
              <a:off x="2870661" y="2611703"/>
              <a:ext cx="68970" cy="49301"/>
            </a:xfrm>
            <a:custGeom>
              <a:rect b="b" l="l" r="r" t="t"/>
              <a:pathLst>
                <a:path extrusionOk="0" h="1549" w="2167">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6" name="Google Shape;10606;p79"/>
            <p:cNvSpPr/>
            <p:nvPr/>
          </p:nvSpPr>
          <p:spPr>
            <a:xfrm>
              <a:off x="2705794" y="2611321"/>
              <a:ext cx="68620" cy="49301"/>
            </a:xfrm>
            <a:custGeom>
              <a:rect b="b" l="l" r="r" t="t"/>
              <a:pathLst>
                <a:path extrusionOk="0" h="1549" w="2156">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7" name="Google Shape;10607;p79"/>
            <p:cNvSpPr/>
            <p:nvPr/>
          </p:nvSpPr>
          <p:spPr>
            <a:xfrm>
              <a:off x="2724000" y="2547666"/>
              <a:ext cx="53088" cy="53088"/>
            </a:xfrm>
            <a:custGeom>
              <a:rect b="b" l="l" r="r" t="t"/>
              <a:pathLst>
                <a:path extrusionOk="0" h="1668" w="1668">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8" name="Google Shape;10608;p79"/>
            <p:cNvSpPr/>
            <p:nvPr/>
          </p:nvSpPr>
          <p:spPr>
            <a:xfrm>
              <a:off x="2788800" y="2534394"/>
              <a:ext cx="68238" cy="68238"/>
            </a:xfrm>
            <a:custGeom>
              <a:rect b="b" l="l" r="r" t="t"/>
              <a:pathLst>
                <a:path extrusionOk="0" h="2144" w="2144">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9" name="Google Shape;10609;p79"/>
            <p:cNvSpPr/>
            <p:nvPr/>
          </p:nvSpPr>
          <p:spPr>
            <a:xfrm>
              <a:off x="2764930" y="2613613"/>
              <a:ext cx="115979" cy="62923"/>
            </a:xfrm>
            <a:custGeom>
              <a:rect b="b" l="l" r="r" t="t"/>
              <a:pathLst>
                <a:path extrusionOk="0" h="1977" w="3644">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0" name="Google Shape;10610;p79"/>
            <p:cNvSpPr/>
            <p:nvPr/>
          </p:nvSpPr>
          <p:spPr>
            <a:xfrm>
              <a:off x="2656907" y="2439293"/>
              <a:ext cx="332757" cy="332343"/>
            </a:xfrm>
            <a:custGeom>
              <a:rect b="b" l="l" r="r" t="t"/>
              <a:pathLst>
                <a:path extrusionOk="0" h="10442" w="10455">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1" name="Google Shape;10611;p79"/>
          <p:cNvGrpSpPr/>
          <p:nvPr/>
        </p:nvGrpSpPr>
        <p:grpSpPr>
          <a:xfrm>
            <a:off x="1731523" y="2248366"/>
            <a:ext cx="399435" cy="365698"/>
            <a:chOff x="1731523" y="2422616"/>
            <a:chExt cx="399435" cy="365698"/>
          </a:xfrm>
        </p:grpSpPr>
        <p:sp>
          <p:nvSpPr>
            <p:cNvPr id="10612" name="Google Shape;10612;p79"/>
            <p:cNvSpPr/>
            <p:nvPr/>
          </p:nvSpPr>
          <p:spPr>
            <a:xfrm>
              <a:off x="1865294" y="2725009"/>
              <a:ext cx="43604" cy="43604"/>
            </a:xfrm>
            <a:custGeom>
              <a:rect b="b" l="l" r="r" t="t"/>
              <a:pathLst>
                <a:path extrusionOk="0" h="1370" w="137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3" name="Google Shape;10613;p79"/>
            <p:cNvSpPr/>
            <p:nvPr/>
          </p:nvSpPr>
          <p:spPr>
            <a:xfrm>
              <a:off x="2005876" y="2725009"/>
              <a:ext cx="43636" cy="43604"/>
            </a:xfrm>
            <a:custGeom>
              <a:rect b="b" l="l" r="r" t="t"/>
              <a:pathLst>
                <a:path extrusionOk="0" h="1370" w="1371">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4" name="Google Shape;10614;p79"/>
            <p:cNvSpPr/>
            <p:nvPr/>
          </p:nvSpPr>
          <p:spPr>
            <a:xfrm>
              <a:off x="1731523" y="2422616"/>
              <a:ext cx="399435" cy="365698"/>
            </a:xfrm>
            <a:custGeom>
              <a:rect b="b" l="l" r="r" t="t"/>
              <a:pathLst>
                <a:path extrusionOk="0" h="11490" w="1255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5" name="Google Shape;10615;p79"/>
          <p:cNvGrpSpPr/>
          <p:nvPr/>
        </p:nvGrpSpPr>
        <p:grpSpPr>
          <a:xfrm>
            <a:off x="3097241" y="2259314"/>
            <a:ext cx="344883" cy="343387"/>
            <a:chOff x="3097241" y="2433564"/>
            <a:chExt cx="344883" cy="343387"/>
          </a:xfrm>
        </p:grpSpPr>
        <p:sp>
          <p:nvSpPr>
            <p:cNvPr id="10616" name="Google Shape;10616;p79"/>
            <p:cNvSpPr/>
            <p:nvPr/>
          </p:nvSpPr>
          <p:spPr>
            <a:xfrm>
              <a:off x="3151825" y="2465806"/>
              <a:ext cx="235746" cy="311146"/>
            </a:xfrm>
            <a:custGeom>
              <a:rect b="b" l="l" r="r" t="t"/>
              <a:pathLst>
                <a:path extrusionOk="0" h="9776" w="7407">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7" name="Google Shape;10617;p79"/>
            <p:cNvSpPr/>
            <p:nvPr/>
          </p:nvSpPr>
          <p:spPr>
            <a:xfrm>
              <a:off x="3179483" y="2492732"/>
              <a:ext cx="181926" cy="181894"/>
            </a:xfrm>
            <a:custGeom>
              <a:rect b="b" l="l" r="r" t="t"/>
              <a:pathLst>
                <a:path extrusionOk="0" h="5715" w="5716">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8" name="Google Shape;10618;p79"/>
            <p:cNvSpPr/>
            <p:nvPr/>
          </p:nvSpPr>
          <p:spPr>
            <a:xfrm>
              <a:off x="3242024" y="2524941"/>
              <a:ext cx="54202" cy="117857"/>
            </a:xfrm>
            <a:custGeom>
              <a:rect b="b" l="l" r="r" t="t"/>
              <a:pathLst>
                <a:path extrusionOk="0" h="3703" w="1703">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9" name="Google Shape;10619;p79"/>
            <p:cNvSpPr/>
            <p:nvPr/>
          </p:nvSpPr>
          <p:spPr>
            <a:xfrm>
              <a:off x="3390945" y="2433724"/>
              <a:ext cx="51179" cy="85934"/>
            </a:xfrm>
            <a:custGeom>
              <a:rect b="b" l="l" r="r" t="t"/>
              <a:pathLst>
                <a:path extrusionOk="0" h="2700" w="1608">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0" name="Google Shape;10620;p79"/>
            <p:cNvSpPr/>
            <p:nvPr/>
          </p:nvSpPr>
          <p:spPr>
            <a:xfrm>
              <a:off x="3360613" y="2478187"/>
              <a:ext cx="27340" cy="41471"/>
            </a:xfrm>
            <a:custGeom>
              <a:rect b="b" l="l" r="r" t="t"/>
              <a:pathLst>
                <a:path extrusionOk="0" h="1303" w="859">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1" name="Google Shape;10621;p79"/>
            <p:cNvSpPr/>
            <p:nvPr/>
          </p:nvSpPr>
          <p:spPr>
            <a:xfrm>
              <a:off x="3375795" y="2455939"/>
              <a:ext cx="39434" cy="63719"/>
            </a:xfrm>
            <a:custGeom>
              <a:rect b="b" l="l" r="r" t="t"/>
              <a:pathLst>
                <a:path extrusionOk="0" h="2002" w="1239">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2" name="Google Shape;10622;p79"/>
            <p:cNvSpPr/>
            <p:nvPr/>
          </p:nvSpPr>
          <p:spPr>
            <a:xfrm>
              <a:off x="3097241" y="2433564"/>
              <a:ext cx="50829" cy="85711"/>
            </a:xfrm>
            <a:custGeom>
              <a:rect b="b" l="l" r="r" t="t"/>
              <a:pathLst>
                <a:path extrusionOk="0" h="2693" w="1597">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3" name="Google Shape;10623;p79"/>
            <p:cNvSpPr/>
            <p:nvPr/>
          </p:nvSpPr>
          <p:spPr>
            <a:xfrm>
              <a:off x="3151061" y="2477773"/>
              <a:ext cx="27690" cy="41503"/>
            </a:xfrm>
            <a:custGeom>
              <a:rect b="b" l="l" r="r" t="t"/>
              <a:pathLst>
                <a:path extrusionOk="0" h="1304" w="87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4" name="Google Shape;10624;p79"/>
            <p:cNvSpPr/>
            <p:nvPr/>
          </p:nvSpPr>
          <p:spPr>
            <a:xfrm>
              <a:off x="3124167" y="2455939"/>
              <a:ext cx="39434" cy="63337"/>
            </a:xfrm>
            <a:custGeom>
              <a:rect b="b" l="l" r="r" t="t"/>
              <a:pathLst>
                <a:path extrusionOk="0" h="1990" w="1239">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25" name="Google Shape;10625;p79"/>
          <p:cNvGrpSpPr/>
          <p:nvPr/>
        </p:nvGrpSpPr>
        <p:grpSpPr>
          <a:xfrm>
            <a:off x="1278299" y="2265043"/>
            <a:ext cx="410829" cy="332343"/>
            <a:chOff x="1278299" y="2439293"/>
            <a:chExt cx="410829" cy="332343"/>
          </a:xfrm>
        </p:grpSpPr>
        <p:sp>
          <p:nvSpPr>
            <p:cNvPr id="10626" name="Google Shape;10626;p79"/>
            <p:cNvSpPr/>
            <p:nvPr/>
          </p:nvSpPr>
          <p:spPr>
            <a:xfrm>
              <a:off x="1360159" y="2510141"/>
              <a:ext cx="245963" cy="12540"/>
            </a:xfrm>
            <a:custGeom>
              <a:rect b="b" l="l" r="r" t="t"/>
              <a:pathLst>
                <a:path extrusionOk="0" h="394" w="7728">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7" name="Google Shape;10627;p79"/>
            <p:cNvSpPr/>
            <p:nvPr/>
          </p:nvSpPr>
          <p:spPr>
            <a:xfrm>
              <a:off x="1360159" y="2575706"/>
              <a:ext cx="245963" cy="12158"/>
            </a:xfrm>
            <a:custGeom>
              <a:rect b="b" l="l" r="r" t="t"/>
              <a:pathLst>
                <a:path extrusionOk="0" h="382" w="7728">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8" name="Google Shape;10628;p79"/>
            <p:cNvSpPr/>
            <p:nvPr/>
          </p:nvSpPr>
          <p:spPr>
            <a:xfrm>
              <a:off x="1437086" y="2618132"/>
              <a:ext cx="92873" cy="12540"/>
            </a:xfrm>
            <a:custGeom>
              <a:rect b="b" l="l" r="r" t="t"/>
              <a:pathLst>
                <a:path extrusionOk="0" h="394" w="2918">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9" name="Google Shape;10629;p79"/>
            <p:cNvSpPr/>
            <p:nvPr/>
          </p:nvSpPr>
          <p:spPr>
            <a:xfrm>
              <a:off x="1419295" y="2543115"/>
              <a:ext cx="186827" cy="12158"/>
            </a:xfrm>
            <a:custGeom>
              <a:rect b="b" l="l" r="r" t="t"/>
              <a:pathLst>
                <a:path extrusionOk="0" h="382" w="587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0" name="Google Shape;10630;p79"/>
            <p:cNvSpPr/>
            <p:nvPr/>
          </p:nvSpPr>
          <p:spPr>
            <a:xfrm>
              <a:off x="1360541" y="2543115"/>
              <a:ext cx="43604" cy="12158"/>
            </a:xfrm>
            <a:custGeom>
              <a:rect b="b" l="l" r="r" t="t"/>
              <a:pathLst>
                <a:path extrusionOk="0" h="382" w="137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1" name="Google Shape;10631;p79"/>
            <p:cNvSpPr/>
            <p:nvPr/>
          </p:nvSpPr>
          <p:spPr>
            <a:xfrm>
              <a:off x="1306721" y="2469211"/>
              <a:ext cx="353222" cy="228171"/>
            </a:xfrm>
            <a:custGeom>
              <a:rect b="b" l="l" r="r" t="t"/>
              <a:pathLst>
                <a:path extrusionOk="0" h="7169" w="11098">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2" name="Google Shape;10632;p79"/>
            <p:cNvSpPr/>
            <p:nvPr/>
          </p:nvSpPr>
          <p:spPr>
            <a:xfrm>
              <a:off x="1278299" y="2439293"/>
              <a:ext cx="410829" cy="332343"/>
            </a:xfrm>
            <a:custGeom>
              <a:rect b="b" l="l" r="r" t="t"/>
              <a:pathLst>
                <a:path extrusionOk="0" h="10442" w="12908">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3" name="Google Shape;10633;p79"/>
            <p:cNvSpPr/>
            <p:nvPr/>
          </p:nvSpPr>
          <p:spPr>
            <a:xfrm>
              <a:off x="1562519" y="2630640"/>
              <a:ext cx="74699" cy="74699"/>
            </a:xfrm>
            <a:custGeom>
              <a:rect b="b" l="l" r="r" t="t"/>
              <a:pathLst>
                <a:path extrusionOk="0" h="2347" w="2347">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34" name="Google Shape;10634;p79"/>
          <p:cNvGrpSpPr/>
          <p:nvPr/>
        </p:nvGrpSpPr>
        <p:grpSpPr>
          <a:xfrm>
            <a:off x="2661459" y="1840751"/>
            <a:ext cx="322508" cy="273494"/>
            <a:chOff x="2661459" y="2015001"/>
            <a:chExt cx="322508" cy="273494"/>
          </a:xfrm>
        </p:grpSpPr>
        <p:sp>
          <p:nvSpPr>
            <p:cNvPr id="10635" name="Google Shape;10635;p79"/>
            <p:cNvSpPr/>
            <p:nvPr/>
          </p:nvSpPr>
          <p:spPr>
            <a:xfrm>
              <a:off x="2661459" y="2028878"/>
              <a:ext cx="322508" cy="259617"/>
            </a:xfrm>
            <a:custGeom>
              <a:rect b="b" l="l" r="r" t="t"/>
              <a:pathLst>
                <a:path extrusionOk="0" h="8157" w="10133">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6" name="Google Shape;10636;p79"/>
            <p:cNvSpPr/>
            <p:nvPr/>
          </p:nvSpPr>
          <p:spPr>
            <a:xfrm>
              <a:off x="2946442" y="2015001"/>
              <a:ext cx="37525" cy="26799"/>
            </a:xfrm>
            <a:custGeom>
              <a:rect b="b" l="l" r="r" t="t"/>
              <a:pathLst>
                <a:path extrusionOk="0" h="842" w="1179">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37" name="Google Shape;10637;p79"/>
          <p:cNvGrpSpPr/>
          <p:nvPr/>
        </p:nvGrpSpPr>
        <p:grpSpPr>
          <a:xfrm>
            <a:off x="870939" y="2265043"/>
            <a:ext cx="331993" cy="331993"/>
            <a:chOff x="870939" y="2439293"/>
            <a:chExt cx="331993" cy="331993"/>
          </a:xfrm>
        </p:grpSpPr>
        <p:sp>
          <p:nvSpPr>
            <p:cNvPr id="10638" name="Google Shape;10638;p79"/>
            <p:cNvSpPr/>
            <p:nvPr/>
          </p:nvSpPr>
          <p:spPr>
            <a:xfrm>
              <a:off x="870939" y="2439293"/>
              <a:ext cx="331993" cy="331993"/>
            </a:xfrm>
            <a:custGeom>
              <a:rect b="b" l="l" r="r" t="t"/>
              <a:pathLst>
                <a:path extrusionOk="0" h="10431" w="10431">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9" name="Google Shape;10639;p79"/>
            <p:cNvSpPr/>
            <p:nvPr/>
          </p:nvSpPr>
          <p:spPr>
            <a:xfrm>
              <a:off x="908463" y="2696969"/>
              <a:ext cx="41726" cy="41726"/>
            </a:xfrm>
            <a:custGeom>
              <a:rect b="b" l="l" r="r" t="t"/>
              <a:pathLst>
                <a:path extrusionOk="0" h="1311" w="1311">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0" name="Google Shape;10640;p79"/>
            <p:cNvSpPr/>
            <p:nvPr/>
          </p:nvSpPr>
          <p:spPr>
            <a:xfrm>
              <a:off x="1015690" y="2696969"/>
              <a:ext cx="41726" cy="41726"/>
            </a:xfrm>
            <a:custGeom>
              <a:rect b="b" l="l" r="r" t="t"/>
              <a:pathLst>
                <a:path extrusionOk="0" h="1311" w="1311">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1" name="Google Shape;10641;p79"/>
            <p:cNvSpPr/>
            <p:nvPr/>
          </p:nvSpPr>
          <p:spPr>
            <a:xfrm>
              <a:off x="1122567" y="2696969"/>
              <a:ext cx="41726" cy="41726"/>
            </a:xfrm>
            <a:custGeom>
              <a:rect b="b" l="l" r="r" t="t"/>
              <a:pathLst>
                <a:path extrusionOk="0" h="1311" w="1311">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2" name="Google Shape;10642;p79"/>
            <p:cNvSpPr/>
            <p:nvPr/>
          </p:nvSpPr>
          <p:spPr>
            <a:xfrm>
              <a:off x="913015" y="2504094"/>
              <a:ext cx="31859" cy="9867"/>
            </a:xfrm>
            <a:custGeom>
              <a:rect b="b" l="l" r="r" t="t"/>
              <a:pathLst>
                <a:path extrusionOk="0" h="310" w="1001">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3" name="Google Shape;10643;p79"/>
            <p:cNvSpPr/>
            <p:nvPr/>
          </p:nvSpPr>
          <p:spPr>
            <a:xfrm>
              <a:off x="913015" y="2532898"/>
              <a:ext cx="31859" cy="10248"/>
            </a:xfrm>
            <a:custGeom>
              <a:rect b="b" l="l" r="r" t="t"/>
              <a:pathLst>
                <a:path extrusionOk="0" h="322" w="1001">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4" name="Google Shape;10644;p79"/>
            <p:cNvSpPr/>
            <p:nvPr/>
          </p:nvSpPr>
          <p:spPr>
            <a:xfrm>
              <a:off x="913015" y="2562052"/>
              <a:ext cx="31859" cy="9898"/>
            </a:xfrm>
            <a:custGeom>
              <a:rect b="b" l="l" r="r" t="t"/>
              <a:pathLst>
                <a:path extrusionOk="0" h="311" w="1001">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5" name="Google Shape;10645;p79"/>
            <p:cNvSpPr/>
            <p:nvPr/>
          </p:nvSpPr>
          <p:spPr>
            <a:xfrm>
              <a:off x="894428" y="2474908"/>
              <a:ext cx="69384" cy="167508"/>
            </a:xfrm>
            <a:custGeom>
              <a:rect b="b" l="l" r="r" t="t"/>
              <a:pathLst>
                <a:path extrusionOk="0" h="5263" w="218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6" name="Google Shape;10646;p79"/>
            <p:cNvSpPr/>
            <p:nvPr/>
          </p:nvSpPr>
          <p:spPr>
            <a:xfrm>
              <a:off x="1002068" y="2474145"/>
              <a:ext cx="69384" cy="168272"/>
            </a:xfrm>
            <a:custGeom>
              <a:rect b="b" l="l" r="r" t="t"/>
              <a:pathLst>
                <a:path extrusionOk="0" h="5287" w="218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7" name="Google Shape;10647;p79"/>
            <p:cNvSpPr/>
            <p:nvPr/>
          </p:nvSpPr>
          <p:spPr>
            <a:xfrm>
              <a:off x="1108531" y="2474145"/>
              <a:ext cx="69384" cy="168272"/>
            </a:xfrm>
            <a:custGeom>
              <a:rect b="b" l="l" r="r" t="t"/>
              <a:pathLst>
                <a:path extrusionOk="0" h="5287" w="218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8" name="Google Shape;10648;p79"/>
            <p:cNvSpPr/>
            <p:nvPr/>
          </p:nvSpPr>
          <p:spPr>
            <a:xfrm>
              <a:off x="1127118" y="2504094"/>
              <a:ext cx="31859" cy="9867"/>
            </a:xfrm>
            <a:custGeom>
              <a:rect b="b" l="l" r="r" t="t"/>
              <a:pathLst>
                <a:path extrusionOk="0" h="310" w="1001">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9" name="Google Shape;10649;p79"/>
            <p:cNvSpPr/>
            <p:nvPr/>
          </p:nvSpPr>
          <p:spPr>
            <a:xfrm>
              <a:off x="1127118" y="2532898"/>
              <a:ext cx="31859" cy="10248"/>
            </a:xfrm>
            <a:custGeom>
              <a:rect b="b" l="l" r="r" t="t"/>
              <a:pathLst>
                <a:path extrusionOk="0" h="322" w="1001">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0" name="Google Shape;10650;p79"/>
            <p:cNvSpPr/>
            <p:nvPr/>
          </p:nvSpPr>
          <p:spPr>
            <a:xfrm>
              <a:off x="1127118" y="2562052"/>
              <a:ext cx="31859" cy="9898"/>
            </a:xfrm>
            <a:custGeom>
              <a:rect b="b" l="l" r="r" t="t"/>
              <a:pathLst>
                <a:path extrusionOk="0" h="311" w="1001">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1" name="Google Shape;10651;p79"/>
            <p:cNvSpPr/>
            <p:nvPr/>
          </p:nvSpPr>
          <p:spPr>
            <a:xfrm>
              <a:off x="1020624" y="2504094"/>
              <a:ext cx="32241" cy="9867"/>
            </a:xfrm>
            <a:custGeom>
              <a:rect b="b" l="l" r="r" t="t"/>
              <a:pathLst>
                <a:path extrusionOk="0" h="310" w="1013">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2" name="Google Shape;10652;p79"/>
            <p:cNvSpPr/>
            <p:nvPr/>
          </p:nvSpPr>
          <p:spPr>
            <a:xfrm>
              <a:off x="1020624" y="2532898"/>
              <a:ext cx="32241" cy="10248"/>
            </a:xfrm>
            <a:custGeom>
              <a:rect b="b" l="l" r="r" t="t"/>
              <a:pathLst>
                <a:path extrusionOk="0" h="322" w="1013">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3" name="Google Shape;10653;p79"/>
            <p:cNvSpPr/>
            <p:nvPr/>
          </p:nvSpPr>
          <p:spPr>
            <a:xfrm>
              <a:off x="1020624" y="2562052"/>
              <a:ext cx="32241" cy="9898"/>
            </a:xfrm>
            <a:custGeom>
              <a:rect b="b" l="l" r="r" t="t"/>
              <a:pathLst>
                <a:path extrusionOk="0" h="311" w="1013">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54" name="Google Shape;10654;p79"/>
          <p:cNvGrpSpPr/>
          <p:nvPr/>
        </p:nvGrpSpPr>
        <p:grpSpPr>
          <a:xfrm>
            <a:off x="6644957" y="2282103"/>
            <a:ext cx="371395" cy="278904"/>
            <a:chOff x="6644957" y="2456353"/>
            <a:chExt cx="371395" cy="278904"/>
          </a:xfrm>
        </p:grpSpPr>
        <p:sp>
          <p:nvSpPr>
            <p:cNvPr id="10655" name="Google Shape;10655;p79"/>
            <p:cNvSpPr/>
            <p:nvPr/>
          </p:nvSpPr>
          <p:spPr>
            <a:xfrm>
              <a:off x="6644957" y="2456353"/>
              <a:ext cx="371395" cy="203123"/>
            </a:xfrm>
            <a:custGeom>
              <a:rect b="b" l="l" r="r" t="t"/>
              <a:pathLst>
                <a:path extrusionOk="0" h="6382" w="11669">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6" name="Google Shape;10656;p79"/>
            <p:cNvSpPr/>
            <p:nvPr/>
          </p:nvSpPr>
          <p:spPr>
            <a:xfrm>
              <a:off x="6761668" y="2549194"/>
              <a:ext cx="139850" cy="186064"/>
            </a:xfrm>
            <a:custGeom>
              <a:rect b="b" l="l" r="r" t="t"/>
              <a:pathLst>
                <a:path extrusionOk="0" h="5846" w="4394">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7" name="Google Shape;10657;p79"/>
            <p:cNvSpPr/>
            <p:nvPr/>
          </p:nvSpPr>
          <p:spPr>
            <a:xfrm>
              <a:off x="6802216" y="2625357"/>
              <a:ext cx="58754" cy="75431"/>
            </a:xfrm>
            <a:custGeom>
              <a:rect b="b" l="l" r="r" t="t"/>
              <a:pathLst>
                <a:path extrusionOk="0" h="2370" w="1846">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8" name="Google Shape;10658;p79"/>
            <p:cNvSpPr/>
            <p:nvPr/>
          </p:nvSpPr>
          <p:spPr>
            <a:xfrm>
              <a:off x="6802216" y="2480828"/>
              <a:ext cx="47009" cy="33132"/>
            </a:xfrm>
            <a:custGeom>
              <a:rect b="b" l="l" r="r" t="t"/>
              <a:pathLst>
                <a:path extrusionOk="0" h="1041" w="1477">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9" name="Google Shape;10659;p79"/>
            <p:cNvSpPr/>
            <p:nvPr/>
          </p:nvSpPr>
          <p:spPr>
            <a:xfrm>
              <a:off x="6895439" y="2517112"/>
              <a:ext cx="36793" cy="32114"/>
            </a:xfrm>
            <a:custGeom>
              <a:rect b="b" l="l" r="r" t="t"/>
              <a:pathLst>
                <a:path extrusionOk="0" h="1009" w="1156">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60" name="Google Shape;10660;p79"/>
          <p:cNvGrpSpPr/>
          <p:nvPr/>
        </p:nvGrpSpPr>
        <p:grpSpPr>
          <a:xfrm>
            <a:off x="5388757" y="2240409"/>
            <a:ext cx="260349" cy="362292"/>
            <a:chOff x="5388757" y="2414659"/>
            <a:chExt cx="260349" cy="362292"/>
          </a:xfrm>
        </p:grpSpPr>
        <p:sp>
          <p:nvSpPr>
            <p:cNvPr id="10661" name="Google Shape;10661;p79"/>
            <p:cNvSpPr/>
            <p:nvPr/>
          </p:nvSpPr>
          <p:spPr>
            <a:xfrm>
              <a:off x="5388757" y="2414659"/>
              <a:ext cx="260349" cy="362292"/>
            </a:xfrm>
            <a:custGeom>
              <a:rect b="b" l="l" r="r" t="t"/>
              <a:pathLst>
                <a:path extrusionOk="0" h="11383" w="818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2" name="Google Shape;10662;p79"/>
            <p:cNvSpPr/>
            <p:nvPr/>
          </p:nvSpPr>
          <p:spPr>
            <a:xfrm>
              <a:off x="5513425" y="2437384"/>
              <a:ext cx="10248" cy="10280"/>
            </a:xfrm>
            <a:custGeom>
              <a:rect b="b" l="l" r="r" t="t"/>
              <a:pathLst>
                <a:path extrusionOk="0" h="323" w="322">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3" name="Google Shape;10663;p79"/>
            <p:cNvSpPr/>
            <p:nvPr/>
          </p:nvSpPr>
          <p:spPr>
            <a:xfrm>
              <a:off x="5411100" y="2460140"/>
              <a:ext cx="214517" cy="283106"/>
            </a:xfrm>
            <a:custGeom>
              <a:rect b="b" l="l" r="r" t="t"/>
              <a:pathLst>
                <a:path extrusionOk="0" h="8895" w="674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4" name="Google Shape;10664;p79"/>
            <p:cNvSpPr/>
            <p:nvPr/>
          </p:nvSpPr>
          <p:spPr>
            <a:xfrm>
              <a:off x="5439904" y="2488562"/>
              <a:ext cx="78837" cy="106495"/>
            </a:xfrm>
            <a:custGeom>
              <a:rect b="b" l="l" r="r" t="t"/>
              <a:pathLst>
                <a:path extrusionOk="0" h="3346" w="2477">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5" name="Google Shape;10665;p79"/>
            <p:cNvSpPr/>
            <p:nvPr/>
          </p:nvSpPr>
          <p:spPr>
            <a:xfrm>
              <a:off x="5530103" y="2494228"/>
              <a:ext cx="67856" cy="33005"/>
            </a:xfrm>
            <a:custGeom>
              <a:rect b="b" l="l" r="r" t="t"/>
              <a:pathLst>
                <a:path extrusionOk="0" h="1037" w="2132">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6" name="Google Shape;10666;p79"/>
            <p:cNvSpPr/>
            <p:nvPr/>
          </p:nvSpPr>
          <p:spPr>
            <a:xfrm>
              <a:off x="5530103" y="2539709"/>
              <a:ext cx="67092" cy="10248"/>
            </a:xfrm>
            <a:custGeom>
              <a:rect b="b" l="l" r="r" t="t"/>
              <a:pathLst>
                <a:path extrusionOk="0" h="322" w="2108">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7" name="Google Shape;10667;p79"/>
            <p:cNvSpPr/>
            <p:nvPr/>
          </p:nvSpPr>
          <p:spPr>
            <a:xfrm>
              <a:off x="5530103" y="2562434"/>
              <a:ext cx="32973" cy="10280"/>
            </a:xfrm>
            <a:custGeom>
              <a:rect b="b" l="l" r="r" t="t"/>
              <a:pathLst>
                <a:path extrusionOk="0" h="323" w="1036">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8" name="Google Shape;10668;p79"/>
            <p:cNvSpPr/>
            <p:nvPr/>
          </p:nvSpPr>
          <p:spPr>
            <a:xfrm>
              <a:off x="5439522" y="2607534"/>
              <a:ext cx="158437" cy="10280"/>
            </a:xfrm>
            <a:custGeom>
              <a:rect b="b" l="l" r="r" t="t"/>
              <a:pathLst>
                <a:path extrusionOk="0" h="323" w="4978">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9" name="Google Shape;10669;p79"/>
            <p:cNvSpPr/>
            <p:nvPr/>
          </p:nvSpPr>
          <p:spPr>
            <a:xfrm>
              <a:off x="5439522" y="2630258"/>
              <a:ext cx="22025" cy="10280"/>
            </a:xfrm>
            <a:custGeom>
              <a:rect b="b" l="l" r="r" t="t"/>
              <a:pathLst>
                <a:path extrusionOk="0" h="323" w="692">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0" name="Google Shape;10670;p79"/>
            <p:cNvSpPr/>
            <p:nvPr/>
          </p:nvSpPr>
          <p:spPr>
            <a:xfrm>
              <a:off x="5439522" y="2698497"/>
              <a:ext cx="22025" cy="10248"/>
            </a:xfrm>
            <a:custGeom>
              <a:rect b="b" l="l" r="r" t="t"/>
              <a:pathLst>
                <a:path extrusionOk="0" h="322" w="692">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1" name="Google Shape;10671;p79"/>
            <p:cNvSpPr/>
            <p:nvPr/>
          </p:nvSpPr>
          <p:spPr>
            <a:xfrm>
              <a:off x="5439522" y="2675740"/>
              <a:ext cx="22025" cy="10280"/>
            </a:xfrm>
            <a:custGeom>
              <a:rect b="b" l="l" r="r" t="t"/>
              <a:pathLst>
                <a:path extrusionOk="0" h="323" w="692">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2" name="Google Shape;10672;p79"/>
            <p:cNvSpPr/>
            <p:nvPr/>
          </p:nvSpPr>
          <p:spPr>
            <a:xfrm>
              <a:off x="5439522" y="2653015"/>
              <a:ext cx="22025" cy="10248"/>
            </a:xfrm>
            <a:custGeom>
              <a:rect b="b" l="l" r="r" t="t"/>
              <a:pathLst>
                <a:path extrusionOk="0" h="322" w="692">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3" name="Google Shape;10673;p79"/>
            <p:cNvSpPr/>
            <p:nvPr/>
          </p:nvSpPr>
          <p:spPr>
            <a:xfrm>
              <a:off x="5473641" y="2630258"/>
              <a:ext cx="44718" cy="10280"/>
            </a:xfrm>
            <a:custGeom>
              <a:rect b="b" l="l" r="r" t="t"/>
              <a:pathLst>
                <a:path extrusionOk="0" h="323" w="1405">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4" name="Google Shape;10674;p79"/>
            <p:cNvSpPr/>
            <p:nvPr/>
          </p:nvSpPr>
          <p:spPr>
            <a:xfrm>
              <a:off x="5473641" y="2698497"/>
              <a:ext cx="67474" cy="10248"/>
            </a:xfrm>
            <a:custGeom>
              <a:rect b="b" l="l" r="r" t="t"/>
              <a:pathLst>
                <a:path extrusionOk="0" h="322" w="212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5" name="Google Shape;10675;p79"/>
            <p:cNvSpPr/>
            <p:nvPr/>
          </p:nvSpPr>
          <p:spPr>
            <a:xfrm>
              <a:off x="5473641" y="2675740"/>
              <a:ext cx="44718" cy="10280"/>
            </a:xfrm>
            <a:custGeom>
              <a:rect b="b" l="l" r="r" t="t"/>
              <a:pathLst>
                <a:path extrusionOk="0" h="323" w="1405">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6" name="Google Shape;10676;p79"/>
            <p:cNvSpPr/>
            <p:nvPr/>
          </p:nvSpPr>
          <p:spPr>
            <a:xfrm>
              <a:off x="5473641" y="2653015"/>
              <a:ext cx="67474" cy="10248"/>
            </a:xfrm>
            <a:custGeom>
              <a:rect b="b" l="l" r="r" t="t"/>
              <a:pathLst>
                <a:path extrusionOk="0" h="322" w="212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7" name="Google Shape;10677;p79"/>
            <p:cNvSpPr/>
            <p:nvPr/>
          </p:nvSpPr>
          <p:spPr>
            <a:xfrm>
              <a:off x="5558525" y="2653015"/>
              <a:ext cx="39434" cy="10248"/>
            </a:xfrm>
            <a:custGeom>
              <a:rect b="b" l="l" r="r" t="t"/>
              <a:pathLst>
                <a:path extrusionOk="0" h="322" w="1239">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8" name="Google Shape;10678;p79"/>
            <p:cNvSpPr/>
            <p:nvPr/>
          </p:nvSpPr>
          <p:spPr>
            <a:xfrm>
              <a:off x="5558525" y="2630258"/>
              <a:ext cx="39434" cy="10280"/>
            </a:xfrm>
            <a:custGeom>
              <a:rect b="b" l="l" r="r" t="t"/>
              <a:pathLst>
                <a:path extrusionOk="0" h="323" w="1239">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9" name="Google Shape;10679;p79"/>
            <p:cNvSpPr/>
            <p:nvPr/>
          </p:nvSpPr>
          <p:spPr>
            <a:xfrm>
              <a:off x="5558525" y="2675740"/>
              <a:ext cx="39434" cy="10280"/>
            </a:xfrm>
            <a:custGeom>
              <a:rect b="b" l="l" r="r" t="t"/>
              <a:pathLst>
                <a:path extrusionOk="0" h="323" w="1239">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0" name="Google Shape;10680;p79"/>
            <p:cNvSpPr/>
            <p:nvPr/>
          </p:nvSpPr>
          <p:spPr>
            <a:xfrm>
              <a:off x="5558525" y="2698497"/>
              <a:ext cx="39434" cy="10248"/>
            </a:xfrm>
            <a:custGeom>
              <a:rect b="b" l="l" r="r" t="t"/>
              <a:pathLst>
                <a:path extrusionOk="0" h="322" w="1239">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1" name="Google Shape;10681;p79"/>
          <p:cNvGrpSpPr/>
          <p:nvPr/>
        </p:nvGrpSpPr>
        <p:grpSpPr>
          <a:xfrm>
            <a:off x="3567142" y="2731507"/>
            <a:ext cx="348288" cy="340331"/>
            <a:chOff x="3567142" y="2905757"/>
            <a:chExt cx="348288" cy="340331"/>
          </a:xfrm>
        </p:grpSpPr>
        <p:sp>
          <p:nvSpPr>
            <p:cNvPr id="10682" name="Google Shape;10682;p79"/>
            <p:cNvSpPr/>
            <p:nvPr/>
          </p:nvSpPr>
          <p:spPr>
            <a:xfrm>
              <a:off x="3567142" y="2905757"/>
              <a:ext cx="348288" cy="340331"/>
            </a:xfrm>
            <a:custGeom>
              <a:rect b="b" l="l" r="r" t="t"/>
              <a:pathLst>
                <a:path extrusionOk="0" h="10693" w="10943">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3" name="Google Shape;10683;p79"/>
            <p:cNvSpPr/>
            <p:nvPr/>
          </p:nvSpPr>
          <p:spPr>
            <a:xfrm>
              <a:off x="3819534" y="3034977"/>
              <a:ext cx="73903" cy="48919"/>
            </a:xfrm>
            <a:custGeom>
              <a:rect b="b" l="l" r="r" t="t"/>
              <a:pathLst>
                <a:path extrusionOk="0" h="1537" w="2322">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4" name="Google Shape;10684;p79"/>
            <p:cNvSpPr/>
            <p:nvPr/>
          </p:nvSpPr>
          <p:spPr>
            <a:xfrm>
              <a:off x="3728571" y="3036123"/>
              <a:ext cx="67506" cy="45895"/>
            </a:xfrm>
            <a:custGeom>
              <a:rect b="b" l="l" r="r" t="t"/>
              <a:pathLst>
                <a:path extrusionOk="0" h="1442" w="2121">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5" name="Google Shape;10685;p79"/>
            <p:cNvSpPr/>
            <p:nvPr/>
          </p:nvSpPr>
          <p:spPr>
            <a:xfrm>
              <a:off x="3724783" y="3091439"/>
              <a:ext cx="170946" cy="30745"/>
            </a:xfrm>
            <a:custGeom>
              <a:rect b="b" l="l" r="r" t="t"/>
              <a:pathLst>
                <a:path extrusionOk="0" h="966" w="5371">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6" name="Google Shape;10686;p79"/>
            <p:cNvSpPr/>
            <p:nvPr/>
          </p:nvSpPr>
          <p:spPr>
            <a:xfrm>
              <a:off x="3597092" y="2940799"/>
              <a:ext cx="40580" cy="30936"/>
            </a:xfrm>
            <a:custGeom>
              <a:rect b="b" l="l" r="r" t="t"/>
              <a:pathLst>
                <a:path extrusionOk="0" h="972" w="1275">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87" name="Google Shape;10687;p79"/>
          <p:cNvGrpSpPr/>
          <p:nvPr/>
        </p:nvGrpSpPr>
        <p:grpSpPr>
          <a:xfrm>
            <a:off x="870939" y="1801571"/>
            <a:ext cx="332375" cy="350071"/>
            <a:chOff x="870939" y="1975821"/>
            <a:chExt cx="332375" cy="350071"/>
          </a:xfrm>
        </p:grpSpPr>
        <p:sp>
          <p:nvSpPr>
            <p:cNvPr id="10688" name="Google Shape;10688;p79"/>
            <p:cNvSpPr/>
            <p:nvPr/>
          </p:nvSpPr>
          <p:spPr>
            <a:xfrm>
              <a:off x="870939" y="1975821"/>
              <a:ext cx="332375" cy="350071"/>
            </a:xfrm>
            <a:custGeom>
              <a:rect b="b" l="l" r="r" t="t"/>
              <a:pathLst>
                <a:path extrusionOk="0" h="10999" w="10443">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9" name="Google Shape;10689;p79"/>
            <p:cNvSpPr/>
            <p:nvPr/>
          </p:nvSpPr>
          <p:spPr>
            <a:xfrm>
              <a:off x="955059" y="2135755"/>
              <a:ext cx="164134" cy="75877"/>
            </a:xfrm>
            <a:custGeom>
              <a:rect b="b" l="l" r="r" t="t"/>
              <a:pathLst>
                <a:path extrusionOk="0" h="2384" w="5157">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0" name="Google Shape;10690;p79"/>
            <p:cNvSpPr/>
            <p:nvPr/>
          </p:nvSpPr>
          <p:spPr>
            <a:xfrm>
              <a:off x="955059" y="2224999"/>
              <a:ext cx="164134" cy="75240"/>
            </a:xfrm>
            <a:custGeom>
              <a:rect b="b" l="l" r="r" t="t"/>
              <a:pathLst>
                <a:path extrusionOk="0" h="2364" w="5157">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1" name="Google Shape;10691;p79"/>
            <p:cNvSpPr/>
            <p:nvPr/>
          </p:nvSpPr>
          <p:spPr>
            <a:xfrm>
              <a:off x="1021387" y="2183496"/>
              <a:ext cx="18969" cy="69766"/>
            </a:xfrm>
            <a:custGeom>
              <a:rect b="b" l="l" r="r" t="t"/>
              <a:pathLst>
                <a:path extrusionOk="0" h="2192" w="596">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92" name="Google Shape;10692;p79"/>
          <p:cNvGrpSpPr/>
          <p:nvPr/>
        </p:nvGrpSpPr>
        <p:grpSpPr>
          <a:xfrm>
            <a:off x="7967103" y="2240791"/>
            <a:ext cx="355863" cy="361911"/>
            <a:chOff x="7967103" y="2415041"/>
            <a:chExt cx="355863" cy="361911"/>
          </a:xfrm>
        </p:grpSpPr>
        <p:sp>
          <p:nvSpPr>
            <p:cNvPr id="10693" name="Google Shape;10693;p79"/>
            <p:cNvSpPr/>
            <p:nvPr/>
          </p:nvSpPr>
          <p:spPr>
            <a:xfrm>
              <a:off x="7967103" y="2584427"/>
              <a:ext cx="111810" cy="192525"/>
            </a:xfrm>
            <a:custGeom>
              <a:rect b="b" l="l" r="r" t="t"/>
              <a:pathLst>
                <a:path extrusionOk="0" h="6049" w="3513">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4" name="Google Shape;10694;p79"/>
            <p:cNvSpPr/>
            <p:nvPr/>
          </p:nvSpPr>
          <p:spPr>
            <a:xfrm>
              <a:off x="7989446" y="2750789"/>
              <a:ext cx="10280" cy="26162"/>
            </a:xfrm>
            <a:custGeom>
              <a:rect b="b" l="l" r="r" t="t"/>
              <a:pathLst>
                <a:path extrusionOk="0" h="822" w="323">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5" name="Google Shape;10695;p79"/>
            <p:cNvSpPr/>
            <p:nvPr/>
          </p:nvSpPr>
          <p:spPr>
            <a:xfrm>
              <a:off x="8045908" y="2750789"/>
              <a:ext cx="10662" cy="26162"/>
            </a:xfrm>
            <a:custGeom>
              <a:rect b="b" l="l" r="r" t="t"/>
              <a:pathLst>
                <a:path extrusionOk="0" h="822" w="335">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6" name="Google Shape;10696;p79"/>
            <p:cNvSpPr/>
            <p:nvPr/>
          </p:nvSpPr>
          <p:spPr>
            <a:xfrm>
              <a:off x="8073184" y="2595789"/>
              <a:ext cx="136858" cy="112956"/>
            </a:xfrm>
            <a:custGeom>
              <a:rect b="b" l="l" r="r" t="t"/>
              <a:pathLst>
                <a:path extrusionOk="0" h="3549" w="430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7" name="Google Shape;10697;p79"/>
            <p:cNvSpPr/>
            <p:nvPr/>
          </p:nvSpPr>
          <p:spPr>
            <a:xfrm>
              <a:off x="8085310" y="2415041"/>
              <a:ext cx="112956" cy="169036"/>
            </a:xfrm>
            <a:custGeom>
              <a:rect b="b" l="l" r="r" t="t"/>
              <a:pathLst>
                <a:path extrusionOk="0" h="5311" w="3549">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8" name="Google Shape;10698;p79"/>
            <p:cNvSpPr/>
            <p:nvPr/>
          </p:nvSpPr>
          <p:spPr>
            <a:xfrm>
              <a:off x="8108449" y="2557501"/>
              <a:ext cx="10248" cy="26194"/>
            </a:xfrm>
            <a:custGeom>
              <a:rect b="b" l="l" r="r" t="t"/>
              <a:pathLst>
                <a:path extrusionOk="0" h="823" w="322">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9" name="Google Shape;10699;p79"/>
            <p:cNvSpPr/>
            <p:nvPr/>
          </p:nvSpPr>
          <p:spPr>
            <a:xfrm>
              <a:off x="8165293" y="2557501"/>
              <a:ext cx="10248" cy="26194"/>
            </a:xfrm>
            <a:custGeom>
              <a:rect b="b" l="l" r="r" t="t"/>
              <a:pathLst>
                <a:path extrusionOk="0" h="823" w="322">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0" name="Google Shape;10700;p79"/>
            <p:cNvSpPr/>
            <p:nvPr/>
          </p:nvSpPr>
          <p:spPr>
            <a:xfrm>
              <a:off x="8238432" y="2635956"/>
              <a:ext cx="45481" cy="15946"/>
            </a:xfrm>
            <a:custGeom>
              <a:rect b="b" l="l" r="r" t="t"/>
              <a:pathLst>
                <a:path extrusionOk="0" h="501" w="1429">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1" name="Google Shape;10701;p79"/>
            <p:cNvSpPr/>
            <p:nvPr/>
          </p:nvSpPr>
          <p:spPr>
            <a:xfrm>
              <a:off x="8198998" y="2607534"/>
              <a:ext cx="123968" cy="169036"/>
            </a:xfrm>
            <a:custGeom>
              <a:rect b="b" l="l" r="r" t="t"/>
              <a:pathLst>
                <a:path extrusionOk="0" h="5311" w="3895">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2" name="Google Shape;10702;p79"/>
            <p:cNvSpPr/>
            <p:nvPr/>
          </p:nvSpPr>
          <p:spPr>
            <a:xfrm>
              <a:off x="8222137" y="2743946"/>
              <a:ext cx="10248" cy="33005"/>
            </a:xfrm>
            <a:custGeom>
              <a:rect b="b" l="l" r="r" t="t"/>
              <a:pathLst>
                <a:path extrusionOk="0" h="1037" w="322">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3" name="Google Shape;10703;p79"/>
            <p:cNvSpPr/>
            <p:nvPr/>
          </p:nvSpPr>
          <p:spPr>
            <a:xfrm>
              <a:off x="8289579" y="2743946"/>
              <a:ext cx="10630" cy="33005"/>
            </a:xfrm>
            <a:custGeom>
              <a:rect b="b" l="l" r="r" t="t"/>
              <a:pathLst>
                <a:path extrusionOk="0" h="1037" w="334">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4" name="Google Shape;10704;p79"/>
          <p:cNvGrpSpPr/>
          <p:nvPr/>
        </p:nvGrpSpPr>
        <p:grpSpPr>
          <a:xfrm>
            <a:off x="7529411" y="2240409"/>
            <a:ext cx="355863" cy="362292"/>
            <a:chOff x="7529411" y="2414659"/>
            <a:chExt cx="355863" cy="362292"/>
          </a:xfrm>
        </p:grpSpPr>
        <p:sp>
          <p:nvSpPr>
            <p:cNvPr id="10705" name="Google Shape;10705;p79"/>
            <p:cNvSpPr/>
            <p:nvPr/>
          </p:nvSpPr>
          <p:spPr>
            <a:xfrm>
              <a:off x="7687816" y="2443081"/>
              <a:ext cx="45481" cy="15946"/>
            </a:xfrm>
            <a:custGeom>
              <a:rect b="b" l="l" r="r" t="t"/>
              <a:pathLst>
                <a:path extrusionOk="0" h="501" w="1429">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6" name="Google Shape;10706;p79"/>
            <p:cNvSpPr/>
            <p:nvPr/>
          </p:nvSpPr>
          <p:spPr>
            <a:xfrm>
              <a:off x="7648764" y="2414659"/>
              <a:ext cx="123204" cy="168654"/>
            </a:xfrm>
            <a:custGeom>
              <a:rect b="b" l="l" r="r" t="t"/>
              <a:pathLst>
                <a:path extrusionOk="0" h="5299" w="3871">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7" name="Google Shape;10707;p79"/>
            <p:cNvSpPr/>
            <p:nvPr/>
          </p:nvSpPr>
          <p:spPr>
            <a:xfrm>
              <a:off x="7670757" y="2551072"/>
              <a:ext cx="10248" cy="33005"/>
            </a:xfrm>
            <a:custGeom>
              <a:rect b="b" l="l" r="r" t="t"/>
              <a:pathLst>
                <a:path extrusionOk="0" h="1037" w="322">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8" name="Google Shape;10708;p79"/>
            <p:cNvSpPr/>
            <p:nvPr/>
          </p:nvSpPr>
          <p:spPr>
            <a:xfrm>
              <a:off x="7738963" y="2551072"/>
              <a:ext cx="10280" cy="33005"/>
            </a:xfrm>
            <a:custGeom>
              <a:rect b="b" l="l" r="r" t="t"/>
              <a:pathLst>
                <a:path extrusionOk="0" h="1037" w="323">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9" name="Google Shape;10709;p79"/>
            <p:cNvSpPr/>
            <p:nvPr/>
          </p:nvSpPr>
          <p:spPr>
            <a:xfrm>
              <a:off x="7568432" y="2635956"/>
              <a:ext cx="45513" cy="15946"/>
            </a:xfrm>
            <a:custGeom>
              <a:rect b="b" l="l" r="r" t="t"/>
              <a:pathLst>
                <a:path extrusionOk="0" h="501" w="143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0" name="Google Shape;10710;p79"/>
            <p:cNvSpPr/>
            <p:nvPr/>
          </p:nvSpPr>
          <p:spPr>
            <a:xfrm>
              <a:off x="7529411" y="2607916"/>
              <a:ext cx="123172" cy="168654"/>
            </a:xfrm>
            <a:custGeom>
              <a:rect b="b" l="l" r="r" t="t"/>
              <a:pathLst>
                <a:path extrusionOk="0" h="5299" w="387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1" name="Google Shape;10711;p79"/>
            <p:cNvSpPr/>
            <p:nvPr/>
          </p:nvSpPr>
          <p:spPr>
            <a:xfrm>
              <a:off x="7551754" y="2743946"/>
              <a:ext cx="10280" cy="33005"/>
            </a:xfrm>
            <a:custGeom>
              <a:rect b="b" l="l" r="r" t="t"/>
              <a:pathLst>
                <a:path extrusionOk="0" h="1037" w="323">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2" name="Google Shape;10712;p79"/>
            <p:cNvSpPr/>
            <p:nvPr/>
          </p:nvSpPr>
          <p:spPr>
            <a:xfrm>
              <a:off x="7619610" y="2743946"/>
              <a:ext cx="10248" cy="33005"/>
            </a:xfrm>
            <a:custGeom>
              <a:rect b="b" l="l" r="r" t="t"/>
              <a:pathLst>
                <a:path extrusionOk="0" h="1037" w="322">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3" name="Google Shape;10713;p79"/>
            <p:cNvSpPr/>
            <p:nvPr/>
          </p:nvSpPr>
          <p:spPr>
            <a:xfrm>
              <a:off x="7773464" y="2584427"/>
              <a:ext cx="111810" cy="192525"/>
            </a:xfrm>
            <a:custGeom>
              <a:rect b="b" l="l" r="r" t="t"/>
              <a:pathLst>
                <a:path extrusionOk="0" h="6049" w="3513">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4" name="Google Shape;10714;p79"/>
            <p:cNvSpPr/>
            <p:nvPr/>
          </p:nvSpPr>
          <p:spPr>
            <a:xfrm>
              <a:off x="7795043" y="2750789"/>
              <a:ext cx="11012" cy="26162"/>
            </a:xfrm>
            <a:custGeom>
              <a:rect b="b" l="l" r="r" t="t"/>
              <a:pathLst>
                <a:path extrusionOk="0" h="822" w="346">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5" name="Google Shape;10715;p79"/>
            <p:cNvSpPr/>
            <p:nvPr/>
          </p:nvSpPr>
          <p:spPr>
            <a:xfrm>
              <a:off x="7851887" y="2750789"/>
              <a:ext cx="10662" cy="26162"/>
            </a:xfrm>
            <a:custGeom>
              <a:rect b="b" l="l" r="r" t="t"/>
              <a:pathLst>
                <a:path extrusionOk="0" h="822" w="335">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6" name="Google Shape;10716;p79"/>
            <p:cNvSpPr/>
            <p:nvPr/>
          </p:nvSpPr>
          <p:spPr>
            <a:xfrm>
              <a:off x="7641189" y="2595789"/>
              <a:ext cx="136826" cy="113147"/>
            </a:xfrm>
            <a:custGeom>
              <a:rect b="b" l="l" r="r" t="t"/>
              <a:pathLst>
                <a:path extrusionOk="0" h="3555" w="4299">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17" name="Google Shape;10717;p79"/>
          <p:cNvGrpSpPr/>
          <p:nvPr/>
        </p:nvGrpSpPr>
        <p:grpSpPr>
          <a:xfrm>
            <a:off x="5733194" y="2257468"/>
            <a:ext cx="446826" cy="327059"/>
            <a:chOff x="5733194" y="2431718"/>
            <a:chExt cx="446826" cy="327059"/>
          </a:xfrm>
        </p:grpSpPr>
        <p:sp>
          <p:nvSpPr>
            <p:cNvPr id="10718" name="Google Shape;10718;p79"/>
            <p:cNvSpPr/>
            <p:nvPr/>
          </p:nvSpPr>
          <p:spPr>
            <a:xfrm>
              <a:off x="6032946" y="2474145"/>
              <a:ext cx="56112" cy="20115"/>
            </a:xfrm>
            <a:custGeom>
              <a:rect b="b" l="l" r="r" t="t"/>
              <a:pathLst>
                <a:path extrusionOk="0" h="632" w="1763">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9" name="Google Shape;10719;p79"/>
            <p:cNvSpPr/>
            <p:nvPr/>
          </p:nvSpPr>
          <p:spPr>
            <a:xfrm>
              <a:off x="5733194" y="2431718"/>
              <a:ext cx="446826" cy="327059"/>
            </a:xfrm>
            <a:custGeom>
              <a:rect b="b" l="l" r="r" t="t"/>
              <a:pathLst>
                <a:path extrusionOk="0" h="10276" w="14039">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0" name="Google Shape;10720;p79"/>
            <p:cNvSpPr/>
            <p:nvPr/>
          </p:nvSpPr>
          <p:spPr>
            <a:xfrm>
              <a:off x="6019323" y="2641653"/>
              <a:ext cx="13272" cy="13272"/>
            </a:xfrm>
            <a:custGeom>
              <a:rect b="b" l="l" r="r" t="t"/>
              <a:pathLst>
                <a:path extrusionOk="0" h="417" w="417">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21" name="Google Shape;10721;p79"/>
          <p:cNvGrpSpPr/>
          <p:nvPr/>
        </p:nvGrpSpPr>
        <p:grpSpPr>
          <a:xfrm>
            <a:off x="4876780" y="2243814"/>
            <a:ext cx="407774" cy="356627"/>
            <a:chOff x="4876780" y="2418064"/>
            <a:chExt cx="407774" cy="356627"/>
          </a:xfrm>
        </p:grpSpPr>
        <p:sp>
          <p:nvSpPr>
            <p:cNvPr id="10722" name="Google Shape;10722;p79"/>
            <p:cNvSpPr/>
            <p:nvPr/>
          </p:nvSpPr>
          <p:spPr>
            <a:xfrm>
              <a:off x="4876780" y="2455589"/>
              <a:ext cx="407774" cy="319103"/>
            </a:xfrm>
            <a:custGeom>
              <a:rect b="b" l="l" r="r" t="t"/>
              <a:pathLst>
                <a:path extrusionOk="0" h="10026" w="12812">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3" name="Google Shape;10723;p79"/>
            <p:cNvSpPr/>
            <p:nvPr/>
          </p:nvSpPr>
          <p:spPr>
            <a:xfrm>
              <a:off x="5017012" y="2666287"/>
              <a:ext cx="25016" cy="12158"/>
            </a:xfrm>
            <a:custGeom>
              <a:rect b="b" l="l" r="r" t="t"/>
              <a:pathLst>
                <a:path extrusionOk="0" h="382" w="786">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4" name="Google Shape;10724;p79"/>
            <p:cNvSpPr/>
            <p:nvPr/>
          </p:nvSpPr>
          <p:spPr>
            <a:xfrm>
              <a:off x="5068159" y="2418064"/>
              <a:ext cx="203155" cy="198222"/>
            </a:xfrm>
            <a:custGeom>
              <a:rect b="b" l="l" r="r" t="t"/>
              <a:pathLst>
                <a:path extrusionOk="0" h="6228" w="6383">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5" name="Google Shape;10725;p79"/>
            <p:cNvSpPr/>
            <p:nvPr/>
          </p:nvSpPr>
          <p:spPr>
            <a:xfrm>
              <a:off x="5106415" y="2456353"/>
              <a:ext cx="31509" cy="12158"/>
            </a:xfrm>
            <a:custGeom>
              <a:rect b="b" l="l" r="r" t="t"/>
              <a:pathLst>
                <a:path extrusionOk="0" h="382" w="99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6" name="Google Shape;10726;p79"/>
            <p:cNvSpPr/>
            <p:nvPr/>
          </p:nvSpPr>
          <p:spPr>
            <a:xfrm>
              <a:off x="5151133" y="2456353"/>
              <a:ext cx="82274" cy="12158"/>
            </a:xfrm>
            <a:custGeom>
              <a:rect b="b" l="l" r="r" t="t"/>
              <a:pathLst>
                <a:path extrusionOk="0" h="382" w="2585">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7" name="Google Shape;10727;p79"/>
            <p:cNvSpPr/>
            <p:nvPr/>
          </p:nvSpPr>
          <p:spPr>
            <a:xfrm>
              <a:off x="5106415" y="2488180"/>
              <a:ext cx="126992" cy="12158"/>
            </a:xfrm>
            <a:custGeom>
              <a:rect b="b" l="l" r="r" t="t"/>
              <a:pathLst>
                <a:path extrusionOk="0" h="382" w="399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8" name="Google Shape;10728;p79"/>
            <p:cNvSpPr/>
            <p:nvPr/>
          </p:nvSpPr>
          <p:spPr>
            <a:xfrm>
              <a:off x="5106415" y="2519626"/>
              <a:ext cx="82656" cy="12540"/>
            </a:xfrm>
            <a:custGeom>
              <a:rect b="b" l="l" r="r" t="t"/>
              <a:pathLst>
                <a:path extrusionOk="0" h="394" w="2597">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9" name="Google Shape;10729;p79"/>
            <p:cNvSpPr/>
            <p:nvPr/>
          </p:nvSpPr>
          <p:spPr>
            <a:xfrm>
              <a:off x="5202312" y="2519626"/>
              <a:ext cx="31095" cy="12540"/>
            </a:xfrm>
            <a:custGeom>
              <a:rect b="b" l="l" r="r" t="t"/>
              <a:pathLst>
                <a:path extrusionOk="0" h="394" w="977">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30" name="Google Shape;10730;p79"/>
          <p:cNvGrpSpPr/>
          <p:nvPr/>
        </p:nvGrpSpPr>
        <p:grpSpPr>
          <a:xfrm>
            <a:off x="7070872" y="2236621"/>
            <a:ext cx="398321" cy="371013"/>
            <a:chOff x="7070872" y="2410871"/>
            <a:chExt cx="398321" cy="371013"/>
          </a:xfrm>
        </p:grpSpPr>
        <p:sp>
          <p:nvSpPr>
            <p:cNvPr id="10731" name="Google Shape;10731;p79"/>
            <p:cNvSpPr/>
            <p:nvPr/>
          </p:nvSpPr>
          <p:spPr>
            <a:xfrm>
              <a:off x="7204643" y="2603364"/>
              <a:ext cx="123586" cy="107641"/>
            </a:xfrm>
            <a:custGeom>
              <a:rect b="b" l="l" r="r" t="t"/>
              <a:pathLst>
                <a:path extrusionOk="0" h="3382" w="3883">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2" name="Google Shape;10732;p79"/>
            <p:cNvSpPr/>
            <p:nvPr/>
          </p:nvSpPr>
          <p:spPr>
            <a:xfrm>
              <a:off x="7203147" y="2410871"/>
              <a:ext cx="133421" cy="178902"/>
            </a:xfrm>
            <a:custGeom>
              <a:rect b="b" l="l" r="r" t="t"/>
              <a:pathLst>
                <a:path extrusionOk="0" h="5621" w="4192">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3" name="Google Shape;10733;p79"/>
            <p:cNvSpPr/>
            <p:nvPr/>
          </p:nvSpPr>
          <p:spPr>
            <a:xfrm>
              <a:off x="7334245" y="2602600"/>
              <a:ext cx="134949" cy="179284"/>
            </a:xfrm>
            <a:custGeom>
              <a:rect b="b" l="l" r="r" t="t"/>
              <a:pathLst>
                <a:path extrusionOk="0" h="5633" w="424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4" name="Google Shape;10734;p79"/>
            <p:cNvSpPr/>
            <p:nvPr/>
          </p:nvSpPr>
          <p:spPr>
            <a:xfrm>
              <a:off x="7070872" y="2602600"/>
              <a:ext cx="134949" cy="179284"/>
            </a:xfrm>
            <a:custGeom>
              <a:rect b="b" l="l" r="r" t="t"/>
              <a:pathLst>
                <a:path extrusionOk="0" h="5633" w="424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735" name="Google Shape;10735;p79"/>
          <p:cNvSpPr/>
          <p:nvPr/>
        </p:nvSpPr>
        <p:spPr>
          <a:xfrm>
            <a:off x="6238328" y="2259346"/>
            <a:ext cx="316461" cy="324036"/>
          </a:xfrm>
          <a:custGeom>
            <a:rect b="b" l="l" r="r" t="t"/>
            <a:pathLst>
              <a:path extrusionOk="0" h="10181" w="9943">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36" name="Google Shape;10736;p79"/>
          <p:cNvGrpSpPr/>
          <p:nvPr/>
        </p:nvGrpSpPr>
        <p:grpSpPr>
          <a:xfrm>
            <a:off x="5318259" y="2807861"/>
            <a:ext cx="371013" cy="220787"/>
            <a:chOff x="5318259" y="2982111"/>
            <a:chExt cx="371013" cy="220787"/>
          </a:xfrm>
        </p:grpSpPr>
        <p:sp>
          <p:nvSpPr>
            <p:cNvPr id="10737" name="Google Shape;10737;p79"/>
            <p:cNvSpPr/>
            <p:nvPr/>
          </p:nvSpPr>
          <p:spPr>
            <a:xfrm>
              <a:off x="5364123" y="3021546"/>
              <a:ext cx="58372" cy="18396"/>
            </a:xfrm>
            <a:custGeom>
              <a:rect b="b" l="l" r="r" t="t"/>
              <a:pathLst>
                <a:path extrusionOk="0" h="578" w="1834">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8" name="Google Shape;10738;p79"/>
            <p:cNvSpPr/>
            <p:nvPr/>
          </p:nvSpPr>
          <p:spPr>
            <a:xfrm>
              <a:off x="5346681" y="3151338"/>
              <a:ext cx="11012" cy="39052"/>
            </a:xfrm>
            <a:custGeom>
              <a:rect b="b" l="l" r="r" t="t"/>
              <a:pathLst>
                <a:path extrusionOk="0" h="1227" w="346">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9" name="Google Shape;10739;p79"/>
            <p:cNvSpPr/>
            <p:nvPr/>
          </p:nvSpPr>
          <p:spPr>
            <a:xfrm>
              <a:off x="5318259" y="2988763"/>
              <a:ext cx="149717" cy="202773"/>
            </a:xfrm>
            <a:custGeom>
              <a:rect b="b" l="l" r="r" t="t"/>
              <a:pathLst>
                <a:path extrusionOk="0" h="6371" w="4704">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0" name="Google Shape;10740;p79"/>
            <p:cNvSpPr/>
            <p:nvPr/>
          </p:nvSpPr>
          <p:spPr>
            <a:xfrm>
              <a:off x="5548658" y="2982111"/>
              <a:ext cx="140614" cy="208279"/>
            </a:xfrm>
            <a:custGeom>
              <a:rect b="b" l="l" r="r" t="t"/>
              <a:pathLst>
                <a:path extrusionOk="0" h="6544" w="4418">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1" name="Google Shape;10741;p79"/>
            <p:cNvSpPr/>
            <p:nvPr/>
          </p:nvSpPr>
          <p:spPr>
            <a:xfrm>
              <a:off x="5655153" y="3157004"/>
              <a:ext cx="10630" cy="33387"/>
            </a:xfrm>
            <a:custGeom>
              <a:rect b="b" l="l" r="r" t="t"/>
              <a:pathLst>
                <a:path extrusionOk="0" h="1049" w="334">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2" name="Google Shape;10742;p79"/>
            <p:cNvSpPr/>
            <p:nvPr/>
          </p:nvSpPr>
          <p:spPr>
            <a:xfrm>
              <a:off x="5497893" y="3174445"/>
              <a:ext cx="11012" cy="10248"/>
            </a:xfrm>
            <a:custGeom>
              <a:rect b="b" l="l" r="r" t="t"/>
              <a:pathLst>
                <a:path extrusionOk="0" h="322" w="346">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3" name="Google Shape;10743;p79"/>
            <p:cNvSpPr/>
            <p:nvPr/>
          </p:nvSpPr>
          <p:spPr>
            <a:xfrm>
              <a:off x="5410718" y="3156972"/>
              <a:ext cx="74699" cy="45927"/>
            </a:xfrm>
            <a:custGeom>
              <a:rect b="b" l="l" r="r" t="t"/>
              <a:pathLst>
                <a:path extrusionOk="0" h="1443" w="2347">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4" name="Google Shape;10744;p79"/>
            <p:cNvSpPr/>
            <p:nvPr/>
          </p:nvSpPr>
          <p:spPr>
            <a:xfrm>
              <a:off x="5521382" y="3156590"/>
              <a:ext cx="75049" cy="45163"/>
            </a:xfrm>
            <a:custGeom>
              <a:rect b="b" l="l" r="r" t="t"/>
              <a:pathLst>
                <a:path extrusionOk="0" h="1419" w="2358">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45" name="Google Shape;10745;p79"/>
          <p:cNvGrpSpPr/>
          <p:nvPr/>
        </p:nvGrpSpPr>
        <p:grpSpPr>
          <a:xfrm>
            <a:off x="7073928" y="2731507"/>
            <a:ext cx="371395" cy="371809"/>
            <a:chOff x="7073928" y="2905757"/>
            <a:chExt cx="371395" cy="371809"/>
          </a:xfrm>
        </p:grpSpPr>
        <p:sp>
          <p:nvSpPr>
            <p:cNvPr id="10746" name="Google Shape;10746;p79"/>
            <p:cNvSpPr/>
            <p:nvPr/>
          </p:nvSpPr>
          <p:spPr>
            <a:xfrm>
              <a:off x="7073928" y="2905757"/>
              <a:ext cx="371395" cy="371809"/>
            </a:xfrm>
            <a:custGeom>
              <a:rect b="b" l="l" r="r" t="t"/>
              <a:pathLst>
                <a:path extrusionOk="0" h="11682" w="11669">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7" name="Google Shape;10747;p79"/>
            <p:cNvSpPr/>
            <p:nvPr/>
          </p:nvSpPr>
          <p:spPr>
            <a:xfrm>
              <a:off x="7281188" y="3188513"/>
              <a:ext cx="65596" cy="48473"/>
            </a:xfrm>
            <a:custGeom>
              <a:rect b="b" l="l" r="r" t="t"/>
              <a:pathLst>
                <a:path extrusionOk="0" h="1523" w="2061">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8" name="Google Shape;10748;p79"/>
            <p:cNvSpPr/>
            <p:nvPr/>
          </p:nvSpPr>
          <p:spPr>
            <a:xfrm>
              <a:off x="7252034" y="3168080"/>
              <a:ext cx="24634" cy="19287"/>
            </a:xfrm>
            <a:custGeom>
              <a:rect b="b" l="l" r="r" t="t"/>
              <a:pathLst>
                <a:path extrusionOk="0" h="606" w="774">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49" name="Google Shape;10749;p79"/>
          <p:cNvGrpSpPr/>
          <p:nvPr/>
        </p:nvGrpSpPr>
        <p:grpSpPr>
          <a:xfrm>
            <a:off x="6188327" y="2781158"/>
            <a:ext cx="371395" cy="272857"/>
            <a:chOff x="6188327" y="2955408"/>
            <a:chExt cx="371395" cy="272857"/>
          </a:xfrm>
        </p:grpSpPr>
        <p:sp>
          <p:nvSpPr>
            <p:cNvPr id="10750" name="Google Shape;10750;p79"/>
            <p:cNvSpPr/>
            <p:nvPr/>
          </p:nvSpPr>
          <p:spPr>
            <a:xfrm>
              <a:off x="6229990" y="2978897"/>
              <a:ext cx="289567" cy="197840"/>
            </a:xfrm>
            <a:custGeom>
              <a:rect b="b" l="l" r="r" t="t"/>
              <a:pathLst>
                <a:path extrusionOk="0" h="6216" w="9098">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1" name="Google Shape;10751;p79"/>
            <p:cNvSpPr/>
            <p:nvPr/>
          </p:nvSpPr>
          <p:spPr>
            <a:xfrm>
              <a:off x="6188327" y="2955408"/>
              <a:ext cx="371395" cy="272857"/>
            </a:xfrm>
            <a:custGeom>
              <a:rect b="b" l="l" r="r" t="t"/>
              <a:pathLst>
                <a:path extrusionOk="0" h="8573" w="11669">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52" name="Google Shape;10752;p79"/>
          <p:cNvGrpSpPr/>
          <p:nvPr/>
        </p:nvGrpSpPr>
        <p:grpSpPr>
          <a:xfrm>
            <a:off x="7521454" y="2731889"/>
            <a:ext cx="359651" cy="371013"/>
            <a:chOff x="7521454" y="2906139"/>
            <a:chExt cx="359651" cy="371013"/>
          </a:xfrm>
        </p:grpSpPr>
        <p:sp>
          <p:nvSpPr>
            <p:cNvPr id="10753" name="Google Shape;10753;p79"/>
            <p:cNvSpPr/>
            <p:nvPr/>
          </p:nvSpPr>
          <p:spPr>
            <a:xfrm>
              <a:off x="7614677" y="3138830"/>
              <a:ext cx="79983" cy="138322"/>
            </a:xfrm>
            <a:custGeom>
              <a:rect b="b" l="l" r="r" t="t"/>
              <a:pathLst>
                <a:path extrusionOk="0" h="4346" w="2513">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4" name="Google Shape;10754;p79"/>
            <p:cNvSpPr/>
            <p:nvPr/>
          </p:nvSpPr>
          <p:spPr>
            <a:xfrm>
              <a:off x="7707518" y="3138830"/>
              <a:ext cx="79983" cy="138322"/>
            </a:xfrm>
            <a:custGeom>
              <a:rect b="b" l="l" r="r" t="t"/>
              <a:pathLst>
                <a:path extrusionOk="0" h="4346" w="2513">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5" name="Google Shape;10755;p79"/>
            <p:cNvSpPr/>
            <p:nvPr/>
          </p:nvSpPr>
          <p:spPr>
            <a:xfrm>
              <a:off x="7800740" y="3138830"/>
              <a:ext cx="80364" cy="138322"/>
            </a:xfrm>
            <a:custGeom>
              <a:rect b="b" l="l" r="r" t="t"/>
              <a:pathLst>
                <a:path extrusionOk="0" h="4346" w="2525">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6" name="Google Shape;10756;p79"/>
            <p:cNvSpPr/>
            <p:nvPr/>
          </p:nvSpPr>
          <p:spPr>
            <a:xfrm>
              <a:off x="7521454" y="3138830"/>
              <a:ext cx="79983" cy="138322"/>
            </a:xfrm>
            <a:custGeom>
              <a:rect b="b" l="l" r="r" t="t"/>
              <a:pathLst>
                <a:path extrusionOk="0" h="4346" w="2513">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7" name="Google Shape;10757;p79"/>
            <p:cNvSpPr/>
            <p:nvPr/>
          </p:nvSpPr>
          <p:spPr>
            <a:xfrm>
              <a:off x="7555923" y="2906139"/>
              <a:ext cx="289949" cy="219833"/>
            </a:xfrm>
            <a:custGeom>
              <a:rect b="b" l="l" r="r" t="t"/>
              <a:pathLst>
                <a:path extrusionOk="0" h="6907" w="911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58" name="Google Shape;10758;p79"/>
          <p:cNvGrpSpPr/>
          <p:nvPr/>
        </p:nvGrpSpPr>
        <p:grpSpPr>
          <a:xfrm>
            <a:off x="5782845" y="2732271"/>
            <a:ext cx="301661" cy="371013"/>
            <a:chOff x="5782845" y="2906521"/>
            <a:chExt cx="301661" cy="371013"/>
          </a:xfrm>
        </p:grpSpPr>
        <p:sp>
          <p:nvSpPr>
            <p:cNvPr id="10759" name="Google Shape;10759;p79"/>
            <p:cNvSpPr/>
            <p:nvPr/>
          </p:nvSpPr>
          <p:spPr>
            <a:xfrm>
              <a:off x="5782845" y="3087651"/>
              <a:ext cx="301661" cy="189883"/>
            </a:xfrm>
            <a:custGeom>
              <a:rect b="b" l="l" r="r" t="t"/>
              <a:pathLst>
                <a:path extrusionOk="0" h="5966" w="9478">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0" name="Google Shape;10760;p79"/>
            <p:cNvSpPr/>
            <p:nvPr/>
          </p:nvSpPr>
          <p:spPr>
            <a:xfrm>
              <a:off x="5868111" y="2906521"/>
              <a:ext cx="127724" cy="172823"/>
            </a:xfrm>
            <a:custGeom>
              <a:rect b="b" l="l" r="r" t="t"/>
              <a:pathLst>
                <a:path extrusionOk="0" h="5430" w="4013">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1" name="Google Shape;10761;p79"/>
            <p:cNvSpPr/>
            <p:nvPr/>
          </p:nvSpPr>
          <p:spPr>
            <a:xfrm>
              <a:off x="5915088" y="3051655"/>
              <a:ext cx="34151" cy="10662"/>
            </a:xfrm>
            <a:custGeom>
              <a:rect b="b" l="l" r="r" t="t"/>
              <a:pathLst>
                <a:path extrusionOk="0" h="335" w="1073">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2" name="Google Shape;10762;p79"/>
          <p:cNvGrpSpPr/>
          <p:nvPr/>
        </p:nvGrpSpPr>
        <p:grpSpPr>
          <a:xfrm>
            <a:off x="3539102" y="2253299"/>
            <a:ext cx="355099" cy="355481"/>
            <a:chOff x="3539102" y="2427549"/>
            <a:chExt cx="355099" cy="355481"/>
          </a:xfrm>
        </p:grpSpPr>
        <p:sp>
          <p:nvSpPr>
            <p:cNvPr id="10763" name="Google Shape;10763;p79"/>
            <p:cNvSpPr/>
            <p:nvPr/>
          </p:nvSpPr>
          <p:spPr>
            <a:xfrm>
              <a:off x="3539102" y="2561320"/>
              <a:ext cx="355099" cy="221710"/>
            </a:xfrm>
            <a:custGeom>
              <a:rect b="b" l="l" r="r" t="t"/>
              <a:pathLst>
                <a:path extrusionOk="0" h="6966" w="11157">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4" name="Google Shape;10764;p79"/>
            <p:cNvSpPr/>
            <p:nvPr/>
          </p:nvSpPr>
          <p:spPr>
            <a:xfrm>
              <a:off x="3544417" y="2427549"/>
              <a:ext cx="339568" cy="205415"/>
            </a:xfrm>
            <a:custGeom>
              <a:rect b="b" l="l" r="r" t="t"/>
              <a:pathLst>
                <a:path extrusionOk="0" h="6454" w="10669">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5" name="Google Shape;10765;p79"/>
          <p:cNvGrpSpPr/>
          <p:nvPr/>
        </p:nvGrpSpPr>
        <p:grpSpPr>
          <a:xfrm>
            <a:off x="6630539" y="2743252"/>
            <a:ext cx="371777" cy="349434"/>
            <a:chOff x="6630539" y="2917502"/>
            <a:chExt cx="371777" cy="349434"/>
          </a:xfrm>
        </p:grpSpPr>
        <p:sp>
          <p:nvSpPr>
            <p:cNvPr id="10766" name="Google Shape;10766;p79"/>
            <p:cNvSpPr/>
            <p:nvPr/>
          </p:nvSpPr>
          <p:spPr>
            <a:xfrm>
              <a:off x="6689292" y="3043093"/>
              <a:ext cx="92109" cy="30586"/>
            </a:xfrm>
            <a:custGeom>
              <a:rect b="b" l="l" r="r" t="t"/>
              <a:pathLst>
                <a:path extrusionOk="0" h="961" w="2894">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7" name="Google Shape;10767;p79"/>
            <p:cNvSpPr/>
            <p:nvPr/>
          </p:nvSpPr>
          <p:spPr>
            <a:xfrm>
              <a:off x="6630539" y="2993315"/>
              <a:ext cx="208852" cy="273621"/>
            </a:xfrm>
            <a:custGeom>
              <a:rect b="b" l="l" r="r" t="t"/>
              <a:pathLst>
                <a:path extrusionOk="0" h="8597" w="6562">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8" name="Google Shape;10768;p79"/>
            <p:cNvSpPr/>
            <p:nvPr/>
          </p:nvSpPr>
          <p:spPr>
            <a:xfrm>
              <a:off x="6665804" y="3232053"/>
              <a:ext cx="10630" cy="33737"/>
            </a:xfrm>
            <a:custGeom>
              <a:rect b="b" l="l" r="r" t="t"/>
              <a:pathLst>
                <a:path extrusionOk="0" h="1060" w="334">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9" name="Google Shape;10769;p79"/>
            <p:cNvSpPr/>
            <p:nvPr/>
          </p:nvSpPr>
          <p:spPr>
            <a:xfrm>
              <a:off x="6793877" y="3232053"/>
              <a:ext cx="10248" cy="33737"/>
            </a:xfrm>
            <a:custGeom>
              <a:rect b="b" l="l" r="r" t="t"/>
              <a:pathLst>
                <a:path extrusionOk="0" h="1060" w="322">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0" name="Google Shape;10770;p79"/>
            <p:cNvSpPr/>
            <p:nvPr/>
          </p:nvSpPr>
          <p:spPr>
            <a:xfrm>
              <a:off x="6828347" y="2952766"/>
              <a:ext cx="173969" cy="181162"/>
            </a:xfrm>
            <a:custGeom>
              <a:rect b="b" l="l" r="r" t="t"/>
              <a:pathLst>
                <a:path extrusionOk="0" h="5692" w="5466">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1" name="Google Shape;10771;p79"/>
            <p:cNvSpPr/>
            <p:nvPr/>
          </p:nvSpPr>
          <p:spPr>
            <a:xfrm>
              <a:off x="6898463" y="2917502"/>
              <a:ext cx="34151" cy="104999"/>
            </a:xfrm>
            <a:custGeom>
              <a:rect b="b" l="l" r="r" t="t"/>
              <a:pathLst>
                <a:path extrusionOk="0" h="3299" w="1073">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2" name="Google Shape;10772;p79"/>
            <p:cNvSpPr/>
            <p:nvPr/>
          </p:nvSpPr>
          <p:spPr>
            <a:xfrm>
              <a:off x="6898081" y="3028548"/>
              <a:ext cx="34151" cy="34119"/>
            </a:xfrm>
            <a:custGeom>
              <a:rect b="b" l="l" r="r" t="t"/>
              <a:pathLst>
                <a:path extrusionOk="0" h="1072" w="1073">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3" name="Google Shape;10773;p79"/>
          <p:cNvGrpSpPr/>
          <p:nvPr/>
        </p:nvGrpSpPr>
        <p:grpSpPr>
          <a:xfrm>
            <a:off x="2171474" y="3194979"/>
            <a:ext cx="408156" cy="343737"/>
            <a:chOff x="2171474" y="3369229"/>
            <a:chExt cx="408156" cy="343737"/>
          </a:xfrm>
        </p:grpSpPr>
        <p:sp>
          <p:nvSpPr>
            <p:cNvPr id="10774" name="Google Shape;10774;p79"/>
            <p:cNvSpPr/>
            <p:nvPr/>
          </p:nvSpPr>
          <p:spPr>
            <a:xfrm>
              <a:off x="2171474" y="3369229"/>
              <a:ext cx="408156" cy="343737"/>
            </a:xfrm>
            <a:custGeom>
              <a:rect b="b" l="l" r="r" t="t"/>
              <a:pathLst>
                <a:path extrusionOk="0" h="10800" w="12824">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5" name="Google Shape;10775;p79"/>
            <p:cNvSpPr/>
            <p:nvPr/>
          </p:nvSpPr>
          <p:spPr>
            <a:xfrm>
              <a:off x="2292737" y="3477220"/>
              <a:ext cx="164898" cy="164866"/>
            </a:xfrm>
            <a:custGeom>
              <a:rect b="b" l="l" r="r" t="t"/>
              <a:pathLst>
                <a:path extrusionOk="0" h="5180" w="5181">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6" name="Google Shape;10776;p79"/>
            <p:cNvSpPr/>
            <p:nvPr/>
          </p:nvSpPr>
          <p:spPr>
            <a:xfrm>
              <a:off x="2256358" y="3451503"/>
              <a:ext cx="188769" cy="177311"/>
            </a:xfrm>
            <a:custGeom>
              <a:rect b="b" l="l" r="r" t="t"/>
              <a:pathLst>
                <a:path extrusionOk="0" h="5571" w="5931">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7" name="Google Shape;10777;p79"/>
            <p:cNvSpPr/>
            <p:nvPr/>
          </p:nvSpPr>
          <p:spPr>
            <a:xfrm>
              <a:off x="2305245" y="3491160"/>
              <a:ext cx="189151" cy="176706"/>
            </a:xfrm>
            <a:custGeom>
              <a:rect b="b" l="l" r="r" t="t"/>
              <a:pathLst>
                <a:path extrusionOk="0" h="5552" w="5943">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78" name="Google Shape;10778;p79"/>
          <p:cNvGrpSpPr/>
          <p:nvPr/>
        </p:nvGrpSpPr>
        <p:grpSpPr>
          <a:xfrm>
            <a:off x="4891198" y="2750858"/>
            <a:ext cx="334634" cy="334634"/>
            <a:chOff x="4891198" y="2925108"/>
            <a:chExt cx="334634" cy="334634"/>
          </a:xfrm>
        </p:grpSpPr>
        <p:sp>
          <p:nvSpPr>
            <p:cNvPr id="10779" name="Google Shape;10779;p79"/>
            <p:cNvSpPr/>
            <p:nvPr/>
          </p:nvSpPr>
          <p:spPr>
            <a:xfrm>
              <a:off x="5001830" y="2925108"/>
              <a:ext cx="113338" cy="150831"/>
            </a:xfrm>
            <a:custGeom>
              <a:rect b="b" l="l" r="r" t="t"/>
              <a:pathLst>
                <a:path extrusionOk="0" h="4739" w="3561">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0" name="Google Shape;10780;p79"/>
            <p:cNvSpPr/>
            <p:nvPr/>
          </p:nvSpPr>
          <p:spPr>
            <a:xfrm>
              <a:off x="5102628" y="2933033"/>
              <a:ext cx="98188" cy="76991"/>
            </a:xfrm>
            <a:custGeom>
              <a:rect b="b" l="l" r="r" t="t"/>
              <a:pathLst>
                <a:path extrusionOk="0" h="2419" w="3085">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1" name="Google Shape;10781;p79"/>
            <p:cNvSpPr/>
            <p:nvPr/>
          </p:nvSpPr>
          <p:spPr>
            <a:xfrm>
              <a:off x="4915832" y="2932492"/>
              <a:ext cx="98920" cy="77532"/>
            </a:xfrm>
            <a:custGeom>
              <a:rect b="b" l="l" r="r" t="t"/>
              <a:pathLst>
                <a:path extrusionOk="0" h="2436" w="3108">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2" name="Google Shape;10782;p79"/>
            <p:cNvSpPr/>
            <p:nvPr/>
          </p:nvSpPr>
          <p:spPr>
            <a:xfrm>
              <a:off x="4915832" y="3174254"/>
              <a:ext cx="80746" cy="70689"/>
            </a:xfrm>
            <a:custGeom>
              <a:rect b="b" l="l" r="r" t="t"/>
              <a:pathLst>
                <a:path extrusionOk="0" h="2221" w="2537">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3" name="Google Shape;10783;p79"/>
            <p:cNvSpPr/>
            <p:nvPr/>
          </p:nvSpPr>
          <p:spPr>
            <a:xfrm>
              <a:off x="5121215" y="3173936"/>
              <a:ext cx="79601" cy="69511"/>
            </a:xfrm>
            <a:custGeom>
              <a:rect b="b" l="l" r="r" t="t"/>
              <a:pathLst>
                <a:path extrusionOk="0" h="2184" w="2501">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4" name="Google Shape;10784;p79"/>
            <p:cNvSpPr/>
            <p:nvPr/>
          </p:nvSpPr>
          <p:spPr>
            <a:xfrm>
              <a:off x="4891198" y="3016803"/>
              <a:ext cx="112956" cy="150831"/>
            </a:xfrm>
            <a:custGeom>
              <a:rect b="b" l="l" r="r" t="t"/>
              <a:pathLst>
                <a:path extrusionOk="0" h="4739" w="3549">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5" name="Google Shape;10785;p79"/>
            <p:cNvSpPr/>
            <p:nvPr/>
          </p:nvSpPr>
          <p:spPr>
            <a:xfrm>
              <a:off x="5112876" y="3016803"/>
              <a:ext cx="112956" cy="150831"/>
            </a:xfrm>
            <a:custGeom>
              <a:rect b="b" l="l" r="r" t="t"/>
              <a:pathLst>
                <a:path extrusionOk="0" h="4739" w="3549">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6" name="Google Shape;10786;p79"/>
            <p:cNvSpPr/>
            <p:nvPr/>
          </p:nvSpPr>
          <p:spPr>
            <a:xfrm>
              <a:off x="5001448" y="3108498"/>
              <a:ext cx="113338" cy="151244"/>
            </a:xfrm>
            <a:custGeom>
              <a:rect b="b" l="l" r="r" t="t"/>
              <a:pathLst>
                <a:path extrusionOk="0" h="4752" w="3561">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87" name="Google Shape;10787;p79"/>
          <p:cNvGrpSpPr/>
          <p:nvPr/>
        </p:nvGrpSpPr>
        <p:grpSpPr>
          <a:xfrm>
            <a:off x="7976174" y="2750858"/>
            <a:ext cx="334666" cy="334634"/>
            <a:chOff x="7976174" y="2925108"/>
            <a:chExt cx="334666" cy="334634"/>
          </a:xfrm>
        </p:grpSpPr>
        <p:sp>
          <p:nvSpPr>
            <p:cNvPr id="10788" name="Google Shape;10788;p79"/>
            <p:cNvSpPr/>
            <p:nvPr/>
          </p:nvSpPr>
          <p:spPr>
            <a:xfrm>
              <a:off x="8003100" y="3064545"/>
              <a:ext cx="10630" cy="14068"/>
            </a:xfrm>
            <a:custGeom>
              <a:rect b="b" l="l" r="r" t="t"/>
              <a:pathLst>
                <a:path extrusionOk="0" h="442" w="334">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9" name="Google Shape;10789;p79"/>
            <p:cNvSpPr/>
            <p:nvPr/>
          </p:nvSpPr>
          <p:spPr>
            <a:xfrm>
              <a:off x="8003100" y="3046371"/>
              <a:ext cx="10630" cy="14418"/>
            </a:xfrm>
            <a:custGeom>
              <a:rect b="b" l="l" r="r" t="t"/>
              <a:pathLst>
                <a:path extrusionOk="0" h="453" w="334">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0" name="Google Shape;10790;p79"/>
            <p:cNvSpPr/>
            <p:nvPr/>
          </p:nvSpPr>
          <p:spPr>
            <a:xfrm>
              <a:off x="8272519" y="3105093"/>
              <a:ext cx="10630" cy="14418"/>
            </a:xfrm>
            <a:custGeom>
              <a:rect b="b" l="l" r="r" t="t"/>
              <a:pathLst>
                <a:path extrusionOk="0" h="453" w="334">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1" name="Google Shape;10791;p79"/>
            <p:cNvSpPr/>
            <p:nvPr/>
          </p:nvSpPr>
          <p:spPr>
            <a:xfrm>
              <a:off x="8272519" y="3123266"/>
              <a:ext cx="10630" cy="14068"/>
            </a:xfrm>
            <a:custGeom>
              <a:rect b="b" l="l" r="r" t="t"/>
              <a:pathLst>
                <a:path extrusionOk="0" h="442" w="334">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2" name="Google Shape;10792;p79"/>
            <p:cNvSpPr/>
            <p:nvPr/>
          </p:nvSpPr>
          <p:spPr>
            <a:xfrm>
              <a:off x="7976174" y="2925108"/>
              <a:ext cx="334666" cy="334634"/>
            </a:xfrm>
            <a:custGeom>
              <a:rect b="b" l="l" r="r" t="t"/>
              <a:pathLst>
                <a:path extrusionOk="0" h="10514" w="10515">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3" name="Google Shape;10793;p79"/>
            <p:cNvSpPr/>
            <p:nvPr/>
          </p:nvSpPr>
          <p:spPr>
            <a:xfrm>
              <a:off x="8116024" y="3221804"/>
              <a:ext cx="14036" cy="10280"/>
            </a:xfrm>
            <a:custGeom>
              <a:rect b="b" l="l" r="r" t="t"/>
              <a:pathLst>
                <a:path extrusionOk="0" h="323" w="441">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4" name="Google Shape;10794;p79"/>
            <p:cNvSpPr/>
            <p:nvPr/>
          </p:nvSpPr>
          <p:spPr>
            <a:xfrm>
              <a:off x="8097818" y="3221804"/>
              <a:ext cx="14068" cy="10280"/>
            </a:xfrm>
            <a:custGeom>
              <a:rect b="b" l="l" r="r" t="t"/>
              <a:pathLst>
                <a:path extrusionOk="0" h="323" w="442">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5" name="Google Shape;10795;p79"/>
            <p:cNvSpPr/>
            <p:nvPr/>
          </p:nvSpPr>
          <p:spPr>
            <a:xfrm>
              <a:off x="8156190" y="2951621"/>
              <a:ext cx="14036" cy="10630"/>
            </a:xfrm>
            <a:custGeom>
              <a:rect b="b" l="l" r="r" t="t"/>
              <a:pathLst>
                <a:path extrusionOk="0" h="334" w="441">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6" name="Google Shape;10796;p79"/>
            <p:cNvSpPr/>
            <p:nvPr/>
          </p:nvSpPr>
          <p:spPr>
            <a:xfrm>
              <a:off x="8173982" y="2952385"/>
              <a:ext cx="14450" cy="10248"/>
            </a:xfrm>
            <a:custGeom>
              <a:rect b="b" l="l" r="r" t="t"/>
              <a:pathLst>
                <a:path extrusionOk="0" h="322" w="454">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97" name="Google Shape;10797;p79"/>
          <p:cNvGrpSpPr/>
          <p:nvPr/>
        </p:nvGrpSpPr>
        <p:grpSpPr>
          <a:xfrm>
            <a:off x="3091957" y="3199881"/>
            <a:ext cx="354717" cy="332757"/>
            <a:chOff x="3091957" y="3374131"/>
            <a:chExt cx="354717" cy="332757"/>
          </a:xfrm>
        </p:grpSpPr>
        <p:sp>
          <p:nvSpPr>
            <p:cNvPr id="10798" name="Google Shape;10798;p79"/>
            <p:cNvSpPr/>
            <p:nvPr/>
          </p:nvSpPr>
          <p:spPr>
            <a:xfrm>
              <a:off x="3091957" y="3374131"/>
              <a:ext cx="354717" cy="332757"/>
            </a:xfrm>
            <a:custGeom>
              <a:rect b="b" l="l" r="r" t="t"/>
              <a:pathLst>
                <a:path extrusionOk="0" h="10455" w="11145">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9" name="Google Shape;10799;p79"/>
            <p:cNvSpPr/>
            <p:nvPr/>
          </p:nvSpPr>
          <p:spPr>
            <a:xfrm>
              <a:off x="3248835" y="3434380"/>
              <a:ext cx="40580" cy="40962"/>
            </a:xfrm>
            <a:custGeom>
              <a:rect b="b" l="l" r="r" t="t"/>
              <a:pathLst>
                <a:path extrusionOk="0" h="1287" w="1275">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0" name="Google Shape;10800;p79"/>
            <p:cNvSpPr/>
            <p:nvPr/>
          </p:nvSpPr>
          <p:spPr>
            <a:xfrm>
              <a:off x="3183270" y="3524197"/>
              <a:ext cx="181544" cy="115629"/>
            </a:xfrm>
            <a:custGeom>
              <a:rect b="b" l="l" r="r" t="t"/>
              <a:pathLst>
                <a:path extrusionOk="0" h="3633" w="5704">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1" name="Google Shape;10801;p79"/>
            <p:cNvSpPr/>
            <p:nvPr/>
          </p:nvSpPr>
          <p:spPr>
            <a:xfrm>
              <a:off x="3157872" y="3516050"/>
              <a:ext cx="34915" cy="33578"/>
            </a:xfrm>
            <a:custGeom>
              <a:rect b="b" l="l" r="r" t="t"/>
              <a:pathLst>
                <a:path extrusionOk="0" h="1055" w="1097">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2" name="Google Shape;10802;p79"/>
            <p:cNvSpPr/>
            <p:nvPr/>
          </p:nvSpPr>
          <p:spPr>
            <a:xfrm>
              <a:off x="3351892" y="3605485"/>
              <a:ext cx="35297" cy="33578"/>
            </a:xfrm>
            <a:custGeom>
              <a:rect b="b" l="l" r="r" t="t"/>
              <a:pathLst>
                <a:path extrusionOk="0" h="1055" w="1109">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3" name="Google Shape;10803;p79"/>
            <p:cNvSpPr/>
            <p:nvPr/>
          </p:nvSpPr>
          <p:spPr>
            <a:xfrm>
              <a:off x="3254882" y="3531231"/>
              <a:ext cx="35297" cy="33546"/>
            </a:xfrm>
            <a:custGeom>
              <a:rect b="b" l="l" r="r" t="t"/>
              <a:pathLst>
                <a:path extrusionOk="0" h="1054" w="1109">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04" name="Google Shape;10804;p79"/>
          <p:cNvGrpSpPr/>
          <p:nvPr/>
        </p:nvGrpSpPr>
        <p:grpSpPr>
          <a:xfrm>
            <a:off x="3988156" y="3205960"/>
            <a:ext cx="353954" cy="318880"/>
            <a:chOff x="3988156" y="3380210"/>
            <a:chExt cx="353954" cy="318880"/>
          </a:xfrm>
        </p:grpSpPr>
        <p:sp>
          <p:nvSpPr>
            <p:cNvPr id="10805" name="Google Shape;10805;p79"/>
            <p:cNvSpPr/>
            <p:nvPr/>
          </p:nvSpPr>
          <p:spPr>
            <a:xfrm>
              <a:off x="4134053" y="3446156"/>
              <a:ext cx="28454" cy="49269"/>
            </a:xfrm>
            <a:custGeom>
              <a:rect b="b" l="l" r="r" t="t"/>
              <a:pathLst>
                <a:path extrusionOk="0" h="1548" w="894">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6" name="Google Shape;10806;p79"/>
            <p:cNvSpPr/>
            <p:nvPr/>
          </p:nvSpPr>
          <p:spPr>
            <a:xfrm>
              <a:off x="4188988" y="3398001"/>
              <a:ext cx="81510" cy="81510"/>
            </a:xfrm>
            <a:custGeom>
              <a:rect b="b" l="l" r="r" t="t"/>
              <a:pathLst>
                <a:path extrusionOk="0" h="2561" w="2561">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7" name="Google Shape;10807;p79"/>
            <p:cNvSpPr/>
            <p:nvPr/>
          </p:nvSpPr>
          <p:spPr>
            <a:xfrm>
              <a:off x="4090863" y="3380210"/>
              <a:ext cx="195930" cy="146311"/>
            </a:xfrm>
            <a:custGeom>
              <a:rect b="b" l="l" r="r" t="t"/>
              <a:pathLst>
                <a:path extrusionOk="0" h="4597" w="6156">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8" name="Google Shape;10808;p79"/>
            <p:cNvSpPr/>
            <p:nvPr/>
          </p:nvSpPr>
          <p:spPr>
            <a:xfrm>
              <a:off x="4215914" y="3415061"/>
              <a:ext cx="28072" cy="49301"/>
            </a:xfrm>
            <a:custGeom>
              <a:rect b="b" l="l" r="r" t="t"/>
              <a:pathLst>
                <a:path extrusionOk="0" h="1549" w="882">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9" name="Google Shape;10809;p79"/>
            <p:cNvSpPr/>
            <p:nvPr/>
          </p:nvSpPr>
          <p:spPr>
            <a:xfrm>
              <a:off x="3988156" y="3495935"/>
              <a:ext cx="353954" cy="203155"/>
            </a:xfrm>
            <a:custGeom>
              <a:rect b="b" l="l" r="r" t="t"/>
              <a:pathLst>
                <a:path extrusionOk="0" h="6383" w="11121">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0" name="Google Shape;10810;p79"/>
          <p:cNvGrpSpPr/>
          <p:nvPr/>
        </p:nvGrpSpPr>
        <p:grpSpPr>
          <a:xfrm>
            <a:off x="3541011" y="3193070"/>
            <a:ext cx="348257" cy="346188"/>
            <a:chOff x="3541011" y="3367320"/>
            <a:chExt cx="348257" cy="346188"/>
          </a:xfrm>
        </p:grpSpPr>
        <p:sp>
          <p:nvSpPr>
            <p:cNvPr id="10811" name="Google Shape;10811;p79"/>
            <p:cNvSpPr/>
            <p:nvPr/>
          </p:nvSpPr>
          <p:spPr>
            <a:xfrm>
              <a:off x="3541011" y="3367320"/>
              <a:ext cx="347906" cy="346188"/>
            </a:xfrm>
            <a:custGeom>
              <a:rect b="b" l="l" r="r" t="t"/>
              <a:pathLst>
                <a:path extrusionOk="0" h="10877" w="10931">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2" name="Google Shape;10812;p79"/>
            <p:cNvSpPr/>
            <p:nvPr/>
          </p:nvSpPr>
          <p:spPr>
            <a:xfrm>
              <a:off x="3658105" y="3389599"/>
              <a:ext cx="208820" cy="199431"/>
            </a:xfrm>
            <a:custGeom>
              <a:rect b="b" l="l" r="r" t="t"/>
              <a:pathLst>
                <a:path extrusionOk="0" h="6266" w="6561">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3" name="Google Shape;10813;p79"/>
            <p:cNvSpPr/>
            <p:nvPr/>
          </p:nvSpPr>
          <p:spPr>
            <a:xfrm>
              <a:off x="3720614" y="3426805"/>
              <a:ext cx="95164" cy="116011"/>
            </a:xfrm>
            <a:custGeom>
              <a:rect b="b" l="l" r="r" t="t"/>
              <a:pathLst>
                <a:path extrusionOk="0" h="3645" w="299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4" name="Google Shape;10814;p79"/>
            <p:cNvSpPr/>
            <p:nvPr/>
          </p:nvSpPr>
          <p:spPr>
            <a:xfrm>
              <a:off x="3773671" y="3496030"/>
              <a:ext cx="115597" cy="114993"/>
            </a:xfrm>
            <a:custGeom>
              <a:rect b="b" l="l" r="r" t="t"/>
              <a:pathLst>
                <a:path extrusionOk="0" h="3613" w="3632">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15" name="Google Shape;10815;p79"/>
          <p:cNvGrpSpPr/>
          <p:nvPr/>
        </p:nvGrpSpPr>
        <p:grpSpPr>
          <a:xfrm>
            <a:off x="1314678" y="3183967"/>
            <a:ext cx="334666" cy="365348"/>
            <a:chOff x="1314678" y="3358217"/>
            <a:chExt cx="334666" cy="365348"/>
          </a:xfrm>
        </p:grpSpPr>
        <p:sp>
          <p:nvSpPr>
            <p:cNvPr id="10816" name="Google Shape;10816;p79"/>
            <p:cNvSpPr/>
            <p:nvPr/>
          </p:nvSpPr>
          <p:spPr>
            <a:xfrm>
              <a:off x="1316588" y="3358217"/>
              <a:ext cx="332757" cy="365348"/>
            </a:xfrm>
            <a:custGeom>
              <a:rect b="b" l="l" r="r" t="t"/>
              <a:pathLst>
                <a:path extrusionOk="0" h="11479" w="10455">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7" name="Google Shape;10817;p79"/>
            <p:cNvSpPr/>
            <p:nvPr/>
          </p:nvSpPr>
          <p:spPr>
            <a:xfrm>
              <a:off x="1314678" y="3358981"/>
              <a:ext cx="79632" cy="254684"/>
            </a:xfrm>
            <a:custGeom>
              <a:rect b="b" l="l" r="r" t="t"/>
              <a:pathLst>
                <a:path extrusionOk="0" h="8002" w="2502">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8" name="Google Shape;10818;p79"/>
            <p:cNvSpPr/>
            <p:nvPr/>
          </p:nvSpPr>
          <p:spPr>
            <a:xfrm>
              <a:off x="1411688" y="3629546"/>
              <a:ext cx="139118" cy="10662"/>
            </a:xfrm>
            <a:custGeom>
              <a:rect b="b" l="l" r="r" t="t"/>
              <a:pathLst>
                <a:path extrusionOk="0" h="335" w="4371">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9" name="Google Shape;10819;p79"/>
            <p:cNvSpPr/>
            <p:nvPr/>
          </p:nvSpPr>
          <p:spPr>
            <a:xfrm>
              <a:off x="1412070" y="3652303"/>
              <a:ext cx="139118" cy="10630"/>
            </a:xfrm>
            <a:custGeom>
              <a:rect b="b" l="l" r="r" t="t"/>
              <a:pathLst>
                <a:path extrusionOk="0" h="334" w="4371">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0" name="Google Shape;10820;p79"/>
            <p:cNvSpPr/>
            <p:nvPr/>
          </p:nvSpPr>
          <p:spPr>
            <a:xfrm>
              <a:off x="1432153" y="3417352"/>
              <a:ext cx="83802" cy="191379"/>
            </a:xfrm>
            <a:custGeom>
              <a:rect b="b" l="l" r="r" t="t"/>
              <a:pathLst>
                <a:path extrusionOk="0" h="6013" w="2633">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21" name="Google Shape;10821;p79"/>
          <p:cNvGrpSpPr/>
          <p:nvPr/>
        </p:nvGrpSpPr>
        <p:grpSpPr>
          <a:xfrm>
            <a:off x="1748582" y="3198385"/>
            <a:ext cx="359269" cy="335780"/>
            <a:chOff x="1748582" y="3372635"/>
            <a:chExt cx="359269" cy="335780"/>
          </a:xfrm>
        </p:grpSpPr>
        <p:sp>
          <p:nvSpPr>
            <p:cNvPr id="10822" name="Google Shape;10822;p79"/>
            <p:cNvSpPr/>
            <p:nvPr/>
          </p:nvSpPr>
          <p:spPr>
            <a:xfrm>
              <a:off x="2080161" y="3535210"/>
              <a:ext cx="27690" cy="10630"/>
            </a:xfrm>
            <a:custGeom>
              <a:rect b="b" l="l" r="r" t="t"/>
              <a:pathLst>
                <a:path extrusionOk="0" h="334" w="87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23" name="Google Shape;10823;p79"/>
            <p:cNvGrpSpPr/>
            <p:nvPr/>
          </p:nvGrpSpPr>
          <p:grpSpPr>
            <a:xfrm>
              <a:off x="1748582" y="3372635"/>
              <a:ext cx="333520" cy="335780"/>
              <a:chOff x="1748582" y="3372635"/>
              <a:chExt cx="333520" cy="335780"/>
            </a:xfrm>
          </p:grpSpPr>
          <p:sp>
            <p:nvSpPr>
              <p:cNvPr id="10824" name="Google Shape;10824;p79"/>
              <p:cNvSpPr/>
              <p:nvPr/>
            </p:nvSpPr>
            <p:spPr>
              <a:xfrm>
                <a:off x="1748582" y="3372635"/>
                <a:ext cx="308504" cy="335780"/>
              </a:xfrm>
              <a:custGeom>
                <a:rect b="b" l="l" r="r" t="t"/>
                <a:pathLst>
                  <a:path extrusionOk="0" h="10550" w="9693">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5" name="Google Shape;10825;p79"/>
              <p:cNvSpPr/>
              <p:nvPr/>
            </p:nvSpPr>
            <p:spPr>
              <a:xfrm>
                <a:off x="2057054" y="3472000"/>
                <a:ext cx="25048" cy="22311"/>
              </a:xfrm>
              <a:custGeom>
                <a:rect b="b" l="l" r="r" t="t"/>
                <a:pathLst>
                  <a:path extrusionOk="0" h="701" w="787">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6" name="Google Shape;10826;p79"/>
              <p:cNvSpPr/>
              <p:nvPr/>
            </p:nvSpPr>
            <p:spPr>
              <a:xfrm>
                <a:off x="2058550" y="3586834"/>
                <a:ext cx="23552" cy="22629"/>
              </a:xfrm>
              <a:custGeom>
                <a:rect b="b" l="l" r="r" t="t"/>
                <a:pathLst>
                  <a:path extrusionOk="0" h="711" w="74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827" name="Google Shape;10827;p79"/>
          <p:cNvGrpSpPr/>
          <p:nvPr/>
        </p:nvGrpSpPr>
        <p:grpSpPr>
          <a:xfrm>
            <a:off x="2640993" y="3183585"/>
            <a:ext cx="365348" cy="364966"/>
            <a:chOff x="2640993" y="3357835"/>
            <a:chExt cx="365348" cy="364966"/>
          </a:xfrm>
        </p:grpSpPr>
        <p:sp>
          <p:nvSpPr>
            <p:cNvPr id="10828" name="Google Shape;10828;p79"/>
            <p:cNvSpPr/>
            <p:nvPr/>
          </p:nvSpPr>
          <p:spPr>
            <a:xfrm>
              <a:off x="2640993" y="3455227"/>
              <a:ext cx="365348" cy="267574"/>
            </a:xfrm>
            <a:custGeom>
              <a:rect b="b" l="l" r="r" t="t"/>
              <a:pathLst>
                <a:path extrusionOk="0" h="8407" w="11479">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9" name="Google Shape;10829;p79"/>
            <p:cNvSpPr/>
            <p:nvPr/>
          </p:nvSpPr>
          <p:spPr>
            <a:xfrm>
              <a:off x="2724763" y="3357835"/>
              <a:ext cx="280050" cy="136476"/>
            </a:xfrm>
            <a:custGeom>
              <a:rect b="b" l="l" r="r" t="t"/>
              <a:pathLst>
                <a:path extrusionOk="0" h="4288" w="8799">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0" name="Google Shape;10830;p79"/>
            <p:cNvSpPr/>
            <p:nvPr/>
          </p:nvSpPr>
          <p:spPr>
            <a:xfrm>
              <a:off x="2771359" y="3655327"/>
              <a:ext cx="10280" cy="21611"/>
            </a:xfrm>
            <a:custGeom>
              <a:rect b="b" l="l" r="r" t="t"/>
              <a:pathLst>
                <a:path extrusionOk="0" h="679" w="323">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1" name="Google Shape;10831;p79"/>
            <p:cNvSpPr/>
            <p:nvPr/>
          </p:nvSpPr>
          <p:spPr>
            <a:xfrm>
              <a:off x="2794084" y="3655327"/>
              <a:ext cx="10280" cy="21611"/>
            </a:xfrm>
            <a:custGeom>
              <a:rect b="b" l="l" r="r" t="t"/>
              <a:pathLst>
                <a:path extrusionOk="0" h="679" w="323">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2" name="Google Shape;10832;p79"/>
            <p:cNvSpPr/>
            <p:nvPr/>
          </p:nvSpPr>
          <p:spPr>
            <a:xfrm>
              <a:off x="2816840" y="3655327"/>
              <a:ext cx="11012" cy="21611"/>
            </a:xfrm>
            <a:custGeom>
              <a:rect b="b" l="l" r="r" t="t"/>
              <a:pathLst>
                <a:path extrusionOk="0" h="679" w="346">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3" name="Google Shape;10833;p79"/>
            <p:cNvSpPr/>
            <p:nvPr/>
          </p:nvSpPr>
          <p:spPr>
            <a:xfrm>
              <a:off x="2839947" y="3655327"/>
              <a:ext cx="10630" cy="21611"/>
            </a:xfrm>
            <a:custGeom>
              <a:rect b="b" l="l" r="r" t="t"/>
              <a:pathLst>
                <a:path extrusionOk="0" h="679" w="334">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4" name="Google Shape;10834;p79"/>
            <p:cNvSpPr/>
            <p:nvPr/>
          </p:nvSpPr>
          <p:spPr>
            <a:xfrm>
              <a:off x="2862672" y="3655327"/>
              <a:ext cx="10662" cy="21611"/>
            </a:xfrm>
            <a:custGeom>
              <a:rect b="b" l="l" r="r" t="t"/>
              <a:pathLst>
                <a:path extrusionOk="0" h="679" w="335">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5" name="Google Shape;10835;p79"/>
            <p:cNvSpPr/>
            <p:nvPr/>
          </p:nvSpPr>
          <p:spPr>
            <a:xfrm>
              <a:off x="2885429" y="3655327"/>
              <a:ext cx="11012" cy="21611"/>
            </a:xfrm>
            <a:custGeom>
              <a:rect b="b" l="l" r="r" t="t"/>
              <a:pathLst>
                <a:path extrusionOk="0" h="679" w="346">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6" name="Google Shape;10836;p79"/>
            <p:cNvSpPr/>
            <p:nvPr/>
          </p:nvSpPr>
          <p:spPr>
            <a:xfrm>
              <a:off x="2908535" y="3655327"/>
              <a:ext cx="10630" cy="21611"/>
            </a:xfrm>
            <a:custGeom>
              <a:rect b="b" l="l" r="r" t="t"/>
              <a:pathLst>
                <a:path extrusionOk="0" h="679" w="334">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7" name="Google Shape;10837;p79"/>
            <p:cNvSpPr/>
            <p:nvPr/>
          </p:nvSpPr>
          <p:spPr>
            <a:xfrm>
              <a:off x="2931292" y="3655327"/>
              <a:ext cx="10630" cy="21611"/>
            </a:xfrm>
            <a:custGeom>
              <a:rect b="b" l="l" r="r" t="t"/>
              <a:pathLst>
                <a:path extrusionOk="0" h="679" w="334">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38" name="Google Shape;10838;p79"/>
          <p:cNvGrpSpPr/>
          <p:nvPr/>
        </p:nvGrpSpPr>
        <p:grpSpPr>
          <a:xfrm>
            <a:off x="4886264" y="3191924"/>
            <a:ext cx="350548" cy="350198"/>
            <a:chOff x="4886264" y="3366174"/>
            <a:chExt cx="350548" cy="350198"/>
          </a:xfrm>
        </p:grpSpPr>
        <p:sp>
          <p:nvSpPr>
            <p:cNvPr id="10839" name="Google Shape;10839;p79"/>
            <p:cNvSpPr/>
            <p:nvPr/>
          </p:nvSpPr>
          <p:spPr>
            <a:xfrm>
              <a:off x="4946132" y="3426614"/>
              <a:ext cx="230431" cy="289758"/>
            </a:xfrm>
            <a:custGeom>
              <a:rect b="b" l="l" r="r" t="t"/>
              <a:pathLst>
                <a:path extrusionOk="0" h="9104" w="724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0" name="Google Shape;10840;p79"/>
            <p:cNvSpPr/>
            <p:nvPr/>
          </p:nvSpPr>
          <p:spPr>
            <a:xfrm>
              <a:off x="4886264" y="3536706"/>
              <a:ext cx="48919" cy="10662"/>
            </a:xfrm>
            <a:custGeom>
              <a:rect b="b" l="l" r="r" t="t"/>
              <a:pathLst>
                <a:path extrusionOk="0" h="335" w="1537">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1" name="Google Shape;10841;p79"/>
            <p:cNvSpPr/>
            <p:nvPr/>
          </p:nvSpPr>
          <p:spPr>
            <a:xfrm>
              <a:off x="5187894" y="3536706"/>
              <a:ext cx="48919" cy="10662"/>
            </a:xfrm>
            <a:custGeom>
              <a:rect b="b" l="l" r="r" t="t"/>
              <a:pathLst>
                <a:path extrusionOk="0" h="335" w="1537">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2" name="Google Shape;10842;p79"/>
            <p:cNvSpPr/>
            <p:nvPr/>
          </p:nvSpPr>
          <p:spPr>
            <a:xfrm>
              <a:off x="5056414" y="3366174"/>
              <a:ext cx="10248" cy="48919"/>
            </a:xfrm>
            <a:custGeom>
              <a:rect b="b" l="l" r="r" t="t"/>
              <a:pathLst>
                <a:path extrusionOk="0" h="1537" w="322">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3" name="Google Shape;10843;p79"/>
            <p:cNvSpPr/>
            <p:nvPr/>
          </p:nvSpPr>
          <p:spPr>
            <a:xfrm>
              <a:off x="4978723" y="3650744"/>
              <a:ext cx="22757" cy="29249"/>
            </a:xfrm>
            <a:custGeom>
              <a:rect b="b" l="l" r="r" t="t"/>
              <a:pathLst>
                <a:path extrusionOk="0" h="919" w="715">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4" name="Google Shape;10844;p79"/>
            <p:cNvSpPr/>
            <p:nvPr/>
          </p:nvSpPr>
          <p:spPr>
            <a:xfrm>
              <a:off x="5121597" y="3403380"/>
              <a:ext cx="22757" cy="29154"/>
            </a:xfrm>
            <a:custGeom>
              <a:rect b="b" l="l" r="r" t="t"/>
              <a:pathLst>
                <a:path extrusionOk="0" h="916" w="715">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5" name="Google Shape;10845;p79"/>
            <p:cNvSpPr/>
            <p:nvPr/>
          </p:nvSpPr>
          <p:spPr>
            <a:xfrm>
              <a:off x="4922643" y="3459842"/>
              <a:ext cx="31095" cy="21197"/>
            </a:xfrm>
            <a:custGeom>
              <a:rect b="b" l="l" r="r" t="t"/>
              <a:pathLst>
                <a:path extrusionOk="0" h="666" w="977">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6" name="Google Shape;10846;p79"/>
            <p:cNvSpPr/>
            <p:nvPr/>
          </p:nvSpPr>
          <p:spPr>
            <a:xfrm>
              <a:off x="5169720" y="3602334"/>
              <a:ext cx="30714" cy="21197"/>
            </a:xfrm>
            <a:custGeom>
              <a:rect b="b" l="l" r="r" t="t"/>
              <a:pathLst>
                <a:path extrusionOk="0" h="666" w="965">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7" name="Google Shape;10847;p79"/>
            <p:cNvSpPr/>
            <p:nvPr/>
          </p:nvSpPr>
          <p:spPr>
            <a:xfrm>
              <a:off x="5121597" y="3650744"/>
              <a:ext cx="22757" cy="29249"/>
            </a:xfrm>
            <a:custGeom>
              <a:rect b="b" l="l" r="r" t="t"/>
              <a:pathLst>
                <a:path extrusionOk="0" h="919" w="715">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8" name="Google Shape;10848;p79"/>
            <p:cNvSpPr/>
            <p:nvPr/>
          </p:nvSpPr>
          <p:spPr>
            <a:xfrm>
              <a:off x="4978723" y="3403380"/>
              <a:ext cx="22757" cy="29154"/>
            </a:xfrm>
            <a:custGeom>
              <a:rect b="b" l="l" r="r" t="t"/>
              <a:pathLst>
                <a:path extrusionOk="0" h="916" w="715">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9" name="Google Shape;10849;p79"/>
            <p:cNvSpPr/>
            <p:nvPr/>
          </p:nvSpPr>
          <p:spPr>
            <a:xfrm>
              <a:off x="5169720" y="3459842"/>
              <a:ext cx="30714" cy="21197"/>
            </a:xfrm>
            <a:custGeom>
              <a:rect b="b" l="l" r="r" t="t"/>
              <a:pathLst>
                <a:path extrusionOk="0" h="666" w="965">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0" name="Google Shape;10850;p79"/>
            <p:cNvSpPr/>
            <p:nvPr/>
          </p:nvSpPr>
          <p:spPr>
            <a:xfrm>
              <a:off x="4922643" y="3602334"/>
              <a:ext cx="31095" cy="21197"/>
            </a:xfrm>
            <a:custGeom>
              <a:rect b="b" l="l" r="r" t="t"/>
              <a:pathLst>
                <a:path extrusionOk="0" h="666" w="977">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1" name="Google Shape;10851;p79"/>
            <p:cNvSpPr/>
            <p:nvPr/>
          </p:nvSpPr>
          <p:spPr>
            <a:xfrm>
              <a:off x="5077993" y="3451758"/>
              <a:ext cx="70912" cy="62637"/>
            </a:xfrm>
            <a:custGeom>
              <a:rect b="b" l="l" r="r" t="t"/>
              <a:pathLst>
                <a:path extrusionOk="0" h="1968" w="2228">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2" name="Google Shape;10852;p79"/>
          <p:cNvGrpSpPr/>
          <p:nvPr/>
        </p:nvGrpSpPr>
        <p:grpSpPr>
          <a:xfrm>
            <a:off x="5331913" y="3239697"/>
            <a:ext cx="347143" cy="254684"/>
            <a:chOff x="5331913" y="3413947"/>
            <a:chExt cx="347143" cy="254684"/>
          </a:xfrm>
        </p:grpSpPr>
        <p:sp>
          <p:nvSpPr>
            <p:cNvPr id="10853" name="Google Shape;10853;p79"/>
            <p:cNvSpPr/>
            <p:nvPr/>
          </p:nvSpPr>
          <p:spPr>
            <a:xfrm>
              <a:off x="5597163" y="3523083"/>
              <a:ext cx="43222" cy="15564"/>
            </a:xfrm>
            <a:custGeom>
              <a:rect b="b" l="l" r="r" t="t"/>
              <a:pathLst>
                <a:path extrusionOk="0" h="489" w="1358">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4" name="Google Shape;10854;p79"/>
            <p:cNvSpPr/>
            <p:nvPr/>
          </p:nvSpPr>
          <p:spPr>
            <a:xfrm>
              <a:off x="5331913" y="3413947"/>
              <a:ext cx="347143" cy="253538"/>
            </a:xfrm>
            <a:custGeom>
              <a:rect b="b" l="l" r="r" t="t"/>
              <a:pathLst>
                <a:path extrusionOk="0" h="7966" w="10907">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5" name="Google Shape;10855;p79"/>
            <p:cNvSpPr/>
            <p:nvPr/>
          </p:nvSpPr>
          <p:spPr>
            <a:xfrm>
              <a:off x="5645669" y="3625759"/>
              <a:ext cx="10248" cy="42872"/>
            </a:xfrm>
            <a:custGeom>
              <a:rect b="b" l="l" r="r" t="t"/>
              <a:pathLst>
                <a:path extrusionOk="0" h="1347" w="322">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6" name="Google Shape;10856;p79"/>
            <p:cNvSpPr/>
            <p:nvPr/>
          </p:nvSpPr>
          <p:spPr>
            <a:xfrm>
              <a:off x="5462247" y="3461115"/>
              <a:ext cx="86825" cy="29759"/>
            </a:xfrm>
            <a:custGeom>
              <a:rect b="b" l="l" r="r" t="t"/>
              <a:pathLst>
                <a:path extrusionOk="0" h="935" w="2728">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7" name="Google Shape;10857;p79"/>
            <p:cNvSpPr/>
            <p:nvPr/>
          </p:nvSpPr>
          <p:spPr>
            <a:xfrm>
              <a:off x="5441050" y="3636389"/>
              <a:ext cx="10248" cy="32241"/>
            </a:xfrm>
            <a:custGeom>
              <a:rect b="b" l="l" r="r" t="t"/>
              <a:pathLst>
                <a:path extrusionOk="0" h="1013" w="322">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8" name="Google Shape;10858;p79"/>
            <p:cNvSpPr/>
            <p:nvPr/>
          </p:nvSpPr>
          <p:spPr>
            <a:xfrm>
              <a:off x="5559257" y="3636389"/>
              <a:ext cx="10662" cy="32241"/>
            </a:xfrm>
            <a:custGeom>
              <a:rect b="b" l="l" r="r" t="t"/>
              <a:pathLst>
                <a:path extrusionOk="0" h="1013" w="335">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59" name="Google Shape;10859;p79"/>
          <p:cNvGrpSpPr/>
          <p:nvPr/>
        </p:nvGrpSpPr>
        <p:grpSpPr>
          <a:xfrm>
            <a:off x="5776798" y="3235528"/>
            <a:ext cx="346379" cy="264518"/>
            <a:chOff x="5776798" y="3409778"/>
            <a:chExt cx="346379" cy="264518"/>
          </a:xfrm>
        </p:grpSpPr>
        <p:sp>
          <p:nvSpPr>
            <p:cNvPr id="10860" name="Google Shape;10860;p79"/>
            <p:cNvSpPr/>
            <p:nvPr/>
          </p:nvSpPr>
          <p:spPr>
            <a:xfrm>
              <a:off x="5890104" y="3642055"/>
              <a:ext cx="10248" cy="32241"/>
            </a:xfrm>
            <a:custGeom>
              <a:rect b="b" l="l" r="r" t="t"/>
              <a:pathLst>
                <a:path extrusionOk="0" h="1013" w="322">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1" name="Google Shape;10861;p79"/>
            <p:cNvSpPr/>
            <p:nvPr/>
          </p:nvSpPr>
          <p:spPr>
            <a:xfrm>
              <a:off x="5998094" y="3642055"/>
              <a:ext cx="10248" cy="32241"/>
            </a:xfrm>
            <a:custGeom>
              <a:rect b="b" l="l" r="r" t="t"/>
              <a:pathLst>
                <a:path extrusionOk="0" h="1013" w="322">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2" name="Google Shape;10862;p79"/>
            <p:cNvSpPr/>
            <p:nvPr/>
          </p:nvSpPr>
          <p:spPr>
            <a:xfrm>
              <a:off x="5814673" y="3528367"/>
              <a:ext cx="43222" cy="15564"/>
            </a:xfrm>
            <a:custGeom>
              <a:rect b="b" l="l" r="r" t="t"/>
              <a:pathLst>
                <a:path extrusionOk="0" h="489" w="1358">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3" name="Google Shape;10863;p79"/>
            <p:cNvSpPr/>
            <p:nvPr/>
          </p:nvSpPr>
          <p:spPr>
            <a:xfrm>
              <a:off x="5797995" y="3631074"/>
              <a:ext cx="10662" cy="42458"/>
            </a:xfrm>
            <a:custGeom>
              <a:rect b="b" l="l" r="r" t="t"/>
              <a:pathLst>
                <a:path extrusionOk="0" h="1334" w="335">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4" name="Google Shape;10864;p79"/>
            <p:cNvSpPr/>
            <p:nvPr/>
          </p:nvSpPr>
          <p:spPr>
            <a:xfrm>
              <a:off x="5776798" y="3409778"/>
              <a:ext cx="346379" cy="264136"/>
            </a:xfrm>
            <a:custGeom>
              <a:rect b="b" l="l" r="r" t="t"/>
              <a:pathLst>
                <a:path extrusionOk="0" h="8299" w="10883">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5" name="Google Shape;10865;p79"/>
            <p:cNvSpPr/>
            <p:nvPr/>
          </p:nvSpPr>
          <p:spPr>
            <a:xfrm>
              <a:off x="6089408" y="3637503"/>
              <a:ext cx="10662" cy="36029"/>
            </a:xfrm>
            <a:custGeom>
              <a:rect b="b" l="l" r="r" t="t"/>
              <a:pathLst>
                <a:path extrusionOk="0" h="1132" w="335">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6" name="Google Shape;10866;p79"/>
          <p:cNvGrpSpPr/>
          <p:nvPr/>
        </p:nvGrpSpPr>
        <p:grpSpPr>
          <a:xfrm>
            <a:off x="7108015" y="3222255"/>
            <a:ext cx="344883" cy="290299"/>
            <a:chOff x="7108015" y="3396505"/>
            <a:chExt cx="344883" cy="290299"/>
          </a:xfrm>
        </p:grpSpPr>
        <p:sp>
          <p:nvSpPr>
            <p:cNvPr id="10867" name="Google Shape;10867;p79"/>
            <p:cNvSpPr/>
            <p:nvPr/>
          </p:nvSpPr>
          <p:spPr>
            <a:xfrm>
              <a:off x="7108015" y="3396505"/>
              <a:ext cx="344883" cy="290299"/>
            </a:xfrm>
            <a:custGeom>
              <a:rect b="b" l="l" r="r" t="t"/>
              <a:pathLst>
                <a:path extrusionOk="0" h="9121" w="10836">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8" name="Google Shape;10868;p79"/>
            <p:cNvSpPr/>
            <p:nvPr/>
          </p:nvSpPr>
          <p:spPr>
            <a:xfrm>
              <a:off x="7211104" y="3487819"/>
              <a:ext cx="139468" cy="139500"/>
            </a:xfrm>
            <a:custGeom>
              <a:rect b="b" l="l" r="r" t="t"/>
              <a:pathLst>
                <a:path extrusionOk="0" h="4383" w="4382">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9" name="Google Shape;10869;p79"/>
            <p:cNvSpPr/>
            <p:nvPr/>
          </p:nvSpPr>
          <p:spPr>
            <a:xfrm>
              <a:off x="7180009" y="3466271"/>
              <a:ext cx="159201" cy="149685"/>
            </a:xfrm>
            <a:custGeom>
              <a:rect b="b" l="l" r="r" t="t"/>
              <a:pathLst>
                <a:path extrusionOk="0" h="4703" w="5002">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0" name="Google Shape;10870;p79"/>
            <p:cNvSpPr/>
            <p:nvPr/>
          </p:nvSpPr>
          <p:spPr>
            <a:xfrm>
              <a:off x="7222085" y="3499690"/>
              <a:ext cx="158819" cy="148825"/>
            </a:xfrm>
            <a:custGeom>
              <a:rect b="b" l="l" r="r" t="t"/>
              <a:pathLst>
                <a:path extrusionOk="0" h="4676" w="499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71" name="Google Shape;10871;p79"/>
          <p:cNvGrpSpPr/>
          <p:nvPr/>
        </p:nvGrpSpPr>
        <p:grpSpPr>
          <a:xfrm>
            <a:off x="7551754" y="3216558"/>
            <a:ext cx="344883" cy="301311"/>
            <a:chOff x="7551754" y="3390808"/>
            <a:chExt cx="344883" cy="301311"/>
          </a:xfrm>
        </p:grpSpPr>
        <p:sp>
          <p:nvSpPr>
            <p:cNvPr id="10872" name="Google Shape;10872;p79"/>
            <p:cNvSpPr/>
            <p:nvPr/>
          </p:nvSpPr>
          <p:spPr>
            <a:xfrm>
              <a:off x="7551754" y="3390808"/>
              <a:ext cx="344883" cy="301311"/>
            </a:xfrm>
            <a:custGeom>
              <a:rect b="b" l="l" r="r" t="t"/>
              <a:pathLst>
                <a:path extrusionOk="0" h="9467" w="10836">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3" name="Google Shape;10873;p79"/>
            <p:cNvSpPr/>
            <p:nvPr/>
          </p:nvSpPr>
          <p:spPr>
            <a:xfrm>
              <a:off x="7584345" y="3509811"/>
              <a:ext cx="117889" cy="150098"/>
            </a:xfrm>
            <a:custGeom>
              <a:rect b="b" l="l" r="r" t="t"/>
              <a:pathLst>
                <a:path extrusionOk="0" h="4716" w="3704">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4" name="Google Shape;10874;p79"/>
            <p:cNvSpPr/>
            <p:nvPr/>
          </p:nvSpPr>
          <p:spPr>
            <a:xfrm>
              <a:off x="7724959" y="3509811"/>
              <a:ext cx="139468" cy="31859"/>
            </a:xfrm>
            <a:custGeom>
              <a:rect b="b" l="l" r="r" t="t"/>
              <a:pathLst>
                <a:path extrusionOk="0" h="1001" w="4382">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5" name="Google Shape;10875;p79"/>
            <p:cNvSpPr/>
            <p:nvPr/>
          </p:nvSpPr>
          <p:spPr>
            <a:xfrm>
              <a:off x="7724577" y="3553001"/>
              <a:ext cx="107259" cy="31477"/>
            </a:xfrm>
            <a:custGeom>
              <a:rect b="b" l="l" r="r" t="t"/>
              <a:pathLst>
                <a:path extrusionOk="0" h="989" w="337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6" name="Google Shape;10876;p79"/>
            <p:cNvSpPr/>
            <p:nvPr/>
          </p:nvSpPr>
          <p:spPr>
            <a:xfrm>
              <a:off x="7724577" y="3595841"/>
              <a:ext cx="64451" cy="10630"/>
            </a:xfrm>
            <a:custGeom>
              <a:rect b="b" l="l" r="r" t="t"/>
              <a:pathLst>
                <a:path extrusionOk="0" h="334" w="2025">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7" name="Google Shape;10877;p79"/>
            <p:cNvSpPr/>
            <p:nvPr/>
          </p:nvSpPr>
          <p:spPr>
            <a:xfrm>
              <a:off x="7799977" y="3595841"/>
              <a:ext cx="32241" cy="10630"/>
            </a:xfrm>
            <a:custGeom>
              <a:rect b="b" l="l" r="r" t="t"/>
              <a:pathLst>
                <a:path extrusionOk="0" h="334" w="1013">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8" name="Google Shape;10878;p79"/>
            <p:cNvSpPr/>
            <p:nvPr/>
          </p:nvSpPr>
          <p:spPr>
            <a:xfrm>
              <a:off x="7724577" y="3628051"/>
              <a:ext cx="21229" cy="10630"/>
            </a:xfrm>
            <a:custGeom>
              <a:rect b="b" l="l" r="r" t="t"/>
              <a:pathLst>
                <a:path extrusionOk="0" h="334" w="667">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9" name="Google Shape;10879;p79"/>
            <p:cNvSpPr/>
            <p:nvPr/>
          </p:nvSpPr>
          <p:spPr>
            <a:xfrm>
              <a:off x="7756787" y="3628051"/>
              <a:ext cx="53438" cy="10630"/>
            </a:xfrm>
            <a:custGeom>
              <a:rect b="b" l="l" r="r" t="t"/>
              <a:pathLst>
                <a:path extrusionOk="0" h="334" w="1679">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0" name="Google Shape;10880;p79"/>
            <p:cNvSpPr/>
            <p:nvPr/>
          </p:nvSpPr>
          <p:spPr>
            <a:xfrm>
              <a:off x="7724577" y="3650012"/>
              <a:ext cx="21229" cy="10280"/>
            </a:xfrm>
            <a:custGeom>
              <a:rect b="b" l="l" r="r" t="t"/>
              <a:pathLst>
                <a:path extrusionOk="0" h="323" w="667">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1" name="Google Shape;10881;p79"/>
            <p:cNvSpPr/>
            <p:nvPr/>
          </p:nvSpPr>
          <p:spPr>
            <a:xfrm>
              <a:off x="7756787" y="3650012"/>
              <a:ext cx="53438" cy="10280"/>
            </a:xfrm>
            <a:custGeom>
              <a:rect b="b" l="l" r="r" t="t"/>
              <a:pathLst>
                <a:path extrusionOk="0" h="323" w="1679">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2" name="Google Shape;10882;p79"/>
            <p:cNvSpPr/>
            <p:nvPr/>
          </p:nvSpPr>
          <p:spPr>
            <a:xfrm>
              <a:off x="7719262" y="3466621"/>
              <a:ext cx="10630" cy="10630"/>
            </a:xfrm>
            <a:custGeom>
              <a:rect b="b" l="l" r="r" t="t"/>
              <a:pathLst>
                <a:path extrusionOk="0" h="334" w="334">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3" name="Google Shape;10883;p79"/>
          <p:cNvGrpSpPr/>
          <p:nvPr/>
        </p:nvGrpSpPr>
        <p:grpSpPr>
          <a:xfrm>
            <a:off x="6707084" y="3213153"/>
            <a:ext cx="261145" cy="308504"/>
            <a:chOff x="6707084" y="3387403"/>
            <a:chExt cx="261145" cy="308504"/>
          </a:xfrm>
        </p:grpSpPr>
        <p:sp>
          <p:nvSpPr>
            <p:cNvPr id="10884" name="Google Shape;10884;p79"/>
            <p:cNvSpPr/>
            <p:nvPr/>
          </p:nvSpPr>
          <p:spPr>
            <a:xfrm>
              <a:off x="6726053" y="3542403"/>
              <a:ext cx="68238" cy="153504"/>
            </a:xfrm>
            <a:custGeom>
              <a:rect b="b" l="l" r="r" t="t"/>
              <a:pathLst>
                <a:path extrusionOk="0" h="4823" w="2144">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5" name="Google Shape;10885;p79"/>
            <p:cNvSpPr/>
            <p:nvPr/>
          </p:nvSpPr>
          <p:spPr>
            <a:xfrm>
              <a:off x="6803362" y="3542403"/>
              <a:ext cx="68238" cy="153504"/>
            </a:xfrm>
            <a:custGeom>
              <a:rect b="b" l="l" r="r" t="t"/>
              <a:pathLst>
                <a:path extrusionOk="0" h="4823" w="2144">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6" name="Google Shape;10886;p79"/>
            <p:cNvSpPr/>
            <p:nvPr/>
          </p:nvSpPr>
          <p:spPr>
            <a:xfrm>
              <a:off x="6880289" y="3542403"/>
              <a:ext cx="68620" cy="153504"/>
            </a:xfrm>
            <a:custGeom>
              <a:rect b="b" l="l" r="r" t="t"/>
              <a:pathLst>
                <a:path extrusionOk="0" h="4823" w="2156">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7" name="Google Shape;10887;p79"/>
            <p:cNvSpPr/>
            <p:nvPr/>
          </p:nvSpPr>
          <p:spPr>
            <a:xfrm>
              <a:off x="6707084" y="3387403"/>
              <a:ext cx="261145" cy="183072"/>
            </a:xfrm>
            <a:custGeom>
              <a:rect b="b" l="l" r="r" t="t"/>
              <a:pathLst>
                <a:path extrusionOk="0" h="5752" w="8205">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88" name="Google Shape;10888;p79"/>
          <p:cNvGrpSpPr/>
          <p:nvPr/>
        </p:nvGrpSpPr>
        <p:grpSpPr>
          <a:xfrm>
            <a:off x="848978" y="4123387"/>
            <a:ext cx="377824" cy="324418"/>
            <a:chOff x="848978" y="4297637"/>
            <a:chExt cx="377824" cy="324418"/>
          </a:xfrm>
        </p:grpSpPr>
        <p:sp>
          <p:nvSpPr>
            <p:cNvPr id="10889" name="Google Shape;10889;p79"/>
            <p:cNvSpPr/>
            <p:nvPr/>
          </p:nvSpPr>
          <p:spPr>
            <a:xfrm>
              <a:off x="848978" y="4297637"/>
              <a:ext cx="377824" cy="324418"/>
            </a:xfrm>
            <a:custGeom>
              <a:rect b="b" l="l" r="r" t="t"/>
              <a:pathLst>
                <a:path extrusionOk="0" h="10193" w="11871">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0" name="Google Shape;10890;p79"/>
            <p:cNvSpPr/>
            <p:nvPr/>
          </p:nvSpPr>
          <p:spPr>
            <a:xfrm>
              <a:off x="1002450" y="4457157"/>
              <a:ext cx="70116" cy="34533"/>
            </a:xfrm>
            <a:custGeom>
              <a:rect b="b" l="l" r="r" t="t"/>
              <a:pathLst>
                <a:path extrusionOk="0" h="1085" w="2203">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1" name="Google Shape;10891;p79"/>
          <p:cNvGrpSpPr/>
          <p:nvPr/>
        </p:nvGrpSpPr>
        <p:grpSpPr>
          <a:xfrm>
            <a:off x="1754279" y="4112343"/>
            <a:ext cx="351439" cy="345965"/>
            <a:chOff x="1754279" y="4286593"/>
            <a:chExt cx="351439" cy="345965"/>
          </a:xfrm>
        </p:grpSpPr>
        <p:sp>
          <p:nvSpPr>
            <p:cNvPr id="10892" name="Google Shape;10892;p79"/>
            <p:cNvSpPr/>
            <p:nvPr/>
          </p:nvSpPr>
          <p:spPr>
            <a:xfrm>
              <a:off x="1799379" y="4550857"/>
              <a:ext cx="28422" cy="27117"/>
            </a:xfrm>
            <a:custGeom>
              <a:rect b="b" l="l" r="r" t="t"/>
              <a:pathLst>
                <a:path extrusionOk="0" h="852" w="893">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3" name="Google Shape;10893;p79"/>
            <p:cNvSpPr/>
            <p:nvPr/>
          </p:nvSpPr>
          <p:spPr>
            <a:xfrm>
              <a:off x="1833084" y="4584594"/>
              <a:ext cx="27690" cy="27117"/>
            </a:xfrm>
            <a:custGeom>
              <a:rect b="b" l="l" r="r" t="t"/>
              <a:pathLst>
                <a:path extrusionOk="0" h="852" w="87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4" name="Google Shape;10894;p79"/>
            <p:cNvSpPr/>
            <p:nvPr/>
          </p:nvSpPr>
          <p:spPr>
            <a:xfrm>
              <a:off x="1816407" y="4567917"/>
              <a:ext cx="28072" cy="27117"/>
            </a:xfrm>
            <a:custGeom>
              <a:rect b="b" l="l" r="r" t="t"/>
              <a:pathLst>
                <a:path extrusionOk="0" h="852" w="882">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5" name="Google Shape;10895;p79"/>
            <p:cNvSpPr/>
            <p:nvPr/>
          </p:nvSpPr>
          <p:spPr>
            <a:xfrm>
              <a:off x="1754279" y="4286593"/>
              <a:ext cx="351439" cy="345965"/>
            </a:xfrm>
            <a:custGeom>
              <a:rect b="b" l="l" r="r" t="t"/>
              <a:pathLst>
                <a:path extrusionOk="0" h="10870" w="11042">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6" name="Google Shape;10896;p79"/>
            <p:cNvSpPr/>
            <p:nvPr/>
          </p:nvSpPr>
          <p:spPr>
            <a:xfrm>
              <a:off x="1951705" y="4367117"/>
              <a:ext cx="86062" cy="65437"/>
            </a:xfrm>
            <a:custGeom>
              <a:rect b="b" l="l" r="r" t="t"/>
              <a:pathLst>
                <a:path extrusionOk="0" h="2056" w="2704">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97" name="Google Shape;10897;p79"/>
          <p:cNvGrpSpPr/>
          <p:nvPr/>
        </p:nvGrpSpPr>
        <p:grpSpPr>
          <a:xfrm>
            <a:off x="3996113" y="4116926"/>
            <a:ext cx="336512" cy="335048"/>
            <a:chOff x="3996113" y="4291176"/>
            <a:chExt cx="336512" cy="335048"/>
          </a:xfrm>
        </p:grpSpPr>
        <p:sp>
          <p:nvSpPr>
            <p:cNvPr id="10898" name="Google Shape;10898;p79"/>
            <p:cNvSpPr/>
            <p:nvPr/>
          </p:nvSpPr>
          <p:spPr>
            <a:xfrm>
              <a:off x="4082143" y="4323386"/>
              <a:ext cx="111810" cy="219833"/>
            </a:xfrm>
            <a:custGeom>
              <a:rect b="b" l="l" r="r" t="t"/>
              <a:pathLst>
                <a:path extrusionOk="0" h="6907" w="3513">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9" name="Google Shape;10899;p79"/>
            <p:cNvSpPr/>
            <p:nvPr/>
          </p:nvSpPr>
          <p:spPr>
            <a:xfrm>
              <a:off x="4226894" y="4523485"/>
              <a:ext cx="52324" cy="51942"/>
            </a:xfrm>
            <a:custGeom>
              <a:rect b="b" l="l" r="r" t="t"/>
              <a:pathLst>
                <a:path extrusionOk="0" h="1632" w="1644">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0" name="Google Shape;10900;p79"/>
            <p:cNvSpPr/>
            <p:nvPr/>
          </p:nvSpPr>
          <p:spPr>
            <a:xfrm>
              <a:off x="3996113" y="4291176"/>
              <a:ext cx="336512" cy="335048"/>
            </a:xfrm>
            <a:custGeom>
              <a:rect b="b" l="l" r="r" t="t"/>
              <a:pathLst>
                <a:path extrusionOk="0" h="10527" w="10573">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01" name="Google Shape;10901;p79"/>
          <p:cNvSpPr/>
          <p:nvPr/>
        </p:nvSpPr>
        <p:spPr>
          <a:xfrm>
            <a:off x="1331737" y="4133127"/>
            <a:ext cx="304716" cy="304048"/>
          </a:xfrm>
          <a:custGeom>
            <a:rect b="b" l="l" r="r" t="t"/>
            <a:pathLst>
              <a:path extrusionOk="0" h="9553" w="9574">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02" name="Google Shape;10902;p79"/>
          <p:cNvGrpSpPr/>
          <p:nvPr/>
        </p:nvGrpSpPr>
        <p:grpSpPr>
          <a:xfrm>
            <a:off x="2179081" y="4111261"/>
            <a:ext cx="397525" cy="348670"/>
            <a:chOff x="2179081" y="4285511"/>
            <a:chExt cx="397525" cy="348670"/>
          </a:xfrm>
        </p:grpSpPr>
        <p:sp>
          <p:nvSpPr>
            <p:cNvPr id="10903" name="Google Shape;10903;p79"/>
            <p:cNvSpPr/>
            <p:nvPr/>
          </p:nvSpPr>
          <p:spPr>
            <a:xfrm>
              <a:off x="2262437" y="4354322"/>
              <a:ext cx="230813" cy="210507"/>
            </a:xfrm>
            <a:custGeom>
              <a:rect b="b" l="l" r="r" t="t"/>
              <a:pathLst>
                <a:path extrusionOk="0" h="6614" w="7252">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4" name="Google Shape;10904;p79"/>
            <p:cNvSpPr/>
            <p:nvPr/>
          </p:nvSpPr>
          <p:spPr>
            <a:xfrm>
              <a:off x="2179081" y="4285511"/>
              <a:ext cx="397525" cy="348670"/>
            </a:xfrm>
            <a:custGeom>
              <a:rect b="b" l="l" r="r" t="t"/>
              <a:pathLst>
                <a:path extrusionOk="0" h="10955" w="1249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05" name="Google Shape;10905;p79"/>
          <p:cNvGrpSpPr/>
          <p:nvPr/>
        </p:nvGrpSpPr>
        <p:grpSpPr>
          <a:xfrm>
            <a:off x="3584201" y="4120746"/>
            <a:ext cx="267574" cy="329415"/>
            <a:chOff x="3584201" y="4294996"/>
            <a:chExt cx="267574" cy="329415"/>
          </a:xfrm>
        </p:grpSpPr>
        <p:sp>
          <p:nvSpPr>
            <p:cNvPr id="10906" name="Google Shape;10906;p79"/>
            <p:cNvSpPr/>
            <p:nvPr/>
          </p:nvSpPr>
          <p:spPr>
            <a:xfrm>
              <a:off x="3584201" y="4294996"/>
              <a:ext cx="267574" cy="329415"/>
            </a:xfrm>
            <a:custGeom>
              <a:rect b="b" l="l" r="r" t="t"/>
              <a:pathLst>
                <a:path extrusionOk="0" h="10350" w="8407">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7" name="Google Shape;10907;p79"/>
            <p:cNvSpPr/>
            <p:nvPr/>
          </p:nvSpPr>
          <p:spPr>
            <a:xfrm>
              <a:off x="3604666" y="4315811"/>
              <a:ext cx="226644" cy="281610"/>
            </a:xfrm>
            <a:custGeom>
              <a:rect b="b" l="l" r="r" t="t"/>
              <a:pathLst>
                <a:path extrusionOk="0" h="8848" w="7121">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8" name="Google Shape;10908;p79"/>
            <p:cNvSpPr/>
            <p:nvPr/>
          </p:nvSpPr>
          <p:spPr>
            <a:xfrm>
              <a:off x="3645597" y="4362056"/>
              <a:ext cx="144019" cy="144019"/>
            </a:xfrm>
            <a:custGeom>
              <a:rect b="b" l="l" r="r" t="t"/>
              <a:pathLst>
                <a:path extrusionOk="0" h="4525" w="4525">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9" name="Google Shape;10909;p79"/>
            <p:cNvSpPr/>
            <p:nvPr/>
          </p:nvSpPr>
          <p:spPr>
            <a:xfrm>
              <a:off x="3692574" y="4377970"/>
              <a:ext cx="51561" cy="112574"/>
            </a:xfrm>
            <a:custGeom>
              <a:rect b="b" l="l" r="r" t="t"/>
              <a:pathLst>
                <a:path extrusionOk="0" h="3537" w="162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10" name="Google Shape;10910;p79"/>
          <p:cNvGrpSpPr/>
          <p:nvPr/>
        </p:nvGrpSpPr>
        <p:grpSpPr>
          <a:xfrm>
            <a:off x="3082855" y="4121478"/>
            <a:ext cx="375946" cy="327823"/>
            <a:chOff x="3082855" y="4295728"/>
            <a:chExt cx="375946" cy="327823"/>
          </a:xfrm>
        </p:grpSpPr>
        <p:sp>
          <p:nvSpPr>
            <p:cNvPr id="10911" name="Google Shape;10911;p79"/>
            <p:cNvSpPr/>
            <p:nvPr/>
          </p:nvSpPr>
          <p:spPr>
            <a:xfrm>
              <a:off x="3082855" y="4295728"/>
              <a:ext cx="375946" cy="327823"/>
            </a:xfrm>
            <a:custGeom>
              <a:rect b="b" l="l" r="r" t="t"/>
              <a:pathLst>
                <a:path extrusionOk="0" h="10300" w="11812">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2" name="Google Shape;10912;p79"/>
            <p:cNvSpPr/>
            <p:nvPr/>
          </p:nvSpPr>
          <p:spPr>
            <a:xfrm>
              <a:off x="3118852" y="4424947"/>
              <a:ext cx="128488" cy="163371"/>
            </a:xfrm>
            <a:custGeom>
              <a:rect b="b" l="l" r="r" t="t"/>
              <a:pathLst>
                <a:path extrusionOk="0" h="5133" w="4037">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3" name="Google Shape;10913;p79"/>
            <p:cNvSpPr/>
            <p:nvPr/>
          </p:nvSpPr>
          <p:spPr>
            <a:xfrm>
              <a:off x="3271178" y="4424947"/>
              <a:ext cx="152008" cy="34533"/>
            </a:xfrm>
            <a:custGeom>
              <a:rect b="b" l="l" r="r" t="t"/>
              <a:pathLst>
                <a:path extrusionOk="0" h="1085" w="4776">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4" name="Google Shape;10914;p79"/>
            <p:cNvSpPr/>
            <p:nvPr/>
          </p:nvSpPr>
          <p:spPr>
            <a:xfrm>
              <a:off x="3271560" y="4471957"/>
              <a:ext cx="116393" cy="34501"/>
            </a:xfrm>
            <a:custGeom>
              <a:rect b="b" l="l" r="r" t="t"/>
              <a:pathLst>
                <a:path extrusionOk="0" h="1084" w="3657">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5" name="Google Shape;10915;p79"/>
            <p:cNvSpPr/>
            <p:nvPr/>
          </p:nvSpPr>
          <p:spPr>
            <a:xfrm>
              <a:off x="3271178" y="4518552"/>
              <a:ext cx="70148" cy="11394"/>
            </a:xfrm>
            <a:custGeom>
              <a:rect b="b" l="l" r="r" t="t"/>
              <a:pathLst>
                <a:path extrusionOk="0" h="358" w="2204">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6" name="Google Shape;10916;p79"/>
            <p:cNvSpPr/>
            <p:nvPr/>
          </p:nvSpPr>
          <p:spPr>
            <a:xfrm>
              <a:off x="3353038" y="4518552"/>
              <a:ext cx="34915" cy="11394"/>
            </a:xfrm>
            <a:custGeom>
              <a:rect b="b" l="l" r="r" t="t"/>
              <a:pathLst>
                <a:path extrusionOk="0" h="358" w="1097">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7" name="Google Shape;10917;p79"/>
            <p:cNvSpPr/>
            <p:nvPr/>
          </p:nvSpPr>
          <p:spPr>
            <a:xfrm>
              <a:off x="3271178" y="4554167"/>
              <a:ext cx="23170" cy="11426"/>
            </a:xfrm>
            <a:custGeom>
              <a:rect b="b" l="l" r="r" t="t"/>
              <a:pathLst>
                <a:path extrusionOk="0" h="359" w="728">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8" name="Google Shape;10918;p79"/>
            <p:cNvSpPr/>
            <p:nvPr/>
          </p:nvSpPr>
          <p:spPr>
            <a:xfrm>
              <a:off x="3306443" y="4554167"/>
              <a:ext cx="58372" cy="11426"/>
            </a:xfrm>
            <a:custGeom>
              <a:rect b="b" l="l" r="r" t="t"/>
              <a:pathLst>
                <a:path extrusionOk="0" h="359" w="1834">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9" name="Google Shape;10919;p79"/>
            <p:cNvSpPr/>
            <p:nvPr/>
          </p:nvSpPr>
          <p:spPr>
            <a:xfrm>
              <a:off x="3271178" y="4577306"/>
              <a:ext cx="23170" cy="11394"/>
            </a:xfrm>
            <a:custGeom>
              <a:rect b="b" l="l" r="r" t="t"/>
              <a:pathLst>
                <a:path extrusionOk="0" h="358" w="728">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0" name="Google Shape;10920;p79"/>
            <p:cNvSpPr/>
            <p:nvPr/>
          </p:nvSpPr>
          <p:spPr>
            <a:xfrm>
              <a:off x="3306443" y="4577306"/>
              <a:ext cx="58372" cy="11394"/>
            </a:xfrm>
            <a:custGeom>
              <a:rect b="b" l="l" r="r" t="t"/>
              <a:pathLst>
                <a:path extrusionOk="0" h="358" w="1834">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1" name="Google Shape;10921;p79"/>
            <p:cNvSpPr/>
            <p:nvPr/>
          </p:nvSpPr>
          <p:spPr>
            <a:xfrm>
              <a:off x="3265513" y="4377970"/>
              <a:ext cx="11394" cy="11394"/>
            </a:xfrm>
            <a:custGeom>
              <a:rect b="b" l="l" r="r" t="t"/>
              <a:pathLst>
                <a:path extrusionOk="0" h="358" w="358">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22" name="Google Shape;10922;p79"/>
          <p:cNvGrpSpPr/>
          <p:nvPr/>
        </p:nvGrpSpPr>
        <p:grpSpPr>
          <a:xfrm>
            <a:off x="2749016" y="4116926"/>
            <a:ext cx="150831" cy="336926"/>
            <a:chOff x="2749016" y="4291176"/>
            <a:chExt cx="150831" cy="336926"/>
          </a:xfrm>
        </p:grpSpPr>
        <p:sp>
          <p:nvSpPr>
            <p:cNvPr id="10923" name="Google Shape;10923;p79"/>
            <p:cNvSpPr/>
            <p:nvPr/>
          </p:nvSpPr>
          <p:spPr>
            <a:xfrm>
              <a:off x="2799399" y="4307472"/>
              <a:ext cx="51942" cy="114865"/>
            </a:xfrm>
            <a:custGeom>
              <a:rect b="b" l="l" r="r" t="t"/>
              <a:pathLst>
                <a:path extrusionOk="0" h="3609" w="1632">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4" name="Google Shape;10924;p79"/>
            <p:cNvSpPr/>
            <p:nvPr/>
          </p:nvSpPr>
          <p:spPr>
            <a:xfrm>
              <a:off x="2750894" y="4291176"/>
              <a:ext cx="147075" cy="336926"/>
            </a:xfrm>
            <a:custGeom>
              <a:rect b="b" l="l" r="r" t="t"/>
              <a:pathLst>
                <a:path extrusionOk="0" h="10586" w="4621">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5" name="Google Shape;10925;p79"/>
            <p:cNvSpPr/>
            <p:nvPr/>
          </p:nvSpPr>
          <p:spPr>
            <a:xfrm>
              <a:off x="2749016" y="4443917"/>
              <a:ext cx="69734" cy="52706"/>
            </a:xfrm>
            <a:custGeom>
              <a:rect b="b" l="l" r="r" t="t"/>
              <a:pathLst>
                <a:path extrusionOk="0" h="1656" w="2191">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6" name="Google Shape;10926;p79"/>
            <p:cNvSpPr/>
            <p:nvPr/>
          </p:nvSpPr>
          <p:spPr>
            <a:xfrm>
              <a:off x="2829731" y="4443917"/>
              <a:ext cx="70116" cy="52706"/>
            </a:xfrm>
            <a:custGeom>
              <a:rect b="b" l="l" r="r" t="t"/>
              <a:pathLst>
                <a:path extrusionOk="0" h="1656" w="2203">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27" name="Google Shape;10927;p79"/>
          <p:cNvGrpSpPr/>
          <p:nvPr/>
        </p:nvGrpSpPr>
        <p:grpSpPr>
          <a:xfrm>
            <a:off x="7127716" y="4105182"/>
            <a:ext cx="248254" cy="361942"/>
            <a:chOff x="7127716" y="4279432"/>
            <a:chExt cx="248254" cy="361942"/>
          </a:xfrm>
        </p:grpSpPr>
        <p:sp>
          <p:nvSpPr>
            <p:cNvPr id="10928" name="Google Shape;10928;p79"/>
            <p:cNvSpPr/>
            <p:nvPr/>
          </p:nvSpPr>
          <p:spPr>
            <a:xfrm>
              <a:off x="7167500" y="4279432"/>
              <a:ext cx="169068" cy="226644"/>
            </a:xfrm>
            <a:custGeom>
              <a:rect b="b" l="l" r="r" t="t"/>
              <a:pathLst>
                <a:path extrusionOk="0" h="7121" w="5312">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9" name="Google Shape;10929;p79"/>
            <p:cNvSpPr/>
            <p:nvPr/>
          </p:nvSpPr>
          <p:spPr>
            <a:xfrm>
              <a:off x="7246719" y="4455279"/>
              <a:ext cx="10248" cy="50033"/>
            </a:xfrm>
            <a:custGeom>
              <a:rect b="b" l="l" r="r" t="t"/>
              <a:pathLst>
                <a:path extrusionOk="0" h="1572" w="322">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0" name="Google Shape;10930;p79"/>
            <p:cNvSpPr/>
            <p:nvPr/>
          </p:nvSpPr>
          <p:spPr>
            <a:xfrm>
              <a:off x="7195572" y="4466642"/>
              <a:ext cx="11012" cy="38670"/>
            </a:xfrm>
            <a:custGeom>
              <a:rect b="b" l="l" r="r" t="t"/>
              <a:pathLst>
                <a:path extrusionOk="0" h="1215" w="346">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1" name="Google Shape;10931;p79"/>
            <p:cNvSpPr/>
            <p:nvPr/>
          </p:nvSpPr>
          <p:spPr>
            <a:xfrm>
              <a:off x="7297866" y="4466642"/>
              <a:ext cx="10280" cy="38670"/>
            </a:xfrm>
            <a:custGeom>
              <a:rect b="b" l="l" r="r" t="t"/>
              <a:pathLst>
                <a:path extrusionOk="0" h="1215" w="323">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2" name="Google Shape;10932;p79"/>
            <p:cNvSpPr/>
            <p:nvPr/>
          </p:nvSpPr>
          <p:spPr>
            <a:xfrm>
              <a:off x="7235357" y="4608369"/>
              <a:ext cx="33005" cy="33005"/>
            </a:xfrm>
            <a:custGeom>
              <a:rect b="b" l="l" r="r" t="t"/>
              <a:pathLst>
                <a:path extrusionOk="0" h="1037" w="1037">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3" name="Google Shape;10933;p79"/>
            <p:cNvSpPr/>
            <p:nvPr/>
          </p:nvSpPr>
          <p:spPr>
            <a:xfrm>
              <a:off x="7127716" y="4608369"/>
              <a:ext cx="33387" cy="33005"/>
            </a:xfrm>
            <a:custGeom>
              <a:rect b="b" l="l" r="r" t="t"/>
              <a:pathLst>
                <a:path extrusionOk="0" h="1037" w="1049">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4" name="Google Shape;10934;p79"/>
            <p:cNvSpPr/>
            <p:nvPr/>
          </p:nvSpPr>
          <p:spPr>
            <a:xfrm>
              <a:off x="7342965" y="4608369"/>
              <a:ext cx="33005" cy="33005"/>
            </a:xfrm>
            <a:custGeom>
              <a:rect b="b" l="l" r="r" t="t"/>
              <a:pathLst>
                <a:path extrusionOk="0" h="1037" w="1037">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5" name="Google Shape;10935;p79"/>
            <p:cNvSpPr/>
            <p:nvPr/>
          </p:nvSpPr>
          <p:spPr>
            <a:xfrm>
              <a:off x="7159194" y="4517788"/>
              <a:ext cx="186064" cy="84916"/>
            </a:xfrm>
            <a:custGeom>
              <a:rect b="b" l="l" r="r" t="t"/>
              <a:pathLst>
                <a:path extrusionOk="0" h="2668" w="5846">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6" name="Google Shape;10936;p79"/>
            <p:cNvSpPr/>
            <p:nvPr/>
          </p:nvSpPr>
          <p:spPr>
            <a:xfrm>
              <a:off x="7217915" y="4321126"/>
              <a:ext cx="68238" cy="25812"/>
            </a:xfrm>
            <a:custGeom>
              <a:rect b="b" l="l" r="r" t="t"/>
              <a:pathLst>
                <a:path extrusionOk="0" h="811" w="2144">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37" name="Google Shape;10937;p79"/>
          <p:cNvGrpSpPr/>
          <p:nvPr/>
        </p:nvGrpSpPr>
        <p:grpSpPr>
          <a:xfrm>
            <a:off x="7565408" y="4105182"/>
            <a:ext cx="248255" cy="361942"/>
            <a:chOff x="7565408" y="4279432"/>
            <a:chExt cx="248255" cy="361942"/>
          </a:xfrm>
        </p:grpSpPr>
        <p:sp>
          <p:nvSpPr>
            <p:cNvPr id="10938" name="Google Shape;10938;p79"/>
            <p:cNvSpPr/>
            <p:nvPr/>
          </p:nvSpPr>
          <p:spPr>
            <a:xfrm>
              <a:off x="7610126" y="4279432"/>
              <a:ext cx="158055" cy="236892"/>
            </a:xfrm>
            <a:custGeom>
              <a:rect b="b" l="l" r="r" t="t"/>
              <a:pathLst>
                <a:path extrusionOk="0" h="7443" w="4966">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9" name="Google Shape;10939;p79"/>
            <p:cNvSpPr/>
            <p:nvPr/>
          </p:nvSpPr>
          <p:spPr>
            <a:xfrm>
              <a:off x="7684411" y="4478004"/>
              <a:ext cx="10248" cy="38702"/>
            </a:xfrm>
            <a:custGeom>
              <a:rect b="b" l="l" r="r" t="t"/>
              <a:pathLst>
                <a:path extrusionOk="0" h="1216" w="322">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0" name="Google Shape;10940;p79"/>
            <p:cNvSpPr/>
            <p:nvPr/>
          </p:nvSpPr>
          <p:spPr>
            <a:xfrm>
              <a:off x="7638929" y="4489366"/>
              <a:ext cx="10248" cy="27340"/>
            </a:xfrm>
            <a:custGeom>
              <a:rect b="b" l="l" r="r" t="t"/>
              <a:pathLst>
                <a:path extrusionOk="0" h="859" w="322">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1" name="Google Shape;10941;p79"/>
            <p:cNvSpPr/>
            <p:nvPr/>
          </p:nvSpPr>
          <p:spPr>
            <a:xfrm>
              <a:off x="7729479" y="4489366"/>
              <a:ext cx="10662" cy="27340"/>
            </a:xfrm>
            <a:custGeom>
              <a:rect b="b" l="l" r="r" t="t"/>
              <a:pathLst>
                <a:path extrusionOk="0" h="859" w="335">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2" name="Google Shape;10942;p79"/>
            <p:cNvSpPr/>
            <p:nvPr/>
          </p:nvSpPr>
          <p:spPr>
            <a:xfrm>
              <a:off x="7673017" y="4608369"/>
              <a:ext cx="33005" cy="33005"/>
            </a:xfrm>
            <a:custGeom>
              <a:rect b="b" l="l" r="r" t="t"/>
              <a:pathLst>
                <a:path extrusionOk="0" h="1037" w="1037">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3" name="Google Shape;10943;p79"/>
            <p:cNvSpPr/>
            <p:nvPr/>
          </p:nvSpPr>
          <p:spPr>
            <a:xfrm>
              <a:off x="7565408" y="4608369"/>
              <a:ext cx="33387" cy="33005"/>
            </a:xfrm>
            <a:custGeom>
              <a:rect b="b" l="l" r="r" t="t"/>
              <a:pathLst>
                <a:path extrusionOk="0" h="1037" w="1049">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4" name="Google Shape;10944;p79"/>
            <p:cNvSpPr/>
            <p:nvPr/>
          </p:nvSpPr>
          <p:spPr>
            <a:xfrm>
              <a:off x="7780657" y="4608369"/>
              <a:ext cx="33005" cy="33005"/>
            </a:xfrm>
            <a:custGeom>
              <a:rect b="b" l="l" r="r" t="t"/>
              <a:pathLst>
                <a:path extrusionOk="0" h="1037" w="1037">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5" name="Google Shape;10945;p79"/>
            <p:cNvSpPr/>
            <p:nvPr/>
          </p:nvSpPr>
          <p:spPr>
            <a:xfrm>
              <a:off x="7596090" y="4528801"/>
              <a:ext cx="186859" cy="73362"/>
            </a:xfrm>
            <a:custGeom>
              <a:rect b="b" l="l" r="r" t="t"/>
              <a:pathLst>
                <a:path extrusionOk="0" h="2305" w="5871">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6" name="Google Shape;10946;p79"/>
          <p:cNvGrpSpPr/>
          <p:nvPr/>
        </p:nvGrpSpPr>
        <p:grpSpPr>
          <a:xfrm>
            <a:off x="6264109" y="4105182"/>
            <a:ext cx="225498" cy="361560"/>
            <a:chOff x="6264109" y="4279432"/>
            <a:chExt cx="225498" cy="361560"/>
          </a:xfrm>
        </p:grpSpPr>
        <p:sp>
          <p:nvSpPr>
            <p:cNvPr id="10947" name="Google Shape;10947;p79"/>
            <p:cNvSpPr/>
            <p:nvPr/>
          </p:nvSpPr>
          <p:spPr>
            <a:xfrm>
              <a:off x="6264109" y="4279432"/>
              <a:ext cx="225498" cy="361560"/>
            </a:xfrm>
            <a:custGeom>
              <a:rect b="b" l="l" r="r" t="t"/>
              <a:pathLst>
                <a:path extrusionOk="0" h="11360" w="7085">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8" name="Google Shape;10948;p79"/>
            <p:cNvSpPr/>
            <p:nvPr/>
          </p:nvSpPr>
          <p:spPr>
            <a:xfrm>
              <a:off x="6303129" y="4370395"/>
              <a:ext cx="146693" cy="106495"/>
            </a:xfrm>
            <a:custGeom>
              <a:rect b="b" l="l" r="r" t="t"/>
              <a:pathLst>
                <a:path extrusionOk="0" h="3346" w="4609">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9" name="Google Shape;10949;p79"/>
          <p:cNvGrpSpPr/>
          <p:nvPr/>
        </p:nvGrpSpPr>
        <p:grpSpPr>
          <a:xfrm>
            <a:off x="7929578" y="4110115"/>
            <a:ext cx="395266" cy="351312"/>
            <a:chOff x="7929578" y="4284365"/>
            <a:chExt cx="395266" cy="351312"/>
          </a:xfrm>
        </p:grpSpPr>
        <p:sp>
          <p:nvSpPr>
            <p:cNvPr id="10950" name="Google Shape;10950;p79"/>
            <p:cNvSpPr/>
            <p:nvPr/>
          </p:nvSpPr>
          <p:spPr>
            <a:xfrm>
              <a:off x="7954213" y="4588668"/>
              <a:ext cx="11394" cy="47009"/>
            </a:xfrm>
            <a:custGeom>
              <a:rect b="b" l="l" r="r" t="t"/>
              <a:pathLst>
                <a:path extrusionOk="0" h="1477" w="358">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1" name="Google Shape;10951;p79"/>
            <p:cNvSpPr/>
            <p:nvPr/>
          </p:nvSpPr>
          <p:spPr>
            <a:xfrm>
              <a:off x="7929578" y="4432522"/>
              <a:ext cx="213372" cy="203155"/>
            </a:xfrm>
            <a:custGeom>
              <a:rect b="b" l="l" r="r" t="t"/>
              <a:pathLst>
                <a:path extrusionOk="0" h="6383" w="6704">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2" name="Google Shape;10952;p79"/>
            <p:cNvSpPr/>
            <p:nvPr/>
          </p:nvSpPr>
          <p:spPr>
            <a:xfrm>
              <a:off x="8090243" y="4284365"/>
              <a:ext cx="234601" cy="196344"/>
            </a:xfrm>
            <a:custGeom>
              <a:rect b="b" l="l" r="r" t="t"/>
              <a:pathLst>
                <a:path extrusionOk="0" h="6169" w="7371">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3" name="Google Shape;10953;p79"/>
            <p:cNvSpPr/>
            <p:nvPr/>
          </p:nvSpPr>
          <p:spPr>
            <a:xfrm>
              <a:off x="8145591" y="4309382"/>
              <a:ext cx="136063" cy="135299"/>
            </a:xfrm>
            <a:custGeom>
              <a:rect b="b" l="l" r="r" t="t"/>
              <a:pathLst>
                <a:path extrusionOk="0" h="4251" w="4275">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54" name="Google Shape;10954;p79"/>
          <p:cNvGrpSpPr/>
          <p:nvPr/>
        </p:nvGrpSpPr>
        <p:grpSpPr>
          <a:xfrm>
            <a:off x="6595502" y="4149527"/>
            <a:ext cx="426315" cy="332826"/>
            <a:chOff x="6639652" y="4323777"/>
            <a:chExt cx="426315" cy="332826"/>
          </a:xfrm>
        </p:grpSpPr>
        <p:sp>
          <p:nvSpPr>
            <p:cNvPr id="10955" name="Google Shape;10955;p79"/>
            <p:cNvSpPr/>
            <p:nvPr/>
          </p:nvSpPr>
          <p:spPr>
            <a:xfrm>
              <a:off x="6639652" y="4323777"/>
              <a:ext cx="426315" cy="332826"/>
            </a:xfrm>
            <a:custGeom>
              <a:rect b="b" l="l" r="r" t="t"/>
              <a:pathLst>
                <a:path extrusionOk="0" h="8562" w="10967">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6" name="Google Shape;10956;p79"/>
            <p:cNvSpPr/>
            <p:nvPr/>
          </p:nvSpPr>
          <p:spPr>
            <a:xfrm>
              <a:off x="6830793" y="4458937"/>
              <a:ext cx="41244" cy="85675"/>
            </a:xfrm>
            <a:custGeom>
              <a:rect b="b" l="l" r="r" t="t"/>
              <a:pathLst>
                <a:path extrusionOk="0" h="2204" w="1061">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7" name="Google Shape;10957;p79"/>
            <p:cNvSpPr/>
            <p:nvPr/>
          </p:nvSpPr>
          <p:spPr>
            <a:xfrm>
              <a:off x="6879423" y="4426556"/>
              <a:ext cx="41205" cy="118522"/>
            </a:xfrm>
            <a:custGeom>
              <a:rect b="b" l="l" r="r" t="t"/>
              <a:pathLst>
                <a:path extrusionOk="0" h="3049" w="106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8" name="Google Shape;10958;p79"/>
            <p:cNvSpPr/>
            <p:nvPr/>
          </p:nvSpPr>
          <p:spPr>
            <a:xfrm>
              <a:off x="6927549" y="4443194"/>
              <a:ext cx="41205" cy="101418"/>
            </a:xfrm>
            <a:custGeom>
              <a:rect b="b" l="l" r="r" t="t"/>
              <a:pathLst>
                <a:path extrusionOk="0" h="2609" w="106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9" name="Google Shape;10959;p79"/>
            <p:cNvSpPr/>
            <p:nvPr/>
          </p:nvSpPr>
          <p:spPr>
            <a:xfrm>
              <a:off x="6976141" y="4387645"/>
              <a:ext cx="41244" cy="156967"/>
            </a:xfrm>
            <a:custGeom>
              <a:rect b="b" l="l" r="r" t="t"/>
              <a:pathLst>
                <a:path extrusionOk="0" h="4038" w="1061">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0" name="Google Shape;10960;p79"/>
            <p:cNvSpPr/>
            <p:nvPr/>
          </p:nvSpPr>
          <p:spPr>
            <a:xfrm>
              <a:off x="6745193" y="4404321"/>
              <a:ext cx="50029" cy="13916"/>
            </a:xfrm>
            <a:custGeom>
              <a:rect b="b" l="l" r="r" t="t"/>
              <a:pathLst>
                <a:path extrusionOk="0" h="358" w="1287">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1" name="Google Shape;10961;p79"/>
            <p:cNvSpPr/>
            <p:nvPr/>
          </p:nvSpPr>
          <p:spPr>
            <a:xfrm>
              <a:off x="6745193" y="4426090"/>
              <a:ext cx="69465" cy="13916"/>
            </a:xfrm>
            <a:custGeom>
              <a:rect b="b" l="l" r="r" t="t"/>
              <a:pathLst>
                <a:path extrusionOk="0" h="358" w="1787">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2" name="Google Shape;10962;p79"/>
            <p:cNvSpPr/>
            <p:nvPr/>
          </p:nvSpPr>
          <p:spPr>
            <a:xfrm>
              <a:off x="6745193" y="4447353"/>
              <a:ext cx="69465" cy="13955"/>
            </a:xfrm>
            <a:custGeom>
              <a:rect b="b" l="l" r="r" t="t"/>
              <a:pathLst>
                <a:path extrusionOk="0" h="359" w="1787">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3" name="Google Shape;10963;p79"/>
            <p:cNvSpPr/>
            <p:nvPr/>
          </p:nvSpPr>
          <p:spPr>
            <a:xfrm>
              <a:off x="6745193" y="4468189"/>
              <a:ext cx="69465" cy="13916"/>
            </a:xfrm>
            <a:custGeom>
              <a:rect b="b" l="l" r="r" t="t"/>
              <a:pathLst>
                <a:path extrusionOk="0" h="358" w="1787">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4" name="Google Shape;10964;p79"/>
            <p:cNvSpPr/>
            <p:nvPr/>
          </p:nvSpPr>
          <p:spPr>
            <a:xfrm>
              <a:off x="6684551" y="4528830"/>
              <a:ext cx="83809" cy="83809"/>
            </a:xfrm>
            <a:custGeom>
              <a:rect b="b" l="l" r="r" t="t"/>
              <a:pathLst>
                <a:path extrusionOk="0" h="2156" w="2156">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65" name="Google Shape;10965;p79"/>
          <p:cNvGrpSpPr/>
          <p:nvPr/>
        </p:nvGrpSpPr>
        <p:grpSpPr>
          <a:xfrm>
            <a:off x="5357662" y="4123387"/>
            <a:ext cx="287275" cy="326296"/>
            <a:chOff x="5357662" y="4297637"/>
            <a:chExt cx="287275" cy="326296"/>
          </a:xfrm>
        </p:grpSpPr>
        <p:sp>
          <p:nvSpPr>
            <p:cNvPr id="10966" name="Google Shape;10966;p79"/>
            <p:cNvSpPr/>
            <p:nvPr/>
          </p:nvSpPr>
          <p:spPr>
            <a:xfrm>
              <a:off x="5357662" y="4385545"/>
              <a:ext cx="287275" cy="238388"/>
            </a:xfrm>
            <a:custGeom>
              <a:rect b="b" l="l" r="r" t="t"/>
              <a:pathLst>
                <a:path extrusionOk="0" h="7490" w="9026">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7" name="Google Shape;10967;p79"/>
            <p:cNvSpPr/>
            <p:nvPr/>
          </p:nvSpPr>
          <p:spPr>
            <a:xfrm>
              <a:off x="5377363" y="4576542"/>
              <a:ext cx="62191" cy="10248"/>
            </a:xfrm>
            <a:custGeom>
              <a:rect b="b" l="l" r="r" t="t"/>
              <a:pathLst>
                <a:path extrusionOk="0" h="322" w="1954">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8" name="Google Shape;10968;p79"/>
            <p:cNvSpPr/>
            <p:nvPr/>
          </p:nvSpPr>
          <p:spPr>
            <a:xfrm>
              <a:off x="5470204" y="4495827"/>
              <a:ext cx="62191" cy="10630"/>
            </a:xfrm>
            <a:custGeom>
              <a:rect b="b" l="l" r="r" t="t"/>
              <a:pathLst>
                <a:path extrusionOk="0" h="334" w="1954">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9" name="Google Shape;10969;p79"/>
            <p:cNvSpPr/>
            <p:nvPr/>
          </p:nvSpPr>
          <p:spPr>
            <a:xfrm>
              <a:off x="5562694" y="4409798"/>
              <a:ext cx="62159" cy="10280"/>
            </a:xfrm>
            <a:custGeom>
              <a:rect b="b" l="l" r="r" t="t"/>
              <a:pathLst>
                <a:path extrusionOk="0" h="323" w="1953">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0" name="Google Shape;10970;p79"/>
            <p:cNvSpPr/>
            <p:nvPr/>
          </p:nvSpPr>
          <p:spPr>
            <a:xfrm>
              <a:off x="5358043" y="4297637"/>
              <a:ext cx="238388" cy="237624"/>
            </a:xfrm>
            <a:custGeom>
              <a:rect b="b" l="l" r="r" t="t"/>
              <a:pathLst>
                <a:path extrusionOk="0" h="7466" w="749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71" name="Google Shape;10971;p79"/>
          <p:cNvGrpSpPr/>
          <p:nvPr/>
        </p:nvGrpSpPr>
        <p:grpSpPr>
          <a:xfrm>
            <a:off x="5774124" y="4120300"/>
            <a:ext cx="331611" cy="331674"/>
            <a:chOff x="5774124" y="4294550"/>
            <a:chExt cx="331611" cy="331674"/>
          </a:xfrm>
        </p:grpSpPr>
        <p:sp>
          <p:nvSpPr>
            <p:cNvPr id="10972" name="Google Shape;10972;p79"/>
            <p:cNvSpPr/>
            <p:nvPr/>
          </p:nvSpPr>
          <p:spPr>
            <a:xfrm>
              <a:off x="5774124" y="4419664"/>
              <a:ext cx="331611" cy="206560"/>
            </a:xfrm>
            <a:custGeom>
              <a:rect b="b" l="l" r="r" t="t"/>
              <a:pathLst>
                <a:path extrusionOk="0" h="6490" w="10419">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3" name="Google Shape;10973;p79"/>
            <p:cNvSpPr/>
            <p:nvPr/>
          </p:nvSpPr>
          <p:spPr>
            <a:xfrm>
              <a:off x="5778294" y="4294550"/>
              <a:ext cx="316461" cy="191442"/>
            </a:xfrm>
            <a:custGeom>
              <a:rect b="b" l="l" r="r" t="t"/>
              <a:pathLst>
                <a:path extrusionOk="0" h="6015" w="9943">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74" name="Google Shape;10974;p79"/>
          <p:cNvGrpSpPr/>
          <p:nvPr/>
        </p:nvGrpSpPr>
        <p:grpSpPr>
          <a:xfrm>
            <a:off x="4890434" y="4113139"/>
            <a:ext cx="345997" cy="346029"/>
            <a:chOff x="4890434" y="4287389"/>
            <a:chExt cx="345997" cy="346029"/>
          </a:xfrm>
        </p:grpSpPr>
        <p:sp>
          <p:nvSpPr>
            <p:cNvPr id="10975" name="Google Shape;10975;p79"/>
            <p:cNvSpPr/>
            <p:nvPr/>
          </p:nvSpPr>
          <p:spPr>
            <a:xfrm>
              <a:off x="5111349" y="4400695"/>
              <a:ext cx="54998" cy="54998"/>
            </a:xfrm>
            <a:custGeom>
              <a:rect b="b" l="l" r="r" t="t"/>
              <a:pathLst>
                <a:path extrusionOk="0" h="1728" w="1728">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6" name="Google Shape;10976;p79"/>
            <p:cNvSpPr/>
            <p:nvPr/>
          </p:nvSpPr>
          <p:spPr>
            <a:xfrm>
              <a:off x="5113640" y="4466642"/>
              <a:ext cx="70498" cy="51179"/>
            </a:xfrm>
            <a:custGeom>
              <a:rect b="b" l="l" r="r" t="t"/>
              <a:pathLst>
                <a:path extrusionOk="0" h="1608" w="2215">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7" name="Google Shape;10977;p79"/>
            <p:cNvSpPr/>
            <p:nvPr/>
          </p:nvSpPr>
          <p:spPr>
            <a:xfrm>
              <a:off x="4943490" y="4467023"/>
              <a:ext cx="70880" cy="51179"/>
            </a:xfrm>
            <a:custGeom>
              <a:rect b="b" l="l" r="r" t="t"/>
              <a:pathLst>
                <a:path extrusionOk="0" h="1608" w="2227">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8" name="Google Shape;10978;p79"/>
            <p:cNvSpPr/>
            <p:nvPr/>
          </p:nvSpPr>
          <p:spPr>
            <a:xfrm>
              <a:off x="4961282" y="4400695"/>
              <a:ext cx="54616" cy="54998"/>
            </a:xfrm>
            <a:custGeom>
              <a:rect b="b" l="l" r="r" t="t"/>
              <a:pathLst>
                <a:path extrusionOk="0" h="1728" w="1716">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9" name="Google Shape;10979;p79"/>
            <p:cNvSpPr/>
            <p:nvPr/>
          </p:nvSpPr>
          <p:spPr>
            <a:xfrm>
              <a:off x="5028374" y="4386691"/>
              <a:ext cx="71262" cy="70880"/>
            </a:xfrm>
            <a:custGeom>
              <a:rect b="b" l="l" r="r" t="t"/>
              <a:pathLst>
                <a:path extrusionOk="0" h="2227" w="2239">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0" name="Google Shape;10980;p79"/>
            <p:cNvSpPr/>
            <p:nvPr/>
          </p:nvSpPr>
          <p:spPr>
            <a:xfrm>
              <a:off x="5004122" y="4468901"/>
              <a:ext cx="120149" cy="65596"/>
            </a:xfrm>
            <a:custGeom>
              <a:rect b="b" l="l" r="r" t="t"/>
              <a:pathLst>
                <a:path extrusionOk="0" h="2061" w="3775">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1" name="Google Shape;10981;p79"/>
            <p:cNvSpPr/>
            <p:nvPr/>
          </p:nvSpPr>
          <p:spPr>
            <a:xfrm>
              <a:off x="4890434" y="4287389"/>
              <a:ext cx="345997" cy="346029"/>
            </a:xfrm>
            <a:custGeom>
              <a:rect b="b" l="l" r="r" t="t"/>
              <a:pathLst>
                <a:path extrusionOk="0" h="10872" w="10871">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82" name="Google Shape;10982;p79"/>
          <p:cNvGrpSpPr/>
          <p:nvPr/>
        </p:nvGrpSpPr>
        <p:grpSpPr>
          <a:xfrm>
            <a:off x="2165809" y="3636809"/>
            <a:ext cx="422542" cy="342973"/>
            <a:chOff x="2165809" y="3811059"/>
            <a:chExt cx="422542" cy="342973"/>
          </a:xfrm>
        </p:grpSpPr>
        <p:sp>
          <p:nvSpPr>
            <p:cNvPr id="10983" name="Google Shape;10983;p79"/>
            <p:cNvSpPr/>
            <p:nvPr/>
          </p:nvSpPr>
          <p:spPr>
            <a:xfrm>
              <a:off x="2165809" y="3811059"/>
              <a:ext cx="422542" cy="342973"/>
            </a:xfrm>
            <a:custGeom>
              <a:rect b="b" l="l" r="r" t="t"/>
              <a:pathLst>
                <a:path extrusionOk="0" h="10776" w="13276">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4" name="Google Shape;10984;p79"/>
            <p:cNvSpPr/>
            <p:nvPr/>
          </p:nvSpPr>
          <p:spPr>
            <a:xfrm>
              <a:off x="2193085" y="3877387"/>
              <a:ext cx="368753" cy="12158"/>
            </a:xfrm>
            <a:custGeom>
              <a:rect b="b" l="l" r="r" t="t"/>
              <a:pathLst>
                <a:path extrusionOk="0" h="382" w="11586">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5" name="Google Shape;10985;p79"/>
            <p:cNvSpPr/>
            <p:nvPr/>
          </p:nvSpPr>
          <p:spPr>
            <a:xfrm>
              <a:off x="2212404" y="3930062"/>
              <a:ext cx="51942" cy="12158"/>
            </a:xfrm>
            <a:custGeom>
              <a:rect b="b" l="l" r="r" t="t"/>
              <a:pathLst>
                <a:path extrusionOk="0" h="382" w="1632">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6" name="Google Shape;10986;p79"/>
            <p:cNvSpPr/>
            <p:nvPr/>
          </p:nvSpPr>
          <p:spPr>
            <a:xfrm>
              <a:off x="2305245" y="3930062"/>
              <a:ext cx="51974" cy="12158"/>
            </a:xfrm>
            <a:custGeom>
              <a:rect b="b" l="l" r="r" t="t"/>
              <a:pathLst>
                <a:path extrusionOk="0" h="382" w="1633">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7" name="Google Shape;10987;p79"/>
            <p:cNvSpPr/>
            <p:nvPr/>
          </p:nvSpPr>
          <p:spPr>
            <a:xfrm>
              <a:off x="2489813" y="3930062"/>
              <a:ext cx="52324" cy="12158"/>
            </a:xfrm>
            <a:custGeom>
              <a:rect b="b" l="l" r="r" t="t"/>
              <a:pathLst>
                <a:path extrusionOk="0" h="382" w="1644">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8" name="Google Shape;10988;p79"/>
            <p:cNvSpPr/>
            <p:nvPr/>
          </p:nvSpPr>
          <p:spPr>
            <a:xfrm>
              <a:off x="2212404" y="3983118"/>
              <a:ext cx="51942" cy="12158"/>
            </a:xfrm>
            <a:custGeom>
              <a:rect b="b" l="l" r="r" t="t"/>
              <a:pathLst>
                <a:path extrusionOk="0" h="382" w="1632">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9" name="Google Shape;10989;p79"/>
            <p:cNvSpPr/>
            <p:nvPr/>
          </p:nvSpPr>
          <p:spPr>
            <a:xfrm>
              <a:off x="2397736" y="3983118"/>
              <a:ext cx="51942" cy="12158"/>
            </a:xfrm>
            <a:custGeom>
              <a:rect b="b" l="l" r="r" t="t"/>
              <a:pathLst>
                <a:path extrusionOk="0" h="382" w="1632">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0" name="Google Shape;10990;p79"/>
            <p:cNvSpPr/>
            <p:nvPr/>
          </p:nvSpPr>
          <p:spPr>
            <a:xfrm>
              <a:off x="2212404" y="4036175"/>
              <a:ext cx="51942" cy="12158"/>
            </a:xfrm>
            <a:custGeom>
              <a:rect b="b" l="l" r="r" t="t"/>
              <a:pathLst>
                <a:path extrusionOk="0" h="382" w="1632">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1" name="Google Shape;10991;p79"/>
            <p:cNvSpPr/>
            <p:nvPr/>
          </p:nvSpPr>
          <p:spPr>
            <a:xfrm>
              <a:off x="2305245" y="4036175"/>
              <a:ext cx="51974" cy="12158"/>
            </a:xfrm>
            <a:custGeom>
              <a:rect b="b" l="l" r="r" t="t"/>
              <a:pathLst>
                <a:path extrusionOk="0" h="382" w="1633">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2" name="Google Shape;10992;p79"/>
            <p:cNvSpPr/>
            <p:nvPr/>
          </p:nvSpPr>
          <p:spPr>
            <a:xfrm>
              <a:off x="2489813" y="4036175"/>
              <a:ext cx="52324" cy="12158"/>
            </a:xfrm>
            <a:custGeom>
              <a:rect b="b" l="l" r="r" t="t"/>
              <a:pathLst>
                <a:path extrusionOk="0" h="382" w="1644">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3" name="Google Shape;10993;p79"/>
            <p:cNvSpPr/>
            <p:nvPr/>
          </p:nvSpPr>
          <p:spPr>
            <a:xfrm>
              <a:off x="2305245" y="4088467"/>
              <a:ext cx="51974" cy="12540"/>
            </a:xfrm>
            <a:custGeom>
              <a:rect b="b" l="l" r="r" t="t"/>
              <a:pathLst>
                <a:path extrusionOk="0" h="394" w="1633">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4" name="Google Shape;10994;p79"/>
            <p:cNvSpPr/>
            <p:nvPr/>
          </p:nvSpPr>
          <p:spPr>
            <a:xfrm>
              <a:off x="2397736" y="4088467"/>
              <a:ext cx="51942" cy="12540"/>
            </a:xfrm>
            <a:custGeom>
              <a:rect b="b" l="l" r="r" t="t"/>
              <a:pathLst>
                <a:path extrusionOk="0" h="394" w="1632">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5" name="Google Shape;10995;p79"/>
            <p:cNvSpPr/>
            <p:nvPr/>
          </p:nvSpPr>
          <p:spPr>
            <a:xfrm>
              <a:off x="2489813" y="4088467"/>
              <a:ext cx="52324" cy="12540"/>
            </a:xfrm>
            <a:custGeom>
              <a:rect b="b" l="l" r="r" t="t"/>
              <a:pathLst>
                <a:path extrusionOk="0" h="394" w="1644">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6" name="Google Shape;10996;p79"/>
            <p:cNvSpPr/>
            <p:nvPr/>
          </p:nvSpPr>
          <p:spPr>
            <a:xfrm>
              <a:off x="2304863" y="3969751"/>
              <a:ext cx="53088" cy="38766"/>
            </a:xfrm>
            <a:custGeom>
              <a:rect b="b" l="l" r="r" t="t"/>
              <a:pathLst>
                <a:path extrusionOk="0" h="1218" w="1668">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7" name="Google Shape;10997;p79"/>
            <p:cNvSpPr/>
            <p:nvPr/>
          </p:nvSpPr>
          <p:spPr>
            <a:xfrm>
              <a:off x="2489813" y="3969751"/>
              <a:ext cx="53088" cy="38766"/>
            </a:xfrm>
            <a:custGeom>
              <a:rect b="b" l="l" r="r" t="t"/>
              <a:pathLst>
                <a:path extrusionOk="0" h="1218" w="1668">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8" name="Google Shape;10998;p79"/>
            <p:cNvSpPr/>
            <p:nvPr/>
          </p:nvSpPr>
          <p:spPr>
            <a:xfrm>
              <a:off x="2396972" y="4022807"/>
              <a:ext cx="53088" cy="38766"/>
            </a:xfrm>
            <a:custGeom>
              <a:rect b="b" l="l" r="r" t="t"/>
              <a:pathLst>
                <a:path extrusionOk="0" h="1218" w="1668">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9" name="Google Shape;10999;p79"/>
            <p:cNvSpPr/>
            <p:nvPr/>
          </p:nvSpPr>
          <p:spPr>
            <a:xfrm>
              <a:off x="2212404" y="4075386"/>
              <a:ext cx="53088" cy="38861"/>
            </a:xfrm>
            <a:custGeom>
              <a:rect b="b" l="l" r="r" t="t"/>
              <a:pathLst>
                <a:path extrusionOk="0" h="1221" w="1668">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0" name="Google Shape;11000;p79"/>
            <p:cNvSpPr/>
            <p:nvPr/>
          </p:nvSpPr>
          <p:spPr>
            <a:xfrm>
              <a:off x="2396972" y="3916694"/>
              <a:ext cx="53088" cy="38798"/>
            </a:xfrm>
            <a:custGeom>
              <a:rect b="b" l="l" r="r" t="t"/>
              <a:pathLst>
                <a:path extrusionOk="0" h="1219" w="1668">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01" name="Google Shape;11001;p79"/>
          <p:cNvSpPr/>
          <p:nvPr/>
        </p:nvSpPr>
        <p:spPr>
          <a:xfrm>
            <a:off x="6217513" y="3223401"/>
            <a:ext cx="347524" cy="289917"/>
          </a:xfrm>
          <a:custGeom>
            <a:rect b="b" l="l" r="r" t="t"/>
            <a:pathLst>
              <a:path extrusionOk="0" h="9109" w="10919">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02" name="Google Shape;11002;p79"/>
          <p:cNvGrpSpPr/>
          <p:nvPr/>
        </p:nvGrpSpPr>
        <p:grpSpPr>
          <a:xfrm>
            <a:off x="903530" y="3631875"/>
            <a:ext cx="264550" cy="353222"/>
            <a:chOff x="903530" y="3806125"/>
            <a:chExt cx="264550" cy="353222"/>
          </a:xfrm>
        </p:grpSpPr>
        <p:sp>
          <p:nvSpPr>
            <p:cNvPr id="11003" name="Google Shape;11003;p79"/>
            <p:cNvSpPr/>
            <p:nvPr/>
          </p:nvSpPr>
          <p:spPr>
            <a:xfrm>
              <a:off x="926637" y="3839321"/>
              <a:ext cx="173237" cy="162002"/>
            </a:xfrm>
            <a:custGeom>
              <a:rect b="b" l="l" r="r" t="t"/>
              <a:pathLst>
                <a:path extrusionOk="0" h="5090" w="5443">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4" name="Google Shape;11004;p79"/>
            <p:cNvSpPr/>
            <p:nvPr/>
          </p:nvSpPr>
          <p:spPr>
            <a:xfrm>
              <a:off x="903530" y="3806125"/>
              <a:ext cx="264550" cy="353222"/>
            </a:xfrm>
            <a:custGeom>
              <a:rect b="b" l="l" r="r" t="t"/>
              <a:pathLst>
                <a:path extrusionOk="0" h="11098" w="8312">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5" name="Google Shape;11005;p79"/>
            <p:cNvSpPr/>
            <p:nvPr/>
          </p:nvSpPr>
          <p:spPr>
            <a:xfrm>
              <a:off x="1008879" y="3904059"/>
              <a:ext cx="54966" cy="18460"/>
            </a:xfrm>
            <a:custGeom>
              <a:rect b="b" l="l" r="r" t="t"/>
              <a:pathLst>
                <a:path extrusionOk="0" h="580" w="1727">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6" name="Google Shape;11006;p79"/>
            <p:cNvSpPr/>
            <p:nvPr/>
          </p:nvSpPr>
          <p:spPr>
            <a:xfrm>
              <a:off x="972118" y="3872072"/>
              <a:ext cx="172473" cy="164866"/>
            </a:xfrm>
            <a:custGeom>
              <a:rect b="b" l="l" r="r" t="t"/>
              <a:pathLst>
                <a:path extrusionOk="0" h="5180" w="5419">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07" name="Google Shape;11007;p79"/>
          <p:cNvGrpSpPr/>
          <p:nvPr/>
        </p:nvGrpSpPr>
        <p:grpSpPr>
          <a:xfrm>
            <a:off x="850092" y="3178684"/>
            <a:ext cx="369517" cy="375660"/>
            <a:chOff x="850092" y="3352934"/>
            <a:chExt cx="369517" cy="375660"/>
          </a:xfrm>
        </p:grpSpPr>
        <p:sp>
          <p:nvSpPr>
            <p:cNvPr id="11008" name="Google Shape;11008;p79"/>
            <p:cNvSpPr/>
            <p:nvPr/>
          </p:nvSpPr>
          <p:spPr>
            <a:xfrm>
              <a:off x="969859" y="3475692"/>
              <a:ext cx="53088" cy="53088"/>
            </a:xfrm>
            <a:custGeom>
              <a:rect b="b" l="l" r="r" t="t"/>
              <a:pathLst>
                <a:path extrusionOk="0" h="1668" w="1668">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9" name="Google Shape;11009;p79"/>
            <p:cNvSpPr/>
            <p:nvPr/>
          </p:nvSpPr>
          <p:spPr>
            <a:xfrm>
              <a:off x="1046786" y="3552237"/>
              <a:ext cx="53088" cy="53088"/>
            </a:xfrm>
            <a:custGeom>
              <a:rect b="b" l="l" r="r" t="t"/>
              <a:pathLst>
                <a:path extrusionOk="0" h="1668" w="1668">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0" name="Google Shape;11010;p79"/>
            <p:cNvSpPr/>
            <p:nvPr/>
          </p:nvSpPr>
          <p:spPr>
            <a:xfrm>
              <a:off x="984245" y="3485272"/>
              <a:ext cx="106527" cy="104999"/>
            </a:xfrm>
            <a:custGeom>
              <a:rect b="b" l="l" r="r" t="t"/>
              <a:pathLst>
                <a:path extrusionOk="0" h="3299" w="3347">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1" name="Google Shape;11011;p79"/>
            <p:cNvSpPr/>
            <p:nvPr/>
          </p:nvSpPr>
          <p:spPr>
            <a:xfrm>
              <a:off x="922850" y="3428715"/>
              <a:ext cx="223620" cy="223620"/>
            </a:xfrm>
            <a:custGeom>
              <a:rect b="b" l="l" r="r" t="t"/>
              <a:pathLst>
                <a:path extrusionOk="0" h="7026" w="7026">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2" name="Google Shape;11012;p79"/>
            <p:cNvSpPr/>
            <p:nvPr/>
          </p:nvSpPr>
          <p:spPr>
            <a:xfrm>
              <a:off x="850092" y="3352934"/>
              <a:ext cx="369517" cy="375660"/>
            </a:xfrm>
            <a:custGeom>
              <a:rect b="b" l="l" r="r" t="t"/>
              <a:pathLst>
                <a:path extrusionOk="0" h="11803" w="1161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13" name="Google Shape;11013;p79"/>
          <p:cNvGrpSpPr/>
          <p:nvPr/>
        </p:nvGrpSpPr>
        <p:grpSpPr>
          <a:xfrm>
            <a:off x="2611458" y="3642124"/>
            <a:ext cx="426329" cy="332375"/>
            <a:chOff x="2611458" y="3816374"/>
            <a:chExt cx="426329" cy="332375"/>
          </a:xfrm>
        </p:grpSpPr>
        <p:sp>
          <p:nvSpPr>
            <p:cNvPr id="11014" name="Google Shape;11014;p79"/>
            <p:cNvSpPr/>
            <p:nvPr/>
          </p:nvSpPr>
          <p:spPr>
            <a:xfrm>
              <a:off x="2611458" y="3816374"/>
              <a:ext cx="426329" cy="332375"/>
            </a:xfrm>
            <a:custGeom>
              <a:rect b="b" l="l" r="r" t="t"/>
              <a:pathLst>
                <a:path extrusionOk="0" h="10443" w="13395">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5" name="Google Shape;11015;p79"/>
            <p:cNvSpPr/>
            <p:nvPr/>
          </p:nvSpPr>
          <p:spPr>
            <a:xfrm>
              <a:off x="2803568" y="3950909"/>
              <a:ext cx="40198" cy="85648"/>
            </a:xfrm>
            <a:custGeom>
              <a:rect b="b" l="l" r="r" t="t"/>
              <a:pathLst>
                <a:path extrusionOk="0" h="2691" w="1263">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6" name="Google Shape;11016;p79"/>
            <p:cNvSpPr/>
            <p:nvPr/>
          </p:nvSpPr>
          <p:spPr>
            <a:xfrm>
              <a:off x="2851691" y="3917935"/>
              <a:ext cx="40580" cy="118621"/>
            </a:xfrm>
            <a:custGeom>
              <a:rect b="b" l="l" r="r" t="t"/>
              <a:pathLst>
                <a:path extrusionOk="0" h="3727" w="1275">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7" name="Google Shape;11017;p79"/>
            <p:cNvSpPr/>
            <p:nvPr/>
          </p:nvSpPr>
          <p:spPr>
            <a:xfrm>
              <a:off x="2900197" y="3934995"/>
              <a:ext cx="40198" cy="101562"/>
            </a:xfrm>
            <a:custGeom>
              <a:rect b="b" l="l" r="r" t="t"/>
              <a:pathLst>
                <a:path extrusionOk="0" h="3191" w="1263">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8" name="Google Shape;11018;p79"/>
            <p:cNvSpPr/>
            <p:nvPr/>
          </p:nvSpPr>
          <p:spPr>
            <a:xfrm>
              <a:off x="2948320" y="3879265"/>
              <a:ext cx="40580" cy="156941"/>
            </a:xfrm>
            <a:custGeom>
              <a:rect b="b" l="l" r="r" t="t"/>
              <a:pathLst>
                <a:path extrusionOk="0" h="4931" w="1275">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9" name="Google Shape;11019;p79"/>
            <p:cNvSpPr/>
            <p:nvPr/>
          </p:nvSpPr>
          <p:spPr>
            <a:xfrm>
              <a:off x="2716807" y="3896325"/>
              <a:ext cx="49269" cy="13304"/>
            </a:xfrm>
            <a:custGeom>
              <a:rect b="b" l="l" r="r" t="t"/>
              <a:pathLst>
                <a:path extrusionOk="0" h="418" w="1548">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0" name="Google Shape;11020;p79"/>
            <p:cNvSpPr/>
            <p:nvPr/>
          </p:nvSpPr>
          <p:spPr>
            <a:xfrm>
              <a:off x="2717157" y="3917553"/>
              <a:ext cx="69002" cy="13304"/>
            </a:xfrm>
            <a:custGeom>
              <a:rect b="b" l="l" r="r" t="t"/>
              <a:pathLst>
                <a:path extrusionOk="0" h="418" w="2168">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1" name="Google Shape;11021;p79"/>
            <p:cNvSpPr/>
            <p:nvPr/>
          </p:nvSpPr>
          <p:spPr>
            <a:xfrm>
              <a:off x="2717157" y="3938782"/>
              <a:ext cx="69002" cy="13272"/>
            </a:xfrm>
            <a:custGeom>
              <a:rect b="b" l="l" r="r" t="t"/>
              <a:pathLst>
                <a:path extrusionOk="0" h="417" w="2168">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2" name="Google Shape;11022;p79"/>
            <p:cNvSpPr/>
            <p:nvPr/>
          </p:nvSpPr>
          <p:spPr>
            <a:xfrm>
              <a:off x="2717157" y="3960361"/>
              <a:ext cx="69002" cy="13304"/>
            </a:xfrm>
            <a:custGeom>
              <a:rect b="b" l="l" r="r" t="t"/>
              <a:pathLst>
                <a:path extrusionOk="0" h="418" w="2168">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3" name="Google Shape;11023;p79"/>
            <p:cNvSpPr/>
            <p:nvPr/>
          </p:nvSpPr>
          <p:spPr>
            <a:xfrm>
              <a:off x="2655793" y="4020993"/>
              <a:ext cx="84152" cy="82656"/>
            </a:xfrm>
            <a:custGeom>
              <a:rect b="b" l="l" r="r" t="t"/>
              <a:pathLst>
                <a:path extrusionOk="0" h="2597" w="2644">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24" name="Google Shape;11024;p79"/>
          <p:cNvSpPr/>
          <p:nvPr/>
        </p:nvSpPr>
        <p:spPr>
          <a:xfrm>
            <a:off x="1752752" y="3629616"/>
            <a:ext cx="356245" cy="356627"/>
          </a:xfrm>
          <a:custGeom>
            <a:rect b="b" l="l" r="r" t="t"/>
            <a:pathLst>
              <a:path extrusionOk="0" h="11205" w="11193">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25" name="Google Shape;11025;p79"/>
          <p:cNvGrpSpPr/>
          <p:nvPr/>
        </p:nvGrpSpPr>
        <p:grpSpPr>
          <a:xfrm>
            <a:off x="4019984" y="3631143"/>
            <a:ext cx="293704" cy="353954"/>
            <a:chOff x="4019984" y="3805393"/>
            <a:chExt cx="293704" cy="353954"/>
          </a:xfrm>
        </p:grpSpPr>
        <p:sp>
          <p:nvSpPr>
            <p:cNvPr id="11026" name="Google Shape;11026;p79"/>
            <p:cNvSpPr/>
            <p:nvPr/>
          </p:nvSpPr>
          <p:spPr>
            <a:xfrm>
              <a:off x="4019984" y="3805393"/>
              <a:ext cx="293704" cy="353954"/>
            </a:xfrm>
            <a:custGeom>
              <a:rect b="b" l="l" r="r" t="t"/>
              <a:pathLst>
                <a:path extrusionOk="0" h="11121" w="9228">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7" name="Google Shape;11027;p79"/>
            <p:cNvSpPr/>
            <p:nvPr/>
          </p:nvSpPr>
          <p:spPr>
            <a:xfrm>
              <a:off x="4118903" y="3867139"/>
              <a:ext cx="93987" cy="87971"/>
            </a:xfrm>
            <a:custGeom>
              <a:rect b="b" l="l" r="r" t="t"/>
              <a:pathLst>
                <a:path extrusionOk="0" h="2764" w="2953">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28" name="Google Shape;11028;p79"/>
          <p:cNvGrpSpPr/>
          <p:nvPr/>
        </p:nvGrpSpPr>
        <p:grpSpPr>
          <a:xfrm>
            <a:off x="8006505" y="3215794"/>
            <a:ext cx="323654" cy="303189"/>
            <a:chOff x="8006505" y="3390044"/>
            <a:chExt cx="323654" cy="303189"/>
          </a:xfrm>
        </p:grpSpPr>
        <p:sp>
          <p:nvSpPr>
            <p:cNvPr id="11029" name="Google Shape;11029;p79"/>
            <p:cNvSpPr/>
            <p:nvPr/>
          </p:nvSpPr>
          <p:spPr>
            <a:xfrm>
              <a:off x="8006505" y="3390044"/>
              <a:ext cx="323654" cy="303189"/>
            </a:xfrm>
            <a:custGeom>
              <a:rect b="b" l="l" r="r" t="t"/>
              <a:pathLst>
                <a:path extrusionOk="0" h="9526" w="10169">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0" name="Google Shape;11030;p79"/>
            <p:cNvSpPr/>
            <p:nvPr/>
          </p:nvSpPr>
          <p:spPr>
            <a:xfrm>
              <a:off x="8148997" y="3444247"/>
              <a:ext cx="37907" cy="37938"/>
            </a:xfrm>
            <a:custGeom>
              <a:rect b="b" l="l" r="r" t="t"/>
              <a:pathLst>
                <a:path extrusionOk="0" h="1192" w="1191">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1" name="Google Shape;11031;p79"/>
            <p:cNvSpPr/>
            <p:nvPr/>
          </p:nvSpPr>
          <p:spPr>
            <a:xfrm>
              <a:off x="8089861" y="3526871"/>
              <a:ext cx="165630" cy="104617"/>
            </a:xfrm>
            <a:custGeom>
              <a:rect b="b" l="l" r="r" t="t"/>
              <a:pathLst>
                <a:path extrusionOk="0" h="3287" w="5204">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2" name="Google Shape;11032;p79"/>
            <p:cNvSpPr/>
            <p:nvPr/>
          </p:nvSpPr>
          <p:spPr>
            <a:xfrm>
              <a:off x="8067519" y="3519742"/>
              <a:ext cx="32241" cy="30268"/>
            </a:xfrm>
            <a:custGeom>
              <a:rect b="b" l="l" r="r" t="t"/>
              <a:pathLst>
                <a:path extrusionOk="0" h="951" w="1013">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3" name="Google Shape;11033;p79"/>
            <p:cNvSpPr/>
            <p:nvPr/>
          </p:nvSpPr>
          <p:spPr>
            <a:xfrm>
              <a:off x="8244479" y="3601602"/>
              <a:ext cx="32623" cy="30268"/>
            </a:xfrm>
            <a:custGeom>
              <a:rect b="b" l="l" r="r" t="t"/>
              <a:pathLst>
                <a:path extrusionOk="0" h="951" w="1025">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4" name="Google Shape;11034;p79"/>
            <p:cNvSpPr/>
            <p:nvPr/>
          </p:nvSpPr>
          <p:spPr>
            <a:xfrm>
              <a:off x="8156190" y="3533396"/>
              <a:ext cx="32241" cy="30236"/>
            </a:xfrm>
            <a:custGeom>
              <a:rect b="b" l="l" r="r" t="t"/>
              <a:pathLst>
                <a:path extrusionOk="0" h="950" w="1013">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35" name="Google Shape;11035;p79"/>
          <p:cNvGrpSpPr/>
          <p:nvPr/>
        </p:nvGrpSpPr>
        <p:grpSpPr>
          <a:xfrm>
            <a:off x="1299146" y="3632257"/>
            <a:ext cx="367990" cy="351312"/>
            <a:chOff x="1299146" y="3806507"/>
            <a:chExt cx="367990" cy="351312"/>
          </a:xfrm>
        </p:grpSpPr>
        <p:sp>
          <p:nvSpPr>
            <p:cNvPr id="11036" name="Google Shape;11036;p79"/>
            <p:cNvSpPr/>
            <p:nvPr/>
          </p:nvSpPr>
          <p:spPr>
            <a:xfrm>
              <a:off x="1299146" y="3844414"/>
              <a:ext cx="321012" cy="313405"/>
            </a:xfrm>
            <a:custGeom>
              <a:rect b="b" l="l" r="r" t="t"/>
              <a:pathLst>
                <a:path extrusionOk="0" h="9847" w="10086">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7" name="Google Shape;11037;p79"/>
            <p:cNvSpPr/>
            <p:nvPr/>
          </p:nvSpPr>
          <p:spPr>
            <a:xfrm>
              <a:off x="1345391" y="3806507"/>
              <a:ext cx="321744" cy="313819"/>
            </a:xfrm>
            <a:custGeom>
              <a:rect b="b" l="l" r="r" t="t"/>
              <a:pathLst>
                <a:path extrusionOk="0" h="9860" w="10109">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38" name="Google Shape;11038;p79"/>
          <p:cNvSpPr/>
          <p:nvPr/>
        </p:nvSpPr>
        <p:spPr>
          <a:xfrm>
            <a:off x="3524716" y="3629934"/>
            <a:ext cx="389187" cy="355927"/>
          </a:xfrm>
          <a:custGeom>
            <a:rect b="b" l="l" r="r" t="t"/>
            <a:pathLst>
              <a:path extrusionOk="0" h="11183" w="12228">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39" name="Google Shape;11039;p79"/>
          <p:cNvGrpSpPr/>
          <p:nvPr/>
        </p:nvGrpSpPr>
        <p:grpSpPr>
          <a:xfrm>
            <a:off x="7550258" y="3658420"/>
            <a:ext cx="371395" cy="301279"/>
            <a:chOff x="7550258" y="3832670"/>
            <a:chExt cx="371395" cy="301279"/>
          </a:xfrm>
        </p:grpSpPr>
        <p:sp>
          <p:nvSpPr>
            <p:cNvPr id="11040" name="Google Shape;11040;p79"/>
            <p:cNvSpPr/>
            <p:nvPr/>
          </p:nvSpPr>
          <p:spPr>
            <a:xfrm>
              <a:off x="7550258" y="3832670"/>
              <a:ext cx="371395" cy="301279"/>
            </a:xfrm>
            <a:custGeom>
              <a:rect b="b" l="l" r="r" t="t"/>
              <a:pathLst>
                <a:path extrusionOk="0" h="9466" w="11669">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1" name="Google Shape;11041;p79"/>
            <p:cNvSpPr/>
            <p:nvPr/>
          </p:nvSpPr>
          <p:spPr>
            <a:xfrm>
              <a:off x="7574129" y="3891009"/>
              <a:ext cx="324418" cy="10662"/>
            </a:xfrm>
            <a:custGeom>
              <a:rect b="b" l="l" r="r" t="t"/>
              <a:pathLst>
                <a:path extrusionOk="0" h="335" w="10193">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2" name="Google Shape;11042;p79"/>
            <p:cNvSpPr/>
            <p:nvPr/>
          </p:nvSpPr>
          <p:spPr>
            <a:xfrm>
              <a:off x="7591188" y="3937637"/>
              <a:ext cx="45481" cy="10248"/>
            </a:xfrm>
            <a:custGeom>
              <a:rect b="b" l="l" r="r" t="t"/>
              <a:pathLst>
                <a:path extrusionOk="0" h="322" w="1429">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3" name="Google Shape;11043;p79"/>
            <p:cNvSpPr/>
            <p:nvPr/>
          </p:nvSpPr>
          <p:spPr>
            <a:xfrm>
              <a:off x="7672667" y="3937637"/>
              <a:ext cx="45481" cy="10248"/>
            </a:xfrm>
            <a:custGeom>
              <a:rect b="b" l="l" r="r" t="t"/>
              <a:pathLst>
                <a:path extrusionOk="0" h="322" w="1429">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4" name="Google Shape;11044;p79"/>
            <p:cNvSpPr/>
            <p:nvPr/>
          </p:nvSpPr>
          <p:spPr>
            <a:xfrm>
              <a:off x="7835592" y="3937637"/>
              <a:ext cx="45131" cy="10248"/>
            </a:xfrm>
            <a:custGeom>
              <a:rect b="b" l="l" r="r" t="t"/>
              <a:pathLst>
                <a:path extrusionOk="0" h="322" w="1418">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5" name="Google Shape;11045;p79"/>
            <p:cNvSpPr/>
            <p:nvPr/>
          </p:nvSpPr>
          <p:spPr>
            <a:xfrm>
              <a:off x="7591188" y="3984232"/>
              <a:ext cx="45481" cy="10662"/>
            </a:xfrm>
            <a:custGeom>
              <a:rect b="b" l="l" r="r" t="t"/>
              <a:pathLst>
                <a:path extrusionOk="0" h="335" w="1429">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6" name="Google Shape;11046;p79"/>
            <p:cNvSpPr/>
            <p:nvPr/>
          </p:nvSpPr>
          <p:spPr>
            <a:xfrm>
              <a:off x="7754113" y="3984232"/>
              <a:ext cx="45513" cy="10662"/>
            </a:xfrm>
            <a:custGeom>
              <a:rect b="b" l="l" r="r" t="t"/>
              <a:pathLst>
                <a:path extrusionOk="0" h="335" w="143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7" name="Google Shape;11047;p79"/>
            <p:cNvSpPr/>
            <p:nvPr/>
          </p:nvSpPr>
          <p:spPr>
            <a:xfrm>
              <a:off x="7591188" y="4030859"/>
              <a:ext cx="45481" cy="10248"/>
            </a:xfrm>
            <a:custGeom>
              <a:rect b="b" l="l" r="r" t="t"/>
              <a:pathLst>
                <a:path extrusionOk="0" h="322" w="1429">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8" name="Google Shape;11048;p79"/>
            <p:cNvSpPr/>
            <p:nvPr/>
          </p:nvSpPr>
          <p:spPr>
            <a:xfrm>
              <a:off x="7672667" y="4030859"/>
              <a:ext cx="45481" cy="10248"/>
            </a:xfrm>
            <a:custGeom>
              <a:rect b="b" l="l" r="r" t="t"/>
              <a:pathLst>
                <a:path extrusionOk="0" h="322" w="1429">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9" name="Google Shape;11049;p79"/>
            <p:cNvSpPr/>
            <p:nvPr/>
          </p:nvSpPr>
          <p:spPr>
            <a:xfrm>
              <a:off x="7835592" y="4030859"/>
              <a:ext cx="45131" cy="10248"/>
            </a:xfrm>
            <a:custGeom>
              <a:rect b="b" l="l" r="r" t="t"/>
              <a:pathLst>
                <a:path extrusionOk="0" h="322" w="1418">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0" name="Google Shape;11050;p79"/>
            <p:cNvSpPr/>
            <p:nvPr/>
          </p:nvSpPr>
          <p:spPr>
            <a:xfrm>
              <a:off x="7672667" y="4077073"/>
              <a:ext cx="45481" cy="10662"/>
            </a:xfrm>
            <a:custGeom>
              <a:rect b="b" l="l" r="r" t="t"/>
              <a:pathLst>
                <a:path extrusionOk="0" h="335" w="1429">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1" name="Google Shape;11051;p79"/>
            <p:cNvSpPr/>
            <p:nvPr/>
          </p:nvSpPr>
          <p:spPr>
            <a:xfrm>
              <a:off x="7754113" y="4077073"/>
              <a:ext cx="45513" cy="10662"/>
            </a:xfrm>
            <a:custGeom>
              <a:rect b="b" l="l" r="r" t="t"/>
              <a:pathLst>
                <a:path extrusionOk="0" h="335" w="143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2" name="Google Shape;11052;p79"/>
            <p:cNvSpPr/>
            <p:nvPr/>
          </p:nvSpPr>
          <p:spPr>
            <a:xfrm>
              <a:off x="7835592" y="4077073"/>
              <a:ext cx="45131" cy="10662"/>
            </a:xfrm>
            <a:custGeom>
              <a:rect b="b" l="l" r="r" t="t"/>
              <a:pathLst>
                <a:path extrusionOk="0" h="335" w="1418">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3" name="Google Shape;11053;p79"/>
            <p:cNvSpPr/>
            <p:nvPr/>
          </p:nvSpPr>
          <p:spPr>
            <a:xfrm>
              <a:off x="7672667" y="3972583"/>
              <a:ext cx="46245" cy="34055"/>
            </a:xfrm>
            <a:custGeom>
              <a:rect b="b" l="l" r="r" t="t"/>
              <a:pathLst>
                <a:path extrusionOk="0" h="1070" w="1453">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4" name="Google Shape;11054;p79"/>
            <p:cNvSpPr/>
            <p:nvPr/>
          </p:nvSpPr>
          <p:spPr>
            <a:xfrm>
              <a:off x="7835592" y="3972583"/>
              <a:ext cx="45895" cy="34055"/>
            </a:xfrm>
            <a:custGeom>
              <a:rect b="b" l="l" r="r" t="t"/>
              <a:pathLst>
                <a:path extrusionOk="0" h="1070" w="1442">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5" name="Google Shape;11055;p79"/>
            <p:cNvSpPr/>
            <p:nvPr/>
          </p:nvSpPr>
          <p:spPr>
            <a:xfrm>
              <a:off x="7754113" y="4019592"/>
              <a:ext cx="46277" cy="34024"/>
            </a:xfrm>
            <a:custGeom>
              <a:rect b="b" l="l" r="r" t="t"/>
              <a:pathLst>
                <a:path extrusionOk="0" h="1069" w="1454">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6" name="Google Shape;11056;p79"/>
            <p:cNvSpPr/>
            <p:nvPr/>
          </p:nvSpPr>
          <p:spPr>
            <a:xfrm>
              <a:off x="7591188" y="4065806"/>
              <a:ext cx="46245" cy="34055"/>
            </a:xfrm>
            <a:custGeom>
              <a:rect b="b" l="l" r="r" t="t"/>
              <a:pathLst>
                <a:path extrusionOk="0" h="1070" w="1453">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7" name="Google Shape;11057;p79"/>
            <p:cNvSpPr/>
            <p:nvPr/>
          </p:nvSpPr>
          <p:spPr>
            <a:xfrm>
              <a:off x="7754113" y="3925988"/>
              <a:ext cx="46277" cy="34406"/>
            </a:xfrm>
            <a:custGeom>
              <a:rect b="b" l="l" r="r" t="t"/>
              <a:pathLst>
                <a:path extrusionOk="0" h="1081" w="1454">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58" name="Google Shape;11058;p79"/>
          <p:cNvSpPr/>
          <p:nvPr/>
        </p:nvSpPr>
        <p:spPr>
          <a:xfrm>
            <a:off x="7114476" y="3634549"/>
            <a:ext cx="350548" cy="350548"/>
          </a:xfrm>
          <a:custGeom>
            <a:rect b="b" l="l" r="r" t="t"/>
            <a:pathLst>
              <a:path extrusionOk="0" h="11014" w="11014">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59" name="Google Shape;11059;p79"/>
          <p:cNvGrpSpPr/>
          <p:nvPr/>
        </p:nvGrpSpPr>
        <p:grpSpPr>
          <a:xfrm>
            <a:off x="6659725" y="3633785"/>
            <a:ext cx="367608" cy="350548"/>
            <a:chOff x="6659725" y="3808035"/>
            <a:chExt cx="367608" cy="350548"/>
          </a:xfrm>
        </p:grpSpPr>
        <p:sp>
          <p:nvSpPr>
            <p:cNvPr id="11060" name="Google Shape;11060;p79"/>
            <p:cNvSpPr/>
            <p:nvPr/>
          </p:nvSpPr>
          <p:spPr>
            <a:xfrm>
              <a:off x="6659725" y="3845942"/>
              <a:ext cx="321394" cy="312642"/>
            </a:xfrm>
            <a:custGeom>
              <a:rect b="b" l="l" r="r" t="t"/>
              <a:pathLst>
                <a:path extrusionOk="0" h="9823" w="10098">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1" name="Google Shape;11061;p79"/>
            <p:cNvSpPr/>
            <p:nvPr/>
          </p:nvSpPr>
          <p:spPr>
            <a:xfrm>
              <a:off x="6705588" y="3808035"/>
              <a:ext cx="321744" cy="313787"/>
            </a:xfrm>
            <a:custGeom>
              <a:rect b="b" l="l" r="r" t="t"/>
              <a:pathLst>
                <a:path extrusionOk="0" h="9859" w="10109">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62" name="Google Shape;11062;p79"/>
          <p:cNvGrpSpPr/>
          <p:nvPr/>
        </p:nvGrpSpPr>
        <p:grpSpPr>
          <a:xfrm>
            <a:off x="6219391" y="3642506"/>
            <a:ext cx="356627" cy="334252"/>
            <a:chOff x="6219391" y="3816756"/>
            <a:chExt cx="356627" cy="334252"/>
          </a:xfrm>
        </p:grpSpPr>
        <p:sp>
          <p:nvSpPr>
            <p:cNvPr id="11063" name="Google Shape;11063;p79"/>
            <p:cNvSpPr/>
            <p:nvPr/>
          </p:nvSpPr>
          <p:spPr>
            <a:xfrm>
              <a:off x="6219391" y="3816756"/>
              <a:ext cx="306594" cy="334252"/>
            </a:xfrm>
            <a:custGeom>
              <a:rect b="b" l="l" r="r" t="t"/>
              <a:pathLst>
                <a:path extrusionOk="0" h="10502" w="9633">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4" name="Google Shape;11064;p79"/>
            <p:cNvSpPr/>
            <p:nvPr/>
          </p:nvSpPr>
          <p:spPr>
            <a:xfrm>
              <a:off x="6549060" y="3978567"/>
              <a:ext cx="26958" cy="10630"/>
            </a:xfrm>
            <a:custGeom>
              <a:rect b="b" l="l" r="r" t="t"/>
              <a:pathLst>
                <a:path extrusionOk="0" h="334" w="847">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5" name="Google Shape;11065;p79"/>
            <p:cNvSpPr/>
            <p:nvPr/>
          </p:nvSpPr>
          <p:spPr>
            <a:xfrm>
              <a:off x="6525572" y="3915357"/>
              <a:ext cx="24666" cy="22311"/>
            </a:xfrm>
            <a:custGeom>
              <a:rect b="b" l="l" r="r" t="t"/>
              <a:pathLst>
                <a:path extrusionOk="0" h="701" w="775">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6" name="Google Shape;11066;p79"/>
            <p:cNvSpPr/>
            <p:nvPr/>
          </p:nvSpPr>
          <p:spPr>
            <a:xfrm>
              <a:off x="6527099" y="4030191"/>
              <a:ext cx="23139" cy="22661"/>
            </a:xfrm>
            <a:custGeom>
              <a:rect b="b" l="l" r="r" t="t"/>
              <a:pathLst>
                <a:path extrusionOk="0" h="712" w="727">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67" name="Google Shape;11067;p79"/>
          <p:cNvGrpSpPr/>
          <p:nvPr/>
        </p:nvGrpSpPr>
        <p:grpSpPr>
          <a:xfrm>
            <a:off x="5778676" y="3652722"/>
            <a:ext cx="349052" cy="313055"/>
            <a:chOff x="5778676" y="3826972"/>
            <a:chExt cx="349052" cy="313055"/>
          </a:xfrm>
        </p:grpSpPr>
        <p:sp>
          <p:nvSpPr>
            <p:cNvPr id="11068" name="Google Shape;11068;p79"/>
            <p:cNvSpPr/>
            <p:nvPr/>
          </p:nvSpPr>
          <p:spPr>
            <a:xfrm>
              <a:off x="5923045" y="3890659"/>
              <a:ext cx="27690" cy="48155"/>
            </a:xfrm>
            <a:custGeom>
              <a:rect b="b" l="l" r="r" t="t"/>
              <a:pathLst>
                <a:path extrusionOk="0" h="1513" w="87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9" name="Google Shape;11069;p79"/>
            <p:cNvSpPr/>
            <p:nvPr/>
          </p:nvSpPr>
          <p:spPr>
            <a:xfrm>
              <a:off x="5976866" y="3843268"/>
              <a:ext cx="80364" cy="80364"/>
            </a:xfrm>
            <a:custGeom>
              <a:rect b="b" l="l" r="r" t="t"/>
              <a:pathLst>
                <a:path extrusionOk="0" h="2525" w="2525">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0" name="Google Shape;11070;p79"/>
            <p:cNvSpPr/>
            <p:nvPr/>
          </p:nvSpPr>
          <p:spPr>
            <a:xfrm>
              <a:off x="5879473" y="3826972"/>
              <a:ext cx="193288" cy="144051"/>
            </a:xfrm>
            <a:custGeom>
              <a:rect b="b" l="l" r="r" t="t"/>
              <a:pathLst>
                <a:path extrusionOk="0" h="4526" w="6073">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1" name="Google Shape;11071;p79"/>
            <p:cNvSpPr/>
            <p:nvPr/>
          </p:nvSpPr>
          <p:spPr>
            <a:xfrm>
              <a:off x="6003760" y="3859946"/>
              <a:ext cx="26958" cy="47773"/>
            </a:xfrm>
            <a:custGeom>
              <a:rect b="b" l="l" r="r" t="t"/>
              <a:pathLst>
                <a:path extrusionOk="0" h="1501" w="847">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2" name="Google Shape;11072;p79"/>
            <p:cNvSpPr/>
            <p:nvPr/>
          </p:nvSpPr>
          <p:spPr>
            <a:xfrm>
              <a:off x="5778676" y="3939865"/>
              <a:ext cx="349052" cy="200163"/>
            </a:xfrm>
            <a:custGeom>
              <a:rect b="b" l="l" r="r" t="t"/>
              <a:pathLst>
                <a:path extrusionOk="0" h="6289" w="10967">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3" name="Google Shape;11073;p79"/>
          <p:cNvGrpSpPr/>
          <p:nvPr/>
        </p:nvGrpSpPr>
        <p:grpSpPr>
          <a:xfrm>
            <a:off x="5355784" y="3660297"/>
            <a:ext cx="299019" cy="297905"/>
            <a:chOff x="5355784" y="3834547"/>
            <a:chExt cx="299019" cy="297905"/>
          </a:xfrm>
        </p:grpSpPr>
        <p:sp>
          <p:nvSpPr>
            <p:cNvPr id="11074" name="Google Shape;11074;p79"/>
            <p:cNvSpPr/>
            <p:nvPr/>
          </p:nvSpPr>
          <p:spPr>
            <a:xfrm>
              <a:off x="5355784" y="3834547"/>
              <a:ext cx="299019" cy="297905"/>
            </a:xfrm>
            <a:custGeom>
              <a:rect b="b" l="l" r="r" t="t"/>
              <a:pathLst>
                <a:path extrusionOk="0" h="9360" w="9395">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5" name="Google Shape;11075;p79"/>
            <p:cNvSpPr/>
            <p:nvPr/>
          </p:nvSpPr>
          <p:spPr>
            <a:xfrm>
              <a:off x="5455054" y="3854280"/>
              <a:ext cx="179666" cy="171296"/>
            </a:xfrm>
            <a:custGeom>
              <a:rect b="b" l="l" r="r" t="t"/>
              <a:pathLst>
                <a:path extrusionOk="0" h="5382" w="5645">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6" name="Google Shape;11076;p79"/>
            <p:cNvSpPr/>
            <p:nvPr/>
          </p:nvSpPr>
          <p:spPr>
            <a:xfrm>
              <a:off x="5508110" y="3886490"/>
              <a:ext cx="81510" cy="99302"/>
            </a:xfrm>
            <a:custGeom>
              <a:rect b="b" l="l" r="r" t="t"/>
              <a:pathLst>
                <a:path extrusionOk="0" h="3120" w="2561">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7" name="Google Shape;11077;p79"/>
            <p:cNvSpPr/>
            <p:nvPr/>
          </p:nvSpPr>
          <p:spPr>
            <a:xfrm>
              <a:off x="5554706" y="3945530"/>
              <a:ext cx="98952" cy="98251"/>
            </a:xfrm>
            <a:custGeom>
              <a:rect b="b" l="l" r="r" t="t"/>
              <a:pathLst>
                <a:path extrusionOk="0" h="3087" w="3109">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078" name="Google Shape;11078;p79"/>
          <p:cNvGrpSpPr/>
          <p:nvPr/>
        </p:nvGrpSpPr>
        <p:grpSpPr>
          <a:xfrm>
            <a:off x="8036455" y="3633021"/>
            <a:ext cx="292176" cy="353985"/>
            <a:chOff x="8036455" y="3807271"/>
            <a:chExt cx="292176" cy="353985"/>
          </a:xfrm>
        </p:grpSpPr>
        <p:sp>
          <p:nvSpPr>
            <p:cNvPr id="11079" name="Google Shape;11079;p79"/>
            <p:cNvSpPr/>
            <p:nvPr/>
          </p:nvSpPr>
          <p:spPr>
            <a:xfrm>
              <a:off x="8039479" y="3807271"/>
              <a:ext cx="289153" cy="330465"/>
            </a:xfrm>
            <a:custGeom>
              <a:rect b="b" l="l" r="r" t="t"/>
              <a:pathLst>
                <a:path extrusionOk="0" h="10383" w="9085">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0" name="Google Shape;11080;p79"/>
            <p:cNvSpPr/>
            <p:nvPr/>
          </p:nvSpPr>
          <p:spPr>
            <a:xfrm>
              <a:off x="8036455" y="3934613"/>
              <a:ext cx="291795" cy="226644"/>
            </a:xfrm>
            <a:custGeom>
              <a:rect b="b" l="l" r="r" t="t"/>
              <a:pathLst>
                <a:path extrusionOk="0" h="7121" w="9168">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81" name="Google Shape;11081;p79"/>
          <p:cNvSpPr txBox="1"/>
          <p:nvPr/>
        </p:nvSpPr>
        <p:spPr>
          <a:xfrm>
            <a:off x="849675"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Business Icons</a:t>
            </a:r>
            <a:endParaRPr sz="2400">
              <a:solidFill>
                <a:srgbClr val="FFFFFF"/>
              </a:solidFill>
            </a:endParaRPr>
          </a:p>
        </p:txBody>
      </p:sp>
      <p:sp>
        <p:nvSpPr>
          <p:cNvPr id="11082" name="Google Shape;11082;p79"/>
          <p:cNvSpPr txBox="1"/>
          <p:nvPr/>
        </p:nvSpPr>
        <p:spPr>
          <a:xfrm>
            <a:off x="4858400"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Teamwork Icons</a:t>
            </a:r>
            <a:endParaRPr sz="2400">
              <a:solidFill>
                <a:srgbClr val="FFFFFF"/>
              </a:solidFill>
            </a:endParaRPr>
          </a:p>
        </p:txBody>
      </p:sp>
      <p:grpSp>
        <p:nvGrpSpPr>
          <p:cNvPr id="11083" name="Google Shape;11083;p79"/>
          <p:cNvGrpSpPr/>
          <p:nvPr/>
        </p:nvGrpSpPr>
        <p:grpSpPr>
          <a:xfrm>
            <a:off x="4874902" y="3634549"/>
            <a:ext cx="345615" cy="350835"/>
            <a:chOff x="4874902" y="3808799"/>
            <a:chExt cx="345615" cy="350835"/>
          </a:xfrm>
        </p:grpSpPr>
        <p:sp>
          <p:nvSpPr>
            <p:cNvPr id="11084" name="Google Shape;11084;p79"/>
            <p:cNvSpPr/>
            <p:nvPr/>
          </p:nvSpPr>
          <p:spPr>
            <a:xfrm>
              <a:off x="4874902" y="3808799"/>
              <a:ext cx="345615" cy="350835"/>
            </a:xfrm>
            <a:custGeom>
              <a:rect b="b" l="l" r="r" t="t"/>
              <a:pathLst>
                <a:path extrusionOk="0" h="11023" w="10859">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5" name="Google Shape;11085;p79"/>
            <p:cNvSpPr/>
            <p:nvPr/>
          </p:nvSpPr>
          <p:spPr>
            <a:xfrm>
              <a:off x="4939321" y="4009630"/>
              <a:ext cx="145929" cy="123618"/>
            </a:xfrm>
            <a:custGeom>
              <a:rect b="b" l="l" r="r" t="t"/>
              <a:pathLst>
                <a:path extrusionOk="0" h="3884" w="4585">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6" name="Google Shape;11086;p79"/>
            <p:cNvSpPr/>
            <p:nvPr/>
          </p:nvSpPr>
          <p:spPr>
            <a:xfrm>
              <a:off x="4942344" y="3897629"/>
              <a:ext cx="205033" cy="101816"/>
            </a:xfrm>
            <a:custGeom>
              <a:rect b="b" l="l" r="r" t="t"/>
              <a:pathLst>
                <a:path extrusionOk="0" h="3199" w="6442">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7" name="Google Shape;11087;p79"/>
            <p:cNvSpPr/>
            <p:nvPr/>
          </p:nvSpPr>
          <p:spPr>
            <a:xfrm>
              <a:off x="5092729" y="3950240"/>
              <a:ext cx="84597" cy="175465"/>
            </a:xfrm>
            <a:custGeom>
              <a:rect b="b" l="l" r="r" t="t"/>
              <a:pathLst>
                <a:path extrusionOk="0" h="5513" w="2658">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8" name="Google Shape;11088;p79"/>
            <p:cNvSpPr/>
            <p:nvPr/>
          </p:nvSpPr>
          <p:spPr>
            <a:xfrm>
              <a:off x="5004886" y="3993717"/>
              <a:ext cx="81478" cy="55348"/>
            </a:xfrm>
            <a:custGeom>
              <a:rect b="b" l="l" r="r" t="t"/>
              <a:pathLst>
                <a:path extrusionOk="0" h="1739" w="256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9" name="Google Shape;11089;p79"/>
            <p:cNvSpPr/>
            <p:nvPr/>
          </p:nvSpPr>
          <p:spPr>
            <a:xfrm>
              <a:off x="5053391" y="3915262"/>
              <a:ext cx="10630" cy="29982"/>
            </a:xfrm>
            <a:custGeom>
              <a:rect b="b" l="l" r="r" t="t"/>
              <a:pathLst>
                <a:path extrusionOk="0" h="942" w="334">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0" name="Google Shape;11090;p79"/>
            <p:cNvSpPr/>
            <p:nvPr/>
          </p:nvSpPr>
          <p:spPr>
            <a:xfrm>
              <a:off x="5005236" y="3928216"/>
              <a:ext cx="21261" cy="26894"/>
            </a:xfrm>
            <a:custGeom>
              <a:rect b="b" l="l" r="r" t="t"/>
              <a:pathLst>
                <a:path extrusionOk="0" h="845" w="668">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1" name="Google Shape;11091;p79"/>
            <p:cNvSpPr/>
            <p:nvPr/>
          </p:nvSpPr>
          <p:spPr>
            <a:xfrm>
              <a:off x="4970766" y="3962876"/>
              <a:ext cx="28454" cy="19510"/>
            </a:xfrm>
            <a:custGeom>
              <a:rect b="b" l="l" r="r" t="t"/>
              <a:pathLst>
                <a:path extrusionOk="0" h="613" w="894">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2" name="Google Shape;11092;p79"/>
            <p:cNvSpPr/>
            <p:nvPr/>
          </p:nvSpPr>
          <p:spPr>
            <a:xfrm>
              <a:off x="4958258" y="4010012"/>
              <a:ext cx="29982" cy="10248"/>
            </a:xfrm>
            <a:custGeom>
              <a:rect b="b" l="l" r="r" t="t"/>
              <a:pathLst>
                <a:path extrusionOk="0" h="322" w="942">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3" name="Google Shape;11093;p79"/>
            <p:cNvSpPr/>
            <p:nvPr/>
          </p:nvSpPr>
          <p:spPr>
            <a:xfrm>
              <a:off x="4969239" y="4047601"/>
              <a:ext cx="30363" cy="20051"/>
            </a:xfrm>
            <a:custGeom>
              <a:rect b="b" l="l" r="r" t="t"/>
              <a:pathLst>
                <a:path extrusionOk="0" h="630" w="954">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4" name="Google Shape;11094;p79"/>
            <p:cNvSpPr/>
            <p:nvPr/>
          </p:nvSpPr>
          <p:spPr>
            <a:xfrm>
              <a:off x="5005236" y="4075641"/>
              <a:ext cx="21261" cy="26862"/>
            </a:xfrm>
            <a:custGeom>
              <a:rect b="b" l="l" r="r" t="t"/>
              <a:pathLst>
                <a:path extrusionOk="0" h="844" w="668">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5" name="Google Shape;11095;p79"/>
            <p:cNvSpPr/>
            <p:nvPr/>
          </p:nvSpPr>
          <p:spPr>
            <a:xfrm>
              <a:off x="5053391" y="4085794"/>
              <a:ext cx="10630" cy="29982"/>
            </a:xfrm>
            <a:custGeom>
              <a:rect b="b" l="l" r="r" t="t"/>
              <a:pathLst>
                <a:path extrusionOk="0" h="942" w="334">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6" name="Google Shape;11096;p79"/>
            <p:cNvSpPr/>
            <p:nvPr/>
          </p:nvSpPr>
          <p:spPr>
            <a:xfrm>
              <a:off x="5090501" y="4075641"/>
              <a:ext cx="21261" cy="26894"/>
            </a:xfrm>
            <a:custGeom>
              <a:rect b="b" l="l" r="r" t="t"/>
              <a:pathLst>
                <a:path extrusionOk="0" h="845" w="668">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7" name="Google Shape;11097;p79"/>
            <p:cNvSpPr/>
            <p:nvPr/>
          </p:nvSpPr>
          <p:spPr>
            <a:xfrm>
              <a:off x="5117809" y="4048142"/>
              <a:ext cx="28454" cy="19510"/>
            </a:xfrm>
            <a:custGeom>
              <a:rect b="b" l="l" r="r" t="t"/>
              <a:pathLst>
                <a:path extrusionOk="0" h="613" w="894">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8" name="Google Shape;11098;p79"/>
            <p:cNvSpPr/>
            <p:nvPr/>
          </p:nvSpPr>
          <p:spPr>
            <a:xfrm>
              <a:off x="5128790" y="4010012"/>
              <a:ext cx="29950" cy="10248"/>
            </a:xfrm>
            <a:custGeom>
              <a:rect b="b" l="l" r="r" t="t"/>
              <a:pathLst>
                <a:path extrusionOk="0" h="322" w="941">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9" name="Google Shape;11099;p79"/>
            <p:cNvSpPr/>
            <p:nvPr/>
          </p:nvSpPr>
          <p:spPr>
            <a:xfrm>
              <a:off x="5117809" y="3962717"/>
              <a:ext cx="28454" cy="19669"/>
            </a:xfrm>
            <a:custGeom>
              <a:rect b="b" l="l" r="r" t="t"/>
              <a:pathLst>
                <a:path extrusionOk="0" h="618" w="894">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0" name="Google Shape;11100;p79"/>
            <p:cNvSpPr/>
            <p:nvPr/>
          </p:nvSpPr>
          <p:spPr>
            <a:xfrm>
              <a:off x="5090501" y="3928152"/>
              <a:ext cx="20879" cy="26958"/>
            </a:xfrm>
            <a:custGeom>
              <a:rect b="b" l="l" r="r" t="t"/>
              <a:pathLst>
                <a:path extrusionOk="0" h="847" w="656">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01" name="Google Shape;11101;p79"/>
          <p:cNvGrpSpPr/>
          <p:nvPr/>
        </p:nvGrpSpPr>
        <p:grpSpPr>
          <a:xfrm>
            <a:off x="3095745" y="3631143"/>
            <a:ext cx="352840" cy="354717"/>
            <a:chOff x="3095745" y="3805393"/>
            <a:chExt cx="352840" cy="354717"/>
          </a:xfrm>
        </p:grpSpPr>
        <p:sp>
          <p:nvSpPr>
            <p:cNvPr id="11102" name="Google Shape;11102;p79"/>
            <p:cNvSpPr/>
            <p:nvPr/>
          </p:nvSpPr>
          <p:spPr>
            <a:xfrm>
              <a:off x="3095745" y="3805393"/>
              <a:ext cx="272093" cy="271711"/>
            </a:xfrm>
            <a:custGeom>
              <a:rect b="b" l="l" r="r" t="t"/>
              <a:pathLst>
                <a:path extrusionOk="0" h="8537" w="8549">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3" name="Google Shape;11103;p79"/>
            <p:cNvSpPr/>
            <p:nvPr/>
          </p:nvSpPr>
          <p:spPr>
            <a:xfrm>
              <a:off x="3184798" y="3878883"/>
              <a:ext cx="109550" cy="94018"/>
            </a:xfrm>
            <a:custGeom>
              <a:rect b="b" l="l" r="r" t="t"/>
              <a:pathLst>
                <a:path extrusionOk="0" h="2954" w="3442">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4" name="Google Shape;11104;p79"/>
            <p:cNvSpPr/>
            <p:nvPr/>
          </p:nvSpPr>
          <p:spPr>
            <a:xfrm>
              <a:off x="3168120" y="3917331"/>
              <a:ext cx="102707" cy="87016"/>
            </a:xfrm>
            <a:custGeom>
              <a:rect b="b" l="l" r="r" t="t"/>
              <a:pathLst>
                <a:path extrusionOk="0" h="2734" w="3227">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5" name="Google Shape;11105;p79"/>
            <p:cNvSpPr/>
            <p:nvPr/>
          </p:nvSpPr>
          <p:spPr>
            <a:xfrm>
              <a:off x="3264749" y="3976275"/>
              <a:ext cx="183836" cy="183836"/>
            </a:xfrm>
            <a:custGeom>
              <a:rect b="b" l="l" r="r" t="t"/>
              <a:pathLst>
                <a:path extrusionOk="0" h="5776" w="5776">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6" name="Google Shape;11106;p79"/>
            <p:cNvSpPr/>
            <p:nvPr/>
          </p:nvSpPr>
          <p:spPr>
            <a:xfrm>
              <a:off x="3326526" y="4036907"/>
              <a:ext cx="62541" cy="62573"/>
            </a:xfrm>
            <a:custGeom>
              <a:rect b="b" l="l" r="r" t="t"/>
              <a:pathLst>
                <a:path extrusionOk="0" h="1966" w="1965">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7" name="Google Shape;11107;p79"/>
            <p:cNvSpPr/>
            <p:nvPr/>
          </p:nvSpPr>
          <p:spPr>
            <a:xfrm>
              <a:off x="3196542" y="3907687"/>
              <a:ext cx="68238" cy="68238"/>
            </a:xfrm>
            <a:custGeom>
              <a:rect b="b" l="l" r="r" t="t"/>
              <a:pathLst>
                <a:path extrusionOk="0" h="2144" w="2144">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111" name="Shape 11111"/>
        <p:cNvGrpSpPr/>
        <p:nvPr/>
      </p:nvGrpSpPr>
      <p:grpSpPr>
        <a:xfrm>
          <a:off x="0" y="0"/>
          <a:ext cx="0" cy="0"/>
          <a:chOff x="0" y="0"/>
          <a:chExt cx="0" cy="0"/>
        </a:xfrm>
      </p:grpSpPr>
      <p:grpSp>
        <p:nvGrpSpPr>
          <p:cNvPr id="11112" name="Google Shape;11112;p80"/>
          <p:cNvGrpSpPr/>
          <p:nvPr/>
        </p:nvGrpSpPr>
        <p:grpSpPr>
          <a:xfrm>
            <a:off x="2704005" y="4083381"/>
            <a:ext cx="342144" cy="362704"/>
            <a:chOff x="2704005" y="4258781"/>
            <a:chExt cx="342144" cy="362704"/>
          </a:xfrm>
        </p:grpSpPr>
        <p:sp>
          <p:nvSpPr>
            <p:cNvPr id="11113" name="Google Shape;11113;p80"/>
            <p:cNvSpPr/>
            <p:nvPr/>
          </p:nvSpPr>
          <p:spPr>
            <a:xfrm>
              <a:off x="2704005" y="4258781"/>
              <a:ext cx="173543" cy="183554"/>
            </a:xfrm>
            <a:custGeom>
              <a:rect b="b" l="l" r="r" t="t"/>
              <a:pathLst>
                <a:path extrusionOk="0" h="5794" w="5478">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4" name="Google Shape;11114;p80"/>
            <p:cNvSpPr/>
            <p:nvPr/>
          </p:nvSpPr>
          <p:spPr>
            <a:xfrm>
              <a:off x="2733816" y="4278961"/>
              <a:ext cx="112052" cy="122633"/>
            </a:xfrm>
            <a:custGeom>
              <a:rect b="b" l="l" r="r" t="t"/>
              <a:pathLst>
                <a:path extrusionOk="0" h="3871" w="3537">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5" name="Google Shape;11115;p80"/>
            <p:cNvSpPr/>
            <p:nvPr/>
          </p:nvSpPr>
          <p:spPr>
            <a:xfrm>
              <a:off x="2759445" y="4322711"/>
              <a:ext cx="33993" cy="44542"/>
            </a:xfrm>
            <a:custGeom>
              <a:rect b="b" l="l" r="r" t="t"/>
              <a:pathLst>
                <a:path extrusionOk="0" h="1406" w="1073">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6" name="Google Shape;11116;p80"/>
            <p:cNvSpPr/>
            <p:nvPr/>
          </p:nvSpPr>
          <p:spPr>
            <a:xfrm>
              <a:off x="2791885" y="4321951"/>
              <a:ext cx="26073" cy="44922"/>
            </a:xfrm>
            <a:custGeom>
              <a:rect b="b" l="l" r="r" t="t"/>
              <a:pathLst>
                <a:path extrusionOk="0" h="1418" w="823">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7" name="Google Shape;11117;p80"/>
            <p:cNvSpPr/>
            <p:nvPr/>
          </p:nvSpPr>
          <p:spPr>
            <a:xfrm>
              <a:off x="2828095" y="4322648"/>
              <a:ext cx="218053" cy="170597"/>
            </a:xfrm>
            <a:custGeom>
              <a:rect b="b" l="l" r="r" t="t"/>
              <a:pathLst>
                <a:path extrusionOk="0" h="5385" w="6883">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8" name="Google Shape;11118;p80"/>
            <p:cNvSpPr/>
            <p:nvPr/>
          </p:nvSpPr>
          <p:spPr>
            <a:xfrm>
              <a:off x="2746995" y="4480034"/>
              <a:ext cx="232404" cy="141451"/>
            </a:xfrm>
            <a:custGeom>
              <a:rect b="b" l="l" r="r" t="t"/>
              <a:pathLst>
                <a:path extrusionOk="0" h="4465" w="7336">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9" name="Google Shape;11119;p80"/>
            <p:cNvSpPr/>
            <p:nvPr/>
          </p:nvSpPr>
          <p:spPr>
            <a:xfrm>
              <a:off x="2889206" y="4345046"/>
              <a:ext cx="46411" cy="47488"/>
            </a:xfrm>
            <a:custGeom>
              <a:rect b="b" l="l" r="r" t="t"/>
              <a:pathLst>
                <a:path extrusionOk="0" h="1499" w="1465">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20" name="Google Shape;11120;p80"/>
          <p:cNvGrpSpPr/>
          <p:nvPr/>
        </p:nvGrpSpPr>
        <p:grpSpPr>
          <a:xfrm>
            <a:off x="2157462" y="4083096"/>
            <a:ext cx="347435" cy="363370"/>
            <a:chOff x="2157462" y="4258496"/>
            <a:chExt cx="347435" cy="363370"/>
          </a:xfrm>
        </p:grpSpPr>
        <p:sp>
          <p:nvSpPr>
            <p:cNvPr id="11121" name="Google Shape;11121;p80"/>
            <p:cNvSpPr/>
            <p:nvPr/>
          </p:nvSpPr>
          <p:spPr>
            <a:xfrm>
              <a:off x="2296252" y="4258496"/>
              <a:ext cx="208644" cy="220778"/>
            </a:xfrm>
            <a:custGeom>
              <a:rect b="b" l="l" r="r" t="t"/>
              <a:pathLst>
                <a:path extrusionOk="0" h="6969" w="6586">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2" name="Google Shape;11122;p80"/>
            <p:cNvSpPr/>
            <p:nvPr/>
          </p:nvSpPr>
          <p:spPr>
            <a:xfrm>
              <a:off x="2157462" y="4323313"/>
              <a:ext cx="300643" cy="298552"/>
            </a:xfrm>
            <a:custGeom>
              <a:rect b="b" l="l" r="r" t="t"/>
              <a:pathLst>
                <a:path extrusionOk="0" h="9424" w="949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3" name="Google Shape;11123;p80"/>
            <p:cNvSpPr/>
            <p:nvPr/>
          </p:nvSpPr>
          <p:spPr>
            <a:xfrm>
              <a:off x="2339653" y="4297463"/>
              <a:ext cx="123362" cy="123742"/>
            </a:xfrm>
            <a:custGeom>
              <a:rect b="b" l="l" r="r" t="t"/>
              <a:pathLst>
                <a:path extrusionOk="0" h="3906" w="3894">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24" name="Google Shape;11124;p80"/>
          <p:cNvGrpSpPr/>
          <p:nvPr/>
        </p:nvGrpSpPr>
        <p:grpSpPr>
          <a:xfrm>
            <a:off x="4010963" y="3588381"/>
            <a:ext cx="343665" cy="363211"/>
            <a:chOff x="4010963" y="3763781"/>
            <a:chExt cx="343665" cy="363211"/>
          </a:xfrm>
        </p:grpSpPr>
        <p:sp>
          <p:nvSpPr>
            <p:cNvPr id="11125" name="Google Shape;11125;p80"/>
            <p:cNvSpPr/>
            <p:nvPr/>
          </p:nvSpPr>
          <p:spPr>
            <a:xfrm>
              <a:off x="4152415" y="3763781"/>
              <a:ext cx="202213" cy="221760"/>
            </a:xfrm>
            <a:custGeom>
              <a:rect b="b" l="l" r="r" t="t"/>
              <a:pathLst>
                <a:path extrusionOk="0" h="7000" w="6383">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6" name="Google Shape;11126;p80"/>
            <p:cNvSpPr/>
            <p:nvPr/>
          </p:nvSpPr>
          <p:spPr>
            <a:xfrm>
              <a:off x="4010963" y="3828662"/>
              <a:ext cx="299154" cy="298331"/>
            </a:xfrm>
            <a:custGeom>
              <a:rect b="b" l="l" r="r" t="t"/>
              <a:pathLst>
                <a:path extrusionOk="0" h="9417" w="9443">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7" name="Google Shape;11127;p80"/>
            <p:cNvSpPr/>
            <p:nvPr/>
          </p:nvSpPr>
          <p:spPr>
            <a:xfrm>
              <a:off x="4187104" y="3787731"/>
              <a:ext cx="133943" cy="146520"/>
            </a:xfrm>
            <a:custGeom>
              <a:rect b="b" l="l" r="r" t="t"/>
              <a:pathLst>
                <a:path extrusionOk="0" h="4625" w="4228">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8" name="Google Shape;11128;p80"/>
            <p:cNvSpPr/>
            <p:nvPr/>
          </p:nvSpPr>
          <p:spPr>
            <a:xfrm>
              <a:off x="4220685" y="3840669"/>
              <a:ext cx="39632" cy="52462"/>
            </a:xfrm>
            <a:custGeom>
              <a:rect b="b" l="l" r="r" t="t"/>
              <a:pathLst>
                <a:path extrusionOk="0" h="1656" w="1251">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9" name="Google Shape;11129;p80"/>
            <p:cNvSpPr/>
            <p:nvPr/>
          </p:nvSpPr>
          <p:spPr>
            <a:xfrm>
              <a:off x="4259905" y="3840669"/>
              <a:ext cx="29082" cy="52082"/>
            </a:xfrm>
            <a:custGeom>
              <a:rect b="b" l="l" r="r" t="t"/>
              <a:pathLst>
                <a:path extrusionOk="0" h="1644" w="918">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0" name="Google Shape;11130;p80"/>
          <p:cNvGrpSpPr/>
          <p:nvPr/>
        </p:nvGrpSpPr>
        <p:grpSpPr>
          <a:xfrm>
            <a:off x="2214042" y="3635109"/>
            <a:ext cx="368153" cy="311193"/>
            <a:chOff x="2214042" y="3810509"/>
            <a:chExt cx="368153" cy="311193"/>
          </a:xfrm>
        </p:grpSpPr>
        <p:sp>
          <p:nvSpPr>
            <p:cNvPr id="11131" name="Google Shape;11131;p80"/>
            <p:cNvSpPr/>
            <p:nvPr/>
          </p:nvSpPr>
          <p:spPr>
            <a:xfrm>
              <a:off x="2214042" y="3810509"/>
              <a:ext cx="368153" cy="311193"/>
            </a:xfrm>
            <a:custGeom>
              <a:rect b="b" l="l" r="r" t="t"/>
              <a:pathLst>
                <a:path extrusionOk="0" h="9823" w="11621">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2" name="Google Shape;11132;p80"/>
            <p:cNvSpPr/>
            <p:nvPr/>
          </p:nvSpPr>
          <p:spPr>
            <a:xfrm>
              <a:off x="2451674" y="3927060"/>
              <a:ext cx="70932" cy="32092"/>
            </a:xfrm>
            <a:custGeom>
              <a:rect b="b" l="l" r="r" t="t"/>
              <a:pathLst>
                <a:path extrusionOk="0" h="1013" w="2239">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3" name="Google Shape;11133;p80"/>
          <p:cNvGrpSpPr/>
          <p:nvPr/>
        </p:nvGrpSpPr>
        <p:grpSpPr>
          <a:xfrm>
            <a:off x="1797413" y="3606819"/>
            <a:ext cx="367805" cy="367773"/>
            <a:chOff x="1768938" y="3782219"/>
            <a:chExt cx="367805" cy="367773"/>
          </a:xfrm>
        </p:grpSpPr>
        <p:sp>
          <p:nvSpPr>
            <p:cNvPr id="11134" name="Google Shape;11134;p80"/>
            <p:cNvSpPr/>
            <p:nvPr/>
          </p:nvSpPr>
          <p:spPr>
            <a:xfrm>
              <a:off x="1884380" y="3782219"/>
              <a:ext cx="252363" cy="198412"/>
            </a:xfrm>
            <a:custGeom>
              <a:rect b="b" l="l" r="r" t="t"/>
              <a:pathLst>
                <a:path extrusionOk="0" h="6263" w="7966">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5" name="Google Shape;11135;p80"/>
            <p:cNvSpPr/>
            <p:nvPr/>
          </p:nvSpPr>
          <p:spPr>
            <a:xfrm>
              <a:off x="2034480" y="3821914"/>
              <a:ext cx="31743" cy="31236"/>
            </a:xfrm>
            <a:custGeom>
              <a:rect b="b" l="l" r="r" t="t"/>
              <a:pathLst>
                <a:path extrusionOk="0" h="986" w="1002">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6" name="Google Shape;11136;p80"/>
            <p:cNvSpPr/>
            <p:nvPr/>
          </p:nvSpPr>
          <p:spPr>
            <a:xfrm>
              <a:off x="2065431" y="3852359"/>
              <a:ext cx="31712" cy="31332"/>
            </a:xfrm>
            <a:custGeom>
              <a:rect b="b" l="l" r="r" t="t"/>
              <a:pathLst>
                <a:path extrusionOk="0" h="989" w="1001">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7" name="Google Shape;11137;p80"/>
            <p:cNvSpPr/>
            <p:nvPr/>
          </p:nvSpPr>
          <p:spPr>
            <a:xfrm>
              <a:off x="1768938" y="3922625"/>
              <a:ext cx="281413" cy="227367"/>
            </a:xfrm>
            <a:custGeom>
              <a:rect b="b" l="l" r="r" t="t"/>
              <a:pathLst>
                <a:path extrusionOk="0" h="7177" w="8883">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8" name="Google Shape;11138;p80"/>
            <p:cNvSpPr/>
            <p:nvPr/>
          </p:nvSpPr>
          <p:spPr>
            <a:xfrm>
              <a:off x="1847790" y="3937704"/>
              <a:ext cx="143352" cy="127417"/>
            </a:xfrm>
            <a:custGeom>
              <a:rect b="b" l="l" r="r" t="t"/>
              <a:pathLst>
                <a:path extrusionOk="0" h="4022" w="4525">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39" name="Google Shape;11139;p80"/>
          <p:cNvGrpSpPr/>
          <p:nvPr/>
        </p:nvGrpSpPr>
        <p:grpSpPr>
          <a:xfrm>
            <a:off x="2681385" y="3623039"/>
            <a:ext cx="325544" cy="327413"/>
            <a:chOff x="2681385" y="3798439"/>
            <a:chExt cx="325544" cy="327413"/>
          </a:xfrm>
        </p:grpSpPr>
        <p:sp>
          <p:nvSpPr>
            <p:cNvPr id="11140" name="Google Shape;11140;p80"/>
            <p:cNvSpPr/>
            <p:nvPr/>
          </p:nvSpPr>
          <p:spPr>
            <a:xfrm>
              <a:off x="2713826" y="3830975"/>
              <a:ext cx="58101" cy="56866"/>
            </a:xfrm>
            <a:custGeom>
              <a:rect b="b" l="l" r="r" t="t"/>
              <a:pathLst>
                <a:path extrusionOk="0" h="1795" w="1834">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1" name="Google Shape;11141;p80"/>
            <p:cNvSpPr/>
            <p:nvPr/>
          </p:nvSpPr>
          <p:spPr>
            <a:xfrm>
              <a:off x="2683255" y="3880110"/>
              <a:ext cx="75462" cy="28100"/>
            </a:xfrm>
            <a:custGeom>
              <a:rect b="b" l="l" r="r" t="t"/>
              <a:pathLst>
                <a:path extrusionOk="0" h="887" w="2382">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2" name="Google Shape;11142;p80"/>
            <p:cNvSpPr/>
            <p:nvPr/>
          </p:nvSpPr>
          <p:spPr>
            <a:xfrm>
              <a:off x="2681385" y="3918918"/>
              <a:ext cx="75082" cy="29272"/>
            </a:xfrm>
            <a:custGeom>
              <a:rect b="b" l="l" r="r" t="t"/>
              <a:pathLst>
                <a:path extrusionOk="0" h="924" w="237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3" name="Google Shape;11143;p80"/>
            <p:cNvSpPr/>
            <p:nvPr/>
          </p:nvSpPr>
          <p:spPr>
            <a:xfrm>
              <a:off x="2762835" y="3800340"/>
              <a:ext cx="29462" cy="74321"/>
            </a:xfrm>
            <a:custGeom>
              <a:rect b="b" l="l" r="r" t="t"/>
              <a:pathLst>
                <a:path extrusionOk="0" h="2346" w="93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4" name="Google Shape;11144;p80"/>
            <p:cNvSpPr/>
            <p:nvPr/>
          </p:nvSpPr>
          <p:spPr>
            <a:xfrm>
              <a:off x="2801326" y="3798439"/>
              <a:ext cx="30951" cy="73941"/>
            </a:xfrm>
            <a:custGeom>
              <a:rect b="b" l="l" r="r" t="t"/>
              <a:pathLst>
                <a:path extrusionOk="0" h="2334" w="977">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5" name="Google Shape;11145;p80"/>
            <p:cNvSpPr/>
            <p:nvPr/>
          </p:nvSpPr>
          <p:spPr>
            <a:xfrm>
              <a:off x="2851095" y="3944262"/>
              <a:ext cx="124534" cy="127670"/>
            </a:xfrm>
            <a:custGeom>
              <a:rect b="b" l="l" r="r" t="t"/>
              <a:pathLst>
                <a:path extrusionOk="0" h="4030" w="3931">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6" name="Google Shape;11146;p80"/>
            <p:cNvSpPr/>
            <p:nvPr/>
          </p:nvSpPr>
          <p:spPr>
            <a:xfrm>
              <a:off x="2750416" y="3870163"/>
              <a:ext cx="256513" cy="255689"/>
            </a:xfrm>
            <a:custGeom>
              <a:rect b="b" l="l" r="r" t="t"/>
              <a:pathLst>
                <a:path extrusionOk="0" h="8071" w="8097">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47" name="Google Shape;11147;p80"/>
          <p:cNvGrpSpPr/>
          <p:nvPr/>
        </p:nvGrpSpPr>
        <p:grpSpPr>
          <a:xfrm>
            <a:off x="6243928" y="4088102"/>
            <a:ext cx="274254" cy="350824"/>
            <a:chOff x="6243928" y="4263502"/>
            <a:chExt cx="274254" cy="350824"/>
          </a:xfrm>
        </p:grpSpPr>
        <p:sp>
          <p:nvSpPr>
            <p:cNvPr id="11148" name="Google Shape;11148;p80"/>
            <p:cNvSpPr/>
            <p:nvPr/>
          </p:nvSpPr>
          <p:spPr>
            <a:xfrm>
              <a:off x="6342390" y="4373653"/>
              <a:ext cx="10581" cy="15872"/>
            </a:xfrm>
            <a:custGeom>
              <a:rect b="b" l="l" r="r" t="t"/>
              <a:pathLst>
                <a:path extrusionOk="0" h="501" w="334">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9" name="Google Shape;11149;p80"/>
            <p:cNvSpPr/>
            <p:nvPr/>
          </p:nvSpPr>
          <p:spPr>
            <a:xfrm>
              <a:off x="6407999" y="4373653"/>
              <a:ext cx="10233" cy="15872"/>
            </a:xfrm>
            <a:custGeom>
              <a:rect b="b" l="l" r="r" t="t"/>
              <a:pathLst>
                <a:path extrusionOk="0" h="501" w="323">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0" name="Google Shape;11150;p80"/>
            <p:cNvSpPr/>
            <p:nvPr/>
          </p:nvSpPr>
          <p:spPr>
            <a:xfrm>
              <a:off x="6336719" y="4357053"/>
              <a:ext cx="21162" cy="10201"/>
            </a:xfrm>
            <a:custGeom>
              <a:rect b="b" l="l" r="r" t="t"/>
              <a:pathLst>
                <a:path extrusionOk="0" h="322" w="668">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1" name="Google Shape;11151;p80"/>
            <p:cNvSpPr/>
            <p:nvPr/>
          </p:nvSpPr>
          <p:spPr>
            <a:xfrm>
              <a:off x="6402740" y="4357053"/>
              <a:ext cx="21131" cy="10201"/>
            </a:xfrm>
            <a:custGeom>
              <a:rect b="b" l="l" r="r" t="t"/>
              <a:pathLst>
                <a:path extrusionOk="0" h="322" w="667">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2" name="Google Shape;11152;p80"/>
            <p:cNvSpPr/>
            <p:nvPr/>
          </p:nvSpPr>
          <p:spPr>
            <a:xfrm>
              <a:off x="6243928" y="4263502"/>
              <a:ext cx="274254" cy="350824"/>
            </a:xfrm>
            <a:custGeom>
              <a:rect b="b" l="l" r="r" t="t"/>
              <a:pathLst>
                <a:path extrusionOk="0" h="11074" w="8657">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3" name="Google Shape;11153;p80"/>
            <p:cNvSpPr/>
            <p:nvPr/>
          </p:nvSpPr>
          <p:spPr>
            <a:xfrm>
              <a:off x="6375559" y="4549033"/>
              <a:ext cx="10233" cy="10201"/>
            </a:xfrm>
            <a:custGeom>
              <a:rect b="b" l="l" r="r" t="t"/>
              <a:pathLst>
                <a:path extrusionOk="0" h="322" w="323">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4" name="Google Shape;11154;p80"/>
            <p:cNvSpPr/>
            <p:nvPr/>
          </p:nvSpPr>
          <p:spPr>
            <a:xfrm>
              <a:off x="6375559" y="4587493"/>
              <a:ext cx="10233" cy="10613"/>
            </a:xfrm>
            <a:custGeom>
              <a:rect b="b" l="l" r="r" t="t"/>
              <a:pathLst>
                <a:path extrusionOk="0" h="335" w="323">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5" name="Google Shape;11155;p80"/>
            <p:cNvSpPr/>
            <p:nvPr/>
          </p:nvSpPr>
          <p:spPr>
            <a:xfrm>
              <a:off x="6342009" y="4406442"/>
              <a:ext cx="76222" cy="32472"/>
            </a:xfrm>
            <a:custGeom>
              <a:rect b="b" l="l" r="r" t="t"/>
              <a:pathLst>
                <a:path extrusionOk="0" h="1025" w="2406">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56" name="Google Shape;11156;p80"/>
          <p:cNvGrpSpPr/>
          <p:nvPr/>
        </p:nvGrpSpPr>
        <p:grpSpPr>
          <a:xfrm>
            <a:off x="3560600" y="3587938"/>
            <a:ext cx="352345" cy="363655"/>
            <a:chOff x="3560600" y="3763338"/>
            <a:chExt cx="352345" cy="363655"/>
          </a:xfrm>
        </p:grpSpPr>
        <p:sp>
          <p:nvSpPr>
            <p:cNvPr id="11157" name="Google Shape;11157;p80"/>
            <p:cNvSpPr/>
            <p:nvPr/>
          </p:nvSpPr>
          <p:spPr>
            <a:xfrm>
              <a:off x="3665841" y="3763338"/>
              <a:ext cx="143352" cy="173543"/>
            </a:xfrm>
            <a:custGeom>
              <a:rect b="b" l="l" r="r" t="t"/>
              <a:pathLst>
                <a:path extrusionOk="0" h="5478" w="4525">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8" name="Google Shape;11158;p80"/>
            <p:cNvSpPr/>
            <p:nvPr/>
          </p:nvSpPr>
          <p:spPr>
            <a:xfrm>
              <a:off x="3696761" y="3794099"/>
              <a:ext cx="82653" cy="78661"/>
            </a:xfrm>
            <a:custGeom>
              <a:rect b="b" l="l" r="r" t="t"/>
              <a:pathLst>
                <a:path extrusionOk="0" h="2483" w="2609">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9" name="Google Shape;11159;p80"/>
            <p:cNvSpPr/>
            <p:nvPr/>
          </p:nvSpPr>
          <p:spPr>
            <a:xfrm>
              <a:off x="3560600" y="3916574"/>
              <a:ext cx="352345" cy="210419"/>
            </a:xfrm>
            <a:custGeom>
              <a:rect b="b" l="l" r="r" t="t"/>
              <a:pathLst>
                <a:path extrusionOk="0" h="6642" w="11122">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60" name="Google Shape;11160;p80"/>
          <p:cNvGrpSpPr/>
          <p:nvPr/>
        </p:nvGrpSpPr>
        <p:grpSpPr>
          <a:xfrm>
            <a:off x="5790556" y="4085852"/>
            <a:ext cx="279513" cy="356083"/>
            <a:chOff x="5790556" y="4261252"/>
            <a:chExt cx="279513" cy="356083"/>
          </a:xfrm>
        </p:grpSpPr>
        <p:sp>
          <p:nvSpPr>
            <p:cNvPr id="11161" name="Google Shape;11161;p80"/>
            <p:cNvSpPr/>
            <p:nvPr/>
          </p:nvSpPr>
          <p:spPr>
            <a:xfrm>
              <a:off x="5892027" y="4400423"/>
              <a:ext cx="10581" cy="15872"/>
            </a:xfrm>
            <a:custGeom>
              <a:rect b="b" l="l" r="r" t="t"/>
              <a:pathLst>
                <a:path extrusionOk="0" h="501" w="334">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2" name="Google Shape;11162;p80"/>
            <p:cNvSpPr/>
            <p:nvPr/>
          </p:nvSpPr>
          <p:spPr>
            <a:xfrm>
              <a:off x="5959157" y="4400423"/>
              <a:ext cx="10201" cy="15872"/>
            </a:xfrm>
            <a:custGeom>
              <a:rect b="b" l="l" r="r" t="t"/>
              <a:pathLst>
                <a:path extrusionOk="0" h="501" w="322">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3" name="Google Shape;11163;p80"/>
            <p:cNvSpPr/>
            <p:nvPr/>
          </p:nvSpPr>
          <p:spPr>
            <a:xfrm>
              <a:off x="5907867" y="4450667"/>
              <a:ext cx="45651" cy="16157"/>
            </a:xfrm>
            <a:custGeom>
              <a:rect b="b" l="l" r="r" t="t"/>
              <a:pathLst>
                <a:path extrusionOk="0" h="510" w="1441">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4" name="Google Shape;11164;p80"/>
            <p:cNvSpPr/>
            <p:nvPr/>
          </p:nvSpPr>
          <p:spPr>
            <a:xfrm>
              <a:off x="5790556" y="4261252"/>
              <a:ext cx="279513" cy="356083"/>
            </a:xfrm>
            <a:custGeom>
              <a:rect b="b" l="l" r="r" t="t"/>
              <a:pathLst>
                <a:path extrusionOk="0" h="11240" w="8823">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5" name="Google Shape;11165;p80"/>
            <p:cNvSpPr/>
            <p:nvPr/>
          </p:nvSpPr>
          <p:spPr>
            <a:xfrm>
              <a:off x="5875807" y="4562244"/>
              <a:ext cx="10201" cy="55092"/>
            </a:xfrm>
            <a:custGeom>
              <a:rect b="b" l="l" r="r" t="t"/>
              <a:pathLst>
                <a:path extrusionOk="0" h="1739" w="322">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6" name="Google Shape;11166;p80"/>
            <p:cNvSpPr/>
            <p:nvPr/>
          </p:nvSpPr>
          <p:spPr>
            <a:xfrm>
              <a:off x="5925576" y="4567883"/>
              <a:ext cx="10613" cy="10233"/>
            </a:xfrm>
            <a:custGeom>
              <a:rect b="b" l="l" r="r" t="t"/>
              <a:pathLst>
                <a:path extrusionOk="0" h="323" w="335">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7" name="Google Shape;11167;p80"/>
            <p:cNvSpPr/>
            <p:nvPr/>
          </p:nvSpPr>
          <p:spPr>
            <a:xfrm>
              <a:off x="5925576" y="4600703"/>
              <a:ext cx="10613" cy="10613"/>
            </a:xfrm>
            <a:custGeom>
              <a:rect b="b" l="l" r="r" t="t"/>
              <a:pathLst>
                <a:path extrusionOk="0" h="335" w="335">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68" name="Google Shape;11168;p80"/>
          <p:cNvGrpSpPr/>
          <p:nvPr/>
        </p:nvGrpSpPr>
        <p:grpSpPr>
          <a:xfrm>
            <a:off x="5341333" y="4085852"/>
            <a:ext cx="278752" cy="356463"/>
            <a:chOff x="5341333" y="4261252"/>
            <a:chExt cx="278752" cy="356463"/>
          </a:xfrm>
        </p:grpSpPr>
        <p:sp>
          <p:nvSpPr>
            <p:cNvPr id="11169" name="Google Shape;11169;p80"/>
            <p:cNvSpPr/>
            <p:nvPr/>
          </p:nvSpPr>
          <p:spPr>
            <a:xfrm>
              <a:off x="5442773" y="4383442"/>
              <a:ext cx="10613" cy="15872"/>
            </a:xfrm>
            <a:custGeom>
              <a:rect b="b" l="l" r="r" t="t"/>
              <a:pathLst>
                <a:path extrusionOk="0" h="501" w="335">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0" name="Google Shape;11170;p80"/>
            <p:cNvSpPr/>
            <p:nvPr/>
          </p:nvSpPr>
          <p:spPr>
            <a:xfrm>
              <a:off x="5509174" y="4383442"/>
              <a:ext cx="10581" cy="15872"/>
            </a:xfrm>
            <a:custGeom>
              <a:rect b="b" l="l" r="r" t="t"/>
              <a:pathLst>
                <a:path extrusionOk="0" h="501" w="334">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1" name="Google Shape;11171;p80"/>
            <p:cNvSpPr/>
            <p:nvPr/>
          </p:nvSpPr>
          <p:spPr>
            <a:xfrm>
              <a:off x="5458232" y="4422377"/>
              <a:ext cx="45302" cy="16157"/>
            </a:xfrm>
            <a:custGeom>
              <a:rect b="b" l="l" r="r" t="t"/>
              <a:pathLst>
                <a:path extrusionOk="0" h="510" w="143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2" name="Google Shape;11172;p80"/>
            <p:cNvSpPr/>
            <p:nvPr/>
          </p:nvSpPr>
          <p:spPr>
            <a:xfrm>
              <a:off x="5437134" y="4572793"/>
              <a:ext cx="10581" cy="44162"/>
            </a:xfrm>
            <a:custGeom>
              <a:rect b="b" l="l" r="r" t="t"/>
              <a:pathLst>
                <a:path extrusionOk="0" h="1394" w="334">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3" name="Google Shape;11173;p80"/>
            <p:cNvSpPr/>
            <p:nvPr/>
          </p:nvSpPr>
          <p:spPr>
            <a:xfrm>
              <a:off x="5341333" y="4261252"/>
              <a:ext cx="278752" cy="356463"/>
            </a:xfrm>
            <a:custGeom>
              <a:rect b="b" l="l" r="r" t="t"/>
              <a:pathLst>
                <a:path extrusionOk="0" h="11252" w="8799">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4" name="Google Shape;11174;p80"/>
            <p:cNvSpPr/>
            <p:nvPr/>
          </p:nvSpPr>
          <p:spPr>
            <a:xfrm>
              <a:off x="5436753" y="4366842"/>
              <a:ext cx="21511" cy="10613"/>
            </a:xfrm>
            <a:custGeom>
              <a:rect b="b" l="l" r="r" t="t"/>
              <a:pathLst>
                <a:path extrusionOk="0" h="335" w="679">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5" name="Google Shape;11175;p80"/>
            <p:cNvSpPr/>
            <p:nvPr/>
          </p:nvSpPr>
          <p:spPr>
            <a:xfrm>
              <a:off x="5503503" y="4366842"/>
              <a:ext cx="21923" cy="10613"/>
            </a:xfrm>
            <a:custGeom>
              <a:rect b="b" l="l" r="r" t="t"/>
              <a:pathLst>
                <a:path extrusionOk="0" h="335" w="692">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76" name="Google Shape;11176;p80"/>
          <p:cNvSpPr/>
          <p:nvPr/>
        </p:nvSpPr>
        <p:spPr>
          <a:xfrm>
            <a:off x="1322345" y="3661182"/>
            <a:ext cx="367805" cy="259871"/>
          </a:xfrm>
          <a:custGeom>
            <a:rect b="b" l="l" r="r" t="t"/>
            <a:pathLst>
              <a:path extrusionOk="0" h="8203" w="1161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77" name="Google Shape;11177;p80"/>
          <p:cNvGrpSpPr/>
          <p:nvPr/>
        </p:nvGrpSpPr>
        <p:grpSpPr>
          <a:xfrm>
            <a:off x="3103646" y="3590676"/>
            <a:ext cx="360233" cy="362451"/>
            <a:chOff x="3107608" y="3763401"/>
            <a:chExt cx="360233" cy="362451"/>
          </a:xfrm>
        </p:grpSpPr>
        <p:sp>
          <p:nvSpPr>
            <p:cNvPr id="11178" name="Google Shape;11178;p80"/>
            <p:cNvSpPr/>
            <p:nvPr/>
          </p:nvSpPr>
          <p:spPr>
            <a:xfrm>
              <a:off x="3323349" y="3763401"/>
              <a:ext cx="144492" cy="152729"/>
            </a:xfrm>
            <a:custGeom>
              <a:rect b="b" l="l" r="r" t="t"/>
              <a:pathLst>
                <a:path extrusionOk="0" h="4821" w="4561">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9" name="Google Shape;11179;p80"/>
            <p:cNvSpPr/>
            <p:nvPr/>
          </p:nvSpPr>
          <p:spPr>
            <a:xfrm>
              <a:off x="3107608" y="3863256"/>
              <a:ext cx="333844" cy="262596"/>
            </a:xfrm>
            <a:custGeom>
              <a:rect b="b" l="l" r="r" t="t"/>
              <a:pathLst>
                <a:path extrusionOk="0" h="8289" w="10538">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0" name="Google Shape;11180;p80"/>
            <p:cNvSpPr/>
            <p:nvPr/>
          </p:nvSpPr>
          <p:spPr>
            <a:xfrm>
              <a:off x="3361840" y="3799453"/>
              <a:ext cx="74701" cy="71438"/>
            </a:xfrm>
            <a:custGeom>
              <a:rect b="b" l="l" r="r" t="t"/>
              <a:pathLst>
                <a:path extrusionOk="0" h="2255" w="2358">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81" name="Google Shape;11181;p80"/>
          <p:cNvGrpSpPr/>
          <p:nvPr/>
        </p:nvGrpSpPr>
        <p:grpSpPr>
          <a:xfrm>
            <a:off x="889343" y="3625827"/>
            <a:ext cx="351585" cy="339705"/>
            <a:chOff x="889343" y="3801227"/>
            <a:chExt cx="351585" cy="339705"/>
          </a:xfrm>
        </p:grpSpPr>
        <p:sp>
          <p:nvSpPr>
            <p:cNvPr id="11182" name="Google Shape;11182;p80"/>
            <p:cNvSpPr/>
            <p:nvPr/>
          </p:nvSpPr>
          <p:spPr>
            <a:xfrm>
              <a:off x="1014954" y="4068479"/>
              <a:ext cx="35862" cy="10233"/>
            </a:xfrm>
            <a:custGeom>
              <a:rect b="b" l="l" r="r" t="t"/>
              <a:pathLst>
                <a:path extrusionOk="0" h="323" w="1132">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3" name="Google Shape;11183;p80"/>
            <p:cNvSpPr/>
            <p:nvPr/>
          </p:nvSpPr>
          <p:spPr>
            <a:xfrm>
              <a:off x="889343" y="3801227"/>
              <a:ext cx="351585" cy="339705"/>
            </a:xfrm>
            <a:custGeom>
              <a:rect b="b" l="l" r="r" t="t"/>
              <a:pathLst>
                <a:path extrusionOk="0" h="10723" w="11098">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4" name="Google Shape;11184;p80"/>
            <p:cNvSpPr/>
            <p:nvPr/>
          </p:nvSpPr>
          <p:spPr>
            <a:xfrm>
              <a:off x="1148865" y="3851598"/>
              <a:ext cx="27181" cy="51733"/>
            </a:xfrm>
            <a:custGeom>
              <a:rect b="b" l="l" r="r" t="t"/>
              <a:pathLst>
                <a:path extrusionOk="0" h="1633" w="858">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5" name="Google Shape;11185;p80"/>
            <p:cNvSpPr/>
            <p:nvPr/>
          </p:nvSpPr>
          <p:spPr>
            <a:xfrm>
              <a:off x="1152255" y="3836138"/>
              <a:ext cx="15111" cy="15111"/>
            </a:xfrm>
            <a:custGeom>
              <a:rect b="b" l="l" r="r" t="t"/>
              <a:pathLst>
                <a:path extrusionOk="0" h="477" w="477">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6" name="Google Shape;11186;p80"/>
            <p:cNvSpPr/>
            <p:nvPr/>
          </p:nvSpPr>
          <p:spPr>
            <a:xfrm>
              <a:off x="1022494" y="3867438"/>
              <a:ext cx="19642" cy="29843"/>
            </a:xfrm>
            <a:custGeom>
              <a:rect b="b" l="l" r="r" t="t"/>
              <a:pathLst>
                <a:path extrusionOk="0" h="942" w="62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87" name="Google Shape;11187;p80"/>
          <p:cNvGrpSpPr/>
          <p:nvPr/>
        </p:nvGrpSpPr>
        <p:grpSpPr>
          <a:xfrm>
            <a:off x="4896609" y="4085472"/>
            <a:ext cx="278784" cy="355323"/>
            <a:chOff x="4896609" y="4260872"/>
            <a:chExt cx="278784" cy="355323"/>
          </a:xfrm>
        </p:grpSpPr>
        <p:sp>
          <p:nvSpPr>
            <p:cNvPr id="11188" name="Google Shape;11188;p80"/>
            <p:cNvSpPr/>
            <p:nvPr/>
          </p:nvSpPr>
          <p:spPr>
            <a:xfrm>
              <a:off x="4997700" y="4378151"/>
              <a:ext cx="10201" cy="16252"/>
            </a:xfrm>
            <a:custGeom>
              <a:rect b="b" l="l" r="r" t="t"/>
              <a:pathLst>
                <a:path extrusionOk="0" h="513" w="322">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9" name="Google Shape;11189;p80"/>
            <p:cNvSpPr/>
            <p:nvPr/>
          </p:nvSpPr>
          <p:spPr>
            <a:xfrm>
              <a:off x="5064830" y="4378151"/>
              <a:ext cx="10233" cy="16252"/>
            </a:xfrm>
            <a:custGeom>
              <a:rect b="b" l="l" r="r" t="t"/>
              <a:pathLst>
                <a:path extrusionOk="0" h="513" w="323">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0" name="Google Shape;11190;p80"/>
            <p:cNvSpPr/>
            <p:nvPr/>
          </p:nvSpPr>
          <p:spPr>
            <a:xfrm>
              <a:off x="5013160" y="4417498"/>
              <a:ext cx="46063" cy="15777"/>
            </a:xfrm>
            <a:custGeom>
              <a:rect b="b" l="l" r="r" t="t"/>
              <a:pathLst>
                <a:path extrusionOk="0" h="498" w="1454">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1" name="Google Shape;11191;p80"/>
            <p:cNvSpPr/>
            <p:nvPr/>
          </p:nvSpPr>
          <p:spPr>
            <a:xfrm>
              <a:off x="4896609" y="4260872"/>
              <a:ext cx="278784" cy="355323"/>
            </a:xfrm>
            <a:custGeom>
              <a:rect b="b" l="l" r="r" t="t"/>
              <a:pathLst>
                <a:path extrusionOk="0" h="11216" w="880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2" name="Google Shape;11192;p80"/>
            <p:cNvSpPr/>
            <p:nvPr/>
          </p:nvSpPr>
          <p:spPr>
            <a:xfrm>
              <a:off x="4992030" y="4361203"/>
              <a:ext cx="21923" cy="10581"/>
            </a:xfrm>
            <a:custGeom>
              <a:rect b="b" l="l" r="r" t="t"/>
              <a:pathLst>
                <a:path extrusionOk="0" h="334" w="692">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3" name="Google Shape;11193;p80"/>
            <p:cNvSpPr/>
            <p:nvPr/>
          </p:nvSpPr>
          <p:spPr>
            <a:xfrm>
              <a:off x="5059191" y="4361203"/>
              <a:ext cx="21511" cy="10581"/>
            </a:xfrm>
            <a:custGeom>
              <a:rect b="b" l="l" r="r" t="t"/>
              <a:pathLst>
                <a:path extrusionOk="0" h="334" w="679">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94" name="Google Shape;11194;p80"/>
          <p:cNvGrpSpPr/>
          <p:nvPr/>
        </p:nvGrpSpPr>
        <p:grpSpPr>
          <a:xfrm>
            <a:off x="7598438" y="4090731"/>
            <a:ext cx="260283" cy="345914"/>
            <a:chOff x="7598438" y="4266131"/>
            <a:chExt cx="260283" cy="345914"/>
          </a:xfrm>
        </p:grpSpPr>
        <p:sp>
          <p:nvSpPr>
            <p:cNvPr id="11195" name="Google Shape;11195;p80"/>
            <p:cNvSpPr/>
            <p:nvPr/>
          </p:nvSpPr>
          <p:spPr>
            <a:xfrm>
              <a:off x="7598438" y="4266131"/>
              <a:ext cx="260283" cy="345914"/>
            </a:xfrm>
            <a:custGeom>
              <a:rect b="b" l="l" r="r" t="t"/>
              <a:pathLst>
                <a:path extrusionOk="0" h="10919" w="8216">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6" name="Google Shape;11196;p80"/>
            <p:cNvSpPr/>
            <p:nvPr/>
          </p:nvSpPr>
          <p:spPr>
            <a:xfrm>
              <a:off x="7686319" y="4368743"/>
              <a:ext cx="21131" cy="10581"/>
            </a:xfrm>
            <a:custGeom>
              <a:rect b="b" l="l" r="r" t="t"/>
              <a:pathLst>
                <a:path extrusionOk="0" h="334" w="667">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7" name="Google Shape;11197;p80"/>
            <p:cNvSpPr/>
            <p:nvPr/>
          </p:nvSpPr>
          <p:spPr>
            <a:xfrm>
              <a:off x="7751199" y="4368743"/>
              <a:ext cx="21131" cy="10581"/>
            </a:xfrm>
            <a:custGeom>
              <a:rect b="b" l="l" r="r" t="t"/>
              <a:pathLst>
                <a:path extrusionOk="0" h="334" w="667">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8" name="Google Shape;11198;p80"/>
            <p:cNvSpPr/>
            <p:nvPr/>
          </p:nvSpPr>
          <p:spPr>
            <a:xfrm>
              <a:off x="7794189" y="4558474"/>
              <a:ext cx="37731" cy="37731"/>
            </a:xfrm>
            <a:custGeom>
              <a:rect b="b" l="l" r="r" t="t"/>
              <a:pathLst>
                <a:path extrusionOk="0" h="1191" w="1191">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9" name="Google Shape;11199;p80"/>
            <p:cNvSpPr/>
            <p:nvPr/>
          </p:nvSpPr>
          <p:spPr>
            <a:xfrm>
              <a:off x="7691197" y="4385343"/>
              <a:ext cx="10613" cy="15492"/>
            </a:xfrm>
            <a:custGeom>
              <a:rect b="b" l="l" r="r" t="t"/>
              <a:pathLst>
                <a:path extrusionOk="0" h="489" w="335">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0" name="Google Shape;11200;p80"/>
            <p:cNvSpPr/>
            <p:nvPr/>
          </p:nvSpPr>
          <p:spPr>
            <a:xfrm>
              <a:off x="7756458" y="4385343"/>
              <a:ext cx="10233" cy="15492"/>
            </a:xfrm>
            <a:custGeom>
              <a:rect b="b" l="l" r="r" t="t"/>
              <a:pathLst>
                <a:path extrusionOk="0" h="489" w="323">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1" name="Google Shape;11201;p80"/>
            <p:cNvSpPr/>
            <p:nvPr/>
          </p:nvSpPr>
          <p:spPr>
            <a:xfrm>
              <a:off x="7699878" y="4415122"/>
              <a:ext cx="58893" cy="32092"/>
            </a:xfrm>
            <a:custGeom>
              <a:rect b="b" l="l" r="r" t="t"/>
              <a:pathLst>
                <a:path extrusionOk="0" h="1013" w="1859">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02" name="Google Shape;11202;p80"/>
          <p:cNvGrpSpPr/>
          <p:nvPr/>
        </p:nvGrpSpPr>
        <p:grpSpPr>
          <a:xfrm>
            <a:off x="1767069" y="3184746"/>
            <a:ext cx="286324" cy="348163"/>
            <a:chOff x="1767069" y="3360146"/>
            <a:chExt cx="286324" cy="348163"/>
          </a:xfrm>
        </p:grpSpPr>
        <p:sp>
          <p:nvSpPr>
            <p:cNvPr id="11203" name="Google Shape;11203;p80"/>
            <p:cNvSpPr/>
            <p:nvPr/>
          </p:nvSpPr>
          <p:spPr>
            <a:xfrm>
              <a:off x="1767069" y="3404277"/>
              <a:ext cx="228223" cy="304033"/>
            </a:xfrm>
            <a:custGeom>
              <a:rect b="b" l="l" r="r" t="t"/>
              <a:pathLst>
                <a:path extrusionOk="0" h="9597" w="7204">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4" name="Google Shape;11204;p80"/>
            <p:cNvSpPr/>
            <p:nvPr/>
          </p:nvSpPr>
          <p:spPr>
            <a:xfrm>
              <a:off x="1799509" y="3360146"/>
              <a:ext cx="253884" cy="276883"/>
            </a:xfrm>
            <a:custGeom>
              <a:rect b="b" l="l" r="r" t="t"/>
              <a:pathLst>
                <a:path extrusionOk="0" h="8740" w="8014">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5" name="Google Shape;11205;p80"/>
            <p:cNvSpPr/>
            <p:nvPr/>
          </p:nvSpPr>
          <p:spPr>
            <a:xfrm>
              <a:off x="1948120" y="3388532"/>
              <a:ext cx="78852" cy="75367"/>
            </a:xfrm>
            <a:custGeom>
              <a:rect b="b" l="l" r="r" t="t"/>
              <a:pathLst>
                <a:path extrusionOk="0" h="2379" w="2489">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6" name="Google Shape;11206;p80"/>
            <p:cNvSpPr/>
            <p:nvPr/>
          </p:nvSpPr>
          <p:spPr>
            <a:xfrm>
              <a:off x="1800270" y="3513636"/>
              <a:ext cx="162582" cy="10233"/>
            </a:xfrm>
            <a:custGeom>
              <a:rect b="b" l="l" r="r" t="t"/>
              <a:pathLst>
                <a:path extrusionOk="0" h="323" w="5132">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7" name="Google Shape;11207;p80"/>
            <p:cNvSpPr/>
            <p:nvPr/>
          </p:nvSpPr>
          <p:spPr>
            <a:xfrm>
              <a:off x="1800270" y="3536287"/>
              <a:ext cx="162582" cy="10201"/>
            </a:xfrm>
            <a:custGeom>
              <a:rect b="b" l="l" r="r" t="t"/>
              <a:pathLst>
                <a:path extrusionOk="0" h="322" w="5132">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8" name="Google Shape;11208;p80"/>
            <p:cNvSpPr/>
            <p:nvPr/>
          </p:nvSpPr>
          <p:spPr>
            <a:xfrm>
              <a:off x="1800270" y="3558146"/>
              <a:ext cx="162582" cy="10613"/>
            </a:xfrm>
            <a:custGeom>
              <a:rect b="b" l="l" r="r" t="t"/>
              <a:pathLst>
                <a:path extrusionOk="0" h="335" w="5132">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9" name="Google Shape;11209;p80"/>
            <p:cNvSpPr/>
            <p:nvPr/>
          </p:nvSpPr>
          <p:spPr>
            <a:xfrm>
              <a:off x="1800270" y="3580798"/>
              <a:ext cx="162582" cy="10581"/>
            </a:xfrm>
            <a:custGeom>
              <a:rect b="b" l="l" r="r" t="t"/>
              <a:pathLst>
                <a:path extrusionOk="0" h="334" w="5132">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10" name="Google Shape;11210;p80"/>
          <p:cNvGrpSpPr/>
          <p:nvPr/>
        </p:nvGrpSpPr>
        <p:grpSpPr>
          <a:xfrm>
            <a:off x="7149944" y="4090731"/>
            <a:ext cx="260283" cy="345914"/>
            <a:chOff x="7149944" y="4266131"/>
            <a:chExt cx="260283" cy="345914"/>
          </a:xfrm>
        </p:grpSpPr>
        <p:sp>
          <p:nvSpPr>
            <p:cNvPr id="11211" name="Google Shape;11211;p80"/>
            <p:cNvSpPr/>
            <p:nvPr/>
          </p:nvSpPr>
          <p:spPr>
            <a:xfrm>
              <a:off x="7149944" y="4266131"/>
              <a:ext cx="260283" cy="345914"/>
            </a:xfrm>
            <a:custGeom>
              <a:rect b="b" l="l" r="r" t="t"/>
              <a:pathLst>
                <a:path extrusionOk="0" h="10919" w="8216">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2" name="Google Shape;11212;p80"/>
            <p:cNvSpPr/>
            <p:nvPr/>
          </p:nvSpPr>
          <p:spPr>
            <a:xfrm>
              <a:off x="7257815" y="4428808"/>
              <a:ext cx="43782" cy="15396"/>
            </a:xfrm>
            <a:custGeom>
              <a:rect b="b" l="l" r="r" t="t"/>
              <a:pathLst>
                <a:path extrusionOk="0" h="486" w="1382">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3" name="Google Shape;11213;p80"/>
            <p:cNvSpPr/>
            <p:nvPr/>
          </p:nvSpPr>
          <p:spPr>
            <a:xfrm>
              <a:off x="7241975" y="4390602"/>
              <a:ext cx="10581" cy="15523"/>
            </a:xfrm>
            <a:custGeom>
              <a:rect b="b" l="l" r="r" t="t"/>
              <a:pathLst>
                <a:path extrusionOk="0" h="490" w="334">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4" name="Google Shape;11214;p80"/>
            <p:cNvSpPr/>
            <p:nvPr/>
          </p:nvSpPr>
          <p:spPr>
            <a:xfrm>
              <a:off x="7307236" y="4390602"/>
              <a:ext cx="10201" cy="15523"/>
            </a:xfrm>
            <a:custGeom>
              <a:rect b="b" l="l" r="r" t="t"/>
              <a:pathLst>
                <a:path extrusionOk="0" h="490" w="322">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5" name="Google Shape;11215;p80"/>
            <p:cNvSpPr/>
            <p:nvPr/>
          </p:nvSpPr>
          <p:spPr>
            <a:xfrm>
              <a:off x="7236336" y="4374382"/>
              <a:ext cx="21131" cy="10613"/>
            </a:xfrm>
            <a:custGeom>
              <a:rect b="b" l="l" r="r" t="t"/>
              <a:pathLst>
                <a:path extrusionOk="0" h="335" w="667">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6" name="Google Shape;11216;p80"/>
            <p:cNvSpPr/>
            <p:nvPr/>
          </p:nvSpPr>
          <p:spPr>
            <a:xfrm>
              <a:off x="7301565" y="4374382"/>
              <a:ext cx="21162" cy="10613"/>
            </a:xfrm>
            <a:custGeom>
              <a:rect b="b" l="l" r="r" t="t"/>
              <a:pathLst>
                <a:path extrusionOk="0" h="335" w="668">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17" name="Google Shape;11217;p80"/>
          <p:cNvGrpSpPr/>
          <p:nvPr/>
        </p:nvGrpSpPr>
        <p:grpSpPr>
          <a:xfrm>
            <a:off x="6695051" y="4083951"/>
            <a:ext cx="270104" cy="360233"/>
            <a:chOff x="6695051" y="4259351"/>
            <a:chExt cx="270104" cy="360233"/>
          </a:xfrm>
        </p:grpSpPr>
        <p:sp>
          <p:nvSpPr>
            <p:cNvPr id="11218" name="Google Shape;11218;p80"/>
            <p:cNvSpPr/>
            <p:nvPr/>
          </p:nvSpPr>
          <p:spPr>
            <a:xfrm>
              <a:off x="6790852" y="4383442"/>
              <a:ext cx="10233" cy="15872"/>
            </a:xfrm>
            <a:custGeom>
              <a:rect b="b" l="l" r="r" t="t"/>
              <a:pathLst>
                <a:path extrusionOk="0" h="501" w="323">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9" name="Google Shape;11219;p80"/>
            <p:cNvSpPr/>
            <p:nvPr/>
          </p:nvSpPr>
          <p:spPr>
            <a:xfrm>
              <a:off x="6858742" y="4383442"/>
              <a:ext cx="10233" cy="15872"/>
            </a:xfrm>
            <a:custGeom>
              <a:rect b="b" l="l" r="r" t="t"/>
              <a:pathLst>
                <a:path extrusionOk="0" h="501" w="323">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0" name="Google Shape;11220;p80"/>
            <p:cNvSpPr/>
            <p:nvPr/>
          </p:nvSpPr>
          <p:spPr>
            <a:xfrm>
              <a:off x="6695051" y="4259351"/>
              <a:ext cx="270104" cy="360233"/>
            </a:xfrm>
            <a:custGeom>
              <a:rect b="b" l="l" r="r" t="t"/>
              <a:pathLst>
                <a:path extrusionOk="0" h="11371" w="8526">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1" name="Google Shape;11221;p80"/>
            <p:cNvSpPr/>
            <p:nvPr/>
          </p:nvSpPr>
          <p:spPr>
            <a:xfrm>
              <a:off x="6799152" y="4414362"/>
              <a:ext cx="61523" cy="33232"/>
            </a:xfrm>
            <a:custGeom>
              <a:rect b="b" l="l" r="r" t="t"/>
              <a:pathLst>
                <a:path extrusionOk="0" h="1049" w="1942">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22" name="Google Shape;11222;p80"/>
          <p:cNvGrpSpPr/>
          <p:nvPr/>
        </p:nvGrpSpPr>
        <p:grpSpPr>
          <a:xfrm>
            <a:off x="8047661" y="4082051"/>
            <a:ext cx="277263" cy="362514"/>
            <a:chOff x="8047661" y="4257451"/>
            <a:chExt cx="277263" cy="362514"/>
          </a:xfrm>
        </p:grpSpPr>
        <p:sp>
          <p:nvSpPr>
            <p:cNvPr id="11223" name="Google Shape;11223;p80"/>
            <p:cNvSpPr/>
            <p:nvPr/>
          </p:nvSpPr>
          <p:spPr>
            <a:xfrm>
              <a:off x="8164211" y="4425418"/>
              <a:ext cx="44542" cy="16157"/>
            </a:xfrm>
            <a:custGeom>
              <a:rect b="b" l="l" r="r" t="t"/>
              <a:pathLst>
                <a:path extrusionOk="0" h="510" w="1406">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4" name="Google Shape;11224;p80"/>
            <p:cNvSpPr/>
            <p:nvPr/>
          </p:nvSpPr>
          <p:spPr>
            <a:xfrm>
              <a:off x="8141940" y="4575423"/>
              <a:ext cx="10613" cy="43813"/>
            </a:xfrm>
            <a:custGeom>
              <a:rect b="b" l="l" r="r" t="t"/>
              <a:pathLst>
                <a:path extrusionOk="0" h="1383" w="335">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5" name="Google Shape;11225;p80"/>
            <p:cNvSpPr/>
            <p:nvPr/>
          </p:nvSpPr>
          <p:spPr>
            <a:xfrm>
              <a:off x="8125720" y="4375522"/>
              <a:ext cx="121873" cy="42293"/>
            </a:xfrm>
            <a:custGeom>
              <a:rect b="b" l="l" r="r" t="t"/>
              <a:pathLst>
                <a:path extrusionOk="0" h="1335" w="3847">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6" name="Google Shape;11226;p80"/>
            <p:cNvSpPr/>
            <p:nvPr/>
          </p:nvSpPr>
          <p:spPr>
            <a:xfrm>
              <a:off x="8047661" y="4257451"/>
              <a:ext cx="277263" cy="362514"/>
            </a:xfrm>
            <a:custGeom>
              <a:rect b="b" l="l" r="r" t="t"/>
              <a:pathLst>
                <a:path extrusionOk="0" h="11443" w="8752">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27" name="Google Shape;11227;p80"/>
          <p:cNvGrpSpPr/>
          <p:nvPr/>
        </p:nvGrpSpPr>
        <p:grpSpPr>
          <a:xfrm>
            <a:off x="6248078" y="3609068"/>
            <a:ext cx="277263" cy="356115"/>
            <a:chOff x="6248078" y="3784468"/>
            <a:chExt cx="277263" cy="356115"/>
          </a:xfrm>
        </p:grpSpPr>
        <p:sp>
          <p:nvSpPr>
            <p:cNvPr id="11228" name="Google Shape;11228;p80"/>
            <p:cNvSpPr/>
            <p:nvPr/>
          </p:nvSpPr>
          <p:spPr>
            <a:xfrm>
              <a:off x="6337099" y="3874630"/>
              <a:ext cx="43402" cy="43402"/>
            </a:xfrm>
            <a:custGeom>
              <a:rect b="b" l="l" r="r" t="t"/>
              <a:pathLst>
                <a:path extrusionOk="0" h="1370" w="137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9" name="Google Shape;11229;p80"/>
            <p:cNvSpPr/>
            <p:nvPr/>
          </p:nvSpPr>
          <p:spPr>
            <a:xfrm>
              <a:off x="6392919" y="3874630"/>
              <a:ext cx="43402" cy="43402"/>
            </a:xfrm>
            <a:custGeom>
              <a:rect b="b" l="l" r="r" t="t"/>
              <a:pathLst>
                <a:path extrusionOk="0" h="1370" w="137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0" name="Google Shape;11230;p80"/>
            <p:cNvSpPr/>
            <p:nvPr/>
          </p:nvSpPr>
          <p:spPr>
            <a:xfrm>
              <a:off x="6381609" y="3913469"/>
              <a:ext cx="10201" cy="15872"/>
            </a:xfrm>
            <a:custGeom>
              <a:rect b="b" l="l" r="r" t="t"/>
              <a:pathLst>
                <a:path extrusionOk="0" h="501" w="322">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1" name="Google Shape;11231;p80"/>
            <p:cNvSpPr/>
            <p:nvPr/>
          </p:nvSpPr>
          <p:spPr>
            <a:xfrm>
              <a:off x="6248078" y="3784468"/>
              <a:ext cx="277263" cy="356115"/>
            </a:xfrm>
            <a:custGeom>
              <a:rect b="b" l="l" r="r" t="t"/>
              <a:pathLst>
                <a:path extrusionOk="0" h="11241" w="8752">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2" name="Google Shape;11232;p80"/>
            <p:cNvSpPr/>
            <p:nvPr/>
          </p:nvSpPr>
          <p:spPr>
            <a:xfrm>
              <a:off x="6381609" y="4085840"/>
              <a:ext cx="10201" cy="54743"/>
            </a:xfrm>
            <a:custGeom>
              <a:rect b="b" l="l" r="r" t="t"/>
              <a:pathLst>
                <a:path extrusionOk="0" h="1728" w="322">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33" name="Google Shape;11233;p80"/>
          <p:cNvGrpSpPr/>
          <p:nvPr/>
        </p:nvGrpSpPr>
        <p:grpSpPr>
          <a:xfrm>
            <a:off x="5800725" y="3610589"/>
            <a:ext cx="277644" cy="354594"/>
            <a:chOff x="5800725" y="3785989"/>
            <a:chExt cx="277644" cy="354594"/>
          </a:xfrm>
        </p:grpSpPr>
        <p:sp>
          <p:nvSpPr>
            <p:cNvPr id="11234" name="Google Shape;11234;p80"/>
            <p:cNvSpPr/>
            <p:nvPr/>
          </p:nvSpPr>
          <p:spPr>
            <a:xfrm>
              <a:off x="5901055" y="3896869"/>
              <a:ext cx="10613" cy="15872"/>
            </a:xfrm>
            <a:custGeom>
              <a:rect b="b" l="l" r="r" t="t"/>
              <a:pathLst>
                <a:path extrusionOk="0" h="501" w="335">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5" name="Google Shape;11235;p80"/>
            <p:cNvSpPr/>
            <p:nvPr/>
          </p:nvSpPr>
          <p:spPr>
            <a:xfrm>
              <a:off x="5968217" y="3896869"/>
              <a:ext cx="10201" cy="15872"/>
            </a:xfrm>
            <a:custGeom>
              <a:rect b="b" l="l" r="r" t="t"/>
              <a:pathLst>
                <a:path extrusionOk="0" h="501" w="322">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6" name="Google Shape;11236;p80"/>
            <p:cNvSpPr/>
            <p:nvPr/>
          </p:nvSpPr>
          <p:spPr>
            <a:xfrm>
              <a:off x="5916547" y="3935804"/>
              <a:ext cx="45271" cy="16157"/>
            </a:xfrm>
            <a:custGeom>
              <a:rect b="b" l="l" r="r" t="t"/>
              <a:pathLst>
                <a:path extrusionOk="0" h="510" w="1429">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7" name="Google Shape;11237;p80"/>
            <p:cNvSpPr/>
            <p:nvPr/>
          </p:nvSpPr>
          <p:spPr>
            <a:xfrm>
              <a:off x="5895416" y="3879888"/>
              <a:ext cx="21891" cy="10233"/>
            </a:xfrm>
            <a:custGeom>
              <a:rect b="b" l="l" r="r" t="t"/>
              <a:pathLst>
                <a:path extrusionOk="0" h="323" w="691">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8" name="Google Shape;11238;p80"/>
            <p:cNvSpPr/>
            <p:nvPr/>
          </p:nvSpPr>
          <p:spPr>
            <a:xfrm>
              <a:off x="5961786" y="3879888"/>
              <a:ext cx="21923" cy="10233"/>
            </a:xfrm>
            <a:custGeom>
              <a:rect b="b" l="l" r="r" t="t"/>
              <a:pathLst>
                <a:path extrusionOk="0" h="323" w="692">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9" name="Google Shape;11239;p80"/>
            <p:cNvSpPr/>
            <p:nvPr/>
          </p:nvSpPr>
          <p:spPr>
            <a:xfrm>
              <a:off x="5800725" y="3785989"/>
              <a:ext cx="277644" cy="354594"/>
            </a:xfrm>
            <a:custGeom>
              <a:rect b="b" l="l" r="r" t="t"/>
              <a:pathLst>
                <a:path extrusionOk="0" h="11193" w="8764">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0" name="Google Shape;11240;p80"/>
            <p:cNvSpPr/>
            <p:nvPr/>
          </p:nvSpPr>
          <p:spPr>
            <a:xfrm>
              <a:off x="6012727" y="4085840"/>
              <a:ext cx="37731" cy="37763"/>
            </a:xfrm>
            <a:custGeom>
              <a:rect b="b" l="l" r="r" t="t"/>
              <a:pathLst>
                <a:path extrusionOk="0" h="1192" w="1191">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41" name="Google Shape;11241;p80"/>
          <p:cNvGrpSpPr/>
          <p:nvPr/>
        </p:nvGrpSpPr>
        <p:grpSpPr>
          <a:xfrm>
            <a:off x="2206122" y="3185348"/>
            <a:ext cx="308183" cy="347561"/>
            <a:chOff x="2206122" y="3360748"/>
            <a:chExt cx="308183" cy="347561"/>
          </a:xfrm>
        </p:grpSpPr>
        <p:sp>
          <p:nvSpPr>
            <p:cNvPr id="11242" name="Google Shape;11242;p80"/>
            <p:cNvSpPr/>
            <p:nvPr/>
          </p:nvSpPr>
          <p:spPr>
            <a:xfrm>
              <a:off x="2206122" y="3543859"/>
              <a:ext cx="199932" cy="164451"/>
            </a:xfrm>
            <a:custGeom>
              <a:rect b="b" l="l" r="r" t="t"/>
              <a:pathLst>
                <a:path extrusionOk="0" h="5191" w="6311">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3" name="Google Shape;11243;p80"/>
            <p:cNvSpPr/>
            <p:nvPr/>
          </p:nvSpPr>
          <p:spPr>
            <a:xfrm>
              <a:off x="2216291" y="3360748"/>
              <a:ext cx="298014" cy="312872"/>
            </a:xfrm>
            <a:custGeom>
              <a:rect b="b" l="l" r="r" t="t"/>
              <a:pathLst>
                <a:path extrusionOk="0" h="9876" w="9407">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4" name="Google Shape;11244;p80"/>
            <p:cNvSpPr/>
            <p:nvPr/>
          </p:nvSpPr>
          <p:spPr>
            <a:xfrm>
              <a:off x="2392812" y="3401615"/>
              <a:ext cx="83033" cy="80372"/>
            </a:xfrm>
            <a:custGeom>
              <a:rect b="b" l="l" r="r" t="t"/>
              <a:pathLst>
                <a:path extrusionOk="0" h="2537" w="2621">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5" name="Google Shape;11245;p80"/>
            <p:cNvSpPr/>
            <p:nvPr/>
          </p:nvSpPr>
          <p:spPr>
            <a:xfrm>
              <a:off x="2229502" y="3535147"/>
              <a:ext cx="201833" cy="94723"/>
            </a:xfrm>
            <a:custGeom>
              <a:rect b="b" l="l" r="r" t="t"/>
              <a:pathLst>
                <a:path extrusionOk="0" h="2990" w="6371">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6" name="Google Shape;11246;p80"/>
            <p:cNvSpPr/>
            <p:nvPr/>
          </p:nvSpPr>
          <p:spPr>
            <a:xfrm>
              <a:off x="2236281" y="3609215"/>
              <a:ext cx="81893" cy="38364"/>
            </a:xfrm>
            <a:custGeom>
              <a:rect b="b" l="l" r="r" t="t"/>
              <a:pathLst>
                <a:path extrusionOk="0" h="1211" w="2585">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47" name="Google Shape;11247;p80"/>
          <p:cNvGrpSpPr/>
          <p:nvPr/>
        </p:nvGrpSpPr>
        <p:grpSpPr>
          <a:xfrm>
            <a:off x="5353403" y="3610209"/>
            <a:ext cx="277992" cy="354974"/>
            <a:chOff x="5353403" y="3785609"/>
            <a:chExt cx="277992" cy="354974"/>
          </a:xfrm>
        </p:grpSpPr>
        <p:sp>
          <p:nvSpPr>
            <p:cNvPr id="11248" name="Google Shape;11248;p80"/>
            <p:cNvSpPr/>
            <p:nvPr/>
          </p:nvSpPr>
          <p:spPr>
            <a:xfrm>
              <a:off x="5476734" y="3952562"/>
              <a:ext cx="33232" cy="15998"/>
            </a:xfrm>
            <a:custGeom>
              <a:rect b="b" l="l" r="r" t="t"/>
              <a:pathLst>
                <a:path extrusionOk="0" h="505" w="1049">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9" name="Google Shape;11249;p80"/>
            <p:cNvSpPr/>
            <p:nvPr/>
          </p:nvSpPr>
          <p:spPr>
            <a:xfrm>
              <a:off x="5457124" y="3902540"/>
              <a:ext cx="10201" cy="15872"/>
            </a:xfrm>
            <a:custGeom>
              <a:rect b="b" l="l" r="r" t="t"/>
              <a:pathLst>
                <a:path extrusionOk="0" h="501" w="322">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0" name="Google Shape;11250;p80"/>
            <p:cNvSpPr/>
            <p:nvPr/>
          </p:nvSpPr>
          <p:spPr>
            <a:xfrm>
              <a:off x="5518234" y="3902540"/>
              <a:ext cx="10581" cy="15872"/>
            </a:xfrm>
            <a:custGeom>
              <a:rect b="b" l="l" r="r" t="t"/>
              <a:pathLst>
                <a:path extrusionOk="0" h="501" w="334">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1" name="Google Shape;11251;p80"/>
            <p:cNvSpPr/>
            <p:nvPr/>
          </p:nvSpPr>
          <p:spPr>
            <a:xfrm>
              <a:off x="5353403" y="3785609"/>
              <a:ext cx="277992" cy="354974"/>
            </a:xfrm>
            <a:custGeom>
              <a:rect b="b" l="l" r="r" t="t"/>
              <a:pathLst>
                <a:path extrusionOk="0" h="11205" w="8775">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2" name="Google Shape;11252;p80"/>
            <p:cNvSpPr/>
            <p:nvPr/>
          </p:nvSpPr>
          <p:spPr>
            <a:xfrm>
              <a:off x="5420533" y="4102440"/>
              <a:ext cx="10581" cy="10201"/>
            </a:xfrm>
            <a:custGeom>
              <a:rect b="b" l="l" r="r" t="t"/>
              <a:pathLst>
                <a:path extrusionOk="0" h="322" w="334">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3" name="Google Shape;11253;p80"/>
            <p:cNvSpPr/>
            <p:nvPr/>
          </p:nvSpPr>
          <p:spPr>
            <a:xfrm>
              <a:off x="5554064" y="4102440"/>
              <a:ext cx="10201" cy="10201"/>
            </a:xfrm>
            <a:custGeom>
              <a:rect b="b" l="l" r="r" t="t"/>
              <a:pathLst>
                <a:path extrusionOk="0" h="322" w="322">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54" name="Google Shape;11254;p80"/>
          <p:cNvGrpSpPr/>
          <p:nvPr/>
        </p:nvGrpSpPr>
        <p:grpSpPr>
          <a:xfrm>
            <a:off x="4896229" y="3610589"/>
            <a:ext cx="278784" cy="354594"/>
            <a:chOff x="4896229" y="3785989"/>
            <a:chExt cx="278784" cy="354594"/>
          </a:xfrm>
        </p:grpSpPr>
        <p:sp>
          <p:nvSpPr>
            <p:cNvPr id="11255" name="Google Shape;11255;p80"/>
            <p:cNvSpPr/>
            <p:nvPr/>
          </p:nvSpPr>
          <p:spPr>
            <a:xfrm>
              <a:off x="4896229" y="3785989"/>
              <a:ext cx="278784" cy="354594"/>
            </a:xfrm>
            <a:custGeom>
              <a:rect b="b" l="l" r="r" t="t"/>
              <a:pathLst>
                <a:path extrusionOk="0" h="11193" w="880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6" name="Google Shape;11256;p80"/>
            <p:cNvSpPr/>
            <p:nvPr/>
          </p:nvSpPr>
          <p:spPr>
            <a:xfrm>
              <a:off x="4997700" y="3932319"/>
              <a:ext cx="10201" cy="15872"/>
            </a:xfrm>
            <a:custGeom>
              <a:rect b="b" l="l" r="r" t="t"/>
              <a:pathLst>
                <a:path extrusionOk="0" h="501" w="322">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7" name="Google Shape;11257;p80"/>
            <p:cNvSpPr/>
            <p:nvPr/>
          </p:nvSpPr>
          <p:spPr>
            <a:xfrm>
              <a:off x="5064830" y="3932319"/>
              <a:ext cx="10233" cy="15872"/>
            </a:xfrm>
            <a:custGeom>
              <a:rect b="b" l="l" r="r" t="t"/>
              <a:pathLst>
                <a:path extrusionOk="0" h="501" w="323">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8" name="Google Shape;11258;p80"/>
            <p:cNvSpPr/>
            <p:nvPr/>
          </p:nvSpPr>
          <p:spPr>
            <a:xfrm>
              <a:off x="5013160" y="3970905"/>
              <a:ext cx="46063" cy="16157"/>
            </a:xfrm>
            <a:custGeom>
              <a:rect b="b" l="l" r="r" t="t"/>
              <a:pathLst>
                <a:path extrusionOk="0" h="510" w="1454">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9" name="Google Shape;11259;p80"/>
            <p:cNvSpPr/>
            <p:nvPr/>
          </p:nvSpPr>
          <p:spPr>
            <a:xfrm>
              <a:off x="4991649" y="3915370"/>
              <a:ext cx="28322" cy="16252"/>
            </a:xfrm>
            <a:custGeom>
              <a:rect b="b" l="l" r="r" t="t"/>
              <a:pathLst>
                <a:path extrusionOk="0" h="513" w="894">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0" name="Google Shape;11260;p80"/>
            <p:cNvSpPr/>
            <p:nvPr/>
          </p:nvSpPr>
          <p:spPr>
            <a:xfrm>
              <a:off x="5052760" y="3915370"/>
              <a:ext cx="28322" cy="16252"/>
            </a:xfrm>
            <a:custGeom>
              <a:rect b="b" l="l" r="r" t="t"/>
              <a:pathLst>
                <a:path extrusionOk="0" h="513" w="894">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61" name="Google Shape;11261;p80"/>
          <p:cNvGrpSpPr/>
          <p:nvPr/>
        </p:nvGrpSpPr>
        <p:grpSpPr>
          <a:xfrm>
            <a:off x="7592387" y="3612458"/>
            <a:ext cx="273874" cy="351204"/>
            <a:chOff x="7592387" y="3787858"/>
            <a:chExt cx="273874" cy="351204"/>
          </a:xfrm>
        </p:grpSpPr>
        <p:sp>
          <p:nvSpPr>
            <p:cNvPr id="11262" name="Google Shape;11262;p80"/>
            <p:cNvSpPr/>
            <p:nvPr/>
          </p:nvSpPr>
          <p:spPr>
            <a:xfrm>
              <a:off x="7592387" y="3787858"/>
              <a:ext cx="273874" cy="351204"/>
            </a:xfrm>
            <a:custGeom>
              <a:rect b="b" l="l" r="r" t="t"/>
              <a:pathLst>
                <a:path extrusionOk="0" h="11086" w="8645">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3" name="Google Shape;11263;p80"/>
            <p:cNvSpPr/>
            <p:nvPr/>
          </p:nvSpPr>
          <p:spPr>
            <a:xfrm>
              <a:off x="7691197" y="3930830"/>
              <a:ext cx="10613" cy="15872"/>
            </a:xfrm>
            <a:custGeom>
              <a:rect b="b" l="l" r="r" t="t"/>
              <a:pathLst>
                <a:path extrusionOk="0" h="501" w="335">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4" name="Google Shape;11264;p80"/>
            <p:cNvSpPr/>
            <p:nvPr/>
          </p:nvSpPr>
          <p:spPr>
            <a:xfrm>
              <a:off x="7757218" y="3930830"/>
              <a:ext cx="10581" cy="15872"/>
            </a:xfrm>
            <a:custGeom>
              <a:rect b="b" l="l" r="r" t="t"/>
              <a:pathLst>
                <a:path extrusionOk="0" h="501" w="334">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5" name="Google Shape;11265;p80"/>
            <p:cNvSpPr/>
            <p:nvPr/>
          </p:nvSpPr>
          <p:spPr>
            <a:xfrm>
              <a:off x="7713088" y="3974580"/>
              <a:ext cx="32472" cy="10581"/>
            </a:xfrm>
            <a:custGeom>
              <a:rect b="b" l="l" r="r" t="t"/>
              <a:pathLst>
                <a:path extrusionOk="0" h="334" w="1025">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66" name="Google Shape;11266;p80"/>
          <p:cNvGrpSpPr/>
          <p:nvPr/>
        </p:nvGrpSpPr>
        <p:grpSpPr>
          <a:xfrm>
            <a:off x="7145794" y="3612458"/>
            <a:ext cx="274254" cy="350444"/>
            <a:chOff x="7145794" y="3787858"/>
            <a:chExt cx="274254" cy="350444"/>
          </a:xfrm>
        </p:grpSpPr>
        <p:sp>
          <p:nvSpPr>
            <p:cNvPr id="11267" name="Google Shape;11267;p80"/>
            <p:cNvSpPr/>
            <p:nvPr/>
          </p:nvSpPr>
          <p:spPr>
            <a:xfrm>
              <a:off x="7247265" y="3891959"/>
              <a:ext cx="10201" cy="16252"/>
            </a:xfrm>
            <a:custGeom>
              <a:rect b="b" l="l" r="r" t="t"/>
              <a:pathLst>
                <a:path extrusionOk="0" h="513" w="322">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8" name="Google Shape;11268;p80"/>
            <p:cNvSpPr/>
            <p:nvPr/>
          </p:nvSpPr>
          <p:spPr>
            <a:xfrm>
              <a:off x="7307616" y="3891959"/>
              <a:ext cx="10201" cy="16252"/>
            </a:xfrm>
            <a:custGeom>
              <a:rect b="b" l="l" r="r" t="t"/>
              <a:pathLst>
                <a:path extrusionOk="0" h="513" w="322">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9" name="Google Shape;11269;p80"/>
            <p:cNvSpPr/>
            <p:nvPr/>
          </p:nvSpPr>
          <p:spPr>
            <a:xfrm>
              <a:off x="7145794" y="3787858"/>
              <a:ext cx="274254" cy="350444"/>
            </a:xfrm>
            <a:custGeom>
              <a:rect b="b" l="l" r="r" t="t"/>
              <a:pathLst>
                <a:path extrusionOk="0" h="11062" w="8657">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0" name="Google Shape;11270;p80"/>
            <p:cNvSpPr/>
            <p:nvPr/>
          </p:nvSpPr>
          <p:spPr>
            <a:xfrm>
              <a:off x="7260824" y="3930925"/>
              <a:ext cx="43813" cy="15396"/>
            </a:xfrm>
            <a:custGeom>
              <a:rect b="b" l="l" r="r" t="t"/>
              <a:pathLst>
                <a:path extrusionOk="0" h="486" w="1383">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1" name="Google Shape;11271;p80"/>
            <p:cNvSpPr/>
            <p:nvPr/>
          </p:nvSpPr>
          <p:spPr>
            <a:xfrm>
              <a:off x="7260476" y="3837532"/>
              <a:ext cx="44162" cy="21289"/>
            </a:xfrm>
            <a:custGeom>
              <a:rect b="b" l="l" r="r" t="t"/>
              <a:pathLst>
                <a:path extrusionOk="0" h="672" w="1394">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2" name="Google Shape;11272;p80"/>
            <p:cNvSpPr/>
            <p:nvPr/>
          </p:nvSpPr>
          <p:spPr>
            <a:xfrm>
              <a:off x="7277425" y="3821059"/>
              <a:ext cx="10233" cy="15872"/>
            </a:xfrm>
            <a:custGeom>
              <a:rect b="b" l="l" r="r" t="t"/>
              <a:pathLst>
                <a:path extrusionOk="0" h="501" w="323">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73" name="Google Shape;11273;p80"/>
          <p:cNvGrpSpPr/>
          <p:nvPr/>
        </p:nvGrpSpPr>
        <p:grpSpPr>
          <a:xfrm>
            <a:off x="8054060" y="3611698"/>
            <a:ext cx="266334" cy="353834"/>
            <a:chOff x="8054060" y="3787098"/>
            <a:chExt cx="266334" cy="353834"/>
          </a:xfrm>
        </p:grpSpPr>
        <p:sp>
          <p:nvSpPr>
            <p:cNvPr id="11274" name="Google Shape;11274;p80"/>
            <p:cNvSpPr/>
            <p:nvPr/>
          </p:nvSpPr>
          <p:spPr>
            <a:xfrm>
              <a:off x="8164972" y="3974675"/>
              <a:ext cx="43782" cy="15396"/>
            </a:xfrm>
            <a:custGeom>
              <a:rect b="b" l="l" r="r" t="t"/>
              <a:pathLst>
                <a:path extrusionOk="0" h="486" w="1382">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5" name="Google Shape;11275;p80"/>
            <p:cNvSpPr/>
            <p:nvPr/>
          </p:nvSpPr>
          <p:spPr>
            <a:xfrm>
              <a:off x="8148371" y="3930450"/>
              <a:ext cx="10201" cy="15872"/>
            </a:xfrm>
            <a:custGeom>
              <a:rect b="b" l="l" r="r" t="t"/>
              <a:pathLst>
                <a:path extrusionOk="0" h="501" w="322">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6" name="Google Shape;11276;p80"/>
            <p:cNvSpPr/>
            <p:nvPr/>
          </p:nvSpPr>
          <p:spPr>
            <a:xfrm>
              <a:off x="8214361" y="3930450"/>
              <a:ext cx="10233" cy="15872"/>
            </a:xfrm>
            <a:custGeom>
              <a:rect b="b" l="l" r="r" t="t"/>
              <a:pathLst>
                <a:path extrusionOk="0" h="501" w="323">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7" name="Google Shape;11277;p80"/>
            <p:cNvSpPr/>
            <p:nvPr/>
          </p:nvSpPr>
          <p:spPr>
            <a:xfrm>
              <a:off x="8054060" y="3787098"/>
              <a:ext cx="266334" cy="353834"/>
            </a:xfrm>
            <a:custGeom>
              <a:rect b="b" l="l" r="r" t="t"/>
              <a:pathLst>
                <a:path extrusionOk="0" h="11169" w="8407">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78" name="Google Shape;11278;p80"/>
          <p:cNvGrpSpPr/>
          <p:nvPr/>
        </p:nvGrpSpPr>
        <p:grpSpPr>
          <a:xfrm>
            <a:off x="6702211" y="3607199"/>
            <a:ext cx="270104" cy="361754"/>
            <a:chOff x="6702211" y="3782599"/>
            <a:chExt cx="270104" cy="361754"/>
          </a:xfrm>
        </p:grpSpPr>
        <p:sp>
          <p:nvSpPr>
            <p:cNvPr id="11279" name="Google Shape;11279;p80"/>
            <p:cNvSpPr/>
            <p:nvPr/>
          </p:nvSpPr>
          <p:spPr>
            <a:xfrm>
              <a:off x="6798011" y="3907070"/>
              <a:ext cx="10233" cy="16252"/>
            </a:xfrm>
            <a:custGeom>
              <a:rect b="b" l="l" r="r" t="t"/>
              <a:pathLst>
                <a:path extrusionOk="0" h="513" w="323">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0" name="Google Shape;11280;p80"/>
            <p:cNvSpPr/>
            <p:nvPr/>
          </p:nvSpPr>
          <p:spPr>
            <a:xfrm>
              <a:off x="6865933" y="3907070"/>
              <a:ext cx="10201" cy="16252"/>
            </a:xfrm>
            <a:custGeom>
              <a:rect b="b" l="l" r="r" t="t"/>
              <a:pathLst>
                <a:path extrusionOk="0" h="513" w="322">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1" name="Google Shape;11281;p80"/>
            <p:cNvSpPr/>
            <p:nvPr/>
          </p:nvSpPr>
          <p:spPr>
            <a:xfrm>
              <a:off x="6814231" y="3946765"/>
              <a:ext cx="45302" cy="16157"/>
            </a:xfrm>
            <a:custGeom>
              <a:rect b="b" l="l" r="r" t="t"/>
              <a:pathLst>
                <a:path extrusionOk="0" h="510" w="143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2" name="Google Shape;11282;p80"/>
            <p:cNvSpPr/>
            <p:nvPr/>
          </p:nvSpPr>
          <p:spPr>
            <a:xfrm>
              <a:off x="6702211" y="3782599"/>
              <a:ext cx="270104" cy="361754"/>
            </a:xfrm>
            <a:custGeom>
              <a:rect b="b" l="l" r="r" t="t"/>
              <a:pathLst>
                <a:path extrusionOk="0" h="11419" w="8526">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3" name="Google Shape;11283;p80"/>
            <p:cNvSpPr/>
            <p:nvPr/>
          </p:nvSpPr>
          <p:spPr>
            <a:xfrm>
              <a:off x="6785941" y="3884229"/>
              <a:ext cx="29082" cy="16442"/>
            </a:xfrm>
            <a:custGeom>
              <a:rect b="b" l="l" r="r" t="t"/>
              <a:pathLst>
                <a:path extrusionOk="0" h="519" w="918">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4" name="Google Shape;11284;p80"/>
          <p:cNvGrpSpPr/>
          <p:nvPr/>
        </p:nvGrpSpPr>
        <p:grpSpPr>
          <a:xfrm>
            <a:off x="3516886" y="3263327"/>
            <a:ext cx="391854" cy="269922"/>
            <a:chOff x="3516850" y="3406526"/>
            <a:chExt cx="369674" cy="254644"/>
          </a:xfrm>
        </p:grpSpPr>
        <p:sp>
          <p:nvSpPr>
            <p:cNvPr id="11285" name="Google Shape;11285;p80"/>
            <p:cNvSpPr/>
            <p:nvPr/>
          </p:nvSpPr>
          <p:spPr>
            <a:xfrm>
              <a:off x="3570421" y="3564577"/>
              <a:ext cx="32" cy="32"/>
            </a:xfrm>
            <a:custGeom>
              <a:rect b="b" l="l" r="r" t="t"/>
              <a:pathLst>
                <a:path extrusionOk="0" h="1" w="1">
                  <a:moveTo>
                    <a:pt x="0" y="0"/>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6" name="Google Shape;11286;p80"/>
            <p:cNvSpPr/>
            <p:nvPr/>
          </p:nvSpPr>
          <p:spPr>
            <a:xfrm>
              <a:off x="3516850" y="3406526"/>
              <a:ext cx="184473" cy="253503"/>
            </a:xfrm>
            <a:custGeom>
              <a:rect b="b" l="l" r="r" t="t"/>
              <a:pathLst>
                <a:path extrusionOk="0" h="8002" w="5823">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7" name="Google Shape;11287;p80"/>
            <p:cNvSpPr/>
            <p:nvPr/>
          </p:nvSpPr>
          <p:spPr>
            <a:xfrm>
              <a:off x="3768073" y="3480087"/>
              <a:ext cx="11341" cy="37731"/>
            </a:xfrm>
            <a:custGeom>
              <a:rect b="b" l="l" r="r" t="t"/>
              <a:pathLst>
                <a:path extrusionOk="0" h="1191" w="358">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8" name="Google Shape;11288;p80"/>
            <p:cNvSpPr/>
            <p:nvPr/>
          </p:nvSpPr>
          <p:spPr>
            <a:xfrm>
              <a:off x="3705061" y="3407286"/>
              <a:ext cx="181463" cy="253884"/>
            </a:xfrm>
            <a:custGeom>
              <a:rect b="b" l="l" r="r" t="t"/>
              <a:pathLst>
                <a:path extrusionOk="0" h="8014" w="5728">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9" name="Google Shape;11289;p80"/>
          <p:cNvGrpSpPr/>
          <p:nvPr/>
        </p:nvGrpSpPr>
        <p:grpSpPr>
          <a:xfrm>
            <a:off x="1310655" y="3185127"/>
            <a:ext cx="306314" cy="347403"/>
            <a:chOff x="1310655" y="3360527"/>
            <a:chExt cx="306314" cy="347403"/>
          </a:xfrm>
        </p:grpSpPr>
        <p:sp>
          <p:nvSpPr>
            <p:cNvPr id="11290" name="Google Shape;11290;p80"/>
            <p:cNvSpPr/>
            <p:nvPr/>
          </p:nvSpPr>
          <p:spPr>
            <a:xfrm>
              <a:off x="1440416" y="3531630"/>
              <a:ext cx="151652" cy="176299"/>
            </a:xfrm>
            <a:custGeom>
              <a:rect b="b" l="l" r="r" t="t"/>
              <a:pathLst>
                <a:path extrusionOk="0" h="5565" w="4787">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1" name="Google Shape;11291;p80"/>
            <p:cNvSpPr/>
            <p:nvPr/>
          </p:nvSpPr>
          <p:spPr>
            <a:xfrm>
              <a:off x="1486447" y="3589478"/>
              <a:ext cx="64152" cy="75842"/>
            </a:xfrm>
            <a:custGeom>
              <a:rect b="b" l="l" r="r" t="t"/>
              <a:pathLst>
                <a:path extrusionOk="0" h="2394" w="2025">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2" name="Google Shape;11292;p80"/>
            <p:cNvSpPr/>
            <p:nvPr/>
          </p:nvSpPr>
          <p:spPr>
            <a:xfrm>
              <a:off x="1310655" y="3360527"/>
              <a:ext cx="306314" cy="334572"/>
            </a:xfrm>
            <a:custGeom>
              <a:rect b="b" l="l" r="r" t="t"/>
              <a:pathLst>
                <a:path extrusionOk="0" h="10561" w="9669">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3" name="Google Shape;11293;p80"/>
            <p:cNvSpPr/>
            <p:nvPr/>
          </p:nvSpPr>
          <p:spPr>
            <a:xfrm>
              <a:off x="1474377" y="3380453"/>
              <a:ext cx="122221" cy="118895"/>
            </a:xfrm>
            <a:custGeom>
              <a:rect b="b" l="l" r="r" t="t"/>
              <a:pathLst>
                <a:path extrusionOk="0" h="3753" w="3858">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4" name="Google Shape;11294;p80"/>
            <p:cNvSpPr/>
            <p:nvPr/>
          </p:nvSpPr>
          <p:spPr>
            <a:xfrm>
              <a:off x="1510207" y="3632848"/>
              <a:ext cx="15492" cy="17741"/>
            </a:xfrm>
            <a:custGeom>
              <a:rect b="b" l="l" r="r" t="t"/>
              <a:pathLst>
                <a:path extrusionOk="0" h="560" w="489">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95" name="Google Shape;11295;p80"/>
          <p:cNvGrpSpPr/>
          <p:nvPr/>
        </p:nvGrpSpPr>
        <p:grpSpPr>
          <a:xfrm>
            <a:off x="3119678" y="3184746"/>
            <a:ext cx="269343" cy="348543"/>
            <a:chOff x="3119678" y="3360146"/>
            <a:chExt cx="269343" cy="348543"/>
          </a:xfrm>
        </p:grpSpPr>
        <p:sp>
          <p:nvSpPr>
            <p:cNvPr id="11296" name="Google Shape;11296;p80"/>
            <p:cNvSpPr/>
            <p:nvPr/>
          </p:nvSpPr>
          <p:spPr>
            <a:xfrm>
              <a:off x="3268289" y="3498271"/>
              <a:ext cx="43782" cy="46728"/>
            </a:xfrm>
            <a:custGeom>
              <a:rect b="b" l="l" r="r" t="t"/>
              <a:pathLst>
                <a:path extrusionOk="0" h="1475" w="1382">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7" name="Google Shape;11297;p80"/>
            <p:cNvSpPr/>
            <p:nvPr/>
          </p:nvSpPr>
          <p:spPr>
            <a:xfrm>
              <a:off x="3147208" y="3475176"/>
              <a:ext cx="214664" cy="233513"/>
            </a:xfrm>
            <a:custGeom>
              <a:rect b="b" l="l" r="r" t="t"/>
              <a:pathLst>
                <a:path extrusionOk="0" h="7371" w="6776">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8" name="Google Shape;11298;p80"/>
            <p:cNvSpPr/>
            <p:nvPr/>
          </p:nvSpPr>
          <p:spPr>
            <a:xfrm>
              <a:off x="3249408" y="3360146"/>
              <a:ext cx="10613" cy="97321"/>
            </a:xfrm>
            <a:custGeom>
              <a:rect b="b" l="l" r="r" t="t"/>
              <a:pathLst>
                <a:path extrusionOk="0" h="3072" w="335">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9" name="Google Shape;11299;p80"/>
            <p:cNvSpPr/>
            <p:nvPr/>
          </p:nvSpPr>
          <p:spPr>
            <a:xfrm>
              <a:off x="3175879" y="3377919"/>
              <a:ext cx="54331" cy="86740"/>
            </a:xfrm>
            <a:custGeom>
              <a:rect b="b" l="l" r="r" t="t"/>
              <a:pathLst>
                <a:path extrusionOk="0" h="2738" w="1715">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0" name="Google Shape;11300;p80"/>
            <p:cNvSpPr/>
            <p:nvPr/>
          </p:nvSpPr>
          <p:spPr>
            <a:xfrm>
              <a:off x="3119678" y="3429399"/>
              <a:ext cx="89401" cy="50720"/>
            </a:xfrm>
            <a:custGeom>
              <a:rect b="b" l="l" r="r" t="t"/>
              <a:pathLst>
                <a:path extrusionOk="0" h="1601" w="2822">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1" name="Google Shape;11301;p80"/>
            <p:cNvSpPr/>
            <p:nvPr/>
          </p:nvSpPr>
          <p:spPr>
            <a:xfrm>
              <a:off x="3279219" y="3377919"/>
              <a:ext cx="54363" cy="85980"/>
            </a:xfrm>
            <a:custGeom>
              <a:rect b="b" l="l" r="r" t="t"/>
              <a:pathLst>
                <a:path extrusionOk="0" h="2714" w="1716">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2" name="Google Shape;11302;p80"/>
            <p:cNvSpPr/>
            <p:nvPr/>
          </p:nvSpPr>
          <p:spPr>
            <a:xfrm>
              <a:off x="3300349" y="3429399"/>
              <a:ext cx="88672" cy="51100"/>
            </a:xfrm>
            <a:custGeom>
              <a:rect b="b" l="l" r="r" t="t"/>
              <a:pathLst>
                <a:path extrusionOk="0" h="1613" w="2799">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3" name="Google Shape;11303;p80"/>
          <p:cNvGrpSpPr/>
          <p:nvPr/>
        </p:nvGrpSpPr>
        <p:grpSpPr>
          <a:xfrm>
            <a:off x="3967213" y="3181547"/>
            <a:ext cx="368185" cy="354753"/>
            <a:chOff x="3967213" y="3356947"/>
            <a:chExt cx="368185" cy="354753"/>
          </a:xfrm>
        </p:grpSpPr>
        <p:sp>
          <p:nvSpPr>
            <p:cNvPr id="11304" name="Google Shape;11304;p80"/>
            <p:cNvSpPr/>
            <p:nvPr/>
          </p:nvSpPr>
          <p:spPr>
            <a:xfrm>
              <a:off x="4180705" y="3356947"/>
              <a:ext cx="154693" cy="164292"/>
            </a:xfrm>
            <a:custGeom>
              <a:rect b="b" l="l" r="r" t="t"/>
              <a:pathLst>
                <a:path extrusionOk="0" h="5186" w="4883">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5" name="Google Shape;11305;p80"/>
            <p:cNvSpPr/>
            <p:nvPr/>
          </p:nvSpPr>
          <p:spPr>
            <a:xfrm>
              <a:off x="4093585" y="3484237"/>
              <a:ext cx="21891" cy="37002"/>
            </a:xfrm>
            <a:custGeom>
              <a:rect b="b" l="l" r="r" t="t"/>
              <a:pathLst>
                <a:path extrusionOk="0" h="1168" w="691">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6" name="Google Shape;11306;p80"/>
            <p:cNvSpPr/>
            <p:nvPr/>
          </p:nvSpPr>
          <p:spPr>
            <a:xfrm>
              <a:off x="3967213" y="3408047"/>
              <a:ext cx="275394" cy="303653"/>
            </a:xfrm>
            <a:custGeom>
              <a:rect b="b" l="l" r="r" t="t"/>
              <a:pathLst>
                <a:path extrusionOk="0" h="9585" w="8693">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7" name="Google Shape;11307;p80"/>
            <p:cNvSpPr/>
            <p:nvPr/>
          </p:nvSpPr>
          <p:spPr>
            <a:xfrm>
              <a:off x="4239154" y="3387518"/>
              <a:ext cx="44922" cy="65071"/>
            </a:xfrm>
            <a:custGeom>
              <a:rect b="b" l="l" r="r" t="t"/>
              <a:pathLst>
                <a:path extrusionOk="0" h="2054" w="1418">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8" name="Google Shape;11308;p80"/>
            <p:cNvSpPr/>
            <p:nvPr/>
          </p:nvSpPr>
          <p:spPr>
            <a:xfrm>
              <a:off x="4250876" y="3457816"/>
              <a:ext cx="14351" cy="14383"/>
            </a:xfrm>
            <a:custGeom>
              <a:rect b="b" l="l" r="r" t="t"/>
              <a:pathLst>
                <a:path extrusionOk="0" h="454" w="453">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09" name="Google Shape;11309;p80"/>
          <p:cNvGrpSpPr/>
          <p:nvPr/>
        </p:nvGrpSpPr>
        <p:grpSpPr>
          <a:xfrm>
            <a:off x="871254" y="3184746"/>
            <a:ext cx="285183" cy="347023"/>
            <a:chOff x="871254" y="3360146"/>
            <a:chExt cx="285183" cy="347023"/>
          </a:xfrm>
        </p:grpSpPr>
        <p:sp>
          <p:nvSpPr>
            <p:cNvPr id="11310" name="Google Shape;11310;p80"/>
            <p:cNvSpPr/>
            <p:nvPr/>
          </p:nvSpPr>
          <p:spPr>
            <a:xfrm>
              <a:off x="871254" y="3360146"/>
              <a:ext cx="135052" cy="164863"/>
            </a:xfrm>
            <a:custGeom>
              <a:rect b="b" l="l" r="r" t="t"/>
              <a:pathLst>
                <a:path extrusionOk="0" h="5204" w="4263">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1" name="Google Shape;11311;p80"/>
            <p:cNvSpPr/>
            <p:nvPr/>
          </p:nvSpPr>
          <p:spPr>
            <a:xfrm>
              <a:off x="876132" y="3360146"/>
              <a:ext cx="280305" cy="347023"/>
            </a:xfrm>
            <a:custGeom>
              <a:rect b="b" l="l" r="r" t="t"/>
              <a:pathLst>
                <a:path extrusionOk="0" h="10954" w="8848">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2" name="Google Shape;11312;p80"/>
            <p:cNvSpPr/>
            <p:nvPr/>
          </p:nvSpPr>
          <p:spPr>
            <a:xfrm>
              <a:off x="950073" y="3450656"/>
              <a:ext cx="792" cy="1172"/>
            </a:xfrm>
            <a:custGeom>
              <a:rect b="b" l="l" r="r" t="t"/>
              <a:pathLst>
                <a:path extrusionOk="0" h="37" w="25">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3" name="Google Shape;11313;p80"/>
            <p:cNvSpPr/>
            <p:nvPr/>
          </p:nvSpPr>
          <p:spPr>
            <a:xfrm>
              <a:off x="923304" y="3434784"/>
              <a:ext cx="178042" cy="156594"/>
            </a:xfrm>
            <a:custGeom>
              <a:rect b="b" l="l" r="r" t="t"/>
              <a:pathLst>
                <a:path extrusionOk="0" h="4943" w="562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14" name="Google Shape;11314;p80"/>
          <p:cNvGrpSpPr/>
          <p:nvPr/>
        </p:nvGrpSpPr>
        <p:grpSpPr>
          <a:xfrm>
            <a:off x="2665165" y="3184746"/>
            <a:ext cx="281794" cy="349684"/>
            <a:chOff x="2665165" y="3360146"/>
            <a:chExt cx="281794" cy="349684"/>
          </a:xfrm>
        </p:grpSpPr>
        <p:sp>
          <p:nvSpPr>
            <p:cNvPr id="11315" name="Google Shape;11315;p80"/>
            <p:cNvSpPr/>
            <p:nvPr/>
          </p:nvSpPr>
          <p:spPr>
            <a:xfrm>
              <a:off x="2665165" y="3495547"/>
              <a:ext cx="136572" cy="214284"/>
            </a:xfrm>
            <a:custGeom>
              <a:rect b="b" l="l" r="r" t="t"/>
              <a:pathLst>
                <a:path extrusionOk="0" h="6764" w="4311">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6" name="Google Shape;11316;p80"/>
            <p:cNvSpPr/>
            <p:nvPr/>
          </p:nvSpPr>
          <p:spPr>
            <a:xfrm>
              <a:off x="2811495" y="3494786"/>
              <a:ext cx="135464" cy="212003"/>
            </a:xfrm>
            <a:custGeom>
              <a:rect b="b" l="l" r="r" t="t"/>
              <a:pathLst>
                <a:path extrusionOk="0" h="6692" w="4276">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7" name="Google Shape;11317;p80"/>
            <p:cNvSpPr/>
            <p:nvPr/>
          </p:nvSpPr>
          <p:spPr>
            <a:xfrm>
              <a:off x="2731915" y="3360146"/>
              <a:ext cx="149403" cy="181812"/>
            </a:xfrm>
            <a:custGeom>
              <a:rect b="b" l="l" r="r" t="t"/>
              <a:pathLst>
                <a:path extrusionOk="0" h="5739" w="4716">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8" name="Google Shape;11318;p80"/>
            <p:cNvSpPr/>
            <p:nvPr/>
          </p:nvSpPr>
          <p:spPr>
            <a:xfrm>
              <a:off x="2760585" y="3389545"/>
              <a:ext cx="92442" cy="91333"/>
            </a:xfrm>
            <a:custGeom>
              <a:rect b="b" l="l" r="r" t="t"/>
              <a:pathLst>
                <a:path extrusionOk="0" h="2883" w="2918">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9" name="Google Shape;11319;p80"/>
            <p:cNvSpPr/>
            <p:nvPr/>
          </p:nvSpPr>
          <p:spPr>
            <a:xfrm>
              <a:off x="2789636" y="3417836"/>
              <a:ext cx="33961" cy="33993"/>
            </a:xfrm>
            <a:custGeom>
              <a:rect b="b" l="l" r="r" t="t"/>
              <a:pathLst>
                <a:path extrusionOk="0" h="1073" w="1072">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20" name="Google Shape;11320;p80"/>
          <p:cNvGrpSpPr/>
          <p:nvPr/>
        </p:nvGrpSpPr>
        <p:grpSpPr>
          <a:xfrm>
            <a:off x="7156344" y="3172296"/>
            <a:ext cx="264465" cy="353074"/>
            <a:chOff x="7156344" y="3347696"/>
            <a:chExt cx="264465" cy="353074"/>
          </a:xfrm>
        </p:grpSpPr>
        <p:sp>
          <p:nvSpPr>
            <p:cNvPr id="11321" name="Google Shape;11321;p80"/>
            <p:cNvSpPr/>
            <p:nvPr/>
          </p:nvSpPr>
          <p:spPr>
            <a:xfrm>
              <a:off x="7248754" y="3468397"/>
              <a:ext cx="10233" cy="15872"/>
            </a:xfrm>
            <a:custGeom>
              <a:rect b="b" l="l" r="r" t="t"/>
              <a:pathLst>
                <a:path extrusionOk="0" h="501" w="323">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2" name="Google Shape;11322;p80"/>
            <p:cNvSpPr/>
            <p:nvPr/>
          </p:nvSpPr>
          <p:spPr>
            <a:xfrm>
              <a:off x="7314775" y="3468397"/>
              <a:ext cx="10201" cy="15872"/>
            </a:xfrm>
            <a:custGeom>
              <a:rect b="b" l="l" r="r" t="t"/>
              <a:pathLst>
                <a:path extrusionOk="0" h="501" w="322">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3" name="Google Shape;11323;p80"/>
            <p:cNvSpPr/>
            <p:nvPr/>
          </p:nvSpPr>
          <p:spPr>
            <a:xfrm>
              <a:off x="7156344" y="3347696"/>
              <a:ext cx="264465" cy="353074"/>
            </a:xfrm>
            <a:custGeom>
              <a:rect b="b" l="l" r="r" t="t"/>
              <a:pathLst>
                <a:path extrusionOk="0" h="11145" w="8348">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4" name="Google Shape;11324;p80"/>
            <p:cNvSpPr/>
            <p:nvPr/>
          </p:nvSpPr>
          <p:spPr>
            <a:xfrm>
              <a:off x="7212544" y="3678023"/>
              <a:ext cx="14763" cy="21226"/>
            </a:xfrm>
            <a:custGeom>
              <a:rect b="b" l="l" r="r" t="t"/>
              <a:pathLst>
                <a:path extrusionOk="0" h="670" w="466">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5" name="Google Shape;11325;p80"/>
            <p:cNvSpPr/>
            <p:nvPr/>
          </p:nvSpPr>
          <p:spPr>
            <a:xfrm>
              <a:off x="7257055" y="3498936"/>
              <a:ext cx="60382" cy="32472"/>
            </a:xfrm>
            <a:custGeom>
              <a:rect b="b" l="l" r="r" t="t"/>
              <a:pathLst>
                <a:path extrusionOk="0" h="1025" w="1906">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26" name="Google Shape;11326;p80"/>
          <p:cNvGrpSpPr/>
          <p:nvPr/>
        </p:nvGrpSpPr>
        <p:grpSpPr>
          <a:xfrm>
            <a:off x="6703732" y="3171536"/>
            <a:ext cx="264813" cy="352693"/>
            <a:chOff x="6703732" y="3346936"/>
            <a:chExt cx="264813" cy="352693"/>
          </a:xfrm>
        </p:grpSpPr>
        <p:sp>
          <p:nvSpPr>
            <p:cNvPr id="11327" name="Google Shape;11327;p80"/>
            <p:cNvSpPr/>
            <p:nvPr/>
          </p:nvSpPr>
          <p:spPr>
            <a:xfrm>
              <a:off x="6797283" y="3468777"/>
              <a:ext cx="10581" cy="15872"/>
            </a:xfrm>
            <a:custGeom>
              <a:rect b="b" l="l" r="r" t="t"/>
              <a:pathLst>
                <a:path extrusionOk="0" h="501" w="334">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8" name="Google Shape;11328;p80"/>
            <p:cNvSpPr/>
            <p:nvPr/>
          </p:nvSpPr>
          <p:spPr>
            <a:xfrm>
              <a:off x="6863272" y="3468777"/>
              <a:ext cx="10613" cy="15872"/>
            </a:xfrm>
            <a:custGeom>
              <a:rect b="b" l="l" r="r" t="t"/>
              <a:pathLst>
                <a:path extrusionOk="0" h="501" w="335">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9" name="Google Shape;11329;p80"/>
            <p:cNvSpPr/>
            <p:nvPr/>
          </p:nvSpPr>
          <p:spPr>
            <a:xfrm>
              <a:off x="6814231" y="3507712"/>
              <a:ext cx="43433" cy="15777"/>
            </a:xfrm>
            <a:custGeom>
              <a:rect b="b" l="l" r="r" t="t"/>
              <a:pathLst>
                <a:path extrusionOk="0" h="498" w="1371">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0" name="Google Shape;11330;p80"/>
            <p:cNvSpPr/>
            <p:nvPr/>
          </p:nvSpPr>
          <p:spPr>
            <a:xfrm>
              <a:off x="6902143" y="3489876"/>
              <a:ext cx="32" cy="412"/>
            </a:xfrm>
            <a:custGeom>
              <a:rect b="b" l="l" r="r" t="t"/>
              <a:pathLst>
                <a:path extrusionOk="0" h="13" w="1">
                  <a:moveTo>
                    <a:pt x="0" y="13"/>
                  </a:moveTo>
                  <a:cubicBezTo>
                    <a:pt x="0" y="1"/>
                    <a:pt x="0" y="13"/>
                    <a:pt x="0" y="13"/>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1" name="Google Shape;11331;p80"/>
            <p:cNvSpPr/>
            <p:nvPr/>
          </p:nvSpPr>
          <p:spPr>
            <a:xfrm>
              <a:off x="6703732" y="3346936"/>
              <a:ext cx="264813" cy="352693"/>
            </a:xfrm>
            <a:custGeom>
              <a:rect b="b" l="l" r="r" t="t"/>
              <a:pathLst>
                <a:path extrusionOk="0" h="11133" w="8359">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2" name="Google Shape;11332;p80"/>
          <p:cNvGrpSpPr/>
          <p:nvPr/>
        </p:nvGrpSpPr>
        <p:grpSpPr>
          <a:xfrm>
            <a:off x="6252228" y="3171536"/>
            <a:ext cx="265193" cy="352693"/>
            <a:chOff x="6252228" y="3346936"/>
            <a:chExt cx="265193" cy="352693"/>
          </a:xfrm>
        </p:grpSpPr>
        <p:sp>
          <p:nvSpPr>
            <p:cNvPr id="11333" name="Google Shape;11333;p80"/>
            <p:cNvSpPr/>
            <p:nvPr/>
          </p:nvSpPr>
          <p:spPr>
            <a:xfrm>
              <a:off x="6252228" y="3346936"/>
              <a:ext cx="265193" cy="352693"/>
            </a:xfrm>
            <a:custGeom>
              <a:rect b="b" l="l" r="r" t="t"/>
              <a:pathLst>
                <a:path extrusionOk="0" h="11133" w="8371">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4" name="Google Shape;11334;p80"/>
            <p:cNvSpPr/>
            <p:nvPr/>
          </p:nvSpPr>
          <p:spPr>
            <a:xfrm>
              <a:off x="6363140" y="3540532"/>
              <a:ext cx="43402" cy="15396"/>
            </a:xfrm>
            <a:custGeom>
              <a:rect b="b" l="l" r="r" t="t"/>
              <a:pathLst>
                <a:path extrusionOk="0" h="486" w="137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5" name="Google Shape;11335;p80"/>
            <p:cNvSpPr/>
            <p:nvPr/>
          </p:nvSpPr>
          <p:spPr>
            <a:xfrm>
              <a:off x="6406890" y="3468397"/>
              <a:ext cx="21511" cy="10201"/>
            </a:xfrm>
            <a:custGeom>
              <a:rect b="b" l="l" r="r" t="t"/>
              <a:pathLst>
                <a:path extrusionOk="0" h="322" w="679">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6" name="Google Shape;11336;p80"/>
          <p:cNvGrpSpPr/>
          <p:nvPr/>
        </p:nvGrpSpPr>
        <p:grpSpPr>
          <a:xfrm>
            <a:off x="5801105" y="3172296"/>
            <a:ext cx="264813" cy="351933"/>
            <a:chOff x="5801105" y="3347696"/>
            <a:chExt cx="264813" cy="351933"/>
          </a:xfrm>
        </p:grpSpPr>
        <p:sp>
          <p:nvSpPr>
            <p:cNvPr id="11337" name="Google Shape;11337;p80"/>
            <p:cNvSpPr/>
            <p:nvPr/>
          </p:nvSpPr>
          <p:spPr>
            <a:xfrm>
              <a:off x="5911256" y="3534862"/>
              <a:ext cx="43782" cy="15396"/>
            </a:xfrm>
            <a:custGeom>
              <a:rect b="b" l="l" r="r" t="t"/>
              <a:pathLst>
                <a:path extrusionOk="0" h="486" w="1382">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8" name="Google Shape;11338;p80"/>
            <p:cNvSpPr/>
            <p:nvPr/>
          </p:nvSpPr>
          <p:spPr>
            <a:xfrm>
              <a:off x="5894656" y="3490256"/>
              <a:ext cx="10201" cy="16252"/>
            </a:xfrm>
            <a:custGeom>
              <a:rect b="b" l="l" r="r" t="t"/>
              <a:pathLst>
                <a:path extrusionOk="0" h="513" w="322">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9" name="Google Shape;11339;p80"/>
            <p:cNvSpPr/>
            <p:nvPr/>
          </p:nvSpPr>
          <p:spPr>
            <a:xfrm>
              <a:off x="5961057" y="3490256"/>
              <a:ext cx="10201" cy="16252"/>
            </a:xfrm>
            <a:custGeom>
              <a:rect b="b" l="l" r="r" t="t"/>
              <a:pathLst>
                <a:path extrusionOk="0" h="513" w="322">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0" name="Google Shape;11340;p80"/>
            <p:cNvSpPr/>
            <p:nvPr/>
          </p:nvSpPr>
          <p:spPr>
            <a:xfrm>
              <a:off x="5801105" y="3347696"/>
              <a:ext cx="264813" cy="351933"/>
            </a:xfrm>
            <a:custGeom>
              <a:rect b="b" l="l" r="r" t="t"/>
              <a:pathLst>
                <a:path extrusionOk="0" h="11109" w="8359">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1" name="Google Shape;11341;p80"/>
          <p:cNvGrpSpPr/>
          <p:nvPr/>
        </p:nvGrpSpPr>
        <p:grpSpPr>
          <a:xfrm>
            <a:off x="5349253" y="3171536"/>
            <a:ext cx="265922" cy="352693"/>
            <a:chOff x="5349253" y="3346936"/>
            <a:chExt cx="265922" cy="352693"/>
          </a:xfrm>
        </p:grpSpPr>
        <p:sp>
          <p:nvSpPr>
            <p:cNvPr id="11342" name="Google Shape;11342;p80"/>
            <p:cNvSpPr/>
            <p:nvPr/>
          </p:nvSpPr>
          <p:spPr>
            <a:xfrm>
              <a:off x="5460133" y="3534862"/>
              <a:ext cx="44162" cy="15396"/>
            </a:xfrm>
            <a:custGeom>
              <a:rect b="b" l="l" r="r" t="t"/>
              <a:pathLst>
                <a:path extrusionOk="0" h="486" w="1394">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3" name="Google Shape;11343;p80"/>
            <p:cNvSpPr/>
            <p:nvPr/>
          </p:nvSpPr>
          <p:spPr>
            <a:xfrm>
              <a:off x="5443153" y="3495927"/>
              <a:ext cx="10613" cy="16252"/>
            </a:xfrm>
            <a:custGeom>
              <a:rect b="b" l="l" r="r" t="t"/>
              <a:pathLst>
                <a:path extrusionOk="0" h="513" w="335">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4" name="Google Shape;11344;p80"/>
            <p:cNvSpPr/>
            <p:nvPr/>
          </p:nvSpPr>
          <p:spPr>
            <a:xfrm>
              <a:off x="5509934" y="3495927"/>
              <a:ext cx="10201" cy="16252"/>
            </a:xfrm>
            <a:custGeom>
              <a:rect b="b" l="l" r="r" t="t"/>
              <a:pathLst>
                <a:path extrusionOk="0" h="513" w="322">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5" name="Google Shape;11345;p80"/>
            <p:cNvSpPr/>
            <p:nvPr/>
          </p:nvSpPr>
          <p:spPr>
            <a:xfrm>
              <a:off x="5438242" y="3479707"/>
              <a:ext cx="21162" cy="10201"/>
            </a:xfrm>
            <a:custGeom>
              <a:rect b="b" l="l" r="r" t="t"/>
              <a:pathLst>
                <a:path extrusionOk="0" h="322" w="668">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6" name="Google Shape;11346;p80"/>
            <p:cNvSpPr/>
            <p:nvPr/>
          </p:nvSpPr>
          <p:spPr>
            <a:xfrm>
              <a:off x="5504644" y="3479707"/>
              <a:ext cx="21162" cy="10201"/>
            </a:xfrm>
            <a:custGeom>
              <a:rect b="b" l="l" r="r" t="t"/>
              <a:pathLst>
                <a:path extrusionOk="0" h="322" w="668">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7" name="Google Shape;11347;p80"/>
            <p:cNvSpPr/>
            <p:nvPr/>
          </p:nvSpPr>
          <p:spPr>
            <a:xfrm>
              <a:off x="5349253" y="3346936"/>
              <a:ext cx="265922" cy="352693"/>
            </a:xfrm>
            <a:custGeom>
              <a:rect b="b" l="l" r="r" t="t"/>
              <a:pathLst>
                <a:path extrusionOk="0" h="11133" w="8394">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8" name="Google Shape;11348;p80"/>
          <p:cNvGrpSpPr/>
          <p:nvPr/>
        </p:nvGrpSpPr>
        <p:grpSpPr>
          <a:xfrm>
            <a:off x="4907159" y="3171536"/>
            <a:ext cx="264845" cy="354214"/>
            <a:chOff x="4907159" y="3346936"/>
            <a:chExt cx="264845" cy="354214"/>
          </a:xfrm>
        </p:grpSpPr>
        <p:sp>
          <p:nvSpPr>
            <p:cNvPr id="11349" name="Google Shape;11349;p80"/>
            <p:cNvSpPr/>
            <p:nvPr/>
          </p:nvSpPr>
          <p:spPr>
            <a:xfrm>
              <a:off x="5015061" y="3556752"/>
              <a:ext cx="43402" cy="15777"/>
            </a:xfrm>
            <a:custGeom>
              <a:rect b="b" l="l" r="r" t="t"/>
              <a:pathLst>
                <a:path extrusionOk="0" h="498" w="137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0" name="Google Shape;11350;p80"/>
            <p:cNvSpPr/>
            <p:nvPr/>
          </p:nvSpPr>
          <p:spPr>
            <a:xfrm>
              <a:off x="4907159" y="3346936"/>
              <a:ext cx="264845" cy="354214"/>
            </a:xfrm>
            <a:custGeom>
              <a:rect b="b" l="l" r="r" t="t"/>
              <a:pathLst>
                <a:path extrusionOk="0" h="11181" w="836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51" name="Google Shape;11351;p80"/>
          <p:cNvGrpSpPr/>
          <p:nvPr/>
        </p:nvGrpSpPr>
        <p:grpSpPr>
          <a:xfrm>
            <a:off x="8048421" y="3159086"/>
            <a:ext cx="276503" cy="369674"/>
            <a:chOff x="8048421" y="3334486"/>
            <a:chExt cx="276503" cy="369674"/>
          </a:xfrm>
        </p:grpSpPr>
        <p:sp>
          <p:nvSpPr>
            <p:cNvPr id="11352" name="Google Shape;11352;p80"/>
            <p:cNvSpPr/>
            <p:nvPr/>
          </p:nvSpPr>
          <p:spPr>
            <a:xfrm>
              <a:off x="8146471" y="3456327"/>
              <a:ext cx="10613" cy="16252"/>
            </a:xfrm>
            <a:custGeom>
              <a:rect b="b" l="l" r="r" t="t"/>
              <a:pathLst>
                <a:path extrusionOk="0" h="513" w="335">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3" name="Google Shape;11353;p80"/>
            <p:cNvSpPr/>
            <p:nvPr/>
          </p:nvSpPr>
          <p:spPr>
            <a:xfrm>
              <a:off x="8215501" y="3456327"/>
              <a:ext cx="10961" cy="16252"/>
            </a:xfrm>
            <a:custGeom>
              <a:rect b="b" l="l" r="r" t="t"/>
              <a:pathLst>
                <a:path extrusionOk="0" h="513" w="346">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4" name="Google Shape;11354;p80"/>
            <p:cNvSpPr/>
            <p:nvPr/>
          </p:nvSpPr>
          <p:spPr>
            <a:xfrm>
              <a:off x="8048421" y="3334486"/>
              <a:ext cx="276503" cy="369674"/>
            </a:xfrm>
            <a:custGeom>
              <a:rect b="b" l="l" r="r" t="t"/>
              <a:pathLst>
                <a:path extrusionOk="0" h="11669" w="8728">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5" name="Google Shape;11355;p80"/>
            <p:cNvSpPr/>
            <p:nvPr/>
          </p:nvSpPr>
          <p:spPr>
            <a:xfrm>
              <a:off x="8154771" y="3491016"/>
              <a:ext cx="63392" cy="33993"/>
            </a:xfrm>
            <a:custGeom>
              <a:rect b="b" l="l" r="r" t="t"/>
              <a:pathLst>
                <a:path extrusionOk="0" h="1073" w="2001">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6" name="Google Shape;11356;p80"/>
            <p:cNvSpPr/>
            <p:nvPr/>
          </p:nvSpPr>
          <p:spPr>
            <a:xfrm>
              <a:off x="8139691" y="3435988"/>
              <a:ext cx="23792" cy="13939"/>
            </a:xfrm>
            <a:custGeom>
              <a:rect b="b" l="l" r="r" t="t"/>
              <a:pathLst>
                <a:path extrusionOk="0" h="440" w="751">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7" name="Google Shape;11357;p80"/>
            <p:cNvSpPr/>
            <p:nvPr/>
          </p:nvSpPr>
          <p:spPr>
            <a:xfrm>
              <a:off x="8209102" y="3435418"/>
              <a:ext cx="23412" cy="13401"/>
            </a:xfrm>
            <a:custGeom>
              <a:rect b="b" l="l" r="r" t="t"/>
              <a:pathLst>
                <a:path extrusionOk="0" h="423" w="739">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58" name="Google Shape;11358;p80"/>
          <p:cNvGrpSpPr/>
          <p:nvPr/>
        </p:nvGrpSpPr>
        <p:grpSpPr>
          <a:xfrm>
            <a:off x="7575787" y="3154555"/>
            <a:ext cx="295384" cy="376834"/>
            <a:chOff x="7575787" y="3329955"/>
            <a:chExt cx="295384" cy="376834"/>
          </a:xfrm>
        </p:grpSpPr>
        <p:sp>
          <p:nvSpPr>
            <p:cNvPr id="11359" name="Google Shape;11359;p80"/>
            <p:cNvSpPr/>
            <p:nvPr/>
          </p:nvSpPr>
          <p:spPr>
            <a:xfrm>
              <a:off x="7682549" y="3453666"/>
              <a:ext cx="11341" cy="17392"/>
            </a:xfrm>
            <a:custGeom>
              <a:rect b="b" l="l" r="r" t="t"/>
              <a:pathLst>
                <a:path extrusionOk="0" h="549" w="358">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0" name="Google Shape;11360;p80"/>
            <p:cNvSpPr/>
            <p:nvPr/>
          </p:nvSpPr>
          <p:spPr>
            <a:xfrm>
              <a:off x="7753068" y="3453666"/>
              <a:ext cx="11341" cy="17392"/>
            </a:xfrm>
            <a:custGeom>
              <a:rect b="b" l="l" r="r" t="t"/>
              <a:pathLst>
                <a:path extrusionOk="0" h="549" w="358">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1" name="Google Shape;11361;p80"/>
            <p:cNvSpPr/>
            <p:nvPr/>
          </p:nvSpPr>
          <p:spPr>
            <a:xfrm>
              <a:off x="7699149" y="3494691"/>
              <a:ext cx="47932" cy="17487"/>
            </a:xfrm>
            <a:custGeom>
              <a:rect b="b" l="l" r="r" t="t"/>
              <a:pathLst>
                <a:path extrusionOk="0" h="552" w="1513">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2" name="Google Shape;11362;p80"/>
            <p:cNvSpPr/>
            <p:nvPr/>
          </p:nvSpPr>
          <p:spPr>
            <a:xfrm>
              <a:off x="7575787" y="3329955"/>
              <a:ext cx="295384" cy="376834"/>
            </a:xfrm>
            <a:custGeom>
              <a:rect b="b" l="l" r="r" t="t"/>
              <a:pathLst>
                <a:path extrusionOk="0" h="11895" w="9324">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3" name="Google Shape;11363;p80"/>
            <p:cNvSpPr/>
            <p:nvPr/>
          </p:nvSpPr>
          <p:spPr>
            <a:xfrm>
              <a:off x="7676118" y="3435576"/>
              <a:ext cx="23412" cy="11341"/>
            </a:xfrm>
            <a:custGeom>
              <a:rect b="b" l="l" r="r" t="t"/>
              <a:pathLst>
                <a:path extrusionOk="0" h="358" w="739">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4" name="Google Shape;11364;p80"/>
            <p:cNvSpPr/>
            <p:nvPr/>
          </p:nvSpPr>
          <p:spPr>
            <a:xfrm>
              <a:off x="7747049" y="3435576"/>
              <a:ext cx="23031" cy="11341"/>
            </a:xfrm>
            <a:custGeom>
              <a:rect b="b" l="l" r="r" t="t"/>
              <a:pathLst>
                <a:path extrusionOk="0" h="358" w="727">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65" name="Google Shape;11365;p80"/>
          <p:cNvGrpSpPr/>
          <p:nvPr/>
        </p:nvGrpSpPr>
        <p:grpSpPr>
          <a:xfrm>
            <a:off x="864062" y="2709103"/>
            <a:ext cx="264084" cy="347783"/>
            <a:chOff x="864062" y="2884503"/>
            <a:chExt cx="264084" cy="347783"/>
          </a:xfrm>
        </p:grpSpPr>
        <p:sp>
          <p:nvSpPr>
            <p:cNvPr id="11366" name="Google Shape;11366;p80"/>
            <p:cNvSpPr/>
            <p:nvPr/>
          </p:nvSpPr>
          <p:spPr>
            <a:xfrm>
              <a:off x="944783" y="2884503"/>
              <a:ext cx="102263" cy="122982"/>
            </a:xfrm>
            <a:custGeom>
              <a:rect b="b" l="l" r="r" t="t"/>
              <a:pathLst>
                <a:path extrusionOk="0" h="3882" w="3228">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7" name="Google Shape;11367;p80"/>
            <p:cNvSpPr/>
            <p:nvPr/>
          </p:nvSpPr>
          <p:spPr>
            <a:xfrm>
              <a:off x="963664" y="2903733"/>
              <a:ext cx="65261" cy="64152"/>
            </a:xfrm>
            <a:custGeom>
              <a:rect b="b" l="l" r="r" t="t"/>
              <a:pathLst>
                <a:path extrusionOk="0" h="2025" w="206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8" name="Google Shape;11368;p80"/>
            <p:cNvSpPr/>
            <p:nvPr/>
          </p:nvSpPr>
          <p:spPr>
            <a:xfrm>
              <a:off x="864062" y="2987843"/>
              <a:ext cx="264084" cy="244443"/>
            </a:xfrm>
            <a:custGeom>
              <a:rect b="b" l="l" r="r" t="t"/>
              <a:pathLst>
                <a:path extrusionOk="0" h="7716" w="8336">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9" name="Google Shape;11369;p80"/>
            <p:cNvSpPr/>
            <p:nvPr/>
          </p:nvSpPr>
          <p:spPr>
            <a:xfrm>
              <a:off x="1022494" y="3006724"/>
              <a:ext cx="44162" cy="22271"/>
            </a:xfrm>
            <a:custGeom>
              <a:rect b="b" l="l" r="r" t="t"/>
              <a:pathLst>
                <a:path extrusionOk="0" h="703" w="1394">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0" name="Google Shape;11370;p80"/>
            <p:cNvSpPr/>
            <p:nvPr/>
          </p:nvSpPr>
          <p:spPr>
            <a:xfrm>
              <a:off x="1086234" y="3100244"/>
              <a:ext cx="28322" cy="37002"/>
            </a:xfrm>
            <a:custGeom>
              <a:rect b="b" l="l" r="r" t="t"/>
              <a:pathLst>
                <a:path extrusionOk="0" h="1168" w="894">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1" name="Google Shape;11371;p80"/>
            <p:cNvSpPr/>
            <p:nvPr/>
          </p:nvSpPr>
          <p:spPr>
            <a:xfrm>
              <a:off x="1023634" y="3077941"/>
              <a:ext cx="26041" cy="49167"/>
            </a:xfrm>
            <a:custGeom>
              <a:rect b="b" l="l" r="r" t="t"/>
              <a:pathLst>
                <a:path extrusionOk="0" h="1552" w="822">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2" name="Google Shape;11372;p80"/>
            <p:cNvSpPr/>
            <p:nvPr/>
          </p:nvSpPr>
          <p:spPr>
            <a:xfrm>
              <a:off x="924413" y="3006819"/>
              <a:ext cx="44162" cy="22176"/>
            </a:xfrm>
            <a:custGeom>
              <a:rect b="b" l="l" r="r" t="t"/>
              <a:pathLst>
                <a:path extrusionOk="0" h="700" w="1394">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3" name="Google Shape;11373;p80"/>
            <p:cNvSpPr/>
            <p:nvPr/>
          </p:nvSpPr>
          <p:spPr>
            <a:xfrm>
              <a:off x="929703" y="3158757"/>
              <a:ext cx="56232" cy="41849"/>
            </a:xfrm>
            <a:custGeom>
              <a:rect b="b" l="l" r="r" t="t"/>
              <a:pathLst>
                <a:path extrusionOk="0" h="1321" w="1775">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4" name="Google Shape;11374;p80"/>
            <p:cNvSpPr/>
            <p:nvPr/>
          </p:nvSpPr>
          <p:spPr>
            <a:xfrm>
              <a:off x="876512" y="3100244"/>
              <a:ext cx="28322" cy="37002"/>
            </a:xfrm>
            <a:custGeom>
              <a:rect b="b" l="l" r="r" t="t"/>
              <a:pathLst>
                <a:path extrusionOk="0" h="1168" w="894">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5" name="Google Shape;11375;p80"/>
            <p:cNvSpPr/>
            <p:nvPr/>
          </p:nvSpPr>
          <p:spPr>
            <a:xfrm>
              <a:off x="941393" y="3077941"/>
              <a:ext cx="26453" cy="49484"/>
            </a:xfrm>
            <a:custGeom>
              <a:rect b="b" l="l" r="r" t="t"/>
              <a:pathLst>
                <a:path extrusionOk="0" h="1562" w="835">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6" name="Google Shape;11376;p80"/>
          <p:cNvGrpSpPr/>
          <p:nvPr/>
        </p:nvGrpSpPr>
        <p:grpSpPr>
          <a:xfrm>
            <a:off x="3978523" y="2709261"/>
            <a:ext cx="348955" cy="346516"/>
            <a:chOff x="3978523" y="2884661"/>
            <a:chExt cx="348955" cy="346516"/>
          </a:xfrm>
        </p:grpSpPr>
        <p:sp>
          <p:nvSpPr>
            <p:cNvPr id="11377" name="Google Shape;11377;p80"/>
            <p:cNvSpPr/>
            <p:nvPr/>
          </p:nvSpPr>
          <p:spPr>
            <a:xfrm>
              <a:off x="4237285" y="2916658"/>
              <a:ext cx="58101" cy="56897"/>
            </a:xfrm>
            <a:custGeom>
              <a:rect b="b" l="l" r="r" t="t"/>
              <a:pathLst>
                <a:path extrusionOk="0" h="1796" w="1834">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8" name="Google Shape;11378;p80"/>
            <p:cNvSpPr/>
            <p:nvPr/>
          </p:nvSpPr>
          <p:spPr>
            <a:xfrm>
              <a:off x="4216535" y="2886594"/>
              <a:ext cx="29843" cy="73751"/>
            </a:xfrm>
            <a:custGeom>
              <a:rect b="b" l="l" r="r" t="t"/>
              <a:pathLst>
                <a:path extrusionOk="0" h="2328" w="942">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9" name="Google Shape;11379;p80"/>
            <p:cNvSpPr/>
            <p:nvPr/>
          </p:nvSpPr>
          <p:spPr>
            <a:xfrm>
              <a:off x="4176935" y="2884661"/>
              <a:ext cx="30571" cy="74163"/>
            </a:xfrm>
            <a:custGeom>
              <a:rect b="b" l="l" r="r" t="t"/>
              <a:pathLst>
                <a:path extrusionOk="0" h="2341" w="965">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0" name="Google Shape;11380;p80"/>
            <p:cNvSpPr/>
            <p:nvPr/>
          </p:nvSpPr>
          <p:spPr>
            <a:xfrm>
              <a:off x="4250116" y="2965762"/>
              <a:ext cx="74701" cy="28544"/>
            </a:xfrm>
            <a:custGeom>
              <a:rect b="b" l="l" r="r" t="t"/>
              <a:pathLst>
                <a:path extrusionOk="0" h="901" w="2358">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1" name="Google Shape;11381;p80"/>
            <p:cNvSpPr/>
            <p:nvPr/>
          </p:nvSpPr>
          <p:spPr>
            <a:xfrm>
              <a:off x="4251985" y="3004443"/>
              <a:ext cx="75493" cy="29462"/>
            </a:xfrm>
            <a:custGeom>
              <a:rect b="b" l="l" r="r" t="t"/>
              <a:pathLst>
                <a:path extrusionOk="0" h="930" w="2383">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2" name="Google Shape;11382;p80"/>
            <p:cNvSpPr/>
            <p:nvPr/>
          </p:nvSpPr>
          <p:spPr>
            <a:xfrm>
              <a:off x="4033615" y="2996428"/>
              <a:ext cx="73941" cy="84237"/>
            </a:xfrm>
            <a:custGeom>
              <a:rect b="b" l="l" r="r" t="t"/>
              <a:pathLst>
                <a:path extrusionOk="0" h="2659" w="2334">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3" name="Google Shape;11383;p80"/>
            <p:cNvSpPr/>
            <p:nvPr/>
          </p:nvSpPr>
          <p:spPr>
            <a:xfrm>
              <a:off x="3978523" y="2931738"/>
              <a:ext cx="303684" cy="299439"/>
            </a:xfrm>
            <a:custGeom>
              <a:rect b="b" l="l" r="r" t="t"/>
              <a:pathLst>
                <a:path extrusionOk="0" h="9452" w="9586">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4" name="Google Shape;11384;p80"/>
            <p:cNvSpPr/>
            <p:nvPr/>
          </p:nvSpPr>
          <p:spPr>
            <a:xfrm>
              <a:off x="4116204" y="3078638"/>
              <a:ext cx="73973" cy="84269"/>
            </a:xfrm>
            <a:custGeom>
              <a:rect b="b" l="l" r="r" t="t"/>
              <a:pathLst>
                <a:path extrusionOk="0" h="2660" w="2335">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5" name="Google Shape;11385;p80"/>
          <p:cNvGrpSpPr/>
          <p:nvPr/>
        </p:nvGrpSpPr>
        <p:grpSpPr>
          <a:xfrm>
            <a:off x="3556255" y="2709863"/>
            <a:ext cx="347435" cy="345534"/>
            <a:chOff x="3527780" y="2885263"/>
            <a:chExt cx="347435" cy="345534"/>
          </a:xfrm>
        </p:grpSpPr>
        <p:sp>
          <p:nvSpPr>
            <p:cNvPr id="11386" name="Google Shape;11386;p80"/>
            <p:cNvSpPr/>
            <p:nvPr/>
          </p:nvSpPr>
          <p:spPr>
            <a:xfrm>
              <a:off x="3527780" y="2885263"/>
              <a:ext cx="347435" cy="345534"/>
            </a:xfrm>
            <a:custGeom>
              <a:rect b="b" l="l" r="r" t="t"/>
              <a:pathLst>
                <a:path extrusionOk="0" h="10907" w="10967">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7" name="Google Shape;11387;p80"/>
            <p:cNvSpPr/>
            <p:nvPr/>
          </p:nvSpPr>
          <p:spPr>
            <a:xfrm>
              <a:off x="3599440" y="2956543"/>
              <a:ext cx="204494" cy="204843"/>
            </a:xfrm>
            <a:custGeom>
              <a:rect b="b" l="l" r="r" t="t"/>
              <a:pathLst>
                <a:path extrusionOk="0" h="6466" w="6455">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8" name="Google Shape;11388;p80"/>
            <p:cNvSpPr/>
            <p:nvPr/>
          </p:nvSpPr>
          <p:spPr>
            <a:xfrm>
              <a:off x="3661691" y="3018763"/>
              <a:ext cx="79992" cy="80372"/>
            </a:xfrm>
            <a:custGeom>
              <a:rect b="b" l="l" r="r" t="t"/>
              <a:pathLst>
                <a:path extrusionOk="0" h="2537" w="2525">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9" name="Google Shape;11389;p80"/>
            <p:cNvSpPr/>
            <p:nvPr/>
          </p:nvSpPr>
          <p:spPr>
            <a:xfrm>
              <a:off x="3625101" y="2982552"/>
              <a:ext cx="18501" cy="18533"/>
            </a:xfrm>
            <a:custGeom>
              <a:rect b="b" l="l" r="r" t="t"/>
              <a:pathLst>
                <a:path extrusionOk="0" h="585" w="584">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0" name="Google Shape;11390;p80"/>
            <p:cNvSpPr/>
            <p:nvPr/>
          </p:nvSpPr>
          <p:spPr>
            <a:xfrm>
              <a:off x="3651522" y="2982552"/>
              <a:ext cx="18881" cy="18533"/>
            </a:xfrm>
            <a:custGeom>
              <a:rect b="b" l="l" r="r" t="t"/>
              <a:pathLst>
                <a:path extrusionOk="0" h="585" w="596">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1" name="Google Shape;11391;p80"/>
            <p:cNvSpPr/>
            <p:nvPr/>
          </p:nvSpPr>
          <p:spPr>
            <a:xfrm>
              <a:off x="3679052" y="2982552"/>
              <a:ext cx="18501" cy="18533"/>
            </a:xfrm>
            <a:custGeom>
              <a:rect b="b" l="l" r="r" t="t"/>
              <a:pathLst>
                <a:path extrusionOk="0" h="585" w="584">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2" name="Google Shape;11392;p80"/>
            <p:cNvSpPr/>
            <p:nvPr/>
          </p:nvSpPr>
          <p:spPr>
            <a:xfrm>
              <a:off x="3705822" y="2982552"/>
              <a:ext cx="18501" cy="18533"/>
            </a:xfrm>
            <a:custGeom>
              <a:rect b="b" l="l" r="r" t="t"/>
              <a:pathLst>
                <a:path extrusionOk="0" h="585" w="584">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3" name="Google Shape;11393;p80"/>
            <p:cNvSpPr/>
            <p:nvPr/>
          </p:nvSpPr>
          <p:spPr>
            <a:xfrm>
              <a:off x="3732591" y="2982552"/>
              <a:ext cx="18533" cy="18533"/>
            </a:xfrm>
            <a:custGeom>
              <a:rect b="b" l="l" r="r" t="t"/>
              <a:pathLst>
                <a:path extrusionOk="0" h="585" w="585">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4" name="Google Shape;11394;p80"/>
            <p:cNvSpPr/>
            <p:nvPr/>
          </p:nvSpPr>
          <p:spPr>
            <a:xfrm>
              <a:off x="3759773" y="2982552"/>
              <a:ext cx="18121" cy="18533"/>
            </a:xfrm>
            <a:custGeom>
              <a:rect b="b" l="l" r="r" t="t"/>
              <a:pathLst>
                <a:path extrusionOk="0" h="585" w="572">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5" name="Google Shape;11395;p80"/>
            <p:cNvSpPr/>
            <p:nvPr/>
          </p:nvSpPr>
          <p:spPr>
            <a:xfrm>
              <a:off x="3625101" y="3116844"/>
              <a:ext cx="18501" cy="18501"/>
            </a:xfrm>
            <a:custGeom>
              <a:rect b="b" l="l" r="r" t="t"/>
              <a:pathLst>
                <a:path extrusionOk="0" h="584" w="584">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6" name="Google Shape;11396;p80"/>
            <p:cNvSpPr/>
            <p:nvPr/>
          </p:nvSpPr>
          <p:spPr>
            <a:xfrm>
              <a:off x="3651522" y="3116844"/>
              <a:ext cx="18881" cy="18501"/>
            </a:xfrm>
            <a:custGeom>
              <a:rect b="b" l="l" r="r" t="t"/>
              <a:pathLst>
                <a:path extrusionOk="0" h="584" w="596">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7" name="Google Shape;11397;p80"/>
            <p:cNvSpPr/>
            <p:nvPr/>
          </p:nvSpPr>
          <p:spPr>
            <a:xfrm>
              <a:off x="3679052" y="3116844"/>
              <a:ext cx="18501" cy="18501"/>
            </a:xfrm>
            <a:custGeom>
              <a:rect b="b" l="l" r="r" t="t"/>
              <a:pathLst>
                <a:path extrusionOk="0" h="584" w="584">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8" name="Google Shape;11398;p80"/>
            <p:cNvSpPr/>
            <p:nvPr/>
          </p:nvSpPr>
          <p:spPr>
            <a:xfrm>
              <a:off x="3705822" y="3116844"/>
              <a:ext cx="18501" cy="18501"/>
            </a:xfrm>
            <a:custGeom>
              <a:rect b="b" l="l" r="r" t="t"/>
              <a:pathLst>
                <a:path extrusionOk="0" h="584" w="584">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9" name="Google Shape;11399;p80"/>
            <p:cNvSpPr/>
            <p:nvPr/>
          </p:nvSpPr>
          <p:spPr>
            <a:xfrm>
              <a:off x="3732591" y="3116844"/>
              <a:ext cx="18533" cy="18501"/>
            </a:xfrm>
            <a:custGeom>
              <a:rect b="b" l="l" r="r" t="t"/>
              <a:pathLst>
                <a:path extrusionOk="0" h="584" w="585">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0" name="Google Shape;11400;p80"/>
            <p:cNvSpPr/>
            <p:nvPr/>
          </p:nvSpPr>
          <p:spPr>
            <a:xfrm>
              <a:off x="3759773" y="3116844"/>
              <a:ext cx="18121" cy="18501"/>
            </a:xfrm>
            <a:custGeom>
              <a:rect b="b" l="l" r="r" t="t"/>
              <a:pathLst>
                <a:path extrusionOk="0" h="584" w="572">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1" name="Google Shape;11401;p80"/>
            <p:cNvSpPr/>
            <p:nvPr/>
          </p:nvSpPr>
          <p:spPr>
            <a:xfrm>
              <a:off x="3625101" y="3009354"/>
              <a:ext cx="18501" cy="18501"/>
            </a:xfrm>
            <a:custGeom>
              <a:rect b="b" l="l" r="r" t="t"/>
              <a:pathLst>
                <a:path extrusionOk="0" h="584" w="584">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2" name="Google Shape;11402;p80"/>
            <p:cNvSpPr/>
            <p:nvPr/>
          </p:nvSpPr>
          <p:spPr>
            <a:xfrm>
              <a:off x="3625101" y="3036503"/>
              <a:ext cx="18501" cy="18153"/>
            </a:xfrm>
            <a:custGeom>
              <a:rect b="b" l="l" r="r" t="t"/>
              <a:pathLst>
                <a:path extrusionOk="0" h="573" w="584">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3" name="Google Shape;11403;p80"/>
            <p:cNvSpPr/>
            <p:nvPr/>
          </p:nvSpPr>
          <p:spPr>
            <a:xfrm>
              <a:off x="3625101" y="3063273"/>
              <a:ext cx="18501" cy="18533"/>
            </a:xfrm>
            <a:custGeom>
              <a:rect b="b" l="l" r="r" t="t"/>
              <a:pathLst>
                <a:path extrusionOk="0" h="585" w="584">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4" name="Google Shape;11404;p80"/>
            <p:cNvSpPr/>
            <p:nvPr/>
          </p:nvSpPr>
          <p:spPr>
            <a:xfrm>
              <a:off x="3625101" y="3090074"/>
              <a:ext cx="18501" cy="18501"/>
            </a:xfrm>
            <a:custGeom>
              <a:rect b="b" l="l" r="r" t="t"/>
              <a:pathLst>
                <a:path extrusionOk="0" h="584" w="584">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5" name="Google Shape;11405;p80"/>
            <p:cNvSpPr/>
            <p:nvPr/>
          </p:nvSpPr>
          <p:spPr>
            <a:xfrm>
              <a:off x="3759773" y="3009354"/>
              <a:ext cx="18121" cy="18501"/>
            </a:xfrm>
            <a:custGeom>
              <a:rect b="b" l="l" r="r" t="t"/>
              <a:pathLst>
                <a:path extrusionOk="0" h="584" w="572">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6" name="Google Shape;11406;p80"/>
            <p:cNvSpPr/>
            <p:nvPr/>
          </p:nvSpPr>
          <p:spPr>
            <a:xfrm>
              <a:off x="3759773" y="3036503"/>
              <a:ext cx="18121" cy="18153"/>
            </a:xfrm>
            <a:custGeom>
              <a:rect b="b" l="l" r="r" t="t"/>
              <a:pathLst>
                <a:path extrusionOk="0" h="573" w="572">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7" name="Google Shape;11407;p80"/>
            <p:cNvSpPr/>
            <p:nvPr/>
          </p:nvSpPr>
          <p:spPr>
            <a:xfrm>
              <a:off x="3759773" y="3063273"/>
              <a:ext cx="18121" cy="18533"/>
            </a:xfrm>
            <a:custGeom>
              <a:rect b="b" l="l" r="r" t="t"/>
              <a:pathLst>
                <a:path extrusionOk="0" h="585" w="572">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8" name="Google Shape;11408;p80"/>
            <p:cNvSpPr/>
            <p:nvPr/>
          </p:nvSpPr>
          <p:spPr>
            <a:xfrm>
              <a:off x="3759773" y="3090074"/>
              <a:ext cx="18121" cy="18501"/>
            </a:xfrm>
            <a:custGeom>
              <a:rect b="b" l="l" r="r" t="t"/>
              <a:pathLst>
                <a:path extrusionOk="0" h="584" w="572">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09" name="Google Shape;11409;p80"/>
          <p:cNvGrpSpPr/>
          <p:nvPr/>
        </p:nvGrpSpPr>
        <p:grpSpPr>
          <a:xfrm>
            <a:off x="2239671" y="2709103"/>
            <a:ext cx="218053" cy="348543"/>
            <a:chOff x="2239671" y="2884503"/>
            <a:chExt cx="218053" cy="348543"/>
          </a:xfrm>
        </p:grpSpPr>
        <p:sp>
          <p:nvSpPr>
            <p:cNvPr id="11410" name="Google Shape;11410;p80"/>
            <p:cNvSpPr/>
            <p:nvPr/>
          </p:nvSpPr>
          <p:spPr>
            <a:xfrm>
              <a:off x="2341903" y="2884503"/>
              <a:ext cx="115822" cy="268963"/>
            </a:xfrm>
            <a:custGeom>
              <a:rect b="b" l="l" r="r" t="t"/>
              <a:pathLst>
                <a:path extrusionOk="0" h="8490" w="3656">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1" name="Google Shape;11411;p80"/>
            <p:cNvSpPr/>
            <p:nvPr/>
          </p:nvSpPr>
          <p:spPr>
            <a:xfrm>
              <a:off x="2275881" y="3157965"/>
              <a:ext cx="168284" cy="75082"/>
            </a:xfrm>
            <a:custGeom>
              <a:rect b="b" l="l" r="r" t="t"/>
              <a:pathLst>
                <a:path extrusionOk="0" h="2370" w="5312">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2" name="Google Shape;11412;p80"/>
            <p:cNvSpPr/>
            <p:nvPr/>
          </p:nvSpPr>
          <p:spPr>
            <a:xfrm>
              <a:off x="2320012" y="3098755"/>
              <a:ext cx="10613" cy="54711"/>
            </a:xfrm>
            <a:custGeom>
              <a:rect b="b" l="l" r="r" t="t"/>
              <a:pathLst>
                <a:path extrusionOk="0" h="1727" w="335">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3" name="Google Shape;11413;p80"/>
            <p:cNvSpPr/>
            <p:nvPr/>
          </p:nvSpPr>
          <p:spPr>
            <a:xfrm>
              <a:off x="2267961" y="3116939"/>
              <a:ext cx="42293" cy="41437"/>
            </a:xfrm>
            <a:custGeom>
              <a:rect b="b" l="l" r="r" t="t"/>
              <a:pathLst>
                <a:path extrusionOk="0" h="1308" w="1335">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4" name="Google Shape;11414;p80"/>
            <p:cNvSpPr/>
            <p:nvPr/>
          </p:nvSpPr>
          <p:spPr>
            <a:xfrm>
              <a:off x="2239671" y="3166645"/>
              <a:ext cx="54743" cy="10201"/>
            </a:xfrm>
            <a:custGeom>
              <a:rect b="b" l="l" r="r" t="t"/>
              <a:pathLst>
                <a:path extrusionOk="0" h="322" w="1728">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15" name="Google Shape;11415;p80"/>
          <p:cNvGrpSpPr/>
          <p:nvPr/>
        </p:nvGrpSpPr>
        <p:grpSpPr>
          <a:xfrm>
            <a:off x="2691555" y="2709103"/>
            <a:ext cx="215044" cy="348924"/>
            <a:chOff x="2691555" y="2884503"/>
            <a:chExt cx="215044" cy="348924"/>
          </a:xfrm>
        </p:grpSpPr>
        <p:sp>
          <p:nvSpPr>
            <p:cNvPr id="11416" name="Google Shape;11416;p80"/>
            <p:cNvSpPr/>
            <p:nvPr/>
          </p:nvSpPr>
          <p:spPr>
            <a:xfrm>
              <a:off x="2691555" y="2884503"/>
              <a:ext cx="215044" cy="348924"/>
            </a:xfrm>
            <a:custGeom>
              <a:rect b="b" l="l" r="r" t="t"/>
              <a:pathLst>
                <a:path extrusionOk="0" h="11014" w="6788">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7" name="Google Shape;11417;p80"/>
            <p:cNvSpPr/>
            <p:nvPr/>
          </p:nvSpPr>
          <p:spPr>
            <a:xfrm>
              <a:off x="2754535" y="2907503"/>
              <a:ext cx="126783" cy="127164"/>
            </a:xfrm>
            <a:custGeom>
              <a:rect b="b" l="l" r="r" t="t"/>
              <a:pathLst>
                <a:path extrusionOk="0" h="4014" w="4002">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8" name="Google Shape;11418;p80"/>
            <p:cNvSpPr/>
            <p:nvPr/>
          </p:nvSpPr>
          <p:spPr>
            <a:xfrm>
              <a:off x="2781336" y="2931263"/>
              <a:ext cx="74321" cy="74353"/>
            </a:xfrm>
            <a:custGeom>
              <a:rect b="b" l="l" r="r" t="t"/>
              <a:pathLst>
                <a:path extrusionOk="0" h="2347" w="2346">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19" name="Google Shape;11419;p80"/>
          <p:cNvGrpSpPr/>
          <p:nvPr/>
        </p:nvGrpSpPr>
        <p:grpSpPr>
          <a:xfrm>
            <a:off x="1770459" y="2709103"/>
            <a:ext cx="254644" cy="348828"/>
            <a:chOff x="1770459" y="2884503"/>
            <a:chExt cx="254644" cy="348828"/>
          </a:xfrm>
        </p:grpSpPr>
        <p:sp>
          <p:nvSpPr>
            <p:cNvPr id="11420" name="Google Shape;11420;p80"/>
            <p:cNvSpPr/>
            <p:nvPr/>
          </p:nvSpPr>
          <p:spPr>
            <a:xfrm>
              <a:off x="1832330" y="2884503"/>
              <a:ext cx="130902" cy="159572"/>
            </a:xfrm>
            <a:custGeom>
              <a:rect b="b" l="l" r="r" t="t"/>
              <a:pathLst>
                <a:path extrusionOk="0" h="5037" w="4132">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1" name="Google Shape;11421;p80"/>
            <p:cNvSpPr/>
            <p:nvPr/>
          </p:nvSpPr>
          <p:spPr>
            <a:xfrm>
              <a:off x="1861000" y="2912698"/>
              <a:ext cx="75842" cy="72167"/>
            </a:xfrm>
            <a:custGeom>
              <a:rect b="b" l="l" r="r" t="t"/>
              <a:pathLst>
                <a:path extrusionOk="0" h="2278" w="2394">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2" name="Google Shape;11422;p80"/>
            <p:cNvSpPr/>
            <p:nvPr/>
          </p:nvSpPr>
          <p:spPr>
            <a:xfrm>
              <a:off x="1818359" y="3060644"/>
              <a:ext cx="57753" cy="24172"/>
            </a:xfrm>
            <a:custGeom>
              <a:rect b="b" l="l" r="r" t="t"/>
              <a:pathLst>
                <a:path extrusionOk="0" h="763" w="1823">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3" name="Google Shape;11423;p80"/>
            <p:cNvSpPr/>
            <p:nvPr/>
          </p:nvSpPr>
          <p:spPr>
            <a:xfrm>
              <a:off x="1818359" y="3078384"/>
              <a:ext cx="57753" cy="24552"/>
            </a:xfrm>
            <a:custGeom>
              <a:rect b="b" l="l" r="r" t="t"/>
              <a:pathLst>
                <a:path extrusionOk="0" h="775" w="1823">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4" name="Google Shape;11424;p80"/>
            <p:cNvSpPr/>
            <p:nvPr/>
          </p:nvSpPr>
          <p:spPr>
            <a:xfrm>
              <a:off x="1818359" y="3096474"/>
              <a:ext cx="57753" cy="24172"/>
            </a:xfrm>
            <a:custGeom>
              <a:rect b="b" l="l" r="r" t="t"/>
              <a:pathLst>
                <a:path extrusionOk="0" h="763" w="1823">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5" name="Google Shape;11425;p80"/>
            <p:cNvSpPr/>
            <p:nvPr/>
          </p:nvSpPr>
          <p:spPr>
            <a:xfrm>
              <a:off x="2022410" y="3029914"/>
              <a:ext cx="760" cy="570"/>
            </a:xfrm>
            <a:custGeom>
              <a:rect b="b" l="l" r="r" t="t"/>
              <a:pathLst>
                <a:path extrusionOk="0" h="18" w="24">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6" name="Google Shape;11426;p80"/>
            <p:cNvSpPr/>
            <p:nvPr/>
          </p:nvSpPr>
          <p:spPr>
            <a:xfrm>
              <a:off x="1770459" y="3017337"/>
              <a:ext cx="254644" cy="215994"/>
            </a:xfrm>
            <a:custGeom>
              <a:rect b="b" l="l" r="r" t="t"/>
              <a:pathLst>
                <a:path extrusionOk="0" h="6818" w="8038">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7" name="Google Shape;11427;p80"/>
            <p:cNvSpPr/>
            <p:nvPr/>
          </p:nvSpPr>
          <p:spPr>
            <a:xfrm>
              <a:off x="1929271" y="3055987"/>
              <a:ext cx="38111" cy="47298"/>
            </a:xfrm>
            <a:custGeom>
              <a:rect b="b" l="l" r="r" t="t"/>
              <a:pathLst>
                <a:path extrusionOk="0" h="1493" w="1203">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28" name="Google Shape;11428;p80"/>
          <p:cNvGrpSpPr/>
          <p:nvPr/>
        </p:nvGrpSpPr>
        <p:grpSpPr>
          <a:xfrm>
            <a:off x="1317466" y="2709483"/>
            <a:ext cx="258382" cy="348543"/>
            <a:chOff x="1317466" y="2884883"/>
            <a:chExt cx="258382" cy="348543"/>
          </a:xfrm>
        </p:grpSpPr>
        <p:sp>
          <p:nvSpPr>
            <p:cNvPr id="11429" name="Google Shape;11429;p80"/>
            <p:cNvSpPr/>
            <p:nvPr/>
          </p:nvSpPr>
          <p:spPr>
            <a:xfrm>
              <a:off x="1317847" y="2916943"/>
              <a:ext cx="51702" cy="278404"/>
            </a:xfrm>
            <a:custGeom>
              <a:rect b="b" l="l" r="r" t="t"/>
              <a:pathLst>
                <a:path extrusionOk="0" h="8788" w="1632">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0" name="Google Shape;11430;p80"/>
            <p:cNvSpPr/>
            <p:nvPr/>
          </p:nvSpPr>
          <p:spPr>
            <a:xfrm>
              <a:off x="1394766" y="3181725"/>
              <a:ext cx="32852" cy="32852"/>
            </a:xfrm>
            <a:custGeom>
              <a:rect b="b" l="l" r="r" t="t"/>
              <a:pathLst>
                <a:path extrusionOk="0" h="1037" w="1037">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1" name="Google Shape;11431;p80"/>
            <p:cNvSpPr/>
            <p:nvPr/>
          </p:nvSpPr>
          <p:spPr>
            <a:xfrm>
              <a:off x="1317466" y="2884883"/>
              <a:ext cx="258382" cy="348543"/>
            </a:xfrm>
            <a:custGeom>
              <a:rect b="b" l="l" r="r" t="t"/>
              <a:pathLst>
                <a:path extrusionOk="0" h="11002" w="8156">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2" name="Google Shape;11432;p80"/>
            <p:cNvSpPr/>
            <p:nvPr/>
          </p:nvSpPr>
          <p:spPr>
            <a:xfrm>
              <a:off x="1467186" y="2912033"/>
              <a:ext cx="82653" cy="82273"/>
            </a:xfrm>
            <a:custGeom>
              <a:rect b="b" l="l" r="r" t="t"/>
              <a:pathLst>
                <a:path extrusionOk="0" h="2597" w="2609">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3" name="Google Shape;11433;p80"/>
            <p:cNvSpPr/>
            <p:nvPr/>
          </p:nvSpPr>
          <p:spPr>
            <a:xfrm>
              <a:off x="1403066" y="2929393"/>
              <a:ext cx="15872" cy="15872"/>
            </a:xfrm>
            <a:custGeom>
              <a:rect b="b" l="l" r="r" t="t"/>
              <a:pathLst>
                <a:path extrusionOk="0" h="501" w="501">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4" name="Google Shape;11434;p80"/>
            <p:cNvSpPr/>
            <p:nvPr/>
          </p:nvSpPr>
          <p:spPr>
            <a:xfrm>
              <a:off x="1361597" y="3023293"/>
              <a:ext cx="98461" cy="30983"/>
            </a:xfrm>
            <a:custGeom>
              <a:rect b="b" l="l" r="r" t="t"/>
              <a:pathLst>
                <a:path extrusionOk="0" h="978" w="3108">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5" name="Google Shape;11435;p80"/>
            <p:cNvSpPr/>
            <p:nvPr/>
          </p:nvSpPr>
          <p:spPr>
            <a:xfrm>
              <a:off x="1361597" y="3061024"/>
              <a:ext cx="98461" cy="30951"/>
            </a:xfrm>
            <a:custGeom>
              <a:rect b="b" l="l" r="r" t="t"/>
              <a:pathLst>
                <a:path extrusionOk="0" h="977" w="3108">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6" name="Google Shape;11436;p80"/>
            <p:cNvSpPr/>
            <p:nvPr/>
          </p:nvSpPr>
          <p:spPr>
            <a:xfrm>
              <a:off x="1361597" y="3098755"/>
              <a:ext cx="98461" cy="30951"/>
            </a:xfrm>
            <a:custGeom>
              <a:rect b="b" l="l" r="r" t="t"/>
              <a:pathLst>
                <a:path extrusionOk="0" h="977" w="3108">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37" name="Google Shape;11437;p80"/>
          <p:cNvGrpSpPr/>
          <p:nvPr/>
        </p:nvGrpSpPr>
        <p:grpSpPr>
          <a:xfrm>
            <a:off x="3121167" y="2709483"/>
            <a:ext cx="258414" cy="348543"/>
            <a:chOff x="3121167" y="2884883"/>
            <a:chExt cx="258414" cy="348543"/>
          </a:xfrm>
        </p:grpSpPr>
        <p:sp>
          <p:nvSpPr>
            <p:cNvPr id="11438" name="Google Shape;11438;p80"/>
            <p:cNvSpPr/>
            <p:nvPr/>
          </p:nvSpPr>
          <p:spPr>
            <a:xfrm>
              <a:off x="3196249" y="2932023"/>
              <a:ext cx="37351" cy="10581"/>
            </a:xfrm>
            <a:custGeom>
              <a:rect b="b" l="l" r="r" t="t"/>
              <a:pathLst>
                <a:path extrusionOk="0" h="334" w="1179">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9" name="Google Shape;11439;p80"/>
            <p:cNvSpPr/>
            <p:nvPr/>
          </p:nvSpPr>
          <p:spPr>
            <a:xfrm>
              <a:off x="3165297" y="3031593"/>
              <a:ext cx="98873" cy="31332"/>
            </a:xfrm>
            <a:custGeom>
              <a:rect b="b" l="l" r="r" t="t"/>
              <a:pathLst>
                <a:path extrusionOk="0" h="989" w="3121">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0" name="Google Shape;11440;p80"/>
            <p:cNvSpPr/>
            <p:nvPr/>
          </p:nvSpPr>
          <p:spPr>
            <a:xfrm>
              <a:off x="3165297" y="3075343"/>
              <a:ext cx="98873" cy="10613"/>
            </a:xfrm>
            <a:custGeom>
              <a:rect b="b" l="l" r="r" t="t"/>
              <a:pathLst>
                <a:path extrusionOk="0" h="335" w="3121">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1" name="Google Shape;11441;p80"/>
            <p:cNvSpPr/>
            <p:nvPr/>
          </p:nvSpPr>
          <p:spPr>
            <a:xfrm>
              <a:off x="3165297" y="3099863"/>
              <a:ext cx="98873" cy="10613"/>
            </a:xfrm>
            <a:custGeom>
              <a:rect b="b" l="l" r="r" t="t"/>
              <a:pathLst>
                <a:path extrusionOk="0" h="335" w="3121">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2" name="Google Shape;11442;p80"/>
            <p:cNvSpPr/>
            <p:nvPr/>
          </p:nvSpPr>
          <p:spPr>
            <a:xfrm>
              <a:off x="3198498" y="3181725"/>
              <a:ext cx="33232" cy="32852"/>
            </a:xfrm>
            <a:custGeom>
              <a:rect b="b" l="l" r="r" t="t"/>
              <a:pathLst>
                <a:path extrusionOk="0" h="1037" w="1049">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3" name="Google Shape;11443;p80"/>
            <p:cNvSpPr/>
            <p:nvPr/>
          </p:nvSpPr>
          <p:spPr>
            <a:xfrm>
              <a:off x="3121167" y="2884883"/>
              <a:ext cx="258414" cy="348543"/>
            </a:xfrm>
            <a:custGeom>
              <a:rect b="b" l="l" r="r" t="t"/>
              <a:pathLst>
                <a:path extrusionOk="0" h="11002" w="8157">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4" name="Google Shape;11444;p80"/>
            <p:cNvSpPr/>
            <p:nvPr/>
          </p:nvSpPr>
          <p:spPr>
            <a:xfrm>
              <a:off x="3298448" y="2932403"/>
              <a:ext cx="28322" cy="54331"/>
            </a:xfrm>
            <a:custGeom>
              <a:rect b="b" l="l" r="r" t="t"/>
              <a:pathLst>
                <a:path extrusionOk="0" h="1715" w="894">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5" name="Google Shape;11445;p80"/>
            <p:cNvSpPr/>
            <p:nvPr/>
          </p:nvSpPr>
          <p:spPr>
            <a:xfrm>
              <a:off x="3302218" y="2916183"/>
              <a:ext cx="15492" cy="15111"/>
            </a:xfrm>
            <a:custGeom>
              <a:rect b="b" l="l" r="r" t="t"/>
              <a:pathLst>
                <a:path extrusionOk="0" h="477" w="489">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46" name="Google Shape;11446;p80"/>
          <p:cNvGrpSpPr/>
          <p:nvPr/>
        </p:nvGrpSpPr>
        <p:grpSpPr>
          <a:xfrm>
            <a:off x="4899999" y="2706695"/>
            <a:ext cx="271244" cy="346801"/>
            <a:chOff x="4899999" y="2882095"/>
            <a:chExt cx="271244" cy="346801"/>
          </a:xfrm>
        </p:grpSpPr>
        <p:sp>
          <p:nvSpPr>
            <p:cNvPr id="11447" name="Google Shape;11447;p80"/>
            <p:cNvSpPr/>
            <p:nvPr/>
          </p:nvSpPr>
          <p:spPr>
            <a:xfrm>
              <a:off x="4899999" y="2882095"/>
              <a:ext cx="271244" cy="346801"/>
            </a:xfrm>
            <a:custGeom>
              <a:rect b="b" l="l" r="r" t="t"/>
              <a:pathLst>
                <a:path extrusionOk="0" h="10947" w="8562">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8" name="Google Shape;11448;p80"/>
            <p:cNvSpPr/>
            <p:nvPr/>
          </p:nvSpPr>
          <p:spPr>
            <a:xfrm>
              <a:off x="5090491" y="3141364"/>
              <a:ext cx="10581" cy="86391"/>
            </a:xfrm>
            <a:custGeom>
              <a:rect b="b" l="l" r="r" t="t"/>
              <a:pathLst>
                <a:path extrusionOk="0" h="2727" w="334">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9" name="Google Shape;11449;p80"/>
            <p:cNvSpPr/>
            <p:nvPr/>
          </p:nvSpPr>
          <p:spPr>
            <a:xfrm>
              <a:off x="5031281" y="3152294"/>
              <a:ext cx="10201" cy="10613"/>
            </a:xfrm>
            <a:custGeom>
              <a:rect b="b" l="l" r="r" t="t"/>
              <a:pathLst>
                <a:path extrusionOk="0" h="335" w="322">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0" name="Google Shape;11450;p80"/>
            <p:cNvSpPr/>
            <p:nvPr/>
          </p:nvSpPr>
          <p:spPr>
            <a:xfrm>
              <a:off x="5031281" y="3217555"/>
              <a:ext cx="10201" cy="10201"/>
            </a:xfrm>
            <a:custGeom>
              <a:rect b="b" l="l" r="r" t="t"/>
              <a:pathLst>
                <a:path extrusionOk="0" h="322" w="322">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1" name="Google Shape;11451;p80"/>
            <p:cNvSpPr/>
            <p:nvPr/>
          </p:nvSpPr>
          <p:spPr>
            <a:xfrm>
              <a:off x="5031281" y="3184734"/>
              <a:ext cx="10201" cy="10613"/>
            </a:xfrm>
            <a:custGeom>
              <a:rect b="b" l="l" r="r" t="t"/>
              <a:pathLst>
                <a:path extrusionOk="0" h="335" w="322">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2" name="Google Shape;11452;p80"/>
            <p:cNvSpPr/>
            <p:nvPr/>
          </p:nvSpPr>
          <p:spPr>
            <a:xfrm>
              <a:off x="4998841" y="2995763"/>
              <a:ext cx="10201" cy="15492"/>
            </a:xfrm>
            <a:custGeom>
              <a:rect b="b" l="l" r="r" t="t"/>
              <a:pathLst>
                <a:path extrusionOk="0" h="489" w="322">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3" name="Google Shape;11453;p80"/>
            <p:cNvSpPr/>
            <p:nvPr/>
          </p:nvSpPr>
          <p:spPr>
            <a:xfrm>
              <a:off x="5063721" y="2995763"/>
              <a:ext cx="10201" cy="15492"/>
            </a:xfrm>
            <a:custGeom>
              <a:rect b="b" l="l" r="r" t="t"/>
              <a:pathLst>
                <a:path extrusionOk="0" h="489" w="322">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4" name="Google Shape;11454;p80"/>
            <p:cNvSpPr/>
            <p:nvPr/>
          </p:nvSpPr>
          <p:spPr>
            <a:xfrm>
              <a:off x="4993550" y="2979163"/>
              <a:ext cx="21162" cy="10613"/>
            </a:xfrm>
            <a:custGeom>
              <a:rect b="b" l="l" r="r" t="t"/>
              <a:pathLst>
                <a:path extrusionOk="0" h="335" w="668">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5" name="Google Shape;11455;p80"/>
            <p:cNvSpPr/>
            <p:nvPr/>
          </p:nvSpPr>
          <p:spPr>
            <a:xfrm>
              <a:off x="5058051" y="2979163"/>
              <a:ext cx="21162" cy="10613"/>
            </a:xfrm>
            <a:custGeom>
              <a:rect b="b" l="l" r="r" t="t"/>
              <a:pathLst>
                <a:path extrusionOk="0" h="335" w="668">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6" name="Google Shape;11456;p80"/>
            <p:cNvSpPr/>
            <p:nvPr/>
          </p:nvSpPr>
          <p:spPr>
            <a:xfrm>
              <a:off x="5007141" y="3025574"/>
              <a:ext cx="58481" cy="32092"/>
            </a:xfrm>
            <a:custGeom>
              <a:rect b="b" l="l" r="r" t="t"/>
              <a:pathLst>
                <a:path extrusionOk="0" h="1013" w="1846">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57" name="Google Shape;11457;p80"/>
          <p:cNvGrpSpPr/>
          <p:nvPr/>
        </p:nvGrpSpPr>
        <p:grpSpPr>
          <a:xfrm>
            <a:off x="7162775" y="2705713"/>
            <a:ext cx="259523" cy="346294"/>
            <a:chOff x="7162775" y="2881113"/>
            <a:chExt cx="259523" cy="346294"/>
          </a:xfrm>
        </p:grpSpPr>
        <p:sp>
          <p:nvSpPr>
            <p:cNvPr id="11458" name="Google Shape;11458;p80"/>
            <p:cNvSpPr/>
            <p:nvPr/>
          </p:nvSpPr>
          <p:spPr>
            <a:xfrm>
              <a:off x="7162775" y="2881113"/>
              <a:ext cx="259523" cy="346294"/>
            </a:xfrm>
            <a:custGeom>
              <a:rect b="b" l="l" r="r" t="t"/>
              <a:pathLst>
                <a:path extrusionOk="0" h="10931" w="8192">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9" name="Google Shape;11459;p80"/>
            <p:cNvSpPr/>
            <p:nvPr/>
          </p:nvSpPr>
          <p:spPr>
            <a:xfrm>
              <a:off x="7270645" y="3044519"/>
              <a:ext cx="43402" cy="15396"/>
            </a:xfrm>
            <a:custGeom>
              <a:rect b="b" l="l" r="r" t="t"/>
              <a:pathLst>
                <a:path extrusionOk="0" h="486" w="137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0" name="Google Shape;11460;p80"/>
            <p:cNvSpPr/>
            <p:nvPr/>
          </p:nvSpPr>
          <p:spPr>
            <a:xfrm>
              <a:off x="7254805" y="3006344"/>
              <a:ext cx="10201" cy="15492"/>
            </a:xfrm>
            <a:custGeom>
              <a:rect b="b" l="l" r="r" t="t"/>
              <a:pathLst>
                <a:path extrusionOk="0" h="489" w="322">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1" name="Google Shape;11461;p80"/>
            <p:cNvSpPr/>
            <p:nvPr/>
          </p:nvSpPr>
          <p:spPr>
            <a:xfrm>
              <a:off x="7319686" y="3006344"/>
              <a:ext cx="10581" cy="15492"/>
            </a:xfrm>
            <a:custGeom>
              <a:rect b="b" l="l" r="r" t="t"/>
              <a:pathLst>
                <a:path extrusionOk="0" h="489" w="334">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2" name="Google Shape;11462;p80"/>
            <p:cNvSpPr/>
            <p:nvPr/>
          </p:nvSpPr>
          <p:spPr>
            <a:xfrm>
              <a:off x="7249135" y="2990124"/>
              <a:ext cx="21162" cy="10581"/>
            </a:xfrm>
            <a:custGeom>
              <a:rect b="b" l="l" r="r" t="t"/>
              <a:pathLst>
                <a:path extrusionOk="0" h="334" w="668">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3" name="Google Shape;11463;p80"/>
            <p:cNvSpPr/>
            <p:nvPr/>
          </p:nvSpPr>
          <p:spPr>
            <a:xfrm>
              <a:off x="7314015" y="2990124"/>
              <a:ext cx="21542" cy="10581"/>
            </a:xfrm>
            <a:custGeom>
              <a:rect b="b" l="l" r="r" t="t"/>
              <a:pathLst>
                <a:path extrusionOk="0" h="334" w="68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64" name="Google Shape;11464;p80"/>
          <p:cNvGrpSpPr/>
          <p:nvPr/>
        </p:nvGrpSpPr>
        <p:grpSpPr>
          <a:xfrm>
            <a:off x="6709751" y="2706442"/>
            <a:ext cx="261075" cy="347815"/>
            <a:chOff x="6709751" y="2881842"/>
            <a:chExt cx="261075" cy="347815"/>
          </a:xfrm>
        </p:grpSpPr>
        <p:sp>
          <p:nvSpPr>
            <p:cNvPr id="11465" name="Google Shape;11465;p80"/>
            <p:cNvSpPr/>
            <p:nvPr/>
          </p:nvSpPr>
          <p:spPr>
            <a:xfrm>
              <a:off x="6709751" y="2881842"/>
              <a:ext cx="261075" cy="347815"/>
            </a:xfrm>
            <a:custGeom>
              <a:rect b="b" l="l" r="r" t="t"/>
              <a:pathLst>
                <a:path extrusionOk="0" h="10979" w="8241">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6" name="Google Shape;11466;p80"/>
            <p:cNvSpPr/>
            <p:nvPr/>
          </p:nvSpPr>
          <p:spPr>
            <a:xfrm>
              <a:off x="6819522" y="3044519"/>
              <a:ext cx="43402" cy="15396"/>
            </a:xfrm>
            <a:custGeom>
              <a:rect b="b" l="l" r="r" t="t"/>
              <a:pathLst>
                <a:path extrusionOk="0" h="486" w="137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7" name="Google Shape;11467;p80"/>
            <p:cNvSpPr/>
            <p:nvPr/>
          </p:nvSpPr>
          <p:spPr>
            <a:xfrm>
              <a:off x="6803682" y="3006344"/>
              <a:ext cx="10233" cy="15492"/>
            </a:xfrm>
            <a:custGeom>
              <a:rect b="b" l="l" r="r" t="t"/>
              <a:pathLst>
                <a:path extrusionOk="0" h="489" w="323">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8" name="Google Shape;11468;p80"/>
            <p:cNvSpPr/>
            <p:nvPr/>
          </p:nvSpPr>
          <p:spPr>
            <a:xfrm>
              <a:off x="6868183" y="3006344"/>
              <a:ext cx="10201" cy="15492"/>
            </a:xfrm>
            <a:custGeom>
              <a:rect b="b" l="l" r="r" t="t"/>
              <a:pathLst>
                <a:path extrusionOk="0" h="489" w="322">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9" name="Google Shape;11469;p80"/>
            <p:cNvSpPr/>
            <p:nvPr/>
          </p:nvSpPr>
          <p:spPr>
            <a:xfrm>
              <a:off x="6798011" y="2990124"/>
              <a:ext cx="21162" cy="10581"/>
            </a:xfrm>
            <a:custGeom>
              <a:rect b="b" l="l" r="r" t="t"/>
              <a:pathLst>
                <a:path extrusionOk="0" h="334" w="668">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0" name="Google Shape;11470;p80"/>
            <p:cNvSpPr/>
            <p:nvPr/>
          </p:nvSpPr>
          <p:spPr>
            <a:xfrm>
              <a:off x="6862892" y="2990124"/>
              <a:ext cx="21162" cy="10581"/>
            </a:xfrm>
            <a:custGeom>
              <a:rect b="b" l="l" r="r" t="t"/>
              <a:pathLst>
                <a:path extrusionOk="0" h="334" w="668">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71" name="Google Shape;11471;p80"/>
          <p:cNvGrpSpPr/>
          <p:nvPr/>
        </p:nvGrpSpPr>
        <p:grpSpPr>
          <a:xfrm>
            <a:off x="5807156" y="2705713"/>
            <a:ext cx="261043" cy="348163"/>
            <a:chOff x="5807156" y="2881113"/>
            <a:chExt cx="261043" cy="348163"/>
          </a:xfrm>
        </p:grpSpPr>
        <p:sp>
          <p:nvSpPr>
            <p:cNvPr id="11472" name="Google Shape;11472;p80"/>
            <p:cNvSpPr/>
            <p:nvPr/>
          </p:nvSpPr>
          <p:spPr>
            <a:xfrm>
              <a:off x="5807156" y="2881113"/>
              <a:ext cx="261043" cy="348163"/>
            </a:xfrm>
            <a:custGeom>
              <a:rect b="b" l="l" r="r" t="t"/>
              <a:pathLst>
                <a:path extrusionOk="0" h="10990" w="824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3" name="Google Shape;11473;p80"/>
            <p:cNvSpPr/>
            <p:nvPr/>
          </p:nvSpPr>
          <p:spPr>
            <a:xfrm>
              <a:off x="5916547" y="3055828"/>
              <a:ext cx="43402" cy="15396"/>
            </a:xfrm>
            <a:custGeom>
              <a:rect b="b" l="l" r="r" t="t"/>
              <a:pathLst>
                <a:path extrusionOk="0" h="486" w="137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4" name="Google Shape;11474;p80"/>
            <p:cNvSpPr/>
            <p:nvPr/>
          </p:nvSpPr>
          <p:spPr>
            <a:xfrm>
              <a:off x="5900707" y="3012363"/>
              <a:ext cx="10201" cy="15492"/>
            </a:xfrm>
            <a:custGeom>
              <a:rect b="b" l="l" r="r" t="t"/>
              <a:pathLst>
                <a:path extrusionOk="0" h="489" w="322">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5" name="Google Shape;11475;p80"/>
            <p:cNvSpPr/>
            <p:nvPr/>
          </p:nvSpPr>
          <p:spPr>
            <a:xfrm>
              <a:off x="5965556" y="3012363"/>
              <a:ext cx="10613" cy="15492"/>
            </a:xfrm>
            <a:custGeom>
              <a:rect b="b" l="l" r="r" t="t"/>
              <a:pathLst>
                <a:path extrusionOk="0" h="489" w="335">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6" name="Google Shape;11476;p80"/>
            <p:cNvSpPr/>
            <p:nvPr/>
          </p:nvSpPr>
          <p:spPr>
            <a:xfrm>
              <a:off x="5933116" y="3206625"/>
              <a:ext cx="10613" cy="10201"/>
            </a:xfrm>
            <a:custGeom>
              <a:rect b="b" l="l" r="r" t="t"/>
              <a:pathLst>
                <a:path extrusionOk="0" h="322" w="335">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77" name="Google Shape;11477;p80"/>
          <p:cNvGrpSpPr/>
          <p:nvPr/>
        </p:nvGrpSpPr>
        <p:grpSpPr>
          <a:xfrm>
            <a:off x="5355653" y="2706093"/>
            <a:ext cx="262184" cy="346643"/>
            <a:chOff x="5355653" y="2881493"/>
            <a:chExt cx="262184" cy="346643"/>
          </a:xfrm>
        </p:grpSpPr>
        <p:sp>
          <p:nvSpPr>
            <p:cNvPr id="11478" name="Google Shape;11478;p80"/>
            <p:cNvSpPr/>
            <p:nvPr/>
          </p:nvSpPr>
          <p:spPr>
            <a:xfrm>
              <a:off x="5465044" y="3060359"/>
              <a:ext cx="43402" cy="15777"/>
            </a:xfrm>
            <a:custGeom>
              <a:rect b="b" l="l" r="r" t="t"/>
              <a:pathLst>
                <a:path extrusionOk="0" h="498" w="137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9" name="Google Shape;11479;p80"/>
            <p:cNvSpPr/>
            <p:nvPr/>
          </p:nvSpPr>
          <p:spPr>
            <a:xfrm>
              <a:off x="5448823" y="3022564"/>
              <a:ext cx="10581" cy="15872"/>
            </a:xfrm>
            <a:custGeom>
              <a:rect b="b" l="l" r="r" t="t"/>
              <a:pathLst>
                <a:path extrusionOk="0" h="501" w="334">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0" name="Google Shape;11480;p80"/>
            <p:cNvSpPr/>
            <p:nvPr/>
          </p:nvSpPr>
          <p:spPr>
            <a:xfrm>
              <a:off x="5514084" y="3022564"/>
              <a:ext cx="10201" cy="15872"/>
            </a:xfrm>
            <a:custGeom>
              <a:rect b="b" l="l" r="r" t="t"/>
              <a:pathLst>
                <a:path extrusionOk="0" h="501" w="322">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1" name="Google Shape;11481;p80"/>
            <p:cNvSpPr/>
            <p:nvPr/>
          </p:nvSpPr>
          <p:spPr>
            <a:xfrm>
              <a:off x="5355653" y="2881493"/>
              <a:ext cx="262184" cy="346643"/>
            </a:xfrm>
            <a:custGeom>
              <a:rect b="b" l="l" r="r" t="t"/>
              <a:pathLst>
                <a:path extrusionOk="0" h="10942" w="8276">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2" name="Google Shape;11482;p80"/>
            <p:cNvSpPr/>
            <p:nvPr/>
          </p:nvSpPr>
          <p:spPr>
            <a:xfrm>
              <a:off x="5529924" y="3201335"/>
              <a:ext cx="10581" cy="26421"/>
            </a:xfrm>
            <a:custGeom>
              <a:rect b="b" l="l" r="r" t="t"/>
              <a:pathLst>
                <a:path extrusionOk="0" h="834" w="334">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83" name="Google Shape;11483;p80"/>
          <p:cNvGrpSpPr/>
          <p:nvPr/>
        </p:nvGrpSpPr>
        <p:grpSpPr>
          <a:xfrm>
            <a:off x="8055961" y="2706442"/>
            <a:ext cx="260283" cy="345914"/>
            <a:chOff x="8055961" y="2881842"/>
            <a:chExt cx="260283" cy="345914"/>
          </a:xfrm>
        </p:grpSpPr>
        <p:sp>
          <p:nvSpPr>
            <p:cNvPr id="11484" name="Google Shape;11484;p80"/>
            <p:cNvSpPr/>
            <p:nvPr/>
          </p:nvSpPr>
          <p:spPr>
            <a:xfrm>
              <a:off x="8055961" y="2881842"/>
              <a:ext cx="260283" cy="345914"/>
            </a:xfrm>
            <a:custGeom>
              <a:rect b="b" l="l" r="r" t="t"/>
              <a:pathLst>
                <a:path extrusionOk="0" h="10919" w="8216">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5" name="Google Shape;11485;p80"/>
            <p:cNvSpPr/>
            <p:nvPr/>
          </p:nvSpPr>
          <p:spPr>
            <a:xfrm>
              <a:off x="8164591" y="3033589"/>
              <a:ext cx="43402" cy="15396"/>
            </a:xfrm>
            <a:custGeom>
              <a:rect b="b" l="l" r="r" t="t"/>
              <a:pathLst>
                <a:path extrusionOk="0" h="486" w="137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6" name="Google Shape;11486;p80"/>
            <p:cNvSpPr/>
            <p:nvPr/>
          </p:nvSpPr>
          <p:spPr>
            <a:xfrm>
              <a:off x="8213632" y="2995383"/>
              <a:ext cx="10581" cy="15492"/>
            </a:xfrm>
            <a:custGeom>
              <a:rect b="b" l="l" r="r" t="t"/>
              <a:pathLst>
                <a:path extrusionOk="0" h="489" w="334">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7" name="Google Shape;11487;p80"/>
            <p:cNvSpPr/>
            <p:nvPr/>
          </p:nvSpPr>
          <p:spPr>
            <a:xfrm>
              <a:off x="8088401" y="3165758"/>
              <a:ext cx="21511" cy="61998"/>
            </a:xfrm>
            <a:custGeom>
              <a:rect b="b" l="l" r="r" t="t"/>
              <a:pathLst>
                <a:path extrusionOk="0" h="1957" w="679">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88" name="Google Shape;11488;p80"/>
          <p:cNvGrpSpPr/>
          <p:nvPr/>
        </p:nvGrpSpPr>
        <p:grpSpPr>
          <a:xfrm>
            <a:off x="7609368" y="2718512"/>
            <a:ext cx="264813" cy="353105"/>
            <a:chOff x="7609368" y="2893912"/>
            <a:chExt cx="264813" cy="353105"/>
          </a:xfrm>
        </p:grpSpPr>
        <p:sp>
          <p:nvSpPr>
            <p:cNvPr id="11489" name="Google Shape;11489;p80"/>
            <p:cNvSpPr/>
            <p:nvPr/>
          </p:nvSpPr>
          <p:spPr>
            <a:xfrm>
              <a:off x="7703267" y="3015753"/>
              <a:ext cx="10233" cy="15872"/>
            </a:xfrm>
            <a:custGeom>
              <a:rect b="b" l="l" r="r" t="t"/>
              <a:pathLst>
                <a:path extrusionOk="0" h="501" w="323">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0" name="Google Shape;11490;p80"/>
            <p:cNvSpPr/>
            <p:nvPr/>
          </p:nvSpPr>
          <p:spPr>
            <a:xfrm>
              <a:off x="7769288" y="3015753"/>
              <a:ext cx="10233" cy="15872"/>
            </a:xfrm>
            <a:custGeom>
              <a:rect b="b" l="l" r="r" t="t"/>
              <a:pathLst>
                <a:path extrusionOk="0" h="501" w="323">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1" name="Google Shape;11491;p80"/>
            <p:cNvSpPr/>
            <p:nvPr/>
          </p:nvSpPr>
          <p:spPr>
            <a:xfrm>
              <a:off x="7697628" y="2997664"/>
              <a:ext cx="21542" cy="11722"/>
            </a:xfrm>
            <a:custGeom>
              <a:rect b="b" l="l" r="r" t="t"/>
              <a:pathLst>
                <a:path extrusionOk="0" h="370" w="68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2" name="Google Shape;11492;p80"/>
            <p:cNvSpPr/>
            <p:nvPr/>
          </p:nvSpPr>
          <p:spPr>
            <a:xfrm>
              <a:off x="7763618" y="2997600"/>
              <a:ext cx="21542" cy="11785"/>
            </a:xfrm>
            <a:custGeom>
              <a:rect b="b" l="l" r="r" t="t"/>
              <a:pathLst>
                <a:path extrusionOk="0" h="372" w="68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3" name="Google Shape;11493;p80"/>
            <p:cNvSpPr/>
            <p:nvPr/>
          </p:nvSpPr>
          <p:spPr>
            <a:xfrm>
              <a:off x="7609368" y="2893912"/>
              <a:ext cx="264813" cy="353105"/>
            </a:xfrm>
            <a:custGeom>
              <a:rect b="b" l="l" r="r" t="t"/>
              <a:pathLst>
                <a:path extrusionOk="0" h="11146" w="8359">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4" name="Google Shape;11494;p80"/>
            <p:cNvSpPr/>
            <p:nvPr/>
          </p:nvSpPr>
          <p:spPr>
            <a:xfrm>
              <a:off x="7711219" y="3046324"/>
              <a:ext cx="60350" cy="32472"/>
            </a:xfrm>
            <a:custGeom>
              <a:rect b="b" l="l" r="r" t="t"/>
              <a:pathLst>
                <a:path extrusionOk="0" h="1025" w="1905">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95" name="Google Shape;11495;p80"/>
          <p:cNvGrpSpPr/>
          <p:nvPr/>
        </p:nvGrpSpPr>
        <p:grpSpPr>
          <a:xfrm>
            <a:off x="6248458" y="2694372"/>
            <a:ext cx="270864" cy="360645"/>
            <a:chOff x="6248458" y="2869772"/>
            <a:chExt cx="270864" cy="360645"/>
          </a:xfrm>
        </p:grpSpPr>
        <p:sp>
          <p:nvSpPr>
            <p:cNvPr id="11496" name="Google Shape;11496;p80"/>
            <p:cNvSpPr/>
            <p:nvPr/>
          </p:nvSpPr>
          <p:spPr>
            <a:xfrm>
              <a:off x="6345399" y="2995003"/>
              <a:ext cx="10201" cy="15872"/>
            </a:xfrm>
            <a:custGeom>
              <a:rect b="b" l="l" r="r" t="t"/>
              <a:pathLst>
                <a:path extrusionOk="0" h="501" w="322">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7" name="Google Shape;11497;p80"/>
            <p:cNvSpPr/>
            <p:nvPr/>
          </p:nvSpPr>
          <p:spPr>
            <a:xfrm>
              <a:off x="6412529" y="2995003"/>
              <a:ext cx="10993" cy="15872"/>
            </a:xfrm>
            <a:custGeom>
              <a:rect b="b" l="l" r="r" t="t"/>
              <a:pathLst>
                <a:path extrusionOk="0" h="501" w="347">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8" name="Google Shape;11498;p80"/>
            <p:cNvSpPr/>
            <p:nvPr/>
          </p:nvSpPr>
          <p:spPr>
            <a:xfrm>
              <a:off x="6248458" y="2869772"/>
              <a:ext cx="270864" cy="360645"/>
            </a:xfrm>
            <a:custGeom>
              <a:rect b="b" l="l" r="r" t="t"/>
              <a:pathLst>
                <a:path extrusionOk="0" h="11384" w="855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9" name="Google Shape;11499;p80"/>
            <p:cNvSpPr/>
            <p:nvPr/>
          </p:nvSpPr>
          <p:spPr>
            <a:xfrm>
              <a:off x="6339728" y="2977294"/>
              <a:ext cx="21542" cy="10581"/>
            </a:xfrm>
            <a:custGeom>
              <a:rect b="b" l="l" r="r" t="t"/>
              <a:pathLst>
                <a:path extrusionOk="0" h="334" w="68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0" name="Google Shape;11500;p80"/>
            <p:cNvSpPr/>
            <p:nvPr/>
          </p:nvSpPr>
          <p:spPr>
            <a:xfrm>
              <a:off x="6353319" y="3025194"/>
              <a:ext cx="61903" cy="32852"/>
            </a:xfrm>
            <a:custGeom>
              <a:rect b="b" l="l" r="r" t="t"/>
              <a:pathLst>
                <a:path extrusionOk="0" h="1037" w="1954">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01" name="Google Shape;11501;p80"/>
          <p:cNvGrpSpPr/>
          <p:nvPr/>
        </p:nvGrpSpPr>
        <p:grpSpPr>
          <a:xfrm>
            <a:off x="3075928" y="2270398"/>
            <a:ext cx="363243" cy="300675"/>
            <a:chOff x="3075928" y="2445798"/>
            <a:chExt cx="363243" cy="300675"/>
          </a:xfrm>
        </p:grpSpPr>
        <p:sp>
          <p:nvSpPr>
            <p:cNvPr id="11502" name="Google Shape;11502;p80"/>
            <p:cNvSpPr/>
            <p:nvPr/>
          </p:nvSpPr>
          <p:spPr>
            <a:xfrm>
              <a:off x="3227168" y="2675542"/>
              <a:ext cx="37002" cy="10581"/>
            </a:xfrm>
            <a:custGeom>
              <a:rect b="b" l="l" r="r" t="t"/>
              <a:pathLst>
                <a:path extrusionOk="0" h="334" w="1168">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3" name="Google Shape;11503;p80"/>
            <p:cNvSpPr/>
            <p:nvPr/>
          </p:nvSpPr>
          <p:spPr>
            <a:xfrm>
              <a:off x="3075928" y="2445798"/>
              <a:ext cx="363243" cy="300675"/>
            </a:xfrm>
            <a:custGeom>
              <a:rect b="b" l="l" r="r" t="t"/>
              <a:pathLst>
                <a:path extrusionOk="0" h="9491" w="11466">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4" name="Google Shape;11504;p80"/>
            <p:cNvSpPr/>
            <p:nvPr/>
          </p:nvSpPr>
          <p:spPr>
            <a:xfrm>
              <a:off x="3141537" y="2565390"/>
              <a:ext cx="37763" cy="37382"/>
            </a:xfrm>
            <a:custGeom>
              <a:rect b="b" l="l" r="r" t="t"/>
              <a:pathLst>
                <a:path extrusionOk="0" h="1180" w="1192">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5" name="Google Shape;11505;p80"/>
            <p:cNvSpPr/>
            <p:nvPr/>
          </p:nvSpPr>
          <p:spPr>
            <a:xfrm>
              <a:off x="3185287" y="2565390"/>
              <a:ext cx="73593" cy="10233"/>
            </a:xfrm>
            <a:custGeom>
              <a:rect b="b" l="l" r="r" t="t"/>
              <a:pathLst>
                <a:path extrusionOk="0" h="323" w="2323">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6" name="Google Shape;11506;p80"/>
            <p:cNvSpPr/>
            <p:nvPr/>
          </p:nvSpPr>
          <p:spPr>
            <a:xfrm>
              <a:off x="3185287" y="2578601"/>
              <a:ext cx="73593" cy="10201"/>
            </a:xfrm>
            <a:custGeom>
              <a:rect b="b" l="l" r="r" t="t"/>
              <a:pathLst>
                <a:path extrusionOk="0" h="322" w="2323">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7" name="Google Shape;11507;p80"/>
            <p:cNvSpPr/>
            <p:nvPr/>
          </p:nvSpPr>
          <p:spPr>
            <a:xfrm>
              <a:off x="3185287" y="2591811"/>
              <a:ext cx="73212" cy="10201"/>
            </a:xfrm>
            <a:custGeom>
              <a:rect b="b" l="l" r="r" t="t"/>
              <a:pathLst>
                <a:path extrusionOk="0" h="322" w="2311">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8" name="Google Shape;11508;p80"/>
            <p:cNvSpPr/>
            <p:nvPr/>
          </p:nvSpPr>
          <p:spPr>
            <a:xfrm>
              <a:off x="3141537" y="2609520"/>
              <a:ext cx="37763" cy="37382"/>
            </a:xfrm>
            <a:custGeom>
              <a:rect b="b" l="l" r="r" t="t"/>
              <a:pathLst>
                <a:path extrusionOk="0" h="1180" w="1192">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9" name="Google Shape;11509;p80"/>
            <p:cNvSpPr/>
            <p:nvPr/>
          </p:nvSpPr>
          <p:spPr>
            <a:xfrm>
              <a:off x="3185287" y="2609520"/>
              <a:ext cx="73212" cy="10613"/>
            </a:xfrm>
            <a:custGeom>
              <a:rect b="b" l="l" r="r" t="t"/>
              <a:pathLst>
                <a:path extrusionOk="0" h="335" w="2311">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0" name="Google Shape;11510;p80"/>
            <p:cNvSpPr/>
            <p:nvPr/>
          </p:nvSpPr>
          <p:spPr>
            <a:xfrm>
              <a:off x="3185287" y="2622731"/>
              <a:ext cx="73212" cy="10581"/>
            </a:xfrm>
            <a:custGeom>
              <a:rect b="b" l="l" r="r" t="t"/>
              <a:pathLst>
                <a:path extrusionOk="0" h="334" w="2311">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1" name="Google Shape;11511;p80"/>
            <p:cNvSpPr/>
            <p:nvPr/>
          </p:nvSpPr>
          <p:spPr>
            <a:xfrm>
              <a:off x="3185287" y="2636670"/>
              <a:ext cx="73212" cy="10233"/>
            </a:xfrm>
            <a:custGeom>
              <a:rect b="b" l="l" r="r" t="t"/>
              <a:pathLst>
                <a:path extrusionOk="0" h="323" w="2311">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2" name="Google Shape;11512;p80"/>
            <p:cNvSpPr/>
            <p:nvPr/>
          </p:nvSpPr>
          <p:spPr>
            <a:xfrm>
              <a:off x="3330509" y="2471839"/>
              <a:ext cx="82653" cy="82653"/>
            </a:xfrm>
            <a:custGeom>
              <a:rect b="b" l="l" r="r" t="t"/>
              <a:pathLst>
                <a:path extrusionOk="0" h="2609" w="2609">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13" name="Google Shape;11513;p80"/>
          <p:cNvGrpSpPr/>
          <p:nvPr/>
        </p:nvGrpSpPr>
        <p:grpSpPr>
          <a:xfrm>
            <a:off x="2633105" y="2256459"/>
            <a:ext cx="363243" cy="328585"/>
            <a:chOff x="2633105" y="2431859"/>
            <a:chExt cx="363243" cy="328585"/>
          </a:xfrm>
        </p:grpSpPr>
        <p:sp>
          <p:nvSpPr>
            <p:cNvPr id="11514" name="Google Shape;11514;p80"/>
            <p:cNvSpPr/>
            <p:nvPr/>
          </p:nvSpPr>
          <p:spPr>
            <a:xfrm>
              <a:off x="2633105" y="2498260"/>
              <a:ext cx="250462" cy="262184"/>
            </a:xfrm>
            <a:custGeom>
              <a:rect b="b" l="l" r="r" t="t"/>
              <a:pathLst>
                <a:path extrusionOk="0" h="8276" w="7906">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5" name="Google Shape;11515;p80"/>
            <p:cNvSpPr/>
            <p:nvPr/>
          </p:nvSpPr>
          <p:spPr>
            <a:xfrm>
              <a:off x="2772655" y="2680800"/>
              <a:ext cx="38491" cy="10613"/>
            </a:xfrm>
            <a:custGeom>
              <a:rect b="b" l="l" r="r" t="t"/>
              <a:pathLst>
                <a:path extrusionOk="0" h="335" w="1215">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6" name="Google Shape;11516;p80"/>
            <p:cNvSpPr/>
            <p:nvPr/>
          </p:nvSpPr>
          <p:spPr>
            <a:xfrm>
              <a:off x="2729286" y="2583131"/>
              <a:ext cx="35862" cy="35862"/>
            </a:xfrm>
            <a:custGeom>
              <a:rect b="b" l="l" r="r" t="t"/>
              <a:pathLst>
                <a:path extrusionOk="0" h="1132" w="1132">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7" name="Google Shape;11517;p80"/>
            <p:cNvSpPr/>
            <p:nvPr/>
          </p:nvSpPr>
          <p:spPr>
            <a:xfrm>
              <a:off x="2774176" y="2583131"/>
              <a:ext cx="35482" cy="35862"/>
            </a:xfrm>
            <a:custGeom>
              <a:rect b="b" l="l" r="r" t="t"/>
              <a:pathLst>
                <a:path extrusionOk="0" h="1132" w="112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8" name="Google Shape;11518;p80"/>
            <p:cNvSpPr/>
            <p:nvPr/>
          </p:nvSpPr>
          <p:spPr>
            <a:xfrm>
              <a:off x="2817926" y="2583131"/>
              <a:ext cx="35862" cy="35862"/>
            </a:xfrm>
            <a:custGeom>
              <a:rect b="b" l="l" r="r" t="t"/>
              <a:pathLst>
                <a:path extrusionOk="0" h="1132" w="1132">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9" name="Google Shape;11519;p80"/>
            <p:cNvSpPr/>
            <p:nvPr/>
          </p:nvSpPr>
          <p:spPr>
            <a:xfrm>
              <a:off x="2653475" y="2431859"/>
              <a:ext cx="342873" cy="275394"/>
            </a:xfrm>
            <a:custGeom>
              <a:rect b="b" l="l" r="r" t="t"/>
              <a:pathLst>
                <a:path extrusionOk="0" h="8693" w="10823">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0" name="Google Shape;11520;p80"/>
            <p:cNvSpPr/>
            <p:nvPr/>
          </p:nvSpPr>
          <p:spPr>
            <a:xfrm>
              <a:off x="2881286" y="2460529"/>
              <a:ext cx="87532" cy="87912"/>
            </a:xfrm>
            <a:custGeom>
              <a:rect b="b" l="l" r="r" t="t"/>
              <a:pathLst>
                <a:path extrusionOk="0" h="2775" w="2763">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1" name="Google Shape;11521;p80"/>
            <p:cNvSpPr/>
            <p:nvPr/>
          </p:nvSpPr>
          <p:spPr>
            <a:xfrm>
              <a:off x="2908436" y="2488059"/>
              <a:ext cx="33612" cy="33993"/>
            </a:xfrm>
            <a:custGeom>
              <a:rect b="b" l="l" r="r" t="t"/>
              <a:pathLst>
                <a:path extrusionOk="0" h="1073" w="1061">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22" name="Google Shape;11522;p80"/>
          <p:cNvGrpSpPr/>
          <p:nvPr/>
        </p:nvGrpSpPr>
        <p:grpSpPr>
          <a:xfrm>
            <a:off x="2189142" y="2245910"/>
            <a:ext cx="365904" cy="350064"/>
            <a:chOff x="2189142" y="2421310"/>
            <a:chExt cx="365904" cy="350064"/>
          </a:xfrm>
        </p:grpSpPr>
        <p:sp>
          <p:nvSpPr>
            <p:cNvPr id="11523" name="Google Shape;11523;p80"/>
            <p:cNvSpPr/>
            <p:nvPr/>
          </p:nvSpPr>
          <p:spPr>
            <a:xfrm>
              <a:off x="2400384" y="2421310"/>
              <a:ext cx="154662" cy="162613"/>
            </a:xfrm>
            <a:custGeom>
              <a:rect b="b" l="l" r="r" t="t"/>
              <a:pathLst>
                <a:path extrusionOk="0" h="5133" w="4882">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4" name="Google Shape;11524;p80"/>
            <p:cNvSpPr/>
            <p:nvPr/>
          </p:nvSpPr>
          <p:spPr>
            <a:xfrm>
              <a:off x="2292862" y="2724899"/>
              <a:ext cx="168252" cy="46475"/>
            </a:xfrm>
            <a:custGeom>
              <a:rect b="b" l="l" r="r" t="t"/>
              <a:pathLst>
                <a:path extrusionOk="0" h="1467" w="5311">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5" name="Google Shape;11525;p80"/>
            <p:cNvSpPr/>
            <p:nvPr/>
          </p:nvSpPr>
          <p:spPr>
            <a:xfrm>
              <a:off x="2189142" y="2460149"/>
              <a:ext cx="266714" cy="310844"/>
            </a:xfrm>
            <a:custGeom>
              <a:rect b="b" l="l" r="r" t="t"/>
              <a:pathLst>
                <a:path extrusionOk="0" h="9812" w="8419">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6" name="Google Shape;11526;p80"/>
            <p:cNvSpPr/>
            <p:nvPr/>
          </p:nvSpPr>
          <p:spPr>
            <a:xfrm>
              <a:off x="2320012" y="2699682"/>
              <a:ext cx="10993" cy="11341"/>
            </a:xfrm>
            <a:custGeom>
              <a:rect b="b" l="l" r="r" t="t"/>
              <a:pathLst>
                <a:path extrusionOk="0" h="358" w="347">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7" name="Google Shape;11527;p80"/>
            <p:cNvSpPr/>
            <p:nvPr/>
          </p:nvSpPr>
          <p:spPr>
            <a:xfrm>
              <a:off x="2320012" y="2718151"/>
              <a:ext cx="10993" cy="11341"/>
            </a:xfrm>
            <a:custGeom>
              <a:rect b="b" l="l" r="r" t="t"/>
              <a:pathLst>
                <a:path extrusionOk="0" h="358" w="347">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8" name="Google Shape;11528;p80"/>
            <p:cNvSpPr/>
            <p:nvPr/>
          </p:nvSpPr>
          <p:spPr>
            <a:xfrm>
              <a:off x="2364522" y="2716662"/>
              <a:ext cx="63804" cy="30571"/>
            </a:xfrm>
            <a:custGeom>
              <a:rect b="b" l="l" r="r" t="t"/>
              <a:pathLst>
                <a:path extrusionOk="0" h="965" w="2014">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9" name="Google Shape;11529;p80"/>
            <p:cNvSpPr/>
            <p:nvPr/>
          </p:nvSpPr>
          <p:spPr>
            <a:xfrm>
              <a:off x="2437323" y="2454510"/>
              <a:ext cx="82273" cy="83002"/>
            </a:xfrm>
            <a:custGeom>
              <a:rect b="b" l="l" r="r" t="t"/>
              <a:pathLst>
                <a:path extrusionOk="0" h="2620" w="2597">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0" name="Google Shape;11530;p80"/>
            <p:cNvSpPr/>
            <p:nvPr/>
          </p:nvSpPr>
          <p:spPr>
            <a:xfrm>
              <a:off x="2462603" y="2479759"/>
              <a:ext cx="32092" cy="32092"/>
            </a:xfrm>
            <a:custGeom>
              <a:rect b="b" l="l" r="r" t="t"/>
              <a:pathLst>
                <a:path extrusionOk="0" h="1013" w="1013">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1" name="Google Shape;11531;p80"/>
            <p:cNvSpPr/>
            <p:nvPr/>
          </p:nvSpPr>
          <p:spPr>
            <a:xfrm>
              <a:off x="2314373" y="2546921"/>
              <a:ext cx="21891" cy="36242"/>
            </a:xfrm>
            <a:custGeom>
              <a:rect b="b" l="l" r="r" t="t"/>
              <a:pathLst>
                <a:path extrusionOk="0" h="1144" w="691">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32" name="Google Shape;11532;p80"/>
          <p:cNvSpPr/>
          <p:nvPr/>
        </p:nvSpPr>
        <p:spPr>
          <a:xfrm>
            <a:off x="3518751" y="2239859"/>
            <a:ext cx="364003" cy="361405"/>
          </a:xfrm>
          <a:custGeom>
            <a:rect b="b" l="l" r="r" t="t"/>
            <a:pathLst>
              <a:path extrusionOk="0" h="11408" w="1149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533" name="Google Shape;11533;p80"/>
          <p:cNvGrpSpPr/>
          <p:nvPr/>
        </p:nvGrpSpPr>
        <p:grpSpPr>
          <a:xfrm>
            <a:off x="3961923" y="2310917"/>
            <a:ext cx="364415" cy="220936"/>
            <a:chOff x="3961923" y="2486317"/>
            <a:chExt cx="364415" cy="220936"/>
          </a:xfrm>
        </p:grpSpPr>
        <p:sp>
          <p:nvSpPr>
            <p:cNvPr id="11534" name="Google Shape;11534;p80"/>
            <p:cNvSpPr/>
            <p:nvPr/>
          </p:nvSpPr>
          <p:spPr>
            <a:xfrm>
              <a:off x="4106764" y="2486507"/>
              <a:ext cx="219574" cy="220746"/>
            </a:xfrm>
            <a:custGeom>
              <a:rect b="b" l="l" r="r" t="t"/>
              <a:pathLst>
                <a:path extrusionOk="0" h="6968" w="6931">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5" name="Google Shape;11535;p80"/>
            <p:cNvSpPr/>
            <p:nvPr/>
          </p:nvSpPr>
          <p:spPr>
            <a:xfrm>
              <a:off x="3961923" y="2486317"/>
              <a:ext cx="259839" cy="220936"/>
            </a:xfrm>
            <a:custGeom>
              <a:rect b="b" l="l" r="r" t="t"/>
              <a:pathLst>
                <a:path extrusionOk="0" h="6974" w="8202">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6" name="Google Shape;11536;p80"/>
            <p:cNvSpPr/>
            <p:nvPr/>
          </p:nvSpPr>
          <p:spPr>
            <a:xfrm>
              <a:off x="4015113" y="2540870"/>
              <a:ext cx="96212" cy="95832"/>
            </a:xfrm>
            <a:custGeom>
              <a:rect b="b" l="l" r="r" t="t"/>
              <a:pathLst>
                <a:path extrusionOk="0" h="3025" w="3037">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7" name="Google Shape;11537;p80"/>
            <p:cNvSpPr/>
            <p:nvPr/>
          </p:nvSpPr>
          <p:spPr>
            <a:xfrm>
              <a:off x="4186375" y="2539381"/>
              <a:ext cx="77331" cy="90541"/>
            </a:xfrm>
            <a:custGeom>
              <a:rect b="b" l="l" r="r" t="t"/>
              <a:pathLst>
                <a:path extrusionOk="0" h="2858" w="2441">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38" name="Google Shape;11538;p80"/>
          <p:cNvSpPr/>
          <p:nvPr/>
        </p:nvSpPr>
        <p:spPr>
          <a:xfrm>
            <a:off x="1747839" y="2238750"/>
            <a:ext cx="361754" cy="362514"/>
          </a:xfrm>
          <a:custGeom>
            <a:rect b="b" l="l" r="r" t="t"/>
            <a:pathLst>
              <a:path extrusionOk="0" h="11443" w="11419">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539" name="Google Shape;11539;p80"/>
          <p:cNvGrpSpPr/>
          <p:nvPr/>
        </p:nvGrpSpPr>
        <p:grpSpPr>
          <a:xfrm>
            <a:off x="1303876" y="2243977"/>
            <a:ext cx="363275" cy="354626"/>
            <a:chOff x="1303876" y="2419377"/>
            <a:chExt cx="363275" cy="354626"/>
          </a:xfrm>
        </p:grpSpPr>
        <p:sp>
          <p:nvSpPr>
            <p:cNvPr id="11540" name="Google Shape;11540;p80"/>
            <p:cNvSpPr/>
            <p:nvPr/>
          </p:nvSpPr>
          <p:spPr>
            <a:xfrm>
              <a:off x="1303876" y="2507701"/>
              <a:ext cx="363275" cy="266302"/>
            </a:xfrm>
            <a:custGeom>
              <a:rect b="b" l="l" r="r" t="t"/>
              <a:pathLst>
                <a:path extrusionOk="0" h="8406" w="11467">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1" name="Google Shape;11541;p80"/>
            <p:cNvSpPr/>
            <p:nvPr/>
          </p:nvSpPr>
          <p:spPr>
            <a:xfrm>
              <a:off x="1399296" y="2419377"/>
              <a:ext cx="172054" cy="104924"/>
            </a:xfrm>
            <a:custGeom>
              <a:rect b="b" l="l" r="r" t="t"/>
              <a:pathLst>
                <a:path extrusionOk="0" h="3312" w="5431">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2" name="Google Shape;11542;p80"/>
            <p:cNvSpPr/>
            <p:nvPr/>
          </p:nvSpPr>
          <p:spPr>
            <a:xfrm>
              <a:off x="1428346" y="2463191"/>
              <a:ext cx="10581" cy="11341"/>
            </a:xfrm>
            <a:custGeom>
              <a:rect b="b" l="l" r="r" t="t"/>
              <a:pathLst>
                <a:path extrusionOk="0" h="358" w="334">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3" name="Google Shape;11543;p80"/>
            <p:cNvSpPr/>
            <p:nvPr/>
          </p:nvSpPr>
          <p:spPr>
            <a:xfrm>
              <a:off x="1443426" y="2463191"/>
              <a:ext cx="10613" cy="11341"/>
            </a:xfrm>
            <a:custGeom>
              <a:rect b="b" l="l" r="r" t="t"/>
              <a:pathLst>
                <a:path extrusionOk="0" h="358" w="335">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4" name="Google Shape;11544;p80"/>
            <p:cNvSpPr/>
            <p:nvPr/>
          </p:nvSpPr>
          <p:spPr>
            <a:xfrm>
              <a:off x="1458537" y="2463191"/>
              <a:ext cx="10581" cy="11341"/>
            </a:xfrm>
            <a:custGeom>
              <a:rect b="b" l="l" r="r" t="t"/>
              <a:pathLst>
                <a:path extrusionOk="0" h="358" w="334">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5" name="Google Shape;11545;p80"/>
            <p:cNvSpPr/>
            <p:nvPr/>
          </p:nvSpPr>
          <p:spPr>
            <a:xfrm>
              <a:off x="1502287" y="2463191"/>
              <a:ext cx="10201" cy="11341"/>
            </a:xfrm>
            <a:custGeom>
              <a:rect b="b" l="l" r="r" t="t"/>
              <a:pathLst>
                <a:path extrusionOk="0" h="358" w="322">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6" name="Google Shape;11546;p80"/>
            <p:cNvSpPr/>
            <p:nvPr/>
          </p:nvSpPr>
          <p:spPr>
            <a:xfrm>
              <a:off x="1517367" y="2463191"/>
              <a:ext cx="10201" cy="11341"/>
            </a:xfrm>
            <a:custGeom>
              <a:rect b="b" l="l" r="r" t="t"/>
              <a:pathLst>
                <a:path extrusionOk="0" h="358" w="322">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7" name="Google Shape;11547;p80"/>
            <p:cNvSpPr/>
            <p:nvPr/>
          </p:nvSpPr>
          <p:spPr>
            <a:xfrm>
              <a:off x="1532067" y="2463191"/>
              <a:ext cx="10613" cy="11341"/>
            </a:xfrm>
            <a:custGeom>
              <a:rect b="b" l="l" r="r" t="t"/>
              <a:pathLst>
                <a:path extrusionOk="0" h="358" w="335">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48" name="Google Shape;11548;p80"/>
          <p:cNvGrpSpPr/>
          <p:nvPr/>
        </p:nvGrpSpPr>
        <p:grpSpPr>
          <a:xfrm>
            <a:off x="861053" y="2239510"/>
            <a:ext cx="362134" cy="363623"/>
            <a:chOff x="861053" y="2414910"/>
            <a:chExt cx="362134" cy="363623"/>
          </a:xfrm>
        </p:grpSpPr>
        <p:sp>
          <p:nvSpPr>
            <p:cNvPr id="11549" name="Google Shape;11549;p80"/>
            <p:cNvSpPr/>
            <p:nvPr/>
          </p:nvSpPr>
          <p:spPr>
            <a:xfrm>
              <a:off x="965153" y="2609235"/>
              <a:ext cx="64912" cy="63677"/>
            </a:xfrm>
            <a:custGeom>
              <a:rect b="b" l="l" r="r" t="t"/>
              <a:pathLst>
                <a:path extrusionOk="0" h="2010" w="2049">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0" name="Google Shape;11550;p80"/>
            <p:cNvSpPr/>
            <p:nvPr/>
          </p:nvSpPr>
          <p:spPr>
            <a:xfrm>
              <a:off x="861053" y="2479854"/>
              <a:ext cx="298394" cy="298679"/>
            </a:xfrm>
            <a:custGeom>
              <a:rect b="b" l="l" r="r" t="t"/>
              <a:pathLst>
                <a:path extrusionOk="0" h="9428" w="9419">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1" name="Google Shape;11551;p80"/>
            <p:cNvSpPr/>
            <p:nvPr/>
          </p:nvSpPr>
          <p:spPr>
            <a:xfrm>
              <a:off x="1128875" y="2455366"/>
              <a:ext cx="54711" cy="53856"/>
            </a:xfrm>
            <a:custGeom>
              <a:rect b="b" l="l" r="r" t="t"/>
              <a:pathLst>
                <a:path extrusionOk="0" h="1700" w="1727">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2" name="Google Shape;11552;p80"/>
            <p:cNvSpPr/>
            <p:nvPr/>
          </p:nvSpPr>
          <p:spPr>
            <a:xfrm>
              <a:off x="1099445" y="2414910"/>
              <a:ext cx="10581" cy="71692"/>
            </a:xfrm>
            <a:custGeom>
              <a:rect b="b" l="l" r="r" t="t"/>
              <a:pathLst>
                <a:path extrusionOk="0" h="2263" w="334">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3" name="Google Shape;11553;p80"/>
            <p:cNvSpPr/>
            <p:nvPr/>
          </p:nvSpPr>
          <p:spPr>
            <a:xfrm>
              <a:off x="1151495" y="2528420"/>
              <a:ext cx="71692" cy="10613"/>
            </a:xfrm>
            <a:custGeom>
              <a:rect b="b" l="l" r="r" t="t"/>
              <a:pathLst>
                <a:path extrusionOk="0" h="335" w="2263">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54" name="Google Shape;11554;p80"/>
          <p:cNvGrpSpPr/>
          <p:nvPr/>
        </p:nvGrpSpPr>
        <p:grpSpPr>
          <a:xfrm>
            <a:off x="7594288" y="2239859"/>
            <a:ext cx="279513" cy="355735"/>
            <a:chOff x="7594288" y="2415259"/>
            <a:chExt cx="279513" cy="355735"/>
          </a:xfrm>
        </p:grpSpPr>
        <p:sp>
          <p:nvSpPr>
            <p:cNvPr id="11555" name="Google Shape;11555;p80"/>
            <p:cNvSpPr/>
            <p:nvPr/>
          </p:nvSpPr>
          <p:spPr>
            <a:xfrm>
              <a:off x="7696108" y="2531841"/>
              <a:ext cx="10233" cy="16220"/>
            </a:xfrm>
            <a:custGeom>
              <a:rect b="b" l="l" r="r" t="t"/>
              <a:pathLst>
                <a:path extrusionOk="0" h="512" w="323">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6" name="Google Shape;11556;p80"/>
            <p:cNvSpPr/>
            <p:nvPr/>
          </p:nvSpPr>
          <p:spPr>
            <a:xfrm>
              <a:off x="7762889" y="2531841"/>
              <a:ext cx="10581" cy="16220"/>
            </a:xfrm>
            <a:custGeom>
              <a:rect b="b" l="l" r="r" t="t"/>
              <a:pathLst>
                <a:path extrusionOk="0" h="512" w="334">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7" name="Google Shape;11557;p80"/>
            <p:cNvSpPr/>
            <p:nvPr/>
          </p:nvSpPr>
          <p:spPr>
            <a:xfrm>
              <a:off x="7711948" y="2571156"/>
              <a:ext cx="45302" cy="15777"/>
            </a:xfrm>
            <a:custGeom>
              <a:rect b="b" l="l" r="r" t="t"/>
              <a:pathLst>
                <a:path extrusionOk="0" h="498" w="143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8" name="Google Shape;11558;p80"/>
            <p:cNvSpPr/>
            <p:nvPr/>
          </p:nvSpPr>
          <p:spPr>
            <a:xfrm>
              <a:off x="7594288" y="2415259"/>
              <a:ext cx="279513" cy="355735"/>
            </a:xfrm>
            <a:custGeom>
              <a:rect b="b" l="l" r="r" t="t"/>
              <a:pathLst>
                <a:path extrusionOk="0" h="11229" w="8823">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9" name="Google Shape;11559;p80"/>
            <p:cNvSpPr/>
            <p:nvPr/>
          </p:nvSpPr>
          <p:spPr>
            <a:xfrm>
              <a:off x="7690469" y="2515241"/>
              <a:ext cx="21511" cy="10581"/>
            </a:xfrm>
            <a:custGeom>
              <a:rect b="b" l="l" r="r" t="t"/>
              <a:pathLst>
                <a:path extrusionOk="0" h="334" w="679">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0" name="Google Shape;11560;p80"/>
            <p:cNvSpPr/>
            <p:nvPr/>
          </p:nvSpPr>
          <p:spPr>
            <a:xfrm>
              <a:off x="7757218" y="2515241"/>
              <a:ext cx="21923" cy="10581"/>
            </a:xfrm>
            <a:custGeom>
              <a:rect b="b" l="l" r="r" t="t"/>
              <a:pathLst>
                <a:path extrusionOk="0" h="334" w="692">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61" name="Google Shape;11561;p80"/>
          <p:cNvGrpSpPr/>
          <p:nvPr/>
        </p:nvGrpSpPr>
        <p:grpSpPr>
          <a:xfrm>
            <a:off x="7145794" y="2240239"/>
            <a:ext cx="278784" cy="355735"/>
            <a:chOff x="7145794" y="2415639"/>
            <a:chExt cx="278784" cy="355735"/>
          </a:xfrm>
        </p:grpSpPr>
        <p:sp>
          <p:nvSpPr>
            <p:cNvPr id="11562" name="Google Shape;11562;p80"/>
            <p:cNvSpPr/>
            <p:nvPr/>
          </p:nvSpPr>
          <p:spPr>
            <a:xfrm>
              <a:off x="7247265" y="2520880"/>
              <a:ext cx="10201" cy="16252"/>
            </a:xfrm>
            <a:custGeom>
              <a:rect b="b" l="l" r="r" t="t"/>
              <a:pathLst>
                <a:path extrusionOk="0" h="513" w="322">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3" name="Google Shape;11563;p80"/>
            <p:cNvSpPr/>
            <p:nvPr/>
          </p:nvSpPr>
          <p:spPr>
            <a:xfrm>
              <a:off x="7313635" y="2520880"/>
              <a:ext cx="10613" cy="16252"/>
            </a:xfrm>
            <a:custGeom>
              <a:rect b="b" l="l" r="r" t="t"/>
              <a:pathLst>
                <a:path extrusionOk="0" h="513" w="335">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4" name="Google Shape;11564;p80"/>
            <p:cNvSpPr/>
            <p:nvPr/>
          </p:nvSpPr>
          <p:spPr>
            <a:xfrm>
              <a:off x="7145794" y="2415639"/>
              <a:ext cx="278784" cy="355735"/>
            </a:xfrm>
            <a:custGeom>
              <a:rect b="b" l="l" r="r" t="t"/>
              <a:pathLst>
                <a:path extrusionOk="0" h="11229" w="880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5" name="Google Shape;11565;p80"/>
            <p:cNvSpPr/>
            <p:nvPr/>
          </p:nvSpPr>
          <p:spPr>
            <a:xfrm>
              <a:off x="7254045" y="2717834"/>
              <a:ext cx="23031" cy="12799"/>
            </a:xfrm>
            <a:custGeom>
              <a:rect b="b" l="l" r="r" t="t"/>
              <a:pathLst>
                <a:path extrusionOk="0" h="404" w="727">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6" name="Google Shape;11566;p80"/>
            <p:cNvSpPr/>
            <p:nvPr/>
          </p:nvSpPr>
          <p:spPr>
            <a:xfrm>
              <a:off x="7287626" y="2719703"/>
              <a:ext cx="22271" cy="12070"/>
            </a:xfrm>
            <a:custGeom>
              <a:rect b="b" l="l" r="r" t="t"/>
              <a:pathLst>
                <a:path extrusionOk="0" h="381" w="703">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7" name="Google Shape;11567;p80"/>
            <p:cNvSpPr/>
            <p:nvPr/>
          </p:nvSpPr>
          <p:spPr>
            <a:xfrm>
              <a:off x="7224614" y="2703357"/>
              <a:ext cx="21162" cy="17107"/>
            </a:xfrm>
            <a:custGeom>
              <a:rect b="b" l="l" r="r" t="t"/>
              <a:pathLst>
                <a:path extrusionOk="0" h="540" w="668">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8" name="Google Shape;11568;p80"/>
            <p:cNvSpPr/>
            <p:nvPr/>
          </p:nvSpPr>
          <p:spPr>
            <a:xfrm>
              <a:off x="7319306" y="2706335"/>
              <a:ext cx="21162" cy="15998"/>
            </a:xfrm>
            <a:custGeom>
              <a:rect b="b" l="l" r="r" t="t"/>
              <a:pathLst>
                <a:path extrusionOk="0" h="505" w="668">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9" name="Google Shape;11569;p80"/>
            <p:cNvSpPr/>
            <p:nvPr/>
          </p:nvSpPr>
          <p:spPr>
            <a:xfrm>
              <a:off x="7202375" y="2678234"/>
              <a:ext cx="18501" cy="19578"/>
            </a:xfrm>
            <a:custGeom>
              <a:rect b="b" l="l" r="r" t="t"/>
              <a:pathLst>
                <a:path extrusionOk="0" h="618" w="584">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0" name="Google Shape;11570;p80"/>
            <p:cNvSpPr/>
            <p:nvPr/>
          </p:nvSpPr>
          <p:spPr>
            <a:xfrm>
              <a:off x="7345695" y="2683335"/>
              <a:ext cx="18913" cy="19388"/>
            </a:xfrm>
            <a:custGeom>
              <a:rect b="b" l="l" r="r" t="t"/>
              <a:pathLst>
                <a:path extrusionOk="0" h="612" w="597">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1" name="Google Shape;11571;p80"/>
            <p:cNvSpPr/>
            <p:nvPr/>
          </p:nvSpPr>
          <p:spPr>
            <a:xfrm>
              <a:off x="7280086" y="2559751"/>
              <a:ext cx="21891" cy="10201"/>
            </a:xfrm>
            <a:custGeom>
              <a:rect b="b" l="l" r="r" t="t"/>
              <a:pathLst>
                <a:path extrusionOk="0" h="322" w="691">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72" name="Google Shape;11572;p80"/>
          <p:cNvGrpSpPr/>
          <p:nvPr/>
        </p:nvGrpSpPr>
        <p:grpSpPr>
          <a:xfrm>
            <a:off x="6698441" y="2239130"/>
            <a:ext cx="277644" cy="357984"/>
            <a:chOff x="6698441" y="2414530"/>
            <a:chExt cx="277644" cy="357984"/>
          </a:xfrm>
        </p:grpSpPr>
        <p:sp>
          <p:nvSpPr>
            <p:cNvPr id="11573" name="Google Shape;11573;p80"/>
            <p:cNvSpPr/>
            <p:nvPr/>
          </p:nvSpPr>
          <p:spPr>
            <a:xfrm>
              <a:off x="6764462" y="2710611"/>
              <a:ext cx="10201" cy="60382"/>
            </a:xfrm>
            <a:custGeom>
              <a:rect b="b" l="l" r="r" t="t"/>
              <a:pathLst>
                <a:path extrusionOk="0" h="1906" w="322">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4" name="Google Shape;11574;p80"/>
            <p:cNvSpPr/>
            <p:nvPr/>
          </p:nvSpPr>
          <p:spPr>
            <a:xfrm>
              <a:off x="6898374" y="2710611"/>
              <a:ext cx="10201" cy="60382"/>
            </a:xfrm>
            <a:custGeom>
              <a:rect b="b" l="l" r="r" t="t"/>
              <a:pathLst>
                <a:path extrusionOk="0" h="1906" w="322">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5" name="Google Shape;11575;p80"/>
            <p:cNvSpPr/>
            <p:nvPr/>
          </p:nvSpPr>
          <p:spPr>
            <a:xfrm>
              <a:off x="6698441" y="2414530"/>
              <a:ext cx="277644" cy="357984"/>
            </a:xfrm>
            <a:custGeom>
              <a:rect b="b" l="l" r="r" t="t"/>
              <a:pathLst>
                <a:path extrusionOk="0" h="11300" w="8764">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6" name="Google Shape;11576;p80"/>
            <p:cNvSpPr/>
            <p:nvPr/>
          </p:nvSpPr>
          <p:spPr>
            <a:xfrm>
              <a:off x="6813503" y="2560195"/>
              <a:ext cx="45271" cy="16157"/>
            </a:xfrm>
            <a:custGeom>
              <a:rect b="b" l="l" r="r" t="t"/>
              <a:pathLst>
                <a:path extrusionOk="0" h="510" w="1429">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7" name="Google Shape;11577;p80"/>
            <p:cNvSpPr/>
            <p:nvPr/>
          </p:nvSpPr>
          <p:spPr>
            <a:xfrm>
              <a:off x="6792372" y="2493350"/>
              <a:ext cx="26801" cy="10233"/>
            </a:xfrm>
            <a:custGeom>
              <a:rect b="b" l="l" r="r" t="t"/>
              <a:pathLst>
                <a:path extrusionOk="0" h="323" w="846">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8" name="Google Shape;11578;p80"/>
            <p:cNvSpPr/>
            <p:nvPr/>
          </p:nvSpPr>
          <p:spPr>
            <a:xfrm>
              <a:off x="6853483" y="2493350"/>
              <a:ext cx="26801" cy="10233"/>
            </a:xfrm>
            <a:custGeom>
              <a:rect b="b" l="l" r="r" t="t"/>
              <a:pathLst>
                <a:path extrusionOk="0" h="323" w="846">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79" name="Google Shape;11579;p80"/>
          <p:cNvGrpSpPr/>
          <p:nvPr/>
        </p:nvGrpSpPr>
        <p:grpSpPr>
          <a:xfrm>
            <a:off x="4897750" y="2240239"/>
            <a:ext cx="279513" cy="357255"/>
            <a:chOff x="4897750" y="2415639"/>
            <a:chExt cx="279513" cy="357255"/>
          </a:xfrm>
        </p:grpSpPr>
        <p:sp>
          <p:nvSpPr>
            <p:cNvPr id="11580" name="Google Shape;11580;p80"/>
            <p:cNvSpPr/>
            <p:nvPr/>
          </p:nvSpPr>
          <p:spPr>
            <a:xfrm>
              <a:off x="4964119" y="2715522"/>
              <a:ext cx="10613" cy="55472"/>
            </a:xfrm>
            <a:custGeom>
              <a:rect b="b" l="l" r="r" t="t"/>
              <a:pathLst>
                <a:path extrusionOk="0" h="1751" w="335">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1" name="Google Shape;11581;p80"/>
            <p:cNvSpPr/>
            <p:nvPr/>
          </p:nvSpPr>
          <p:spPr>
            <a:xfrm>
              <a:off x="5098031" y="2715522"/>
              <a:ext cx="10581" cy="55472"/>
            </a:xfrm>
            <a:custGeom>
              <a:rect b="b" l="l" r="r" t="t"/>
              <a:pathLst>
                <a:path extrusionOk="0" h="1751" w="334">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2" name="Google Shape;11582;p80"/>
            <p:cNvSpPr/>
            <p:nvPr/>
          </p:nvSpPr>
          <p:spPr>
            <a:xfrm>
              <a:off x="4897750" y="2415639"/>
              <a:ext cx="279513" cy="357255"/>
            </a:xfrm>
            <a:custGeom>
              <a:rect b="b" l="l" r="r" t="t"/>
              <a:pathLst>
                <a:path extrusionOk="0" h="11277" w="8823">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3" name="Google Shape;11583;p80"/>
            <p:cNvSpPr/>
            <p:nvPr/>
          </p:nvSpPr>
          <p:spPr>
            <a:xfrm>
              <a:off x="4997700" y="2526551"/>
              <a:ext cx="10201" cy="16252"/>
            </a:xfrm>
            <a:custGeom>
              <a:rect b="b" l="l" r="r" t="t"/>
              <a:pathLst>
                <a:path extrusionOk="0" h="513" w="322">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4" name="Google Shape;11584;p80"/>
            <p:cNvSpPr/>
            <p:nvPr/>
          </p:nvSpPr>
          <p:spPr>
            <a:xfrm>
              <a:off x="5064830" y="2526551"/>
              <a:ext cx="10233" cy="16252"/>
            </a:xfrm>
            <a:custGeom>
              <a:rect b="b" l="l" r="r" t="t"/>
              <a:pathLst>
                <a:path extrusionOk="0" h="513" w="323">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5" name="Google Shape;11585;p80"/>
            <p:cNvSpPr/>
            <p:nvPr/>
          </p:nvSpPr>
          <p:spPr>
            <a:xfrm>
              <a:off x="5013160" y="2565865"/>
              <a:ext cx="46063" cy="16157"/>
            </a:xfrm>
            <a:custGeom>
              <a:rect b="b" l="l" r="r" t="t"/>
              <a:pathLst>
                <a:path extrusionOk="0" h="510" w="1454">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6" name="Google Shape;11586;p80"/>
            <p:cNvSpPr/>
            <p:nvPr/>
          </p:nvSpPr>
          <p:spPr>
            <a:xfrm>
              <a:off x="4992030" y="2509570"/>
              <a:ext cx="21923" cy="10581"/>
            </a:xfrm>
            <a:custGeom>
              <a:rect b="b" l="l" r="r" t="t"/>
              <a:pathLst>
                <a:path extrusionOk="0" h="334" w="692">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7" name="Google Shape;11587;p80"/>
            <p:cNvSpPr/>
            <p:nvPr/>
          </p:nvSpPr>
          <p:spPr>
            <a:xfrm>
              <a:off x="5059191" y="2509570"/>
              <a:ext cx="21511" cy="10581"/>
            </a:xfrm>
            <a:custGeom>
              <a:rect b="b" l="l" r="r" t="t"/>
              <a:pathLst>
                <a:path extrusionOk="0" h="334" w="679">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88" name="Google Shape;11588;p80"/>
          <p:cNvGrpSpPr/>
          <p:nvPr/>
        </p:nvGrpSpPr>
        <p:grpSpPr>
          <a:xfrm>
            <a:off x="5812066" y="2240619"/>
            <a:ext cx="264813" cy="353454"/>
            <a:chOff x="5812066" y="2416019"/>
            <a:chExt cx="264813" cy="353454"/>
          </a:xfrm>
        </p:grpSpPr>
        <p:sp>
          <p:nvSpPr>
            <p:cNvPr id="11589" name="Google Shape;11589;p80"/>
            <p:cNvSpPr/>
            <p:nvPr/>
          </p:nvSpPr>
          <p:spPr>
            <a:xfrm>
              <a:off x="5812066" y="2416019"/>
              <a:ext cx="264813" cy="353454"/>
            </a:xfrm>
            <a:custGeom>
              <a:rect b="b" l="l" r="r" t="t"/>
              <a:pathLst>
                <a:path extrusionOk="0" h="11157" w="8359">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0" name="Google Shape;11590;p80"/>
            <p:cNvSpPr/>
            <p:nvPr/>
          </p:nvSpPr>
          <p:spPr>
            <a:xfrm>
              <a:off x="5923707" y="2588136"/>
              <a:ext cx="43402" cy="15396"/>
            </a:xfrm>
            <a:custGeom>
              <a:rect b="b" l="l" r="r" t="t"/>
              <a:pathLst>
                <a:path extrusionOk="0" h="486" w="137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1" name="Google Shape;11591;p80"/>
            <p:cNvSpPr/>
            <p:nvPr/>
          </p:nvSpPr>
          <p:spPr>
            <a:xfrm>
              <a:off x="5983677" y="2742291"/>
              <a:ext cx="10201" cy="26833"/>
            </a:xfrm>
            <a:custGeom>
              <a:rect b="b" l="l" r="r" t="t"/>
              <a:pathLst>
                <a:path extrusionOk="0" h="847" w="322">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2" name="Google Shape;11592;p80"/>
            <p:cNvSpPr/>
            <p:nvPr/>
          </p:nvSpPr>
          <p:spPr>
            <a:xfrm>
              <a:off x="5906726" y="2543531"/>
              <a:ext cx="10581" cy="16252"/>
            </a:xfrm>
            <a:custGeom>
              <a:rect b="b" l="l" r="r" t="t"/>
              <a:pathLst>
                <a:path extrusionOk="0" h="513" w="334">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3" name="Google Shape;11593;p80"/>
            <p:cNvSpPr/>
            <p:nvPr/>
          </p:nvSpPr>
          <p:spPr>
            <a:xfrm>
              <a:off x="5972747" y="2543531"/>
              <a:ext cx="10581" cy="16252"/>
            </a:xfrm>
            <a:custGeom>
              <a:rect b="b" l="l" r="r" t="t"/>
              <a:pathLst>
                <a:path extrusionOk="0" h="513" w="334">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4" name="Google Shape;11594;p80"/>
            <p:cNvSpPr/>
            <p:nvPr/>
          </p:nvSpPr>
          <p:spPr>
            <a:xfrm>
              <a:off x="5901055" y="2526931"/>
              <a:ext cx="16252" cy="10581"/>
            </a:xfrm>
            <a:custGeom>
              <a:rect b="b" l="l" r="r" t="t"/>
              <a:pathLst>
                <a:path extrusionOk="0" h="334" w="513">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5" name="Google Shape;11595;p80"/>
            <p:cNvSpPr/>
            <p:nvPr/>
          </p:nvSpPr>
          <p:spPr>
            <a:xfrm>
              <a:off x="5972367" y="2526899"/>
              <a:ext cx="16220" cy="10613"/>
            </a:xfrm>
            <a:custGeom>
              <a:rect b="b" l="l" r="r" t="t"/>
              <a:pathLst>
                <a:path extrusionOk="0" h="335" w="512">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96" name="Google Shape;11596;p80"/>
          <p:cNvGrpSpPr/>
          <p:nvPr/>
        </p:nvGrpSpPr>
        <p:grpSpPr>
          <a:xfrm>
            <a:off x="8054820" y="2240999"/>
            <a:ext cx="264433" cy="353454"/>
            <a:chOff x="8054820" y="2416399"/>
            <a:chExt cx="264433" cy="353454"/>
          </a:xfrm>
        </p:grpSpPr>
        <p:sp>
          <p:nvSpPr>
            <p:cNvPr id="11597" name="Google Shape;11597;p80"/>
            <p:cNvSpPr/>
            <p:nvPr/>
          </p:nvSpPr>
          <p:spPr>
            <a:xfrm>
              <a:off x="8148371" y="2538621"/>
              <a:ext cx="10201" cy="15872"/>
            </a:xfrm>
            <a:custGeom>
              <a:rect b="b" l="l" r="r" t="t"/>
              <a:pathLst>
                <a:path extrusionOk="0" h="501" w="322">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8" name="Google Shape;11598;p80"/>
            <p:cNvSpPr/>
            <p:nvPr/>
          </p:nvSpPr>
          <p:spPr>
            <a:xfrm>
              <a:off x="8214361" y="2538621"/>
              <a:ext cx="10233" cy="15872"/>
            </a:xfrm>
            <a:custGeom>
              <a:rect b="b" l="l" r="r" t="t"/>
              <a:pathLst>
                <a:path extrusionOk="0" h="501" w="323">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9" name="Google Shape;11599;p80"/>
            <p:cNvSpPr/>
            <p:nvPr/>
          </p:nvSpPr>
          <p:spPr>
            <a:xfrm>
              <a:off x="8054820" y="2416399"/>
              <a:ext cx="264433" cy="353454"/>
            </a:xfrm>
            <a:custGeom>
              <a:rect b="b" l="l" r="r" t="t"/>
              <a:pathLst>
                <a:path extrusionOk="0" h="11157" w="8347">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0" name="Google Shape;11600;p80"/>
            <p:cNvSpPr/>
            <p:nvPr/>
          </p:nvSpPr>
          <p:spPr>
            <a:xfrm>
              <a:off x="8164972" y="2582371"/>
              <a:ext cx="43782" cy="15492"/>
            </a:xfrm>
            <a:custGeom>
              <a:rect b="b" l="l" r="r" t="t"/>
              <a:pathLst>
                <a:path extrusionOk="0" h="489" w="1382">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1" name="Google Shape;11601;p80"/>
            <p:cNvSpPr/>
            <p:nvPr/>
          </p:nvSpPr>
          <p:spPr>
            <a:xfrm>
              <a:off x="8141592" y="2519137"/>
              <a:ext cx="18501" cy="13844"/>
            </a:xfrm>
            <a:custGeom>
              <a:rect b="b" l="l" r="r" t="t"/>
              <a:pathLst>
                <a:path extrusionOk="0" h="437" w="584">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2" name="Google Shape;11602;p80"/>
            <p:cNvSpPr/>
            <p:nvPr/>
          </p:nvSpPr>
          <p:spPr>
            <a:xfrm>
              <a:off x="8211731" y="2518409"/>
              <a:ext cx="18881" cy="13812"/>
            </a:xfrm>
            <a:custGeom>
              <a:rect b="b" l="l" r="r" t="t"/>
              <a:pathLst>
                <a:path extrusionOk="0" h="436" w="596">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3" name="Google Shape;11603;p80"/>
          <p:cNvGrpSpPr/>
          <p:nvPr/>
        </p:nvGrpSpPr>
        <p:grpSpPr>
          <a:xfrm>
            <a:off x="5356413" y="2237990"/>
            <a:ext cx="271212" cy="361374"/>
            <a:chOff x="5356413" y="2413390"/>
            <a:chExt cx="271212" cy="361374"/>
          </a:xfrm>
        </p:grpSpPr>
        <p:sp>
          <p:nvSpPr>
            <p:cNvPr id="11604" name="Google Shape;11604;p80"/>
            <p:cNvSpPr/>
            <p:nvPr/>
          </p:nvSpPr>
          <p:spPr>
            <a:xfrm>
              <a:off x="5453734" y="2525790"/>
              <a:ext cx="10201" cy="15872"/>
            </a:xfrm>
            <a:custGeom>
              <a:rect b="b" l="l" r="r" t="t"/>
              <a:pathLst>
                <a:path extrusionOk="0" h="501" w="322">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5" name="Google Shape;11605;p80"/>
            <p:cNvSpPr/>
            <p:nvPr/>
          </p:nvSpPr>
          <p:spPr>
            <a:xfrm>
              <a:off x="5521624" y="2525790"/>
              <a:ext cx="10201" cy="15872"/>
            </a:xfrm>
            <a:custGeom>
              <a:rect b="b" l="l" r="r" t="t"/>
              <a:pathLst>
                <a:path extrusionOk="0" h="501" w="322">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6" name="Google Shape;11606;p80"/>
            <p:cNvSpPr/>
            <p:nvPr/>
          </p:nvSpPr>
          <p:spPr>
            <a:xfrm>
              <a:off x="5356413" y="2413390"/>
              <a:ext cx="271212" cy="361374"/>
            </a:xfrm>
            <a:custGeom>
              <a:rect b="b" l="l" r="r" t="t"/>
              <a:pathLst>
                <a:path extrusionOk="0" h="11407" w="8561">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7" name="Google Shape;11607;p80"/>
            <p:cNvSpPr/>
            <p:nvPr/>
          </p:nvSpPr>
          <p:spPr>
            <a:xfrm>
              <a:off x="5459373" y="2530701"/>
              <a:ext cx="66813" cy="72832"/>
            </a:xfrm>
            <a:custGeom>
              <a:rect b="b" l="l" r="r" t="t"/>
              <a:pathLst>
                <a:path extrusionOk="0" h="2299" w="2109">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8" name="Google Shape;11608;p80"/>
            <p:cNvSpPr/>
            <p:nvPr/>
          </p:nvSpPr>
          <p:spPr>
            <a:xfrm>
              <a:off x="5446923" y="2502854"/>
              <a:ext cx="23792" cy="16188"/>
            </a:xfrm>
            <a:custGeom>
              <a:rect b="b" l="l" r="r" t="t"/>
              <a:pathLst>
                <a:path extrusionOk="0" h="511" w="751">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9" name="Google Shape;11609;p80"/>
          <p:cNvGrpSpPr/>
          <p:nvPr/>
        </p:nvGrpSpPr>
        <p:grpSpPr>
          <a:xfrm>
            <a:off x="6255238" y="2236849"/>
            <a:ext cx="271244" cy="360994"/>
            <a:chOff x="6255238" y="2412249"/>
            <a:chExt cx="271244" cy="360994"/>
          </a:xfrm>
        </p:grpSpPr>
        <p:sp>
          <p:nvSpPr>
            <p:cNvPr id="11610" name="Google Shape;11610;p80"/>
            <p:cNvSpPr/>
            <p:nvPr/>
          </p:nvSpPr>
          <p:spPr>
            <a:xfrm>
              <a:off x="6351799" y="2554080"/>
              <a:ext cx="10613" cy="15872"/>
            </a:xfrm>
            <a:custGeom>
              <a:rect b="b" l="l" r="r" t="t"/>
              <a:pathLst>
                <a:path extrusionOk="0" h="501" w="335">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1" name="Google Shape;11611;p80"/>
            <p:cNvSpPr/>
            <p:nvPr/>
          </p:nvSpPr>
          <p:spPr>
            <a:xfrm>
              <a:off x="6419720" y="2554080"/>
              <a:ext cx="10581" cy="15872"/>
            </a:xfrm>
            <a:custGeom>
              <a:rect b="b" l="l" r="r" t="t"/>
              <a:pathLst>
                <a:path extrusionOk="0" h="501" w="334">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2" name="Google Shape;11612;p80"/>
            <p:cNvSpPr/>
            <p:nvPr/>
          </p:nvSpPr>
          <p:spPr>
            <a:xfrm>
              <a:off x="6368399" y="2593775"/>
              <a:ext cx="45302" cy="15777"/>
            </a:xfrm>
            <a:custGeom>
              <a:rect b="b" l="l" r="r" t="t"/>
              <a:pathLst>
                <a:path extrusionOk="0" h="498" w="143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3" name="Google Shape;11613;p80"/>
            <p:cNvSpPr/>
            <p:nvPr/>
          </p:nvSpPr>
          <p:spPr>
            <a:xfrm>
              <a:off x="6255238" y="2412249"/>
              <a:ext cx="271244" cy="360994"/>
            </a:xfrm>
            <a:custGeom>
              <a:rect b="b" l="l" r="r" t="t"/>
              <a:pathLst>
                <a:path extrusionOk="0" h="11395" w="8562">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4" name="Google Shape;11614;p80"/>
            <p:cNvSpPr/>
            <p:nvPr/>
          </p:nvSpPr>
          <p:spPr>
            <a:xfrm>
              <a:off x="6345779" y="2535167"/>
              <a:ext cx="22651" cy="12545"/>
            </a:xfrm>
            <a:custGeom>
              <a:rect b="b" l="l" r="r" t="t"/>
              <a:pathLst>
                <a:path extrusionOk="0" h="396" w="715">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5" name="Google Shape;11615;p80"/>
            <p:cNvSpPr/>
            <p:nvPr/>
          </p:nvSpPr>
          <p:spPr>
            <a:xfrm>
              <a:off x="6413670" y="2535167"/>
              <a:ext cx="22651" cy="12545"/>
            </a:xfrm>
            <a:custGeom>
              <a:rect b="b" l="l" r="r" t="t"/>
              <a:pathLst>
                <a:path extrusionOk="0" h="396" w="715">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16" name="Google Shape;11616;p80"/>
          <p:cNvGrpSpPr/>
          <p:nvPr/>
        </p:nvGrpSpPr>
        <p:grpSpPr>
          <a:xfrm>
            <a:off x="2185372" y="1782399"/>
            <a:ext cx="366664" cy="366981"/>
            <a:chOff x="2185372" y="1957799"/>
            <a:chExt cx="366664" cy="366981"/>
          </a:xfrm>
        </p:grpSpPr>
        <p:sp>
          <p:nvSpPr>
            <p:cNvPr id="11617" name="Google Shape;11617;p80"/>
            <p:cNvSpPr/>
            <p:nvPr/>
          </p:nvSpPr>
          <p:spPr>
            <a:xfrm>
              <a:off x="2228742" y="2000853"/>
              <a:ext cx="75082" cy="74226"/>
            </a:xfrm>
            <a:custGeom>
              <a:rect b="b" l="l" r="r" t="t"/>
              <a:pathLst>
                <a:path extrusionOk="0" h="2343" w="237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8" name="Google Shape;11618;p80"/>
            <p:cNvSpPr/>
            <p:nvPr/>
          </p:nvSpPr>
          <p:spPr>
            <a:xfrm>
              <a:off x="2188001" y="2067159"/>
              <a:ext cx="98873" cy="35070"/>
            </a:xfrm>
            <a:custGeom>
              <a:rect b="b" l="l" r="r" t="t"/>
              <a:pathLst>
                <a:path extrusionOk="0" h="1107" w="3121">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9" name="Google Shape;11619;p80"/>
            <p:cNvSpPr/>
            <p:nvPr/>
          </p:nvSpPr>
          <p:spPr>
            <a:xfrm>
              <a:off x="2185372" y="2119114"/>
              <a:ext cx="97733" cy="37066"/>
            </a:xfrm>
            <a:custGeom>
              <a:rect b="b" l="l" r="r" t="t"/>
              <a:pathLst>
                <a:path extrusionOk="0" h="1170" w="3085">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0" name="Google Shape;11620;p80"/>
            <p:cNvSpPr/>
            <p:nvPr/>
          </p:nvSpPr>
          <p:spPr>
            <a:xfrm>
              <a:off x="2294763" y="1960587"/>
              <a:ext cx="36242" cy="97131"/>
            </a:xfrm>
            <a:custGeom>
              <a:rect b="b" l="l" r="r" t="t"/>
              <a:pathLst>
                <a:path extrusionOk="0" h="3066" w="1144">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1" name="Google Shape;11621;p80"/>
            <p:cNvSpPr/>
            <p:nvPr/>
          </p:nvSpPr>
          <p:spPr>
            <a:xfrm>
              <a:off x="2346433" y="1957799"/>
              <a:ext cx="38491" cy="96909"/>
            </a:xfrm>
            <a:custGeom>
              <a:rect b="b" l="l" r="r" t="t"/>
              <a:pathLst>
                <a:path extrusionOk="0" h="3059" w="1215">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2" name="Google Shape;11622;p80"/>
            <p:cNvSpPr/>
            <p:nvPr/>
          </p:nvSpPr>
          <p:spPr>
            <a:xfrm>
              <a:off x="2290993" y="2100391"/>
              <a:ext cx="37731" cy="121778"/>
            </a:xfrm>
            <a:custGeom>
              <a:rect b="b" l="l" r="r" t="t"/>
              <a:pathLst>
                <a:path extrusionOk="0" h="3844" w="1191">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3" name="Google Shape;11623;p80"/>
            <p:cNvSpPr/>
            <p:nvPr/>
          </p:nvSpPr>
          <p:spPr>
            <a:xfrm>
              <a:off x="2353592" y="2091362"/>
              <a:ext cx="68302" cy="20307"/>
            </a:xfrm>
            <a:custGeom>
              <a:rect b="b" l="l" r="r" t="t"/>
              <a:pathLst>
                <a:path extrusionOk="0" h="641" w="2156">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4" name="Google Shape;11624;p80"/>
            <p:cNvSpPr/>
            <p:nvPr/>
          </p:nvSpPr>
          <p:spPr>
            <a:xfrm>
              <a:off x="2321532" y="2064434"/>
              <a:ext cx="230504" cy="260346"/>
            </a:xfrm>
            <a:custGeom>
              <a:rect b="b" l="l" r="r" t="t"/>
              <a:pathLst>
                <a:path extrusionOk="0" h="8218" w="7276">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25" name="Google Shape;11625;p80"/>
          <p:cNvGrpSpPr/>
          <p:nvPr/>
        </p:nvGrpSpPr>
        <p:grpSpPr>
          <a:xfrm>
            <a:off x="1737258" y="1812971"/>
            <a:ext cx="370814" cy="307359"/>
            <a:chOff x="1737258" y="1988371"/>
            <a:chExt cx="370814" cy="307359"/>
          </a:xfrm>
        </p:grpSpPr>
        <p:sp>
          <p:nvSpPr>
            <p:cNvPr id="11626" name="Google Shape;11626;p80"/>
            <p:cNvSpPr/>
            <p:nvPr/>
          </p:nvSpPr>
          <p:spPr>
            <a:xfrm>
              <a:off x="1963200" y="1996607"/>
              <a:ext cx="144873" cy="144492"/>
            </a:xfrm>
            <a:custGeom>
              <a:rect b="b" l="l" r="r" t="t"/>
              <a:pathLst>
                <a:path extrusionOk="0" h="4561" w="4573">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7" name="Google Shape;11627;p80"/>
            <p:cNvSpPr/>
            <p:nvPr/>
          </p:nvSpPr>
          <p:spPr>
            <a:xfrm>
              <a:off x="1737258" y="1988371"/>
              <a:ext cx="350064" cy="307359"/>
            </a:xfrm>
            <a:custGeom>
              <a:rect b="b" l="l" r="r" t="t"/>
              <a:pathLst>
                <a:path extrusionOk="0" h="9702" w="1105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8" name="Google Shape;11628;p80"/>
            <p:cNvSpPr/>
            <p:nvPr/>
          </p:nvSpPr>
          <p:spPr>
            <a:xfrm>
              <a:off x="1799129" y="2040738"/>
              <a:ext cx="28322" cy="53571"/>
            </a:xfrm>
            <a:custGeom>
              <a:rect b="b" l="l" r="r" t="t"/>
              <a:pathLst>
                <a:path extrusionOk="0" h="1691" w="894">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9" name="Google Shape;11629;p80"/>
            <p:cNvSpPr/>
            <p:nvPr/>
          </p:nvSpPr>
          <p:spPr>
            <a:xfrm>
              <a:off x="1802899" y="2024137"/>
              <a:ext cx="16252" cy="15872"/>
            </a:xfrm>
            <a:custGeom>
              <a:rect b="b" l="l" r="r" t="t"/>
              <a:pathLst>
                <a:path extrusionOk="0" h="501" w="513">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30" name="Google Shape;11630;p80"/>
          <p:cNvGrpSpPr/>
          <p:nvPr/>
        </p:nvGrpSpPr>
        <p:grpSpPr>
          <a:xfrm>
            <a:off x="848983" y="1814111"/>
            <a:ext cx="369294" cy="304350"/>
            <a:chOff x="848983" y="1989511"/>
            <a:chExt cx="369294" cy="304350"/>
          </a:xfrm>
        </p:grpSpPr>
        <p:sp>
          <p:nvSpPr>
            <p:cNvPr id="11631" name="Google Shape;11631;p80"/>
            <p:cNvSpPr/>
            <p:nvPr/>
          </p:nvSpPr>
          <p:spPr>
            <a:xfrm>
              <a:off x="890483" y="1989511"/>
              <a:ext cx="286704" cy="304350"/>
            </a:xfrm>
            <a:custGeom>
              <a:rect b="b" l="l" r="r" t="t"/>
              <a:pathLst>
                <a:path extrusionOk="0" h="9607" w="905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2" name="Google Shape;11632;p80"/>
            <p:cNvSpPr/>
            <p:nvPr/>
          </p:nvSpPr>
          <p:spPr>
            <a:xfrm>
              <a:off x="882943" y="2031107"/>
              <a:ext cx="42641" cy="56802"/>
            </a:xfrm>
            <a:custGeom>
              <a:rect b="b" l="l" r="r" t="t"/>
              <a:pathLst>
                <a:path extrusionOk="0" h="1793" w="1346">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3" name="Google Shape;11633;p80"/>
            <p:cNvSpPr/>
            <p:nvPr/>
          </p:nvSpPr>
          <p:spPr>
            <a:xfrm>
              <a:off x="848983" y="2072354"/>
              <a:ext cx="59622" cy="30635"/>
            </a:xfrm>
            <a:custGeom>
              <a:rect b="b" l="l" r="r" t="t"/>
              <a:pathLst>
                <a:path extrusionOk="0" h="967" w="1882">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4" name="Google Shape;11634;p80"/>
            <p:cNvSpPr/>
            <p:nvPr/>
          </p:nvSpPr>
          <p:spPr>
            <a:xfrm>
              <a:off x="1142054" y="2031265"/>
              <a:ext cx="41913" cy="56644"/>
            </a:xfrm>
            <a:custGeom>
              <a:rect b="b" l="l" r="r" t="t"/>
              <a:pathLst>
                <a:path extrusionOk="0" h="1788" w="1323">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5" name="Google Shape;11635;p80"/>
            <p:cNvSpPr/>
            <p:nvPr/>
          </p:nvSpPr>
          <p:spPr>
            <a:xfrm>
              <a:off x="1158274" y="2072196"/>
              <a:ext cx="60002" cy="30413"/>
            </a:xfrm>
            <a:custGeom>
              <a:rect b="b" l="l" r="r" t="t"/>
              <a:pathLst>
                <a:path extrusionOk="0" h="960" w="1894">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36" name="Google Shape;11636;p80"/>
          <p:cNvGrpSpPr/>
          <p:nvPr/>
        </p:nvGrpSpPr>
        <p:grpSpPr>
          <a:xfrm>
            <a:off x="3074027" y="1808377"/>
            <a:ext cx="380604" cy="313854"/>
            <a:chOff x="3074027" y="1983777"/>
            <a:chExt cx="380604" cy="313854"/>
          </a:xfrm>
        </p:grpSpPr>
        <p:sp>
          <p:nvSpPr>
            <p:cNvPr id="11637" name="Google Shape;11637;p80"/>
            <p:cNvSpPr/>
            <p:nvPr/>
          </p:nvSpPr>
          <p:spPr>
            <a:xfrm>
              <a:off x="3130608" y="1984886"/>
              <a:ext cx="324023" cy="312745"/>
            </a:xfrm>
            <a:custGeom>
              <a:rect b="b" l="l" r="r" t="t"/>
              <a:pathLst>
                <a:path extrusionOk="0" h="9872" w="10228">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8" name="Google Shape;11638;p80"/>
            <p:cNvSpPr/>
            <p:nvPr/>
          </p:nvSpPr>
          <p:spPr>
            <a:xfrm>
              <a:off x="3243008" y="2008678"/>
              <a:ext cx="185613" cy="169741"/>
            </a:xfrm>
            <a:custGeom>
              <a:rect b="b" l="l" r="r" t="t"/>
              <a:pathLst>
                <a:path extrusionOk="0" h="5358" w="5859">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9" name="Google Shape;11639;p80"/>
            <p:cNvSpPr/>
            <p:nvPr/>
          </p:nvSpPr>
          <p:spPr>
            <a:xfrm>
              <a:off x="3074027" y="1983777"/>
              <a:ext cx="155802" cy="163342"/>
            </a:xfrm>
            <a:custGeom>
              <a:rect b="b" l="l" r="r" t="t"/>
              <a:pathLst>
                <a:path extrusionOk="0" h="5156" w="4918">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0" name="Google Shape;11640;p80"/>
            <p:cNvSpPr/>
            <p:nvPr/>
          </p:nvSpPr>
          <p:spPr>
            <a:xfrm>
              <a:off x="3135518" y="2038077"/>
              <a:ext cx="28322" cy="54363"/>
            </a:xfrm>
            <a:custGeom>
              <a:rect b="b" l="l" r="r" t="t"/>
              <a:pathLst>
                <a:path extrusionOk="0" h="1716" w="894">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1" name="Google Shape;11641;p80"/>
            <p:cNvSpPr/>
            <p:nvPr/>
          </p:nvSpPr>
          <p:spPr>
            <a:xfrm>
              <a:off x="3138908" y="2021096"/>
              <a:ext cx="16252" cy="16252"/>
            </a:xfrm>
            <a:custGeom>
              <a:rect b="b" l="l" r="r" t="t"/>
              <a:pathLst>
                <a:path extrusionOk="0" h="513" w="513">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42" name="Google Shape;11642;p80"/>
          <p:cNvGrpSpPr/>
          <p:nvPr/>
        </p:nvGrpSpPr>
        <p:grpSpPr>
          <a:xfrm>
            <a:off x="3522521" y="1800457"/>
            <a:ext cx="367013" cy="331278"/>
            <a:chOff x="3522521" y="1975857"/>
            <a:chExt cx="367013" cy="331278"/>
          </a:xfrm>
        </p:grpSpPr>
        <p:sp>
          <p:nvSpPr>
            <p:cNvPr id="11643" name="Google Shape;11643;p80"/>
            <p:cNvSpPr/>
            <p:nvPr/>
          </p:nvSpPr>
          <p:spPr>
            <a:xfrm>
              <a:off x="3665841" y="1975857"/>
              <a:ext cx="91302" cy="91682"/>
            </a:xfrm>
            <a:custGeom>
              <a:rect b="b" l="l" r="r" t="t"/>
              <a:pathLst>
                <a:path extrusionOk="0" h="2894" w="2882">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4" name="Google Shape;11644;p80"/>
            <p:cNvSpPr/>
            <p:nvPr/>
          </p:nvSpPr>
          <p:spPr>
            <a:xfrm>
              <a:off x="3693751" y="2004147"/>
              <a:ext cx="34721" cy="35101"/>
            </a:xfrm>
            <a:custGeom>
              <a:rect b="b" l="l" r="r" t="t"/>
              <a:pathLst>
                <a:path extrusionOk="0" h="1108" w="1096">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5" name="Google Shape;11645;p80"/>
            <p:cNvSpPr/>
            <p:nvPr/>
          </p:nvSpPr>
          <p:spPr>
            <a:xfrm>
              <a:off x="3679052" y="2008297"/>
              <a:ext cx="210482" cy="228983"/>
            </a:xfrm>
            <a:custGeom>
              <a:rect b="b" l="l" r="r" t="t"/>
              <a:pathLst>
                <a:path extrusionOk="0" h="7228" w="6644">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6" name="Google Shape;11646;p80"/>
            <p:cNvSpPr/>
            <p:nvPr/>
          </p:nvSpPr>
          <p:spPr>
            <a:xfrm>
              <a:off x="3772951" y="2050907"/>
              <a:ext cx="73973" cy="73593"/>
            </a:xfrm>
            <a:custGeom>
              <a:rect b="b" l="l" r="r" t="t"/>
              <a:pathLst>
                <a:path extrusionOk="0" h="2323" w="2335">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7" name="Google Shape;11647;p80"/>
            <p:cNvSpPr/>
            <p:nvPr/>
          </p:nvSpPr>
          <p:spPr>
            <a:xfrm>
              <a:off x="3790312" y="2069028"/>
              <a:ext cx="38491" cy="38491"/>
            </a:xfrm>
            <a:custGeom>
              <a:rect b="b" l="l" r="r" t="t"/>
              <a:pathLst>
                <a:path extrusionOk="0" h="1215" w="1215">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8" name="Google Shape;11648;p80"/>
            <p:cNvSpPr/>
            <p:nvPr/>
          </p:nvSpPr>
          <p:spPr>
            <a:xfrm>
              <a:off x="3522521" y="2081447"/>
              <a:ext cx="294212" cy="225688"/>
            </a:xfrm>
            <a:custGeom>
              <a:rect b="b" l="l" r="r" t="t"/>
              <a:pathLst>
                <a:path extrusionOk="0" h="7124" w="9287">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9" name="Google Shape;11649;p80"/>
            <p:cNvSpPr/>
            <p:nvPr/>
          </p:nvSpPr>
          <p:spPr>
            <a:xfrm>
              <a:off x="3810682" y="2248812"/>
              <a:ext cx="1774" cy="253"/>
            </a:xfrm>
            <a:custGeom>
              <a:rect b="b" l="l" r="r" t="t"/>
              <a:pathLst>
                <a:path extrusionOk="0" h="8" w="56">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50" name="Google Shape;11650;p80"/>
          <p:cNvGrpSpPr/>
          <p:nvPr/>
        </p:nvGrpSpPr>
        <p:grpSpPr>
          <a:xfrm>
            <a:off x="2630824" y="1801566"/>
            <a:ext cx="368185" cy="330454"/>
            <a:chOff x="2630824" y="1976966"/>
            <a:chExt cx="368185" cy="330454"/>
          </a:xfrm>
        </p:grpSpPr>
        <p:sp>
          <p:nvSpPr>
            <p:cNvPr id="11651" name="Google Shape;11651;p80"/>
            <p:cNvSpPr/>
            <p:nvPr/>
          </p:nvSpPr>
          <p:spPr>
            <a:xfrm>
              <a:off x="2630824" y="2059967"/>
              <a:ext cx="229743" cy="247072"/>
            </a:xfrm>
            <a:custGeom>
              <a:rect b="b" l="l" r="r" t="t"/>
              <a:pathLst>
                <a:path extrusionOk="0" h="7799" w="7252">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2" name="Google Shape;11652;p80"/>
            <p:cNvSpPr/>
            <p:nvPr/>
          </p:nvSpPr>
          <p:spPr>
            <a:xfrm>
              <a:off x="2792646" y="1976966"/>
              <a:ext cx="206364" cy="330454"/>
            </a:xfrm>
            <a:custGeom>
              <a:rect b="b" l="l" r="r" t="t"/>
              <a:pathLst>
                <a:path extrusionOk="0" h="10431" w="6514">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3" name="Google Shape;11653;p80"/>
            <p:cNvSpPr/>
            <p:nvPr/>
          </p:nvSpPr>
          <p:spPr>
            <a:xfrm>
              <a:off x="2876376" y="2005256"/>
              <a:ext cx="78123" cy="91333"/>
            </a:xfrm>
            <a:custGeom>
              <a:rect b="b" l="l" r="r" t="t"/>
              <a:pathLst>
                <a:path extrusionOk="0" h="2883" w="2466">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4" name="Google Shape;11654;p80"/>
            <p:cNvSpPr/>
            <p:nvPr/>
          </p:nvSpPr>
          <p:spPr>
            <a:xfrm>
              <a:off x="2715695" y="2177659"/>
              <a:ext cx="43782" cy="43402"/>
            </a:xfrm>
            <a:custGeom>
              <a:rect b="b" l="l" r="r" t="t"/>
              <a:pathLst>
                <a:path extrusionOk="0" h="1370" w="1382">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5" name="Google Shape;11655;p80"/>
            <p:cNvSpPr/>
            <p:nvPr/>
          </p:nvSpPr>
          <p:spPr>
            <a:xfrm>
              <a:off x="2770026" y="2177659"/>
              <a:ext cx="88292" cy="10581"/>
            </a:xfrm>
            <a:custGeom>
              <a:rect b="b" l="l" r="r" t="t"/>
              <a:pathLst>
                <a:path extrusionOk="0" h="334" w="2787">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6" name="Google Shape;11656;p80"/>
            <p:cNvSpPr/>
            <p:nvPr/>
          </p:nvSpPr>
          <p:spPr>
            <a:xfrm>
              <a:off x="2770026" y="2194227"/>
              <a:ext cx="88292" cy="10613"/>
            </a:xfrm>
            <a:custGeom>
              <a:rect b="b" l="l" r="r" t="t"/>
              <a:pathLst>
                <a:path extrusionOk="0" h="335" w="2787">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7" name="Google Shape;11657;p80"/>
            <p:cNvSpPr/>
            <p:nvPr/>
          </p:nvSpPr>
          <p:spPr>
            <a:xfrm>
              <a:off x="2770026" y="2210828"/>
              <a:ext cx="88292" cy="10233"/>
            </a:xfrm>
            <a:custGeom>
              <a:rect b="b" l="l" r="r" t="t"/>
              <a:pathLst>
                <a:path extrusionOk="0" h="323" w="2787">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8" name="Google Shape;11658;p80"/>
            <p:cNvSpPr/>
            <p:nvPr/>
          </p:nvSpPr>
          <p:spPr>
            <a:xfrm>
              <a:off x="2908436" y="2058447"/>
              <a:ext cx="16252" cy="18913"/>
            </a:xfrm>
            <a:custGeom>
              <a:rect b="b" l="l" r="r" t="t"/>
              <a:pathLst>
                <a:path extrusionOk="0" h="597" w="513">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59" name="Google Shape;11659;p80"/>
          <p:cNvGrpSpPr/>
          <p:nvPr/>
        </p:nvGrpSpPr>
        <p:grpSpPr>
          <a:xfrm>
            <a:off x="1293706" y="1791016"/>
            <a:ext cx="369294" cy="350444"/>
            <a:chOff x="1293706" y="1966416"/>
            <a:chExt cx="369294" cy="350444"/>
          </a:xfrm>
        </p:grpSpPr>
        <p:sp>
          <p:nvSpPr>
            <p:cNvPr id="11660" name="Google Shape;11660;p80"/>
            <p:cNvSpPr/>
            <p:nvPr/>
          </p:nvSpPr>
          <p:spPr>
            <a:xfrm>
              <a:off x="1509067" y="1966416"/>
              <a:ext cx="153933" cy="162994"/>
            </a:xfrm>
            <a:custGeom>
              <a:rect b="b" l="l" r="r" t="t"/>
              <a:pathLst>
                <a:path extrusionOk="0" h="5145" w="4859">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1" name="Google Shape;11661;p80"/>
            <p:cNvSpPr/>
            <p:nvPr/>
          </p:nvSpPr>
          <p:spPr>
            <a:xfrm>
              <a:off x="1574328" y="2021096"/>
              <a:ext cx="28702" cy="54363"/>
            </a:xfrm>
            <a:custGeom>
              <a:rect b="b" l="l" r="r" t="t"/>
              <a:pathLst>
                <a:path extrusionOk="0" h="1716" w="906">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2" name="Google Shape;11662;p80"/>
            <p:cNvSpPr/>
            <p:nvPr/>
          </p:nvSpPr>
          <p:spPr>
            <a:xfrm>
              <a:off x="1578098" y="2004147"/>
              <a:ext cx="15872" cy="16252"/>
            </a:xfrm>
            <a:custGeom>
              <a:rect b="b" l="l" r="r" t="t"/>
              <a:pathLst>
                <a:path extrusionOk="0" h="513" w="501">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3" name="Google Shape;11663;p80"/>
            <p:cNvSpPr/>
            <p:nvPr/>
          </p:nvSpPr>
          <p:spPr>
            <a:xfrm>
              <a:off x="1293706" y="1999997"/>
              <a:ext cx="274982" cy="316863"/>
            </a:xfrm>
            <a:custGeom>
              <a:rect b="b" l="l" r="r" t="t"/>
              <a:pathLst>
                <a:path extrusionOk="0" h="10002" w="868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4" name="Google Shape;11664;p80"/>
            <p:cNvSpPr/>
            <p:nvPr/>
          </p:nvSpPr>
          <p:spPr>
            <a:xfrm>
              <a:off x="1426826" y="2243648"/>
              <a:ext cx="10233" cy="11341"/>
            </a:xfrm>
            <a:custGeom>
              <a:rect b="b" l="l" r="r" t="t"/>
              <a:pathLst>
                <a:path extrusionOk="0" h="358" w="323">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5" name="Google Shape;11665;p80"/>
            <p:cNvSpPr/>
            <p:nvPr/>
          </p:nvSpPr>
          <p:spPr>
            <a:xfrm>
              <a:off x="1426826" y="2262149"/>
              <a:ext cx="10233" cy="11341"/>
            </a:xfrm>
            <a:custGeom>
              <a:rect b="b" l="l" r="r" t="t"/>
              <a:pathLst>
                <a:path extrusionOk="0" h="358" w="323">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6" name="Google Shape;11666;p80"/>
            <p:cNvSpPr/>
            <p:nvPr/>
          </p:nvSpPr>
          <p:spPr>
            <a:xfrm>
              <a:off x="1471336" y="2261389"/>
              <a:ext cx="63804" cy="30571"/>
            </a:xfrm>
            <a:custGeom>
              <a:rect b="b" l="l" r="r" t="t"/>
              <a:pathLst>
                <a:path extrusionOk="0" h="965" w="2014">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7" name="Google Shape;11667;p80"/>
            <p:cNvSpPr/>
            <p:nvPr/>
          </p:nvSpPr>
          <p:spPr>
            <a:xfrm>
              <a:off x="1420807" y="2092788"/>
              <a:ext cx="22271" cy="36971"/>
            </a:xfrm>
            <a:custGeom>
              <a:rect b="b" l="l" r="r" t="t"/>
              <a:pathLst>
                <a:path extrusionOk="0" h="1167" w="703">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68" name="Google Shape;11668;p80"/>
          <p:cNvGrpSpPr/>
          <p:nvPr/>
        </p:nvGrpSpPr>
        <p:grpSpPr>
          <a:xfrm>
            <a:off x="3967213" y="1800077"/>
            <a:ext cx="368185" cy="331816"/>
            <a:chOff x="3967213" y="1975477"/>
            <a:chExt cx="368185" cy="331816"/>
          </a:xfrm>
        </p:grpSpPr>
        <p:sp>
          <p:nvSpPr>
            <p:cNvPr id="11669" name="Google Shape;11669;p80"/>
            <p:cNvSpPr/>
            <p:nvPr/>
          </p:nvSpPr>
          <p:spPr>
            <a:xfrm>
              <a:off x="3967213" y="1975477"/>
              <a:ext cx="368185" cy="331816"/>
            </a:xfrm>
            <a:custGeom>
              <a:rect b="b" l="l" r="r" t="t"/>
              <a:pathLst>
                <a:path extrusionOk="0" h="10474" w="11622">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0" name="Google Shape;11670;p80"/>
            <p:cNvSpPr/>
            <p:nvPr/>
          </p:nvSpPr>
          <p:spPr>
            <a:xfrm>
              <a:off x="4237665" y="2034307"/>
              <a:ext cx="32092" cy="63772"/>
            </a:xfrm>
            <a:custGeom>
              <a:rect b="b" l="l" r="r" t="t"/>
              <a:pathLst>
                <a:path extrusionOk="0" h="2013" w="1013">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1" name="Google Shape;11671;p80"/>
            <p:cNvSpPr/>
            <p:nvPr/>
          </p:nvSpPr>
          <p:spPr>
            <a:xfrm>
              <a:off x="4241815" y="2014317"/>
              <a:ext cx="17012" cy="17012"/>
            </a:xfrm>
            <a:custGeom>
              <a:rect b="b" l="l" r="r" t="t"/>
              <a:pathLst>
                <a:path extrusionOk="0" h="537" w="537">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72" name="Google Shape;11672;p80"/>
          <p:cNvGrpSpPr/>
          <p:nvPr/>
        </p:nvGrpSpPr>
        <p:grpSpPr>
          <a:xfrm>
            <a:off x="8047661" y="1793646"/>
            <a:ext cx="279132" cy="356875"/>
            <a:chOff x="8047661" y="1969046"/>
            <a:chExt cx="279132" cy="356875"/>
          </a:xfrm>
        </p:grpSpPr>
        <p:sp>
          <p:nvSpPr>
            <p:cNvPr id="11673" name="Google Shape;11673;p80"/>
            <p:cNvSpPr/>
            <p:nvPr/>
          </p:nvSpPr>
          <p:spPr>
            <a:xfrm>
              <a:off x="8169502" y="2126115"/>
              <a:ext cx="33961" cy="15713"/>
            </a:xfrm>
            <a:custGeom>
              <a:rect b="b" l="l" r="r" t="t"/>
              <a:pathLst>
                <a:path extrusionOk="0" h="496" w="1072">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4" name="Google Shape;11674;p80"/>
            <p:cNvSpPr/>
            <p:nvPr/>
          </p:nvSpPr>
          <p:spPr>
            <a:xfrm>
              <a:off x="8141592" y="2047517"/>
              <a:ext cx="27562" cy="10581"/>
            </a:xfrm>
            <a:custGeom>
              <a:rect b="b" l="l" r="r" t="t"/>
              <a:pathLst>
                <a:path extrusionOk="0" h="334" w="87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5" name="Google Shape;11675;p80"/>
            <p:cNvSpPr/>
            <p:nvPr/>
          </p:nvSpPr>
          <p:spPr>
            <a:xfrm>
              <a:off x="8203431" y="2047517"/>
              <a:ext cx="27181" cy="10581"/>
            </a:xfrm>
            <a:custGeom>
              <a:rect b="b" l="l" r="r" t="t"/>
              <a:pathLst>
                <a:path extrusionOk="0" h="334" w="858">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6" name="Google Shape;11676;p80"/>
            <p:cNvSpPr/>
            <p:nvPr/>
          </p:nvSpPr>
          <p:spPr>
            <a:xfrm>
              <a:off x="8047661" y="1969046"/>
              <a:ext cx="279132" cy="356875"/>
            </a:xfrm>
            <a:custGeom>
              <a:rect b="b" l="l" r="r" t="t"/>
              <a:pathLst>
                <a:path extrusionOk="0" h="11265" w="8811">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77" name="Google Shape;11677;p80"/>
          <p:cNvGrpSpPr/>
          <p:nvPr/>
        </p:nvGrpSpPr>
        <p:grpSpPr>
          <a:xfrm>
            <a:off x="7596157" y="1792759"/>
            <a:ext cx="279544" cy="358142"/>
            <a:chOff x="7596157" y="1968159"/>
            <a:chExt cx="279544" cy="358142"/>
          </a:xfrm>
        </p:grpSpPr>
        <p:sp>
          <p:nvSpPr>
            <p:cNvPr id="11678" name="Google Shape;11678;p80"/>
            <p:cNvSpPr/>
            <p:nvPr/>
          </p:nvSpPr>
          <p:spPr>
            <a:xfrm>
              <a:off x="7696868" y="2092408"/>
              <a:ext cx="10581" cy="16252"/>
            </a:xfrm>
            <a:custGeom>
              <a:rect b="b" l="l" r="r" t="t"/>
              <a:pathLst>
                <a:path extrusionOk="0" h="513" w="334">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9" name="Google Shape;11679;p80"/>
            <p:cNvSpPr/>
            <p:nvPr/>
          </p:nvSpPr>
          <p:spPr>
            <a:xfrm>
              <a:off x="7764378" y="2092408"/>
              <a:ext cx="10613" cy="16252"/>
            </a:xfrm>
            <a:custGeom>
              <a:rect b="b" l="l" r="r" t="t"/>
              <a:pathLst>
                <a:path extrusionOk="0" h="513" w="335">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0" name="Google Shape;11680;p80"/>
            <p:cNvSpPr/>
            <p:nvPr/>
          </p:nvSpPr>
          <p:spPr>
            <a:xfrm>
              <a:off x="7713088" y="2143032"/>
              <a:ext cx="45302" cy="15777"/>
            </a:xfrm>
            <a:custGeom>
              <a:rect b="b" l="l" r="r" t="t"/>
              <a:pathLst>
                <a:path extrusionOk="0" h="498" w="143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1" name="Google Shape;11681;p80"/>
            <p:cNvSpPr/>
            <p:nvPr/>
          </p:nvSpPr>
          <p:spPr>
            <a:xfrm>
              <a:off x="7691197" y="2075427"/>
              <a:ext cx="21923" cy="10581"/>
            </a:xfrm>
            <a:custGeom>
              <a:rect b="b" l="l" r="r" t="t"/>
              <a:pathLst>
                <a:path extrusionOk="0" h="334" w="692">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2" name="Google Shape;11682;p80"/>
            <p:cNvSpPr/>
            <p:nvPr/>
          </p:nvSpPr>
          <p:spPr>
            <a:xfrm>
              <a:off x="7758739" y="2075427"/>
              <a:ext cx="21891" cy="10581"/>
            </a:xfrm>
            <a:custGeom>
              <a:rect b="b" l="l" r="r" t="t"/>
              <a:pathLst>
                <a:path extrusionOk="0" h="334" w="691">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3" name="Google Shape;11683;p80"/>
            <p:cNvSpPr/>
            <p:nvPr/>
          </p:nvSpPr>
          <p:spPr>
            <a:xfrm>
              <a:off x="7596157" y="1968159"/>
              <a:ext cx="279544" cy="358142"/>
            </a:xfrm>
            <a:custGeom>
              <a:rect b="b" l="l" r="r" t="t"/>
              <a:pathLst>
                <a:path extrusionOk="0" h="11305" w="8824">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84" name="Google Shape;11684;p80"/>
          <p:cNvGrpSpPr/>
          <p:nvPr/>
        </p:nvGrpSpPr>
        <p:grpSpPr>
          <a:xfrm>
            <a:off x="7147315" y="1793646"/>
            <a:ext cx="279513" cy="357636"/>
            <a:chOff x="7147315" y="1969046"/>
            <a:chExt cx="279513" cy="357636"/>
          </a:xfrm>
        </p:grpSpPr>
        <p:sp>
          <p:nvSpPr>
            <p:cNvPr id="11685" name="Google Shape;11685;p80"/>
            <p:cNvSpPr/>
            <p:nvPr/>
          </p:nvSpPr>
          <p:spPr>
            <a:xfrm>
              <a:off x="7248026" y="2081098"/>
              <a:ext cx="10581" cy="16252"/>
            </a:xfrm>
            <a:custGeom>
              <a:rect b="b" l="l" r="r" t="t"/>
              <a:pathLst>
                <a:path extrusionOk="0" h="513" w="334">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6" name="Google Shape;11686;p80"/>
            <p:cNvSpPr/>
            <p:nvPr/>
          </p:nvSpPr>
          <p:spPr>
            <a:xfrm>
              <a:off x="7315536" y="2081098"/>
              <a:ext cx="10581" cy="16252"/>
            </a:xfrm>
            <a:custGeom>
              <a:rect b="b" l="l" r="r" t="t"/>
              <a:pathLst>
                <a:path extrusionOk="0" h="513" w="334">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7" name="Google Shape;11687;p80"/>
            <p:cNvSpPr/>
            <p:nvPr/>
          </p:nvSpPr>
          <p:spPr>
            <a:xfrm>
              <a:off x="7241595" y="2064308"/>
              <a:ext cx="28702" cy="16442"/>
            </a:xfrm>
            <a:custGeom>
              <a:rect b="b" l="l" r="r" t="t"/>
              <a:pathLst>
                <a:path extrusionOk="0" h="519" w="906">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8" name="Google Shape;11688;p80"/>
            <p:cNvSpPr/>
            <p:nvPr/>
          </p:nvSpPr>
          <p:spPr>
            <a:xfrm>
              <a:off x="7303466" y="2064276"/>
              <a:ext cx="28702" cy="16474"/>
            </a:xfrm>
            <a:custGeom>
              <a:rect b="b" l="l" r="r" t="t"/>
              <a:pathLst>
                <a:path extrusionOk="0" h="520" w="906">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9" name="Google Shape;11689;p80"/>
            <p:cNvSpPr/>
            <p:nvPr/>
          </p:nvSpPr>
          <p:spPr>
            <a:xfrm>
              <a:off x="7281575" y="2277229"/>
              <a:ext cx="10993" cy="49452"/>
            </a:xfrm>
            <a:custGeom>
              <a:rect b="b" l="l" r="r" t="t"/>
              <a:pathLst>
                <a:path extrusionOk="0" h="1561" w="347">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0" name="Google Shape;11690;p80"/>
            <p:cNvSpPr/>
            <p:nvPr/>
          </p:nvSpPr>
          <p:spPr>
            <a:xfrm>
              <a:off x="7147315" y="1969046"/>
              <a:ext cx="279513" cy="357255"/>
            </a:xfrm>
            <a:custGeom>
              <a:rect b="b" l="l" r="r" t="t"/>
              <a:pathLst>
                <a:path extrusionOk="0" h="11277" w="8823">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1" name="Google Shape;11691;p80"/>
            <p:cNvSpPr/>
            <p:nvPr/>
          </p:nvSpPr>
          <p:spPr>
            <a:xfrm>
              <a:off x="7248026" y="2111067"/>
              <a:ext cx="78471" cy="36052"/>
            </a:xfrm>
            <a:custGeom>
              <a:rect b="b" l="l" r="r" t="t"/>
              <a:pathLst>
                <a:path extrusionOk="0" h="1138" w="2477">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92" name="Google Shape;11692;p80"/>
          <p:cNvGrpSpPr/>
          <p:nvPr/>
        </p:nvGrpSpPr>
        <p:grpSpPr>
          <a:xfrm>
            <a:off x="6697681" y="1792917"/>
            <a:ext cx="280305" cy="359093"/>
            <a:chOff x="6697681" y="1968317"/>
            <a:chExt cx="280305" cy="359093"/>
          </a:xfrm>
        </p:grpSpPr>
        <p:sp>
          <p:nvSpPr>
            <p:cNvPr id="11693" name="Google Shape;11693;p80"/>
            <p:cNvSpPr/>
            <p:nvPr/>
          </p:nvSpPr>
          <p:spPr>
            <a:xfrm>
              <a:off x="6799152" y="2092408"/>
              <a:ext cx="10613" cy="16252"/>
            </a:xfrm>
            <a:custGeom>
              <a:rect b="b" l="l" r="r" t="t"/>
              <a:pathLst>
                <a:path extrusionOk="0" h="513" w="335">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4" name="Google Shape;11694;p80"/>
            <p:cNvSpPr/>
            <p:nvPr/>
          </p:nvSpPr>
          <p:spPr>
            <a:xfrm>
              <a:off x="6866662" y="2092408"/>
              <a:ext cx="10613" cy="16252"/>
            </a:xfrm>
            <a:custGeom>
              <a:rect b="b" l="l" r="r" t="t"/>
              <a:pathLst>
                <a:path extrusionOk="0" h="513" w="335">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5" name="Google Shape;11695;p80"/>
            <p:cNvSpPr/>
            <p:nvPr/>
          </p:nvSpPr>
          <p:spPr>
            <a:xfrm>
              <a:off x="6815372" y="2143032"/>
              <a:ext cx="45302" cy="15777"/>
            </a:xfrm>
            <a:custGeom>
              <a:rect b="b" l="l" r="r" t="t"/>
              <a:pathLst>
                <a:path extrusionOk="0" h="498" w="143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6" name="Google Shape;11696;p80"/>
            <p:cNvSpPr/>
            <p:nvPr/>
          </p:nvSpPr>
          <p:spPr>
            <a:xfrm>
              <a:off x="6697681" y="1968317"/>
              <a:ext cx="280305" cy="358713"/>
            </a:xfrm>
            <a:custGeom>
              <a:rect b="b" l="l" r="r" t="t"/>
              <a:pathLst>
                <a:path extrusionOk="0" h="11323" w="8848">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7" name="Google Shape;11697;p80"/>
            <p:cNvSpPr/>
            <p:nvPr/>
          </p:nvSpPr>
          <p:spPr>
            <a:xfrm>
              <a:off x="6888933" y="2249319"/>
              <a:ext cx="10201" cy="78091"/>
            </a:xfrm>
            <a:custGeom>
              <a:rect b="b" l="l" r="r" t="t"/>
              <a:pathLst>
                <a:path extrusionOk="0" h="2465" w="322">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8" name="Google Shape;11698;p80"/>
            <p:cNvSpPr/>
            <p:nvPr/>
          </p:nvSpPr>
          <p:spPr>
            <a:xfrm>
              <a:off x="6793133" y="2075364"/>
              <a:ext cx="22651" cy="13306"/>
            </a:xfrm>
            <a:custGeom>
              <a:rect b="b" l="l" r="r" t="t"/>
              <a:pathLst>
                <a:path extrusionOk="0" h="420" w="715">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9" name="Google Shape;11699;p80"/>
            <p:cNvSpPr/>
            <p:nvPr/>
          </p:nvSpPr>
          <p:spPr>
            <a:xfrm>
              <a:off x="6859502" y="2075649"/>
              <a:ext cx="23792" cy="13401"/>
            </a:xfrm>
            <a:custGeom>
              <a:rect b="b" l="l" r="r" t="t"/>
              <a:pathLst>
                <a:path extrusionOk="0" h="423" w="751">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00" name="Google Shape;11700;p80"/>
          <p:cNvGrpSpPr/>
          <p:nvPr/>
        </p:nvGrpSpPr>
        <p:grpSpPr>
          <a:xfrm>
            <a:off x="6248839" y="1792537"/>
            <a:ext cx="280273" cy="358744"/>
            <a:chOff x="6248839" y="1967937"/>
            <a:chExt cx="280273" cy="358744"/>
          </a:xfrm>
        </p:grpSpPr>
        <p:sp>
          <p:nvSpPr>
            <p:cNvPr id="11701" name="Google Shape;11701;p80"/>
            <p:cNvSpPr/>
            <p:nvPr/>
          </p:nvSpPr>
          <p:spPr>
            <a:xfrm>
              <a:off x="6383859" y="2316449"/>
              <a:ext cx="10613" cy="10233"/>
            </a:xfrm>
            <a:custGeom>
              <a:rect b="b" l="l" r="r" t="t"/>
              <a:pathLst>
                <a:path extrusionOk="0" h="323" w="335">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2" name="Google Shape;11702;p80"/>
            <p:cNvSpPr/>
            <p:nvPr/>
          </p:nvSpPr>
          <p:spPr>
            <a:xfrm>
              <a:off x="6248839" y="1967937"/>
              <a:ext cx="280273" cy="358364"/>
            </a:xfrm>
            <a:custGeom>
              <a:rect b="b" l="l" r="r" t="t"/>
              <a:pathLst>
                <a:path extrusionOk="0" h="11312" w="8847">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3" name="Google Shape;11703;p80"/>
            <p:cNvSpPr/>
            <p:nvPr/>
          </p:nvSpPr>
          <p:spPr>
            <a:xfrm>
              <a:off x="6445730" y="2238009"/>
              <a:ext cx="10201" cy="88672"/>
            </a:xfrm>
            <a:custGeom>
              <a:rect b="b" l="l" r="r" t="t"/>
              <a:pathLst>
                <a:path extrusionOk="0" h="2799" w="322">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4" name="Google Shape;11704;p80"/>
            <p:cNvSpPr/>
            <p:nvPr/>
          </p:nvSpPr>
          <p:spPr>
            <a:xfrm>
              <a:off x="6383859" y="2249319"/>
              <a:ext cx="10613" cy="10581"/>
            </a:xfrm>
            <a:custGeom>
              <a:rect b="b" l="l" r="r" t="t"/>
              <a:pathLst>
                <a:path extrusionOk="0" h="334" w="335">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5" name="Google Shape;11705;p80"/>
            <p:cNvSpPr/>
            <p:nvPr/>
          </p:nvSpPr>
          <p:spPr>
            <a:xfrm>
              <a:off x="6383859" y="2282868"/>
              <a:ext cx="10613" cy="10613"/>
            </a:xfrm>
            <a:custGeom>
              <a:rect b="b" l="l" r="r" t="t"/>
              <a:pathLst>
                <a:path extrusionOk="0" h="335" w="335">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6" name="Google Shape;11706;p80"/>
            <p:cNvSpPr/>
            <p:nvPr/>
          </p:nvSpPr>
          <p:spPr>
            <a:xfrm>
              <a:off x="6378220" y="2154247"/>
              <a:ext cx="21891" cy="10233"/>
            </a:xfrm>
            <a:custGeom>
              <a:rect b="b" l="l" r="r" t="t"/>
              <a:pathLst>
                <a:path extrusionOk="0" h="323" w="691">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07" name="Google Shape;11707;p80"/>
          <p:cNvGrpSpPr/>
          <p:nvPr/>
        </p:nvGrpSpPr>
        <p:grpSpPr>
          <a:xfrm>
            <a:off x="5801485" y="1793646"/>
            <a:ext cx="279164" cy="357794"/>
            <a:chOff x="5801485" y="1969046"/>
            <a:chExt cx="279164" cy="357794"/>
          </a:xfrm>
        </p:grpSpPr>
        <p:sp>
          <p:nvSpPr>
            <p:cNvPr id="11708" name="Google Shape;11708;p80"/>
            <p:cNvSpPr/>
            <p:nvPr/>
          </p:nvSpPr>
          <p:spPr>
            <a:xfrm>
              <a:off x="5901436" y="2092408"/>
              <a:ext cx="10613" cy="16252"/>
            </a:xfrm>
            <a:custGeom>
              <a:rect b="b" l="l" r="r" t="t"/>
              <a:pathLst>
                <a:path extrusionOk="0" h="513" w="335">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9" name="Google Shape;11709;p80"/>
            <p:cNvSpPr/>
            <p:nvPr/>
          </p:nvSpPr>
          <p:spPr>
            <a:xfrm>
              <a:off x="5968597" y="2092408"/>
              <a:ext cx="10581" cy="16252"/>
            </a:xfrm>
            <a:custGeom>
              <a:rect b="b" l="l" r="r" t="t"/>
              <a:pathLst>
                <a:path extrusionOk="0" h="513" w="334">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0" name="Google Shape;11710;p80"/>
            <p:cNvSpPr/>
            <p:nvPr/>
          </p:nvSpPr>
          <p:spPr>
            <a:xfrm>
              <a:off x="5801485" y="1969046"/>
              <a:ext cx="279164" cy="357636"/>
            </a:xfrm>
            <a:custGeom>
              <a:rect b="b" l="l" r="r" t="t"/>
              <a:pathLst>
                <a:path extrusionOk="0" h="11289" w="8812">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1" name="Google Shape;11711;p80"/>
            <p:cNvSpPr/>
            <p:nvPr/>
          </p:nvSpPr>
          <p:spPr>
            <a:xfrm>
              <a:off x="5895797" y="2075427"/>
              <a:ext cx="21891" cy="10581"/>
            </a:xfrm>
            <a:custGeom>
              <a:rect b="b" l="l" r="r" t="t"/>
              <a:pathLst>
                <a:path extrusionOk="0" h="334" w="691">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2" name="Google Shape;11712;p80"/>
            <p:cNvSpPr/>
            <p:nvPr/>
          </p:nvSpPr>
          <p:spPr>
            <a:xfrm>
              <a:off x="5962927" y="2075427"/>
              <a:ext cx="21542" cy="10581"/>
            </a:xfrm>
            <a:custGeom>
              <a:rect b="b" l="l" r="r" t="t"/>
              <a:pathLst>
                <a:path extrusionOk="0" h="334" w="68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3" name="Google Shape;11713;p80"/>
            <p:cNvSpPr/>
            <p:nvPr/>
          </p:nvSpPr>
          <p:spPr>
            <a:xfrm>
              <a:off x="5845615" y="2282868"/>
              <a:ext cx="10233" cy="43813"/>
            </a:xfrm>
            <a:custGeom>
              <a:rect b="b" l="l" r="r" t="t"/>
              <a:pathLst>
                <a:path extrusionOk="0" h="1383" w="323">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4" name="Google Shape;11714;p80"/>
            <p:cNvSpPr/>
            <p:nvPr/>
          </p:nvSpPr>
          <p:spPr>
            <a:xfrm>
              <a:off x="6024798" y="2282868"/>
              <a:ext cx="10201" cy="43813"/>
            </a:xfrm>
            <a:custGeom>
              <a:rect b="b" l="l" r="r" t="t"/>
              <a:pathLst>
                <a:path extrusionOk="0" h="1383" w="322">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5" name="Google Shape;11715;p80"/>
            <p:cNvSpPr/>
            <p:nvPr/>
          </p:nvSpPr>
          <p:spPr>
            <a:xfrm>
              <a:off x="5868267" y="2260248"/>
              <a:ext cx="144112" cy="66591"/>
            </a:xfrm>
            <a:custGeom>
              <a:rect b="b" l="l" r="r" t="t"/>
              <a:pathLst>
                <a:path extrusionOk="0" h="2102" w="4549">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6" name="Google Shape;11716;p80"/>
            <p:cNvSpPr/>
            <p:nvPr/>
          </p:nvSpPr>
          <p:spPr>
            <a:xfrm>
              <a:off x="5890126" y="2013556"/>
              <a:ext cx="10581" cy="10613"/>
            </a:xfrm>
            <a:custGeom>
              <a:rect b="b" l="l" r="r" t="t"/>
              <a:pathLst>
                <a:path extrusionOk="0" h="335" w="334">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7" name="Google Shape;11717;p80"/>
            <p:cNvSpPr/>
            <p:nvPr/>
          </p:nvSpPr>
          <p:spPr>
            <a:xfrm>
              <a:off x="5979907" y="2013556"/>
              <a:ext cx="10201" cy="10613"/>
            </a:xfrm>
            <a:custGeom>
              <a:rect b="b" l="l" r="r" t="t"/>
              <a:pathLst>
                <a:path extrusionOk="0" h="335" w="322">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8" name="Google Shape;11718;p80"/>
            <p:cNvSpPr/>
            <p:nvPr/>
          </p:nvSpPr>
          <p:spPr>
            <a:xfrm>
              <a:off x="5861455" y="2002247"/>
              <a:ext cx="127892" cy="155454"/>
            </a:xfrm>
            <a:custGeom>
              <a:rect b="b" l="l" r="r" t="t"/>
              <a:pathLst>
                <a:path extrusionOk="0" h="4907" w="4037">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9" name="Google Shape;11719;p80"/>
            <p:cNvSpPr/>
            <p:nvPr/>
          </p:nvSpPr>
          <p:spPr>
            <a:xfrm>
              <a:off x="5890886" y="2060633"/>
              <a:ext cx="128652" cy="127227"/>
            </a:xfrm>
            <a:custGeom>
              <a:rect b="b" l="l" r="r" t="t"/>
              <a:pathLst>
                <a:path extrusionOk="0" h="4016" w="4061">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0" name="Google Shape;11720;p80"/>
            <p:cNvSpPr/>
            <p:nvPr/>
          </p:nvSpPr>
          <p:spPr>
            <a:xfrm>
              <a:off x="5910116" y="2122947"/>
              <a:ext cx="61142" cy="33232"/>
            </a:xfrm>
            <a:custGeom>
              <a:rect b="b" l="l" r="r" t="t"/>
              <a:pathLst>
                <a:path extrusionOk="0" h="1049" w="193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21" name="Google Shape;11721;p80"/>
          <p:cNvGrpSpPr/>
          <p:nvPr/>
        </p:nvGrpSpPr>
        <p:grpSpPr>
          <a:xfrm>
            <a:off x="5352643" y="1793646"/>
            <a:ext cx="278404" cy="358364"/>
            <a:chOff x="5352643" y="1969046"/>
            <a:chExt cx="278404" cy="358364"/>
          </a:xfrm>
        </p:grpSpPr>
        <p:sp>
          <p:nvSpPr>
            <p:cNvPr id="11722" name="Google Shape;11722;p80"/>
            <p:cNvSpPr/>
            <p:nvPr/>
          </p:nvSpPr>
          <p:spPr>
            <a:xfrm>
              <a:off x="5352643" y="1969046"/>
              <a:ext cx="278404" cy="358364"/>
            </a:xfrm>
            <a:custGeom>
              <a:rect b="b" l="l" r="r" t="t"/>
              <a:pathLst>
                <a:path extrusionOk="0" h="11312" w="8788">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3" name="Google Shape;11723;p80"/>
            <p:cNvSpPr/>
            <p:nvPr/>
          </p:nvSpPr>
          <p:spPr>
            <a:xfrm>
              <a:off x="5452593" y="2092408"/>
              <a:ext cx="10581" cy="16252"/>
            </a:xfrm>
            <a:custGeom>
              <a:rect b="b" l="l" r="r" t="t"/>
              <a:pathLst>
                <a:path extrusionOk="0" h="513" w="334">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4" name="Google Shape;11724;p80"/>
            <p:cNvSpPr/>
            <p:nvPr/>
          </p:nvSpPr>
          <p:spPr>
            <a:xfrm>
              <a:off x="5519723" y="2092408"/>
              <a:ext cx="10233" cy="16252"/>
            </a:xfrm>
            <a:custGeom>
              <a:rect b="b" l="l" r="r" t="t"/>
              <a:pathLst>
                <a:path extrusionOk="0" h="513" w="323">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5" name="Google Shape;11725;p80"/>
            <p:cNvSpPr/>
            <p:nvPr/>
          </p:nvSpPr>
          <p:spPr>
            <a:xfrm>
              <a:off x="5474833" y="2137298"/>
              <a:ext cx="32852" cy="10201"/>
            </a:xfrm>
            <a:custGeom>
              <a:rect b="b" l="l" r="r" t="t"/>
              <a:pathLst>
                <a:path extrusionOk="0" h="322" w="1037">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26" name="Google Shape;11726;p80"/>
          <p:cNvGrpSpPr/>
          <p:nvPr/>
        </p:nvGrpSpPr>
        <p:grpSpPr>
          <a:xfrm>
            <a:off x="4897750" y="1792917"/>
            <a:ext cx="279132" cy="358364"/>
            <a:chOff x="4897750" y="1968317"/>
            <a:chExt cx="279132" cy="358364"/>
          </a:xfrm>
        </p:grpSpPr>
        <p:sp>
          <p:nvSpPr>
            <p:cNvPr id="11727" name="Google Shape;11727;p80"/>
            <p:cNvSpPr/>
            <p:nvPr/>
          </p:nvSpPr>
          <p:spPr>
            <a:xfrm>
              <a:off x="4997700" y="2075427"/>
              <a:ext cx="10201" cy="16252"/>
            </a:xfrm>
            <a:custGeom>
              <a:rect b="b" l="l" r="r" t="t"/>
              <a:pathLst>
                <a:path extrusionOk="0" h="513" w="322">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8" name="Google Shape;11728;p80"/>
            <p:cNvSpPr/>
            <p:nvPr/>
          </p:nvSpPr>
          <p:spPr>
            <a:xfrm>
              <a:off x="5064830" y="2075427"/>
              <a:ext cx="10233" cy="16252"/>
            </a:xfrm>
            <a:custGeom>
              <a:rect b="b" l="l" r="r" t="t"/>
              <a:pathLst>
                <a:path extrusionOk="0" h="513" w="323">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9" name="Google Shape;11729;p80"/>
            <p:cNvSpPr/>
            <p:nvPr/>
          </p:nvSpPr>
          <p:spPr>
            <a:xfrm>
              <a:off x="5013920" y="2115122"/>
              <a:ext cx="45302" cy="16157"/>
            </a:xfrm>
            <a:custGeom>
              <a:rect b="b" l="l" r="r" t="t"/>
              <a:pathLst>
                <a:path extrusionOk="0" h="510" w="143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0" name="Google Shape;11730;p80"/>
            <p:cNvSpPr/>
            <p:nvPr/>
          </p:nvSpPr>
          <p:spPr>
            <a:xfrm>
              <a:off x="4897750" y="1968317"/>
              <a:ext cx="279132" cy="358364"/>
            </a:xfrm>
            <a:custGeom>
              <a:rect b="b" l="l" r="r" t="t"/>
              <a:pathLst>
                <a:path extrusionOk="0" h="11312" w="8811">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1" name="Google Shape;11731;p80"/>
            <p:cNvSpPr/>
            <p:nvPr/>
          </p:nvSpPr>
          <p:spPr>
            <a:xfrm>
              <a:off x="4992030" y="2058827"/>
              <a:ext cx="21923" cy="10581"/>
            </a:xfrm>
            <a:custGeom>
              <a:rect b="b" l="l" r="r" t="t"/>
              <a:pathLst>
                <a:path extrusionOk="0" h="334" w="692">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2" name="Google Shape;11732;p80"/>
            <p:cNvSpPr/>
            <p:nvPr/>
          </p:nvSpPr>
          <p:spPr>
            <a:xfrm>
              <a:off x="5059191" y="2058827"/>
              <a:ext cx="21511" cy="10581"/>
            </a:xfrm>
            <a:custGeom>
              <a:rect b="b" l="l" r="r" t="t"/>
              <a:pathLst>
                <a:path extrusionOk="0" h="334" w="679">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3" name="Google Shape;11733;p80"/>
            <p:cNvSpPr/>
            <p:nvPr/>
          </p:nvSpPr>
          <p:spPr>
            <a:xfrm>
              <a:off x="4941500" y="2271558"/>
              <a:ext cx="10581" cy="55123"/>
            </a:xfrm>
            <a:custGeom>
              <a:rect b="b" l="l" r="r" t="t"/>
              <a:pathLst>
                <a:path extrusionOk="0" h="1740" w="334">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4" name="Google Shape;11734;p80"/>
            <p:cNvSpPr/>
            <p:nvPr/>
          </p:nvSpPr>
          <p:spPr>
            <a:xfrm>
              <a:off x="4963739" y="2254578"/>
              <a:ext cx="10993" cy="10613"/>
            </a:xfrm>
            <a:custGeom>
              <a:rect b="b" l="l" r="r" t="t"/>
              <a:pathLst>
                <a:path extrusionOk="0" h="335" w="347">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5" name="Google Shape;11735;p80"/>
            <p:cNvSpPr/>
            <p:nvPr/>
          </p:nvSpPr>
          <p:spPr>
            <a:xfrm>
              <a:off x="5098791" y="2254578"/>
              <a:ext cx="10201" cy="10613"/>
            </a:xfrm>
            <a:custGeom>
              <a:rect b="b" l="l" r="r" t="t"/>
              <a:pathLst>
                <a:path extrusionOk="0" h="335" w="322">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6" name="Google Shape;11736;p80"/>
            <p:cNvSpPr/>
            <p:nvPr/>
          </p:nvSpPr>
          <p:spPr>
            <a:xfrm>
              <a:off x="5098791" y="2282868"/>
              <a:ext cx="10201" cy="10613"/>
            </a:xfrm>
            <a:custGeom>
              <a:rect b="b" l="l" r="r" t="t"/>
              <a:pathLst>
                <a:path extrusionOk="0" h="335" w="322">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7" name="Google Shape;11737;p80"/>
            <p:cNvSpPr/>
            <p:nvPr/>
          </p:nvSpPr>
          <p:spPr>
            <a:xfrm>
              <a:off x="4963739" y="2282868"/>
              <a:ext cx="10993" cy="10613"/>
            </a:xfrm>
            <a:custGeom>
              <a:rect b="b" l="l" r="r" t="t"/>
              <a:pathLst>
                <a:path extrusionOk="0" h="335" w="347">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8" name="Google Shape;11738;p80"/>
            <p:cNvSpPr/>
            <p:nvPr/>
          </p:nvSpPr>
          <p:spPr>
            <a:xfrm>
              <a:off x="5098791" y="2310778"/>
              <a:ext cx="10201" cy="10233"/>
            </a:xfrm>
            <a:custGeom>
              <a:rect b="b" l="l" r="r" t="t"/>
              <a:pathLst>
                <a:path extrusionOk="0" h="323" w="322">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9" name="Google Shape;11739;p80"/>
            <p:cNvSpPr/>
            <p:nvPr/>
          </p:nvSpPr>
          <p:spPr>
            <a:xfrm>
              <a:off x="4963739" y="2310778"/>
              <a:ext cx="10233" cy="10233"/>
            </a:xfrm>
            <a:custGeom>
              <a:rect b="b" l="l" r="r" t="t"/>
              <a:pathLst>
                <a:path extrusionOk="0" h="323" w="323">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40" name="Google Shape;11740;p80"/>
          <p:cNvSpPr/>
          <p:nvPr/>
        </p:nvSpPr>
        <p:spPr>
          <a:xfrm>
            <a:off x="872362" y="1337644"/>
            <a:ext cx="325164" cy="347783"/>
          </a:xfrm>
          <a:custGeom>
            <a:rect b="b" l="l" r="r" t="t"/>
            <a:pathLst>
              <a:path extrusionOk="0" h="10978" w="10264">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41" name="Google Shape;11741;p80"/>
          <p:cNvGrpSpPr/>
          <p:nvPr/>
        </p:nvGrpSpPr>
        <p:grpSpPr>
          <a:xfrm>
            <a:off x="1767449" y="1337644"/>
            <a:ext cx="324403" cy="347783"/>
            <a:chOff x="1767449" y="1513044"/>
            <a:chExt cx="324403" cy="347783"/>
          </a:xfrm>
        </p:grpSpPr>
        <p:sp>
          <p:nvSpPr>
            <p:cNvPr id="11742" name="Google Shape;11742;p80"/>
            <p:cNvSpPr/>
            <p:nvPr/>
          </p:nvSpPr>
          <p:spPr>
            <a:xfrm>
              <a:off x="1850039" y="1513044"/>
              <a:ext cx="159604" cy="347783"/>
            </a:xfrm>
            <a:custGeom>
              <a:rect b="b" l="l" r="r" t="t"/>
              <a:pathLst>
                <a:path extrusionOk="0" h="10978" w="5038">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3" name="Google Shape;11743;p80"/>
            <p:cNvSpPr/>
            <p:nvPr/>
          </p:nvSpPr>
          <p:spPr>
            <a:xfrm>
              <a:off x="1887009" y="1702332"/>
              <a:ext cx="53222" cy="48375"/>
            </a:xfrm>
            <a:custGeom>
              <a:rect b="b" l="l" r="r" t="t"/>
              <a:pathLst>
                <a:path extrusionOk="0" h="1527" w="168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4" name="Google Shape;11744;p80"/>
            <p:cNvSpPr/>
            <p:nvPr/>
          </p:nvSpPr>
          <p:spPr>
            <a:xfrm>
              <a:off x="1943970" y="1686745"/>
              <a:ext cx="28702" cy="63962"/>
            </a:xfrm>
            <a:custGeom>
              <a:rect b="b" l="l" r="r" t="t"/>
              <a:pathLst>
                <a:path extrusionOk="0" h="2019" w="906">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5" name="Google Shape;11745;p80"/>
            <p:cNvSpPr/>
            <p:nvPr/>
          </p:nvSpPr>
          <p:spPr>
            <a:xfrm>
              <a:off x="2029221" y="1707306"/>
              <a:ext cx="62631" cy="10201"/>
            </a:xfrm>
            <a:custGeom>
              <a:rect b="b" l="l" r="r" t="t"/>
              <a:pathLst>
                <a:path extrusionOk="0" h="322" w="1977">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6" name="Google Shape;11746;p80"/>
            <p:cNvSpPr/>
            <p:nvPr/>
          </p:nvSpPr>
          <p:spPr>
            <a:xfrm>
              <a:off x="2029221" y="1758311"/>
              <a:ext cx="47552" cy="46696"/>
            </a:xfrm>
            <a:custGeom>
              <a:rect b="b" l="l" r="r" t="t"/>
              <a:pathLst>
                <a:path extrusionOk="0" h="1474" w="1501">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7" name="Google Shape;11747;p80"/>
            <p:cNvSpPr/>
            <p:nvPr/>
          </p:nvSpPr>
          <p:spPr>
            <a:xfrm>
              <a:off x="2029221" y="1615339"/>
              <a:ext cx="47552" cy="46728"/>
            </a:xfrm>
            <a:custGeom>
              <a:rect b="b" l="l" r="r" t="t"/>
              <a:pathLst>
                <a:path extrusionOk="0" h="1475" w="1501">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8" name="Google Shape;11748;p80"/>
            <p:cNvSpPr/>
            <p:nvPr/>
          </p:nvSpPr>
          <p:spPr>
            <a:xfrm>
              <a:off x="1767449" y="1703504"/>
              <a:ext cx="63012" cy="10233"/>
            </a:xfrm>
            <a:custGeom>
              <a:rect b="b" l="l" r="r" t="t"/>
              <a:pathLst>
                <a:path extrusionOk="0" h="323" w="1989">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9" name="Google Shape;11749;p80"/>
            <p:cNvSpPr/>
            <p:nvPr/>
          </p:nvSpPr>
          <p:spPr>
            <a:xfrm>
              <a:off x="1783289" y="1615719"/>
              <a:ext cx="47552" cy="46728"/>
            </a:xfrm>
            <a:custGeom>
              <a:rect b="b" l="l" r="r" t="t"/>
              <a:pathLst>
                <a:path extrusionOk="0" h="1475" w="1501">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0" name="Google Shape;11750;p80"/>
            <p:cNvSpPr/>
            <p:nvPr/>
          </p:nvSpPr>
          <p:spPr>
            <a:xfrm>
              <a:off x="1783289" y="1758311"/>
              <a:ext cx="47552" cy="46696"/>
            </a:xfrm>
            <a:custGeom>
              <a:rect b="b" l="l" r="r" t="t"/>
              <a:pathLst>
                <a:path extrusionOk="0" h="1474" w="1501">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51" name="Google Shape;11751;p80"/>
          <p:cNvGrpSpPr/>
          <p:nvPr/>
        </p:nvGrpSpPr>
        <p:grpSpPr>
          <a:xfrm>
            <a:off x="4007193" y="1337327"/>
            <a:ext cx="320633" cy="348100"/>
            <a:chOff x="4007193" y="1512727"/>
            <a:chExt cx="320633" cy="348100"/>
          </a:xfrm>
        </p:grpSpPr>
        <p:sp>
          <p:nvSpPr>
            <p:cNvPr id="11752" name="Google Shape;11752;p80"/>
            <p:cNvSpPr/>
            <p:nvPr/>
          </p:nvSpPr>
          <p:spPr>
            <a:xfrm>
              <a:off x="4177695" y="1512727"/>
              <a:ext cx="143732" cy="153109"/>
            </a:xfrm>
            <a:custGeom>
              <a:rect b="b" l="l" r="r" t="t"/>
              <a:pathLst>
                <a:path extrusionOk="0" h="4833" w="4537">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3" name="Google Shape;11753;p80"/>
            <p:cNvSpPr/>
            <p:nvPr/>
          </p:nvSpPr>
          <p:spPr>
            <a:xfrm>
              <a:off x="4214666" y="1543583"/>
              <a:ext cx="77711" cy="77363"/>
            </a:xfrm>
            <a:custGeom>
              <a:rect b="b" l="l" r="r" t="t"/>
              <a:pathLst>
                <a:path extrusionOk="0" h="2442" w="2453">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4" name="Google Shape;11754;p80"/>
            <p:cNvSpPr/>
            <p:nvPr/>
          </p:nvSpPr>
          <p:spPr>
            <a:xfrm>
              <a:off x="4007193" y="1541334"/>
              <a:ext cx="320633" cy="319493"/>
            </a:xfrm>
            <a:custGeom>
              <a:rect b="b" l="l" r="r" t="t"/>
              <a:pathLst>
                <a:path extrusionOk="0" h="10085" w="10121">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5" name="Google Shape;11755;p80"/>
            <p:cNvSpPr/>
            <p:nvPr/>
          </p:nvSpPr>
          <p:spPr>
            <a:xfrm>
              <a:off x="4064914" y="1665805"/>
              <a:ext cx="101123" cy="40012"/>
            </a:xfrm>
            <a:custGeom>
              <a:rect b="b" l="l" r="r" t="t"/>
              <a:pathLst>
                <a:path extrusionOk="0" h="1263" w="3192">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6" name="Google Shape;11756;p80"/>
            <p:cNvSpPr/>
            <p:nvPr/>
          </p:nvSpPr>
          <p:spPr>
            <a:xfrm>
              <a:off x="4162235" y="1749155"/>
              <a:ext cx="101851" cy="60382"/>
            </a:xfrm>
            <a:custGeom>
              <a:rect b="b" l="l" r="r" t="t"/>
              <a:pathLst>
                <a:path extrusionOk="0" h="1906" w="3215">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57" name="Google Shape;11757;p80"/>
          <p:cNvGrpSpPr/>
          <p:nvPr/>
        </p:nvGrpSpPr>
        <p:grpSpPr>
          <a:xfrm>
            <a:off x="3530425" y="1333347"/>
            <a:ext cx="368175" cy="344594"/>
            <a:chOff x="3530425" y="1508747"/>
            <a:chExt cx="368175" cy="344594"/>
          </a:xfrm>
        </p:grpSpPr>
        <p:sp>
          <p:nvSpPr>
            <p:cNvPr id="11758" name="Google Shape;11758;p80"/>
            <p:cNvSpPr/>
            <p:nvPr/>
          </p:nvSpPr>
          <p:spPr>
            <a:xfrm>
              <a:off x="3530425" y="1508747"/>
              <a:ext cx="316765" cy="344594"/>
            </a:xfrm>
            <a:custGeom>
              <a:rect b="b" l="l" r="r" t="t"/>
              <a:pathLst>
                <a:path extrusionOk="0" h="8538" w="7848">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9" name="Google Shape;11759;p80"/>
            <p:cNvSpPr/>
            <p:nvPr/>
          </p:nvSpPr>
          <p:spPr>
            <a:xfrm>
              <a:off x="3870185" y="1675515"/>
              <a:ext cx="28415" cy="11099"/>
            </a:xfrm>
            <a:custGeom>
              <a:rect b="b" l="l" r="r" t="t"/>
              <a:pathLst>
                <a:path extrusionOk="0" h="275" w="704">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0" name="Google Shape;11760;p80"/>
            <p:cNvSpPr/>
            <p:nvPr/>
          </p:nvSpPr>
          <p:spPr>
            <a:xfrm>
              <a:off x="3846170" y="1610293"/>
              <a:ext cx="25993" cy="22965"/>
            </a:xfrm>
            <a:custGeom>
              <a:rect b="b" l="l" r="r" t="t"/>
              <a:pathLst>
                <a:path extrusionOk="0" h="569" w="644">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1" name="Google Shape;11761;p80"/>
            <p:cNvSpPr/>
            <p:nvPr/>
          </p:nvSpPr>
          <p:spPr>
            <a:xfrm>
              <a:off x="3847623" y="1728508"/>
              <a:ext cx="24540" cy="23086"/>
            </a:xfrm>
            <a:custGeom>
              <a:rect b="b" l="l" r="r" t="t"/>
              <a:pathLst>
                <a:path extrusionOk="0" h="572" w="608">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62" name="Google Shape;11762;p80"/>
          <p:cNvGrpSpPr/>
          <p:nvPr/>
        </p:nvGrpSpPr>
        <p:grpSpPr>
          <a:xfrm>
            <a:off x="3127598" y="1337834"/>
            <a:ext cx="289714" cy="347593"/>
            <a:chOff x="3127598" y="1513234"/>
            <a:chExt cx="289714" cy="347593"/>
          </a:xfrm>
        </p:grpSpPr>
        <p:sp>
          <p:nvSpPr>
            <p:cNvPr id="11763" name="Google Shape;11763;p80"/>
            <p:cNvSpPr/>
            <p:nvPr/>
          </p:nvSpPr>
          <p:spPr>
            <a:xfrm>
              <a:off x="3127598" y="1513234"/>
              <a:ext cx="289714" cy="347593"/>
            </a:xfrm>
            <a:custGeom>
              <a:rect b="b" l="l" r="r" t="t"/>
              <a:pathLst>
                <a:path extrusionOk="0" h="10972" w="9145">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4" name="Google Shape;11764;p80"/>
            <p:cNvSpPr/>
            <p:nvPr/>
          </p:nvSpPr>
          <p:spPr>
            <a:xfrm>
              <a:off x="3254698" y="1788375"/>
              <a:ext cx="121493" cy="10233"/>
            </a:xfrm>
            <a:custGeom>
              <a:rect b="b" l="l" r="r" t="t"/>
              <a:pathLst>
                <a:path extrusionOk="0" h="323" w="3835">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5" name="Google Shape;11765;p80"/>
            <p:cNvSpPr/>
            <p:nvPr/>
          </p:nvSpPr>
          <p:spPr>
            <a:xfrm>
              <a:off x="3185668" y="1638275"/>
              <a:ext cx="172783" cy="29051"/>
            </a:xfrm>
            <a:custGeom>
              <a:rect b="b" l="l" r="r" t="t"/>
              <a:pathLst>
                <a:path extrusionOk="0" h="917" w="5454">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6" name="Google Shape;11766;p80"/>
            <p:cNvSpPr/>
            <p:nvPr/>
          </p:nvSpPr>
          <p:spPr>
            <a:xfrm>
              <a:off x="3186428" y="1681645"/>
              <a:ext cx="172022" cy="10581"/>
            </a:xfrm>
            <a:custGeom>
              <a:rect b="b" l="l" r="r" t="t"/>
              <a:pathLst>
                <a:path extrusionOk="0" h="334" w="543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7" name="Google Shape;11767;p80"/>
            <p:cNvSpPr/>
            <p:nvPr/>
          </p:nvSpPr>
          <p:spPr>
            <a:xfrm>
              <a:off x="3186428" y="1707306"/>
              <a:ext cx="172022" cy="10201"/>
            </a:xfrm>
            <a:custGeom>
              <a:rect b="b" l="l" r="r" t="t"/>
              <a:pathLst>
                <a:path extrusionOk="0" h="322" w="543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68" name="Google Shape;11768;p80"/>
          <p:cNvGrpSpPr/>
          <p:nvPr/>
        </p:nvGrpSpPr>
        <p:grpSpPr>
          <a:xfrm>
            <a:off x="2662884" y="1337644"/>
            <a:ext cx="322914" cy="348543"/>
            <a:chOff x="2662884" y="1513044"/>
            <a:chExt cx="322914" cy="348543"/>
          </a:xfrm>
        </p:grpSpPr>
        <p:sp>
          <p:nvSpPr>
            <p:cNvPr id="11769" name="Google Shape;11769;p80"/>
            <p:cNvSpPr/>
            <p:nvPr/>
          </p:nvSpPr>
          <p:spPr>
            <a:xfrm>
              <a:off x="2662884" y="1513044"/>
              <a:ext cx="260663" cy="348543"/>
            </a:xfrm>
            <a:custGeom>
              <a:rect b="b" l="l" r="r" t="t"/>
              <a:pathLst>
                <a:path extrusionOk="0" h="11002" w="8228">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0" name="Google Shape;11770;p80"/>
            <p:cNvSpPr/>
            <p:nvPr/>
          </p:nvSpPr>
          <p:spPr>
            <a:xfrm>
              <a:off x="2663264" y="1513044"/>
              <a:ext cx="165243" cy="282554"/>
            </a:xfrm>
            <a:custGeom>
              <a:rect b="b" l="l" r="r" t="t"/>
              <a:pathLst>
                <a:path extrusionOk="0" h="8919" w="5216">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1" name="Google Shape;11771;p80"/>
            <p:cNvSpPr/>
            <p:nvPr/>
          </p:nvSpPr>
          <p:spPr>
            <a:xfrm>
              <a:off x="2717596" y="1747634"/>
              <a:ext cx="152412" cy="10613"/>
            </a:xfrm>
            <a:custGeom>
              <a:rect b="b" l="l" r="r" t="t"/>
              <a:pathLst>
                <a:path extrusionOk="0" h="335" w="4811">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2" name="Google Shape;11772;p80"/>
            <p:cNvSpPr/>
            <p:nvPr/>
          </p:nvSpPr>
          <p:spPr>
            <a:xfrm>
              <a:off x="2788876" y="1809886"/>
              <a:ext cx="81132" cy="10581"/>
            </a:xfrm>
            <a:custGeom>
              <a:rect b="b" l="l" r="r" t="t"/>
              <a:pathLst>
                <a:path extrusionOk="0" h="334" w="2561">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3" name="Google Shape;11773;p80"/>
            <p:cNvSpPr/>
            <p:nvPr/>
          </p:nvSpPr>
          <p:spPr>
            <a:xfrm>
              <a:off x="2717596" y="1722385"/>
              <a:ext cx="152412" cy="10201"/>
            </a:xfrm>
            <a:custGeom>
              <a:rect b="b" l="l" r="r" t="t"/>
              <a:pathLst>
                <a:path extrusionOk="0" h="322" w="4811">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4" name="Google Shape;11774;p80"/>
            <p:cNvSpPr/>
            <p:nvPr/>
          </p:nvSpPr>
          <p:spPr>
            <a:xfrm>
              <a:off x="2717596" y="1696344"/>
              <a:ext cx="152412" cy="10613"/>
            </a:xfrm>
            <a:custGeom>
              <a:rect b="b" l="l" r="r" t="t"/>
              <a:pathLst>
                <a:path extrusionOk="0" h="335" w="4811">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5" name="Google Shape;11775;p80"/>
            <p:cNvSpPr/>
            <p:nvPr/>
          </p:nvSpPr>
          <p:spPr>
            <a:xfrm>
              <a:off x="2717596" y="1670335"/>
              <a:ext cx="152412" cy="10581"/>
            </a:xfrm>
            <a:custGeom>
              <a:rect b="b" l="l" r="r" t="t"/>
              <a:pathLst>
                <a:path extrusionOk="0" h="334" w="4811">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6" name="Google Shape;11776;p80"/>
            <p:cNvSpPr/>
            <p:nvPr/>
          </p:nvSpPr>
          <p:spPr>
            <a:xfrm>
              <a:off x="2778326" y="1594145"/>
              <a:ext cx="31332" cy="61111"/>
            </a:xfrm>
            <a:custGeom>
              <a:rect b="b" l="l" r="r" t="t"/>
              <a:pathLst>
                <a:path extrusionOk="0" h="1929" w="989">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7" name="Google Shape;11777;p80"/>
            <p:cNvSpPr/>
            <p:nvPr/>
          </p:nvSpPr>
          <p:spPr>
            <a:xfrm>
              <a:off x="2782476" y="1575263"/>
              <a:ext cx="16220" cy="15872"/>
            </a:xfrm>
            <a:custGeom>
              <a:rect b="b" l="l" r="r" t="t"/>
              <a:pathLst>
                <a:path extrusionOk="0" h="501" w="512">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8" name="Google Shape;11778;p80"/>
            <p:cNvSpPr/>
            <p:nvPr/>
          </p:nvSpPr>
          <p:spPr>
            <a:xfrm>
              <a:off x="2943537" y="1513044"/>
              <a:ext cx="42261" cy="347783"/>
            </a:xfrm>
            <a:custGeom>
              <a:rect b="b" l="l" r="r" t="t"/>
              <a:pathLst>
                <a:path extrusionOk="0" h="10978" w="1334">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79" name="Google Shape;11779;p80"/>
          <p:cNvGrpSpPr/>
          <p:nvPr/>
        </p:nvGrpSpPr>
        <p:grpSpPr>
          <a:xfrm>
            <a:off x="2232511" y="1337359"/>
            <a:ext cx="299534" cy="348068"/>
            <a:chOff x="2232511" y="1512759"/>
            <a:chExt cx="299534" cy="348068"/>
          </a:xfrm>
        </p:grpSpPr>
        <p:sp>
          <p:nvSpPr>
            <p:cNvPr id="11780" name="Google Shape;11780;p80"/>
            <p:cNvSpPr/>
            <p:nvPr/>
          </p:nvSpPr>
          <p:spPr>
            <a:xfrm>
              <a:off x="2278162" y="1715226"/>
              <a:ext cx="95452" cy="10581"/>
            </a:xfrm>
            <a:custGeom>
              <a:rect b="b" l="l" r="r" t="t"/>
              <a:pathLst>
                <a:path extrusionOk="0" h="334" w="3013">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1" name="Google Shape;11781;p80"/>
            <p:cNvSpPr/>
            <p:nvPr/>
          </p:nvSpPr>
          <p:spPr>
            <a:xfrm>
              <a:off x="2278162" y="1734455"/>
              <a:ext cx="95452" cy="10581"/>
            </a:xfrm>
            <a:custGeom>
              <a:rect b="b" l="l" r="r" t="t"/>
              <a:pathLst>
                <a:path extrusionOk="0" h="334" w="3013">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2" name="Google Shape;11782;p80"/>
            <p:cNvSpPr/>
            <p:nvPr/>
          </p:nvSpPr>
          <p:spPr>
            <a:xfrm>
              <a:off x="2278162" y="1754446"/>
              <a:ext cx="95452" cy="10201"/>
            </a:xfrm>
            <a:custGeom>
              <a:rect b="b" l="l" r="r" t="t"/>
              <a:pathLst>
                <a:path extrusionOk="0" h="322" w="3013">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3" name="Google Shape;11783;p80"/>
            <p:cNvSpPr/>
            <p:nvPr/>
          </p:nvSpPr>
          <p:spPr>
            <a:xfrm>
              <a:off x="2278162" y="1773675"/>
              <a:ext cx="95452" cy="10581"/>
            </a:xfrm>
            <a:custGeom>
              <a:rect b="b" l="l" r="r" t="t"/>
              <a:pathLst>
                <a:path extrusionOk="0" h="334" w="3013">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4" name="Google Shape;11784;p80"/>
            <p:cNvSpPr/>
            <p:nvPr/>
          </p:nvSpPr>
          <p:spPr>
            <a:xfrm>
              <a:off x="2232511" y="1512759"/>
              <a:ext cx="299534" cy="348068"/>
            </a:xfrm>
            <a:custGeom>
              <a:rect b="b" l="l" r="r" t="t"/>
              <a:pathLst>
                <a:path extrusionOk="0" h="10987" w="9455">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5" name="Google Shape;11785;p80"/>
            <p:cNvSpPr/>
            <p:nvPr/>
          </p:nvSpPr>
          <p:spPr>
            <a:xfrm>
              <a:off x="2422623" y="1574883"/>
              <a:ext cx="10201" cy="11373"/>
            </a:xfrm>
            <a:custGeom>
              <a:rect b="b" l="l" r="r" t="t"/>
              <a:pathLst>
                <a:path extrusionOk="0" h="359" w="322">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6" name="Google Shape;11786;p80"/>
            <p:cNvSpPr/>
            <p:nvPr/>
          </p:nvSpPr>
          <p:spPr>
            <a:xfrm>
              <a:off x="2442613" y="1574883"/>
              <a:ext cx="10581" cy="11373"/>
            </a:xfrm>
            <a:custGeom>
              <a:rect b="b" l="l" r="r" t="t"/>
              <a:pathLst>
                <a:path extrusionOk="0" h="359" w="334">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7" name="Google Shape;11787;p80"/>
            <p:cNvSpPr/>
            <p:nvPr/>
          </p:nvSpPr>
          <p:spPr>
            <a:xfrm>
              <a:off x="2462983" y="1574883"/>
              <a:ext cx="10581" cy="11373"/>
            </a:xfrm>
            <a:custGeom>
              <a:rect b="b" l="l" r="r" t="t"/>
              <a:pathLst>
                <a:path extrusionOk="0" h="359" w="334">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8" name="Google Shape;11788;p80"/>
            <p:cNvSpPr/>
            <p:nvPr/>
          </p:nvSpPr>
          <p:spPr>
            <a:xfrm>
              <a:off x="2482974" y="1574883"/>
              <a:ext cx="10201" cy="11373"/>
            </a:xfrm>
            <a:custGeom>
              <a:rect b="b" l="l" r="r" t="t"/>
              <a:pathLst>
                <a:path extrusionOk="0" h="359" w="322">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9" name="Google Shape;11789;p80"/>
            <p:cNvSpPr/>
            <p:nvPr/>
          </p:nvSpPr>
          <p:spPr>
            <a:xfrm>
              <a:off x="2312852" y="1654495"/>
              <a:ext cx="26073" cy="49041"/>
            </a:xfrm>
            <a:custGeom>
              <a:rect b="b" l="l" r="r" t="t"/>
              <a:pathLst>
                <a:path extrusionOk="0" h="1548" w="823">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0" name="Google Shape;11790;p80"/>
            <p:cNvSpPr/>
            <p:nvPr/>
          </p:nvSpPr>
          <p:spPr>
            <a:xfrm>
              <a:off x="2316242" y="1637135"/>
              <a:ext cx="14383" cy="13971"/>
            </a:xfrm>
            <a:custGeom>
              <a:rect b="b" l="l" r="r" t="t"/>
              <a:pathLst>
                <a:path extrusionOk="0" h="441" w="454">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91" name="Google Shape;11791;p80"/>
          <p:cNvGrpSpPr/>
          <p:nvPr/>
        </p:nvGrpSpPr>
        <p:grpSpPr>
          <a:xfrm>
            <a:off x="1331406" y="1337961"/>
            <a:ext cx="301784" cy="348607"/>
            <a:chOff x="1331406" y="1513361"/>
            <a:chExt cx="301784" cy="348607"/>
          </a:xfrm>
        </p:grpSpPr>
        <p:sp>
          <p:nvSpPr>
            <p:cNvPr id="11792" name="Google Shape;11792;p80"/>
            <p:cNvSpPr/>
            <p:nvPr/>
          </p:nvSpPr>
          <p:spPr>
            <a:xfrm>
              <a:off x="1473237" y="1513361"/>
              <a:ext cx="159952" cy="169076"/>
            </a:xfrm>
            <a:custGeom>
              <a:rect b="b" l="l" r="r" t="t"/>
              <a:pathLst>
                <a:path extrusionOk="0" h="5337" w="5049">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3" name="Google Shape;11793;p80"/>
            <p:cNvSpPr/>
            <p:nvPr/>
          </p:nvSpPr>
          <p:spPr>
            <a:xfrm>
              <a:off x="1331406" y="1579033"/>
              <a:ext cx="152412" cy="282934"/>
            </a:xfrm>
            <a:custGeom>
              <a:rect b="b" l="l" r="r" t="t"/>
              <a:pathLst>
                <a:path extrusionOk="0" h="8931" w="4811">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4" name="Google Shape;11794;p80"/>
            <p:cNvSpPr/>
            <p:nvPr/>
          </p:nvSpPr>
          <p:spPr>
            <a:xfrm>
              <a:off x="1373667" y="1686935"/>
              <a:ext cx="66401" cy="10581"/>
            </a:xfrm>
            <a:custGeom>
              <a:rect b="b" l="l" r="r" t="t"/>
              <a:pathLst>
                <a:path extrusionOk="0" h="334" w="2096">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5" name="Google Shape;11795;p80"/>
            <p:cNvSpPr/>
            <p:nvPr/>
          </p:nvSpPr>
          <p:spPr>
            <a:xfrm>
              <a:off x="1518508" y="1536044"/>
              <a:ext cx="72452" cy="112812"/>
            </a:xfrm>
            <a:custGeom>
              <a:rect b="b" l="l" r="r" t="t"/>
              <a:pathLst>
                <a:path extrusionOk="0" h="3561" w="2287">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96" name="Google Shape;11796;p80"/>
          <p:cNvGrpSpPr/>
          <p:nvPr/>
        </p:nvGrpSpPr>
        <p:grpSpPr>
          <a:xfrm>
            <a:off x="7144274" y="1324814"/>
            <a:ext cx="282174" cy="355735"/>
            <a:chOff x="7144274" y="1500214"/>
            <a:chExt cx="282174" cy="355735"/>
          </a:xfrm>
        </p:grpSpPr>
        <p:sp>
          <p:nvSpPr>
            <p:cNvPr id="11797" name="Google Shape;11797;p80"/>
            <p:cNvSpPr/>
            <p:nvPr/>
          </p:nvSpPr>
          <p:spPr>
            <a:xfrm>
              <a:off x="7245745" y="1613375"/>
              <a:ext cx="10613" cy="16252"/>
            </a:xfrm>
            <a:custGeom>
              <a:rect b="b" l="l" r="r" t="t"/>
              <a:pathLst>
                <a:path extrusionOk="0" h="513" w="335">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8" name="Google Shape;11798;p80"/>
            <p:cNvSpPr/>
            <p:nvPr/>
          </p:nvSpPr>
          <p:spPr>
            <a:xfrm>
              <a:off x="7313635" y="1613375"/>
              <a:ext cx="10613" cy="16252"/>
            </a:xfrm>
            <a:custGeom>
              <a:rect b="b" l="l" r="r" t="t"/>
              <a:pathLst>
                <a:path extrusionOk="0" h="513" w="335">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9" name="Google Shape;11799;p80"/>
            <p:cNvSpPr/>
            <p:nvPr/>
          </p:nvSpPr>
          <p:spPr>
            <a:xfrm>
              <a:off x="7262345" y="1653070"/>
              <a:ext cx="45302" cy="16157"/>
            </a:xfrm>
            <a:custGeom>
              <a:rect b="b" l="l" r="r" t="t"/>
              <a:pathLst>
                <a:path extrusionOk="0" h="510" w="143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0" name="Google Shape;11800;p80"/>
            <p:cNvSpPr/>
            <p:nvPr/>
          </p:nvSpPr>
          <p:spPr>
            <a:xfrm>
              <a:off x="7144274" y="1500214"/>
              <a:ext cx="282174" cy="355735"/>
            </a:xfrm>
            <a:custGeom>
              <a:rect b="b" l="l" r="r" t="t"/>
              <a:pathLst>
                <a:path extrusionOk="0" h="11229" w="8907">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1" name="Google Shape;11801;p80"/>
            <p:cNvSpPr/>
            <p:nvPr/>
          </p:nvSpPr>
          <p:spPr>
            <a:xfrm>
              <a:off x="7239726" y="1594081"/>
              <a:ext cx="22651" cy="12165"/>
            </a:xfrm>
            <a:custGeom>
              <a:rect b="b" l="l" r="r" t="t"/>
              <a:pathLst>
                <a:path extrusionOk="0" h="384" w="715">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2" name="Google Shape;11802;p80"/>
            <p:cNvSpPr/>
            <p:nvPr/>
          </p:nvSpPr>
          <p:spPr>
            <a:xfrm>
              <a:off x="7307616" y="1594462"/>
              <a:ext cx="22651" cy="12514"/>
            </a:xfrm>
            <a:custGeom>
              <a:rect b="b" l="l" r="r" t="t"/>
              <a:pathLst>
                <a:path extrusionOk="0" h="395" w="715">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03" name="Google Shape;11803;p80"/>
          <p:cNvGrpSpPr/>
          <p:nvPr/>
        </p:nvGrpSpPr>
        <p:grpSpPr>
          <a:xfrm>
            <a:off x="6685262" y="1324814"/>
            <a:ext cx="289682" cy="354594"/>
            <a:chOff x="6685262" y="1500214"/>
            <a:chExt cx="289682" cy="354594"/>
          </a:xfrm>
        </p:grpSpPr>
        <p:sp>
          <p:nvSpPr>
            <p:cNvPr id="11804" name="Google Shape;11804;p80"/>
            <p:cNvSpPr/>
            <p:nvPr/>
          </p:nvSpPr>
          <p:spPr>
            <a:xfrm>
              <a:off x="6685262" y="1500214"/>
              <a:ext cx="289682" cy="354594"/>
            </a:xfrm>
            <a:custGeom>
              <a:rect b="b" l="l" r="r" t="t"/>
              <a:pathLst>
                <a:path extrusionOk="0" h="11193" w="9144">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5" name="Google Shape;11805;p80"/>
            <p:cNvSpPr/>
            <p:nvPr/>
          </p:nvSpPr>
          <p:spPr>
            <a:xfrm>
              <a:off x="6792372" y="1655984"/>
              <a:ext cx="76222" cy="38143"/>
            </a:xfrm>
            <a:custGeom>
              <a:rect b="b" l="l" r="r" t="t"/>
              <a:pathLst>
                <a:path extrusionOk="0" h="1204" w="2406">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6" name="Google Shape;11806;p80"/>
            <p:cNvSpPr/>
            <p:nvPr/>
          </p:nvSpPr>
          <p:spPr>
            <a:xfrm>
              <a:off x="6785593" y="1622815"/>
              <a:ext cx="21891" cy="10581"/>
            </a:xfrm>
            <a:custGeom>
              <a:rect b="b" l="l" r="r" t="t"/>
              <a:pathLst>
                <a:path extrusionOk="0" h="334" w="691">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7" name="Google Shape;11807;p80"/>
            <p:cNvSpPr/>
            <p:nvPr/>
          </p:nvSpPr>
          <p:spPr>
            <a:xfrm>
              <a:off x="6852723" y="1622815"/>
              <a:ext cx="21542" cy="10581"/>
            </a:xfrm>
            <a:custGeom>
              <a:rect b="b" l="l" r="r" t="t"/>
              <a:pathLst>
                <a:path extrusionOk="0" h="334" w="68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08" name="Google Shape;11808;p80"/>
          <p:cNvGrpSpPr/>
          <p:nvPr/>
        </p:nvGrpSpPr>
        <p:grpSpPr>
          <a:xfrm>
            <a:off x="6200938" y="1325194"/>
            <a:ext cx="322154" cy="355355"/>
            <a:chOff x="6200938" y="1500594"/>
            <a:chExt cx="322154" cy="355355"/>
          </a:xfrm>
        </p:grpSpPr>
        <p:sp>
          <p:nvSpPr>
            <p:cNvPr id="11809" name="Google Shape;11809;p80"/>
            <p:cNvSpPr/>
            <p:nvPr/>
          </p:nvSpPr>
          <p:spPr>
            <a:xfrm>
              <a:off x="6325789" y="1605835"/>
              <a:ext cx="10581" cy="16252"/>
            </a:xfrm>
            <a:custGeom>
              <a:rect b="b" l="l" r="r" t="t"/>
              <a:pathLst>
                <a:path extrusionOk="0" h="513" w="334">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0" name="Google Shape;11810;p80"/>
            <p:cNvSpPr/>
            <p:nvPr/>
          </p:nvSpPr>
          <p:spPr>
            <a:xfrm>
              <a:off x="6387280" y="1605835"/>
              <a:ext cx="10201" cy="16252"/>
            </a:xfrm>
            <a:custGeom>
              <a:rect b="b" l="l" r="r" t="t"/>
              <a:pathLst>
                <a:path extrusionOk="0" h="513" w="322">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1" name="Google Shape;11811;p80"/>
            <p:cNvSpPr/>
            <p:nvPr/>
          </p:nvSpPr>
          <p:spPr>
            <a:xfrm>
              <a:off x="6345779" y="1650725"/>
              <a:ext cx="32472" cy="10201"/>
            </a:xfrm>
            <a:custGeom>
              <a:rect b="b" l="l" r="r" t="t"/>
              <a:pathLst>
                <a:path extrusionOk="0" h="322" w="1025">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2" name="Google Shape;11812;p80"/>
            <p:cNvSpPr/>
            <p:nvPr/>
          </p:nvSpPr>
          <p:spPr>
            <a:xfrm>
              <a:off x="6200938" y="1500594"/>
              <a:ext cx="322154" cy="355355"/>
            </a:xfrm>
            <a:custGeom>
              <a:rect b="b" l="l" r="r" t="t"/>
              <a:pathLst>
                <a:path extrusionOk="0" h="11217" w="10169">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3" name="Google Shape;11813;p80"/>
            <p:cNvSpPr/>
            <p:nvPr/>
          </p:nvSpPr>
          <p:spPr>
            <a:xfrm>
              <a:off x="6312199" y="1800445"/>
              <a:ext cx="99253" cy="54743"/>
            </a:xfrm>
            <a:custGeom>
              <a:rect b="b" l="l" r="r" t="t"/>
              <a:pathLst>
                <a:path extrusionOk="0" h="1728" w="3133">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14" name="Google Shape;11814;p80"/>
          <p:cNvGrpSpPr/>
          <p:nvPr/>
        </p:nvGrpSpPr>
        <p:grpSpPr>
          <a:xfrm>
            <a:off x="5289631" y="1324814"/>
            <a:ext cx="332355" cy="354974"/>
            <a:chOff x="5289631" y="1500214"/>
            <a:chExt cx="332355" cy="354974"/>
          </a:xfrm>
        </p:grpSpPr>
        <p:sp>
          <p:nvSpPr>
            <p:cNvPr id="11815" name="Google Shape;11815;p80"/>
            <p:cNvSpPr/>
            <p:nvPr/>
          </p:nvSpPr>
          <p:spPr>
            <a:xfrm>
              <a:off x="5432603" y="1667040"/>
              <a:ext cx="45651" cy="16157"/>
            </a:xfrm>
            <a:custGeom>
              <a:rect b="b" l="l" r="r" t="t"/>
              <a:pathLst>
                <a:path extrusionOk="0" h="510" w="1441">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6" name="Google Shape;11816;p80"/>
            <p:cNvSpPr/>
            <p:nvPr/>
          </p:nvSpPr>
          <p:spPr>
            <a:xfrm>
              <a:off x="5416763" y="1628074"/>
              <a:ext cx="10581" cy="15872"/>
            </a:xfrm>
            <a:custGeom>
              <a:rect b="b" l="l" r="r" t="t"/>
              <a:pathLst>
                <a:path extrusionOk="0" h="501" w="334">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7" name="Google Shape;11817;p80"/>
            <p:cNvSpPr/>
            <p:nvPr/>
          </p:nvSpPr>
          <p:spPr>
            <a:xfrm>
              <a:off x="5483893" y="1628074"/>
              <a:ext cx="10233" cy="15872"/>
            </a:xfrm>
            <a:custGeom>
              <a:rect b="b" l="l" r="r" t="t"/>
              <a:pathLst>
                <a:path extrusionOk="0" h="501" w="323">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8" name="Google Shape;11818;p80"/>
            <p:cNvSpPr/>
            <p:nvPr/>
          </p:nvSpPr>
          <p:spPr>
            <a:xfrm>
              <a:off x="5411093" y="1611474"/>
              <a:ext cx="21923" cy="10613"/>
            </a:xfrm>
            <a:custGeom>
              <a:rect b="b" l="l" r="r" t="t"/>
              <a:pathLst>
                <a:path extrusionOk="0" h="335" w="692">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9" name="Google Shape;11819;p80"/>
            <p:cNvSpPr/>
            <p:nvPr/>
          </p:nvSpPr>
          <p:spPr>
            <a:xfrm>
              <a:off x="5478254" y="1611474"/>
              <a:ext cx="21511" cy="10613"/>
            </a:xfrm>
            <a:custGeom>
              <a:rect b="b" l="l" r="r" t="t"/>
              <a:pathLst>
                <a:path extrusionOk="0" h="335" w="679">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0" name="Google Shape;11820;p80"/>
            <p:cNvSpPr/>
            <p:nvPr/>
          </p:nvSpPr>
          <p:spPr>
            <a:xfrm>
              <a:off x="5289631" y="1500214"/>
              <a:ext cx="332355" cy="354974"/>
            </a:xfrm>
            <a:custGeom>
              <a:rect b="b" l="l" r="r" t="t"/>
              <a:pathLst>
                <a:path extrusionOk="0" h="11205" w="10491">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21" name="Google Shape;11821;p80"/>
          <p:cNvGrpSpPr/>
          <p:nvPr/>
        </p:nvGrpSpPr>
        <p:grpSpPr>
          <a:xfrm>
            <a:off x="5748295" y="1324433"/>
            <a:ext cx="323294" cy="356115"/>
            <a:chOff x="5748295" y="1499833"/>
            <a:chExt cx="323294" cy="356115"/>
          </a:xfrm>
        </p:grpSpPr>
        <p:sp>
          <p:nvSpPr>
            <p:cNvPr id="11822" name="Google Shape;11822;p80"/>
            <p:cNvSpPr/>
            <p:nvPr/>
          </p:nvSpPr>
          <p:spPr>
            <a:xfrm>
              <a:off x="5871276" y="1611474"/>
              <a:ext cx="10581" cy="16252"/>
            </a:xfrm>
            <a:custGeom>
              <a:rect b="b" l="l" r="r" t="t"/>
              <a:pathLst>
                <a:path extrusionOk="0" h="513" w="334">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3" name="Google Shape;11823;p80"/>
            <p:cNvSpPr/>
            <p:nvPr/>
          </p:nvSpPr>
          <p:spPr>
            <a:xfrm>
              <a:off x="5938406" y="1611474"/>
              <a:ext cx="10233" cy="16252"/>
            </a:xfrm>
            <a:custGeom>
              <a:rect b="b" l="l" r="r" t="t"/>
              <a:pathLst>
                <a:path extrusionOk="0" h="513" w="323">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4" name="Google Shape;11824;p80"/>
            <p:cNvSpPr/>
            <p:nvPr/>
          </p:nvSpPr>
          <p:spPr>
            <a:xfrm>
              <a:off x="5887116" y="1650820"/>
              <a:ext cx="45683" cy="15777"/>
            </a:xfrm>
            <a:custGeom>
              <a:rect b="b" l="l" r="r" t="t"/>
              <a:pathLst>
                <a:path extrusionOk="0" h="498" w="1442">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5" name="Google Shape;11825;p80"/>
            <p:cNvSpPr/>
            <p:nvPr/>
          </p:nvSpPr>
          <p:spPr>
            <a:xfrm>
              <a:off x="5748295" y="1499833"/>
              <a:ext cx="323294" cy="355355"/>
            </a:xfrm>
            <a:custGeom>
              <a:rect b="b" l="l" r="r" t="t"/>
              <a:pathLst>
                <a:path extrusionOk="0" h="11217" w="10205">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6" name="Google Shape;11826;p80"/>
            <p:cNvSpPr/>
            <p:nvPr/>
          </p:nvSpPr>
          <p:spPr>
            <a:xfrm>
              <a:off x="5865225" y="1594842"/>
              <a:ext cx="22683" cy="12894"/>
            </a:xfrm>
            <a:custGeom>
              <a:rect b="b" l="l" r="r" t="t"/>
              <a:pathLst>
                <a:path extrusionOk="0" h="407" w="716">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7" name="Google Shape;11827;p80"/>
            <p:cNvSpPr/>
            <p:nvPr/>
          </p:nvSpPr>
          <p:spPr>
            <a:xfrm>
              <a:off x="5931627" y="1594462"/>
              <a:ext cx="23412" cy="12894"/>
            </a:xfrm>
            <a:custGeom>
              <a:rect b="b" l="l" r="r" t="t"/>
              <a:pathLst>
                <a:path extrusionOk="0" h="407" w="739">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8" name="Google Shape;11828;p80"/>
            <p:cNvSpPr/>
            <p:nvPr/>
          </p:nvSpPr>
          <p:spPr>
            <a:xfrm>
              <a:off x="5993846" y="1778586"/>
              <a:ext cx="10613" cy="77363"/>
            </a:xfrm>
            <a:custGeom>
              <a:rect b="b" l="l" r="r" t="t"/>
              <a:pathLst>
                <a:path extrusionOk="0" h="2442" w="335">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29" name="Google Shape;11829;p80"/>
          <p:cNvGrpSpPr/>
          <p:nvPr/>
        </p:nvGrpSpPr>
        <p:grpSpPr>
          <a:xfrm>
            <a:off x="8047661" y="1325637"/>
            <a:ext cx="278404" cy="355260"/>
            <a:chOff x="8047661" y="1501037"/>
            <a:chExt cx="278404" cy="355260"/>
          </a:xfrm>
        </p:grpSpPr>
        <p:sp>
          <p:nvSpPr>
            <p:cNvPr id="11830" name="Google Shape;11830;p80"/>
            <p:cNvSpPr/>
            <p:nvPr/>
          </p:nvSpPr>
          <p:spPr>
            <a:xfrm>
              <a:off x="8147611" y="1622815"/>
              <a:ext cx="10581" cy="16220"/>
            </a:xfrm>
            <a:custGeom>
              <a:rect b="b" l="l" r="r" t="t"/>
              <a:pathLst>
                <a:path extrusionOk="0" h="512" w="334">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1" name="Google Shape;11831;p80"/>
            <p:cNvSpPr/>
            <p:nvPr/>
          </p:nvSpPr>
          <p:spPr>
            <a:xfrm>
              <a:off x="8214741" y="1622815"/>
              <a:ext cx="10233" cy="16220"/>
            </a:xfrm>
            <a:custGeom>
              <a:rect b="b" l="l" r="r" t="t"/>
              <a:pathLst>
                <a:path extrusionOk="0" h="512" w="323">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2" name="Google Shape;11832;p80"/>
            <p:cNvSpPr/>
            <p:nvPr/>
          </p:nvSpPr>
          <p:spPr>
            <a:xfrm>
              <a:off x="8163451" y="1661370"/>
              <a:ext cx="45302" cy="16157"/>
            </a:xfrm>
            <a:custGeom>
              <a:rect b="b" l="l" r="r" t="t"/>
              <a:pathLst>
                <a:path extrusionOk="0" h="510" w="143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3" name="Google Shape;11833;p80"/>
            <p:cNvSpPr/>
            <p:nvPr/>
          </p:nvSpPr>
          <p:spPr>
            <a:xfrm>
              <a:off x="8047661" y="1501037"/>
              <a:ext cx="278404" cy="355260"/>
            </a:xfrm>
            <a:custGeom>
              <a:rect b="b" l="l" r="r" t="t"/>
              <a:pathLst>
                <a:path extrusionOk="0" h="11214" w="8788">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34" name="Google Shape;11834;p80"/>
          <p:cNvGrpSpPr/>
          <p:nvPr/>
        </p:nvGrpSpPr>
        <p:grpSpPr>
          <a:xfrm>
            <a:off x="4903389" y="1324814"/>
            <a:ext cx="267854" cy="355735"/>
            <a:chOff x="4903389" y="1500214"/>
            <a:chExt cx="267854" cy="355735"/>
          </a:xfrm>
        </p:grpSpPr>
        <p:sp>
          <p:nvSpPr>
            <p:cNvPr id="11835" name="Google Shape;11835;p80"/>
            <p:cNvSpPr/>
            <p:nvPr/>
          </p:nvSpPr>
          <p:spPr>
            <a:xfrm>
              <a:off x="4997700" y="1611854"/>
              <a:ext cx="10201" cy="16252"/>
            </a:xfrm>
            <a:custGeom>
              <a:rect b="b" l="l" r="r" t="t"/>
              <a:pathLst>
                <a:path extrusionOk="0" h="513" w="322">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6" name="Google Shape;11836;p80"/>
            <p:cNvSpPr/>
            <p:nvPr/>
          </p:nvSpPr>
          <p:spPr>
            <a:xfrm>
              <a:off x="5064830" y="1611854"/>
              <a:ext cx="10233" cy="16252"/>
            </a:xfrm>
            <a:custGeom>
              <a:rect b="b" l="l" r="r" t="t"/>
              <a:pathLst>
                <a:path extrusionOk="0" h="513" w="323">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7" name="Google Shape;11837;p80"/>
            <p:cNvSpPr/>
            <p:nvPr/>
          </p:nvSpPr>
          <p:spPr>
            <a:xfrm>
              <a:off x="5013160" y="1650820"/>
              <a:ext cx="45302" cy="15777"/>
            </a:xfrm>
            <a:custGeom>
              <a:rect b="b" l="l" r="r" t="t"/>
              <a:pathLst>
                <a:path extrusionOk="0" h="498" w="143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8" name="Google Shape;11838;p80"/>
            <p:cNvSpPr/>
            <p:nvPr/>
          </p:nvSpPr>
          <p:spPr>
            <a:xfrm>
              <a:off x="4903389" y="1500214"/>
              <a:ext cx="267854" cy="355735"/>
            </a:xfrm>
            <a:custGeom>
              <a:rect b="b" l="l" r="r" t="t"/>
              <a:pathLst>
                <a:path extrusionOk="0" h="11229" w="8455">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9" name="Google Shape;11839;p80"/>
            <p:cNvSpPr/>
            <p:nvPr/>
          </p:nvSpPr>
          <p:spPr>
            <a:xfrm>
              <a:off x="5031281" y="1828007"/>
              <a:ext cx="10201" cy="15872"/>
            </a:xfrm>
            <a:custGeom>
              <a:rect b="b" l="l" r="r" t="t"/>
              <a:pathLst>
                <a:path extrusionOk="0" h="501" w="322">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40" name="Google Shape;11840;p80"/>
          <p:cNvGrpSpPr/>
          <p:nvPr/>
        </p:nvGrpSpPr>
        <p:grpSpPr>
          <a:xfrm>
            <a:off x="7613518" y="1325954"/>
            <a:ext cx="264433" cy="353074"/>
            <a:chOff x="7613518" y="1501354"/>
            <a:chExt cx="264433" cy="353074"/>
          </a:xfrm>
        </p:grpSpPr>
        <p:sp>
          <p:nvSpPr>
            <p:cNvPr id="11841" name="Google Shape;11841;p80"/>
            <p:cNvSpPr/>
            <p:nvPr/>
          </p:nvSpPr>
          <p:spPr>
            <a:xfrm>
              <a:off x="7707069" y="1628454"/>
              <a:ext cx="10201" cy="16252"/>
            </a:xfrm>
            <a:custGeom>
              <a:rect b="b" l="l" r="r" t="t"/>
              <a:pathLst>
                <a:path extrusionOk="0" h="513" w="322">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2" name="Google Shape;11842;p80"/>
            <p:cNvSpPr/>
            <p:nvPr/>
          </p:nvSpPr>
          <p:spPr>
            <a:xfrm>
              <a:off x="7773439" y="1628454"/>
              <a:ext cx="10201" cy="16252"/>
            </a:xfrm>
            <a:custGeom>
              <a:rect b="b" l="l" r="r" t="t"/>
              <a:pathLst>
                <a:path extrusionOk="0" h="513" w="322">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3" name="Google Shape;11843;p80"/>
            <p:cNvSpPr/>
            <p:nvPr/>
          </p:nvSpPr>
          <p:spPr>
            <a:xfrm>
              <a:off x="7613518" y="1501354"/>
              <a:ext cx="264433" cy="353074"/>
            </a:xfrm>
            <a:custGeom>
              <a:rect b="b" l="l" r="r" t="t"/>
              <a:pathLst>
                <a:path extrusionOk="0" h="11145" w="8347">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4" name="Google Shape;11844;p80"/>
            <p:cNvSpPr/>
            <p:nvPr/>
          </p:nvSpPr>
          <p:spPr>
            <a:xfrm>
              <a:off x="7701778" y="1611474"/>
              <a:ext cx="21162" cy="10613"/>
            </a:xfrm>
            <a:custGeom>
              <a:rect b="b" l="l" r="r" t="t"/>
              <a:pathLst>
                <a:path extrusionOk="0" h="335" w="668">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5" name="Google Shape;11845;p80"/>
            <p:cNvSpPr/>
            <p:nvPr/>
          </p:nvSpPr>
          <p:spPr>
            <a:xfrm>
              <a:off x="7768148" y="1611474"/>
              <a:ext cx="21162" cy="10613"/>
            </a:xfrm>
            <a:custGeom>
              <a:rect b="b" l="l" r="r" t="t"/>
              <a:pathLst>
                <a:path extrusionOk="0" h="335" w="668">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6" name="Google Shape;11846;p80"/>
            <p:cNvSpPr/>
            <p:nvPr/>
          </p:nvSpPr>
          <p:spPr>
            <a:xfrm>
              <a:off x="7715337" y="1659025"/>
              <a:ext cx="60382" cy="32820"/>
            </a:xfrm>
            <a:custGeom>
              <a:rect b="b" l="l" r="r" t="t"/>
              <a:pathLst>
                <a:path extrusionOk="0" h="1036" w="1906">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47" name="Google Shape;11847;p80"/>
          <p:cNvSpPr txBox="1"/>
          <p:nvPr/>
        </p:nvSpPr>
        <p:spPr>
          <a:xfrm>
            <a:off x="849675" y="511013"/>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Help &amp; Support Icons</a:t>
            </a:r>
            <a:endParaRPr sz="2400">
              <a:solidFill>
                <a:srgbClr val="FFFFFF"/>
              </a:solidFill>
            </a:endParaRPr>
          </a:p>
        </p:txBody>
      </p:sp>
      <p:sp>
        <p:nvSpPr>
          <p:cNvPr id="11848" name="Google Shape;11848;p80"/>
          <p:cNvSpPr txBox="1"/>
          <p:nvPr/>
        </p:nvSpPr>
        <p:spPr>
          <a:xfrm>
            <a:off x="4858400" y="511013"/>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1852" name="Shape 11852"/>
        <p:cNvGrpSpPr/>
        <p:nvPr/>
      </p:nvGrpSpPr>
      <p:grpSpPr>
        <a:xfrm>
          <a:off x="0" y="0"/>
          <a:ext cx="0" cy="0"/>
          <a:chOff x="0" y="0"/>
          <a:chExt cx="0" cy="0"/>
        </a:xfrm>
      </p:grpSpPr>
      <p:grpSp>
        <p:nvGrpSpPr>
          <p:cNvPr id="11853" name="Google Shape;11853;p81"/>
          <p:cNvGrpSpPr/>
          <p:nvPr/>
        </p:nvGrpSpPr>
        <p:grpSpPr>
          <a:xfrm>
            <a:off x="1757085" y="1325225"/>
            <a:ext cx="371069" cy="359396"/>
            <a:chOff x="1757085" y="1500675"/>
            <a:chExt cx="371069" cy="359396"/>
          </a:xfrm>
        </p:grpSpPr>
        <p:sp>
          <p:nvSpPr>
            <p:cNvPr id="11854" name="Google Shape;11854;p81"/>
            <p:cNvSpPr/>
            <p:nvPr/>
          </p:nvSpPr>
          <p:spPr>
            <a:xfrm>
              <a:off x="2032389" y="1667206"/>
              <a:ext cx="66313" cy="60684"/>
            </a:xfrm>
            <a:custGeom>
              <a:rect b="b" l="l" r="r" t="t"/>
              <a:pathLst>
                <a:path extrusionOk="0" h="1908" w="2085">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5" name="Google Shape;11855;p81"/>
            <p:cNvSpPr/>
            <p:nvPr/>
          </p:nvSpPr>
          <p:spPr>
            <a:xfrm>
              <a:off x="1971419" y="1747609"/>
              <a:ext cx="12531" cy="11513"/>
            </a:xfrm>
            <a:custGeom>
              <a:rect b="b" l="l" r="r" t="t"/>
              <a:pathLst>
                <a:path extrusionOk="0" h="362" w="394">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6" name="Google Shape;11856;p81"/>
            <p:cNvSpPr/>
            <p:nvPr/>
          </p:nvSpPr>
          <p:spPr>
            <a:xfrm>
              <a:off x="2032008" y="1776202"/>
              <a:ext cx="62910" cy="61702"/>
            </a:xfrm>
            <a:custGeom>
              <a:rect b="b" l="l" r="r" t="t"/>
              <a:pathLst>
                <a:path extrusionOk="0" h="1940" w="1978">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7" name="Google Shape;11857;p81"/>
            <p:cNvSpPr/>
            <p:nvPr/>
          </p:nvSpPr>
          <p:spPr>
            <a:xfrm>
              <a:off x="1976349" y="1775216"/>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8" name="Google Shape;11858;p81"/>
            <p:cNvSpPr/>
            <p:nvPr/>
          </p:nvSpPr>
          <p:spPr>
            <a:xfrm>
              <a:off x="2016487" y="1775216"/>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9" name="Google Shape;11859;p81"/>
            <p:cNvSpPr/>
            <p:nvPr/>
          </p:nvSpPr>
          <p:spPr>
            <a:xfrm>
              <a:off x="1914615" y="1724837"/>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0" name="Google Shape;11860;p81"/>
            <p:cNvSpPr/>
            <p:nvPr/>
          </p:nvSpPr>
          <p:spPr>
            <a:xfrm>
              <a:off x="1976349" y="1730530"/>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1" name="Google Shape;11861;p81"/>
            <p:cNvSpPr/>
            <p:nvPr/>
          </p:nvSpPr>
          <p:spPr>
            <a:xfrm>
              <a:off x="1976349" y="1730530"/>
              <a:ext cx="413" cy="32"/>
            </a:xfrm>
            <a:custGeom>
              <a:rect b="b" l="l" r="r" t="t"/>
              <a:pathLst>
                <a:path extrusionOk="0" h="1" w="13">
                  <a:moveTo>
                    <a:pt x="0" y="0"/>
                  </a:moveTo>
                  <a:lnTo>
                    <a:pt x="0" y="0"/>
                  </a:lnTo>
                  <a:cubicBezTo>
                    <a:pt x="12" y="0"/>
                    <a:pt x="12" y="0"/>
                    <a:pt x="0" y="0"/>
                  </a:cubicBezTo>
                  <a:cubicBezTo>
                    <a:pt x="12" y="0"/>
                    <a:pt x="12"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2" name="Google Shape;11862;p81"/>
            <p:cNvSpPr/>
            <p:nvPr/>
          </p:nvSpPr>
          <p:spPr>
            <a:xfrm>
              <a:off x="1976349" y="1730530"/>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3" name="Google Shape;11863;p81"/>
            <p:cNvSpPr/>
            <p:nvPr/>
          </p:nvSpPr>
          <p:spPr>
            <a:xfrm>
              <a:off x="1757085" y="1500675"/>
              <a:ext cx="371069" cy="359396"/>
            </a:xfrm>
            <a:custGeom>
              <a:rect b="b" l="l" r="r" t="t"/>
              <a:pathLst>
                <a:path extrusionOk="0" h="11300" w="11667">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4" name="Google Shape;11864;p81"/>
            <p:cNvSpPr/>
            <p:nvPr/>
          </p:nvSpPr>
          <p:spPr>
            <a:xfrm>
              <a:off x="1976349" y="1775216"/>
              <a:ext cx="413" cy="32"/>
            </a:xfrm>
            <a:custGeom>
              <a:rect b="b" l="l" r="r" t="t"/>
              <a:pathLst>
                <a:path extrusionOk="0" h="1" w="13">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5" name="Google Shape;11865;p81"/>
            <p:cNvSpPr/>
            <p:nvPr/>
          </p:nvSpPr>
          <p:spPr>
            <a:xfrm>
              <a:off x="1955898" y="1769523"/>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6" name="Google Shape;11866;p81"/>
            <p:cNvSpPr/>
            <p:nvPr/>
          </p:nvSpPr>
          <p:spPr>
            <a:xfrm>
              <a:off x="1914615" y="1724837"/>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7" name="Google Shape;11867;p81"/>
            <p:cNvSpPr/>
            <p:nvPr/>
          </p:nvSpPr>
          <p:spPr>
            <a:xfrm>
              <a:off x="2016868" y="1775216"/>
              <a:ext cx="32" cy="32"/>
            </a:xfrm>
            <a:custGeom>
              <a:rect b="b" l="l" r="r" t="t"/>
              <a:pathLst>
                <a:path extrusionOk="0" h="1" w="1">
                  <a:moveTo>
                    <a:pt x="0" y="0"/>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8" name="Google Shape;11868;p81"/>
            <p:cNvSpPr/>
            <p:nvPr/>
          </p:nvSpPr>
          <p:spPr>
            <a:xfrm>
              <a:off x="1914615" y="1724837"/>
              <a:ext cx="32" cy="32"/>
            </a:xfrm>
            <a:custGeom>
              <a:rect b="b" l="l" r="r" t="t"/>
              <a:pathLst>
                <a:path extrusionOk="0" h="1" w="1">
                  <a:moveTo>
                    <a:pt x="1" y="1"/>
                  </a:moveTo>
                  <a:lnTo>
                    <a:pt x="1" y="1"/>
                  </a:ln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9" name="Google Shape;11869;p81"/>
            <p:cNvSpPr/>
            <p:nvPr/>
          </p:nvSpPr>
          <p:spPr>
            <a:xfrm>
              <a:off x="1914615" y="1724837"/>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0" name="Google Shape;11870;p81"/>
            <p:cNvSpPr/>
            <p:nvPr/>
          </p:nvSpPr>
          <p:spPr>
            <a:xfrm>
              <a:off x="1955898" y="1769523"/>
              <a:ext cx="32" cy="32"/>
            </a:xfrm>
            <a:custGeom>
              <a:rect b="b" l="l" r="r" t="t"/>
              <a:pathLst>
                <a:path extrusionOk="0" h="1" w="1">
                  <a:moveTo>
                    <a:pt x="1"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1" name="Google Shape;11871;p81"/>
            <p:cNvSpPr/>
            <p:nvPr/>
          </p:nvSpPr>
          <p:spPr>
            <a:xfrm>
              <a:off x="1955898" y="1769523"/>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2" name="Google Shape;11872;p81"/>
            <p:cNvSpPr/>
            <p:nvPr/>
          </p:nvSpPr>
          <p:spPr>
            <a:xfrm>
              <a:off x="1914615" y="1724837"/>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3" name="Google Shape;11873;p81"/>
            <p:cNvSpPr/>
            <p:nvPr/>
          </p:nvSpPr>
          <p:spPr>
            <a:xfrm>
              <a:off x="1955898" y="1769523"/>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4" name="Google Shape;11874;p81"/>
            <p:cNvSpPr/>
            <p:nvPr/>
          </p:nvSpPr>
          <p:spPr>
            <a:xfrm>
              <a:off x="2016487" y="1775216"/>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5" name="Google Shape;11875;p81"/>
            <p:cNvSpPr/>
            <p:nvPr/>
          </p:nvSpPr>
          <p:spPr>
            <a:xfrm>
              <a:off x="2016487" y="1775216"/>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6" name="Google Shape;11876;p81"/>
            <p:cNvSpPr/>
            <p:nvPr/>
          </p:nvSpPr>
          <p:spPr>
            <a:xfrm>
              <a:off x="2016868" y="1775216"/>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7" name="Google Shape;11877;p81"/>
            <p:cNvSpPr/>
            <p:nvPr/>
          </p:nvSpPr>
          <p:spPr>
            <a:xfrm>
              <a:off x="1955898" y="1769523"/>
              <a:ext cx="32" cy="32"/>
            </a:xfrm>
            <a:custGeom>
              <a:rect b="b" l="l" r="r" t="t"/>
              <a:pathLst>
                <a:path extrusionOk="0" h="1" w="1">
                  <a:moveTo>
                    <a:pt x="1" y="1"/>
                  </a:moveTo>
                  <a:lnTo>
                    <a:pt x="1" y="1"/>
                  </a:lnTo>
                  <a:lnTo>
                    <a:pt x="1" y="1"/>
                  </a:ln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8" name="Google Shape;11878;p81"/>
            <p:cNvSpPr/>
            <p:nvPr/>
          </p:nvSpPr>
          <p:spPr>
            <a:xfrm>
              <a:off x="1955898" y="1769523"/>
              <a:ext cx="32" cy="32"/>
            </a:xfrm>
            <a:custGeom>
              <a:rect b="b" l="l" r="r" t="t"/>
              <a:pathLst>
                <a:path extrusionOk="0" h="1" w="1">
                  <a:moveTo>
                    <a:pt x="1" y="1"/>
                  </a:moveTo>
                  <a:lnTo>
                    <a:pt x="1" y="1"/>
                  </a:ln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9" name="Google Shape;11879;p81"/>
            <p:cNvSpPr/>
            <p:nvPr/>
          </p:nvSpPr>
          <p:spPr>
            <a:xfrm>
              <a:off x="1812744" y="1556302"/>
              <a:ext cx="77668" cy="72929"/>
            </a:xfrm>
            <a:custGeom>
              <a:rect b="b" l="l" r="r" t="t"/>
              <a:pathLst>
                <a:path extrusionOk="0" h="2293" w="2442">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0" name="Google Shape;11880;p81"/>
            <p:cNvSpPr/>
            <p:nvPr/>
          </p:nvSpPr>
          <p:spPr>
            <a:xfrm>
              <a:off x="1759375" y="1695671"/>
              <a:ext cx="99613" cy="158707"/>
            </a:xfrm>
            <a:custGeom>
              <a:rect b="b" l="l" r="r" t="t"/>
              <a:pathLst>
                <a:path extrusionOk="0" h="4990" w="3132">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1" name="Google Shape;11881;p81"/>
            <p:cNvSpPr/>
            <p:nvPr/>
          </p:nvSpPr>
          <p:spPr>
            <a:xfrm>
              <a:off x="1794965" y="1747195"/>
              <a:ext cx="38261" cy="10623"/>
            </a:xfrm>
            <a:custGeom>
              <a:rect b="b" l="l" r="r" t="t"/>
              <a:pathLst>
                <a:path extrusionOk="0" h="334" w="1203">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2" name="Google Shape;11882;p81"/>
            <p:cNvSpPr/>
            <p:nvPr/>
          </p:nvSpPr>
          <p:spPr>
            <a:xfrm>
              <a:off x="1839269" y="1747195"/>
              <a:ext cx="37912" cy="10623"/>
            </a:xfrm>
            <a:custGeom>
              <a:rect b="b" l="l" r="r" t="t"/>
              <a:pathLst>
                <a:path extrusionOk="0" h="334" w="1192">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83" name="Google Shape;11883;p81"/>
          <p:cNvGrpSpPr/>
          <p:nvPr/>
        </p:nvGrpSpPr>
        <p:grpSpPr>
          <a:xfrm>
            <a:off x="2774209" y="1779241"/>
            <a:ext cx="116693" cy="374186"/>
            <a:chOff x="2774209" y="1954691"/>
            <a:chExt cx="116693" cy="374186"/>
          </a:xfrm>
        </p:grpSpPr>
        <p:sp>
          <p:nvSpPr>
            <p:cNvPr id="11884" name="Google Shape;11884;p81"/>
            <p:cNvSpPr/>
            <p:nvPr/>
          </p:nvSpPr>
          <p:spPr>
            <a:xfrm>
              <a:off x="2774209" y="2181525"/>
              <a:ext cx="115166" cy="147353"/>
            </a:xfrm>
            <a:custGeom>
              <a:rect b="b" l="l" r="r" t="t"/>
              <a:pathLst>
                <a:path extrusionOk="0" h="4633" w="3621">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5" name="Google Shape;11885;p81"/>
            <p:cNvSpPr/>
            <p:nvPr/>
          </p:nvSpPr>
          <p:spPr>
            <a:xfrm>
              <a:off x="2774591" y="1954691"/>
              <a:ext cx="116311" cy="255649"/>
            </a:xfrm>
            <a:custGeom>
              <a:rect b="b" l="l" r="r" t="t"/>
              <a:pathLst>
                <a:path extrusionOk="0" h="8038" w="3657">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86" name="Google Shape;11886;p81"/>
          <p:cNvGrpSpPr/>
          <p:nvPr/>
        </p:nvGrpSpPr>
        <p:grpSpPr>
          <a:xfrm>
            <a:off x="4017435" y="1324462"/>
            <a:ext cx="315092" cy="359397"/>
            <a:chOff x="4017435" y="1499912"/>
            <a:chExt cx="315092" cy="359397"/>
          </a:xfrm>
        </p:grpSpPr>
        <p:sp>
          <p:nvSpPr>
            <p:cNvPr id="11887" name="Google Shape;11887;p81"/>
            <p:cNvSpPr/>
            <p:nvPr/>
          </p:nvSpPr>
          <p:spPr>
            <a:xfrm>
              <a:off x="4017816" y="1499912"/>
              <a:ext cx="314710" cy="359397"/>
            </a:xfrm>
            <a:custGeom>
              <a:rect b="b" l="l" r="r" t="t"/>
              <a:pathLst>
                <a:path extrusionOk="0" h="11300" w="9895">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8" name="Google Shape;11888;p81"/>
            <p:cNvSpPr/>
            <p:nvPr/>
          </p:nvSpPr>
          <p:spPr>
            <a:xfrm>
              <a:off x="4017435" y="1522302"/>
              <a:ext cx="121591" cy="207114"/>
            </a:xfrm>
            <a:custGeom>
              <a:rect b="b" l="l" r="r" t="t"/>
              <a:pathLst>
                <a:path extrusionOk="0" h="6512" w="3823">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89" name="Google Shape;11889;p81"/>
          <p:cNvGrpSpPr/>
          <p:nvPr/>
        </p:nvGrpSpPr>
        <p:grpSpPr>
          <a:xfrm>
            <a:off x="3963652" y="1824309"/>
            <a:ext cx="374154" cy="284050"/>
            <a:chOff x="3963652" y="1999759"/>
            <a:chExt cx="374154" cy="284050"/>
          </a:xfrm>
        </p:grpSpPr>
        <p:sp>
          <p:nvSpPr>
            <p:cNvPr id="11890" name="Google Shape;11890;p81"/>
            <p:cNvSpPr/>
            <p:nvPr/>
          </p:nvSpPr>
          <p:spPr>
            <a:xfrm>
              <a:off x="4123441" y="2104652"/>
              <a:ext cx="214366" cy="179158"/>
            </a:xfrm>
            <a:custGeom>
              <a:rect b="b" l="l" r="r" t="t"/>
              <a:pathLst>
                <a:path extrusionOk="0" h="5633" w="674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1" name="Google Shape;11891;p81"/>
            <p:cNvSpPr/>
            <p:nvPr/>
          </p:nvSpPr>
          <p:spPr>
            <a:xfrm>
              <a:off x="3963652" y="1999759"/>
              <a:ext cx="374154" cy="283669"/>
            </a:xfrm>
            <a:custGeom>
              <a:rect b="b" l="l" r="r" t="t"/>
              <a:pathLst>
                <a:path extrusionOk="0" h="8919" w="11764">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2" name="Google Shape;11892;p81"/>
            <p:cNvSpPr/>
            <p:nvPr/>
          </p:nvSpPr>
          <p:spPr>
            <a:xfrm>
              <a:off x="4069309" y="2061874"/>
              <a:ext cx="234435" cy="182911"/>
            </a:xfrm>
            <a:custGeom>
              <a:rect b="b" l="l" r="r" t="t"/>
              <a:pathLst>
                <a:path extrusionOk="0" h="5751" w="7371">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93" name="Google Shape;11893;p81"/>
          <p:cNvGrpSpPr/>
          <p:nvPr/>
        </p:nvGrpSpPr>
        <p:grpSpPr>
          <a:xfrm>
            <a:off x="1777536" y="1839416"/>
            <a:ext cx="376444" cy="253772"/>
            <a:chOff x="1777536" y="2014866"/>
            <a:chExt cx="376444" cy="253772"/>
          </a:xfrm>
        </p:grpSpPr>
        <p:sp>
          <p:nvSpPr>
            <p:cNvPr id="11894" name="Google Shape;11894;p81"/>
            <p:cNvSpPr/>
            <p:nvPr/>
          </p:nvSpPr>
          <p:spPr>
            <a:xfrm>
              <a:off x="1777536" y="2178503"/>
              <a:ext cx="376444" cy="90135"/>
            </a:xfrm>
            <a:custGeom>
              <a:rect b="b" l="l" r="r" t="t"/>
              <a:pathLst>
                <a:path extrusionOk="0" h="2834" w="11836">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5" name="Google Shape;11895;p81"/>
            <p:cNvSpPr/>
            <p:nvPr/>
          </p:nvSpPr>
          <p:spPr>
            <a:xfrm>
              <a:off x="1859338" y="2014866"/>
              <a:ext cx="107565" cy="167072"/>
            </a:xfrm>
            <a:custGeom>
              <a:rect b="b" l="l" r="r" t="t"/>
              <a:pathLst>
                <a:path extrusionOk="0" h="5253" w="3382">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6" name="Google Shape;11896;p81"/>
            <p:cNvSpPr/>
            <p:nvPr/>
          </p:nvSpPr>
          <p:spPr>
            <a:xfrm>
              <a:off x="1777536" y="2036335"/>
              <a:ext cx="71243" cy="169457"/>
            </a:xfrm>
            <a:custGeom>
              <a:rect b="b" l="l" r="r" t="t"/>
              <a:pathLst>
                <a:path extrusionOk="0" h="5328" w="224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7" name="Google Shape;11897;p81"/>
            <p:cNvSpPr/>
            <p:nvPr/>
          </p:nvSpPr>
          <p:spPr>
            <a:xfrm>
              <a:off x="1817197" y="2078794"/>
              <a:ext cx="85714" cy="54291"/>
            </a:xfrm>
            <a:custGeom>
              <a:rect b="b" l="l" r="r" t="t"/>
              <a:pathLst>
                <a:path extrusionOk="0" h="1707" w="2695">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8" name="Google Shape;11898;p81"/>
            <p:cNvSpPr/>
            <p:nvPr/>
          </p:nvSpPr>
          <p:spPr>
            <a:xfrm>
              <a:off x="1826007" y="2113716"/>
              <a:ext cx="88641" cy="56867"/>
            </a:xfrm>
            <a:custGeom>
              <a:rect b="b" l="l" r="r" t="t"/>
              <a:pathLst>
                <a:path extrusionOk="0" h="1788" w="2787">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99" name="Google Shape;11899;p81"/>
          <p:cNvGrpSpPr/>
          <p:nvPr/>
        </p:nvGrpSpPr>
        <p:grpSpPr>
          <a:xfrm>
            <a:off x="1309875" y="1881876"/>
            <a:ext cx="374154" cy="169680"/>
            <a:chOff x="1309875" y="2057326"/>
            <a:chExt cx="374154" cy="169680"/>
          </a:xfrm>
        </p:grpSpPr>
        <p:sp>
          <p:nvSpPr>
            <p:cNvPr id="11900" name="Google Shape;11900;p81"/>
            <p:cNvSpPr/>
            <p:nvPr/>
          </p:nvSpPr>
          <p:spPr>
            <a:xfrm>
              <a:off x="1480668" y="2212566"/>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1" name="Google Shape;11901;p81"/>
            <p:cNvSpPr/>
            <p:nvPr/>
          </p:nvSpPr>
          <p:spPr>
            <a:xfrm>
              <a:off x="1480668" y="2212566"/>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2" name="Google Shape;11902;p81"/>
            <p:cNvSpPr/>
            <p:nvPr/>
          </p:nvSpPr>
          <p:spPr>
            <a:xfrm>
              <a:off x="1480668" y="2212566"/>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3" name="Google Shape;11903;p81"/>
            <p:cNvSpPr/>
            <p:nvPr/>
          </p:nvSpPr>
          <p:spPr>
            <a:xfrm>
              <a:off x="1480286" y="2212566"/>
              <a:ext cx="413" cy="32"/>
            </a:xfrm>
            <a:custGeom>
              <a:rect b="b" l="l" r="r" t="t"/>
              <a:pathLst>
                <a:path extrusionOk="0" h="1" w="13">
                  <a:moveTo>
                    <a:pt x="12" y="1"/>
                  </a:moveTo>
                  <a:cubicBezTo>
                    <a:pt x="0" y="1"/>
                    <a:pt x="0" y="1"/>
                    <a:pt x="12" y="1"/>
                  </a:cubicBezTo>
                  <a:lnTo>
                    <a:pt x="12" y="1"/>
                  </a:lnTo>
                  <a:cubicBezTo>
                    <a:pt x="0" y="1"/>
                    <a:pt x="0" y="1"/>
                    <a:pt x="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4" name="Google Shape;11904;p81"/>
            <p:cNvSpPr/>
            <p:nvPr/>
          </p:nvSpPr>
          <p:spPr>
            <a:xfrm>
              <a:off x="1480668" y="2212566"/>
              <a:ext cx="32" cy="32"/>
            </a:xfrm>
            <a:custGeom>
              <a:rect b="b" l="l" r="r" t="t"/>
              <a:pathLst>
                <a:path extrusionOk="0" h="1" w="1">
                  <a:moveTo>
                    <a:pt x="0"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5" name="Google Shape;11905;p81"/>
            <p:cNvSpPr/>
            <p:nvPr/>
          </p:nvSpPr>
          <p:spPr>
            <a:xfrm>
              <a:off x="1460599" y="2082993"/>
              <a:ext cx="223430" cy="142232"/>
            </a:xfrm>
            <a:custGeom>
              <a:rect b="b" l="l" r="r" t="t"/>
              <a:pathLst>
                <a:path extrusionOk="0" h="4472" w="7025">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6" name="Google Shape;11906;p81"/>
            <p:cNvSpPr/>
            <p:nvPr/>
          </p:nvSpPr>
          <p:spPr>
            <a:xfrm>
              <a:off x="1480668" y="2212566"/>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7" name="Google Shape;11907;p81"/>
            <p:cNvSpPr/>
            <p:nvPr/>
          </p:nvSpPr>
          <p:spPr>
            <a:xfrm>
              <a:off x="1480668" y="2212566"/>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8" name="Google Shape;11908;p81"/>
            <p:cNvSpPr/>
            <p:nvPr/>
          </p:nvSpPr>
          <p:spPr>
            <a:xfrm>
              <a:off x="1397339" y="2183433"/>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9" name="Google Shape;11909;p81"/>
            <p:cNvSpPr/>
            <p:nvPr/>
          </p:nvSpPr>
          <p:spPr>
            <a:xfrm>
              <a:off x="1309875" y="2057326"/>
              <a:ext cx="132945" cy="169680"/>
            </a:xfrm>
            <a:custGeom>
              <a:rect b="b" l="l" r="r" t="t"/>
              <a:pathLst>
                <a:path extrusionOk="0" h="5335" w="418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0" name="Google Shape;11910;p81"/>
            <p:cNvSpPr/>
            <p:nvPr/>
          </p:nvSpPr>
          <p:spPr>
            <a:xfrm>
              <a:off x="1460599" y="2057326"/>
              <a:ext cx="25380" cy="101140"/>
            </a:xfrm>
            <a:custGeom>
              <a:rect b="b" l="l" r="r" t="t"/>
              <a:pathLst>
                <a:path extrusionOk="0" h="3180" w="798">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11" name="Google Shape;11911;p81"/>
          <p:cNvSpPr/>
          <p:nvPr/>
        </p:nvSpPr>
        <p:spPr>
          <a:xfrm>
            <a:off x="862283" y="1900800"/>
            <a:ext cx="374536" cy="130305"/>
          </a:xfrm>
          <a:custGeom>
            <a:rect b="b" l="l" r="r" t="t"/>
            <a:pathLst>
              <a:path extrusionOk="0" h="4097" w="11776">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12" name="Google Shape;11912;p81"/>
          <p:cNvGrpSpPr/>
          <p:nvPr/>
        </p:nvGrpSpPr>
        <p:grpSpPr>
          <a:xfrm>
            <a:off x="2347450" y="1779114"/>
            <a:ext cx="113639" cy="373168"/>
            <a:chOff x="2347450" y="1954564"/>
            <a:chExt cx="113639" cy="373168"/>
          </a:xfrm>
        </p:grpSpPr>
        <p:sp>
          <p:nvSpPr>
            <p:cNvPr id="11913" name="Google Shape;11913;p81"/>
            <p:cNvSpPr/>
            <p:nvPr/>
          </p:nvSpPr>
          <p:spPr>
            <a:xfrm>
              <a:off x="2347450" y="1954564"/>
              <a:ext cx="89022" cy="261819"/>
            </a:xfrm>
            <a:custGeom>
              <a:rect b="b" l="l" r="r" t="t"/>
              <a:pathLst>
                <a:path extrusionOk="0" h="8232" w="2799">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4" name="Google Shape;11914;p81"/>
            <p:cNvSpPr/>
            <p:nvPr/>
          </p:nvSpPr>
          <p:spPr>
            <a:xfrm>
              <a:off x="2362970" y="1994352"/>
              <a:ext cx="98118" cy="333380"/>
            </a:xfrm>
            <a:custGeom>
              <a:rect b="b" l="l" r="r" t="t"/>
              <a:pathLst>
                <a:path extrusionOk="0" h="10482" w="3085">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15" name="Google Shape;11915;p81"/>
          <p:cNvSpPr/>
          <p:nvPr/>
        </p:nvSpPr>
        <p:spPr>
          <a:xfrm>
            <a:off x="861520" y="1411385"/>
            <a:ext cx="360160" cy="184628"/>
          </a:xfrm>
          <a:custGeom>
            <a:rect b="b" l="l" r="r" t="t"/>
            <a:pathLst>
              <a:path extrusionOk="0" h="5805" w="11324">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16" name="Google Shape;11916;p81"/>
          <p:cNvGrpSpPr/>
          <p:nvPr/>
        </p:nvGrpSpPr>
        <p:grpSpPr>
          <a:xfrm>
            <a:off x="3110102" y="1324430"/>
            <a:ext cx="330613" cy="358379"/>
            <a:chOff x="3110102" y="1499880"/>
            <a:chExt cx="330613" cy="358379"/>
          </a:xfrm>
        </p:grpSpPr>
        <p:sp>
          <p:nvSpPr>
            <p:cNvPr id="11917" name="Google Shape;11917;p81"/>
            <p:cNvSpPr/>
            <p:nvPr/>
          </p:nvSpPr>
          <p:spPr>
            <a:xfrm>
              <a:off x="3385024" y="1775979"/>
              <a:ext cx="55341" cy="71211"/>
            </a:xfrm>
            <a:custGeom>
              <a:rect b="b" l="l" r="r" t="t"/>
              <a:pathLst>
                <a:path extrusionOk="0" h="2239" w="174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8" name="Google Shape;11918;p81"/>
            <p:cNvSpPr/>
            <p:nvPr/>
          </p:nvSpPr>
          <p:spPr>
            <a:xfrm>
              <a:off x="3347176" y="1535501"/>
              <a:ext cx="93189" cy="61765"/>
            </a:xfrm>
            <a:custGeom>
              <a:rect b="b" l="l" r="r" t="t"/>
              <a:pathLst>
                <a:path extrusionOk="0" h="1942" w="293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9" name="Google Shape;11919;p81"/>
            <p:cNvSpPr/>
            <p:nvPr/>
          </p:nvSpPr>
          <p:spPr>
            <a:xfrm>
              <a:off x="3110102" y="1580728"/>
              <a:ext cx="330613" cy="277530"/>
            </a:xfrm>
            <a:custGeom>
              <a:rect b="b" l="l" r="r" t="t"/>
              <a:pathLst>
                <a:path extrusionOk="0" h="8726" w="10395">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0" name="Google Shape;11920;p81"/>
            <p:cNvSpPr/>
            <p:nvPr/>
          </p:nvSpPr>
          <p:spPr>
            <a:xfrm>
              <a:off x="3139267" y="1504428"/>
              <a:ext cx="77668" cy="78113"/>
            </a:xfrm>
            <a:custGeom>
              <a:rect b="b" l="l" r="r" t="t"/>
              <a:pathLst>
                <a:path extrusionOk="0" h="2456" w="2442">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1" name="Google Shape;11921;p81"/>
            <p:cNvSpPr/>
            <p:nvPr/>
          </p:nvSpPr>
          <p:spPr>
            <a:xfrm>
              <a:off x="3226381" y="1499880"/>
              <a:ext cx="116279" cy="82661"/>
            </a:xfrm>
            <a:custGeom>
              <a:rect b="b" l="l" r="r" t="t"/>
              <a:pathLst>
                <a:path extrusionOk="0" h="2599" w="3656">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2" name="Google Shape;11922;p81"/>
            <p:cNvSpPr/>
            <p:nvPr/>
          </p:nvSpPr>
          <p:spPr>
            <a:xfrm>
              <a:off x="3179786" y="1775216"/>
              <a:ext cx="86764" cy="46594"/>
            </a:xfrm>
            <a:custGeom>
              <a:rect b="b" l="l" r="r" t="t"/>
              <a:pathLst>
                <a:path extrusionOk="0" h="1465" w="2728">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3" name="Google Shape;11923;p81"/>
            <p:cNvSpPr/>
            <p:nvPr/>
          </p:nvSpPr>
          <p:spPr>
            <a:xfrm>
              <a:off x="3154024" y="1712337"/>
              <a:ext cx="15203" cy="109473"/>
            </a:xfrm>
            <a:custGeom>
              <a:rect b="b" l="l" r="r" t="t"/>
              <a:pathLst>
                <a:path extrusionOk="0" h="3442" w="478">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24" name="Google Shape;11924;p81"/>
          <p:cNvSpPr/>
          <p:nvPr/>
        </p:nvSpPr>
        <p:spPr>
          <a:xfrm>
            <a:off x="3196834" y="1778764"/>
            <a:ext cx="118537" cy="373518"/>
          </a:xfrm>
          <a:custGeom>
            <a:rect b="b" l="l" r="r" t="t"/>
            <a:pathLst>
              <a:path extrusionOk="0" h="11744" w="3727">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25" name="Google Shape;11925;p81"/>
          <p:cNvGrpSpPr/>
          <p:nvPr/>
        </p:nvGrpSpPr>
        <p:grpSpPr>
          <a:xfrm>
            <a:off x="3485575" y="1824309"/>
            <a:ext cx="373772" cy="284050"/>
            <a:chOff x="3531200" y="1999759"/>
            <a:chExt cx="373772" cy="284050"/>
          </a:xfrm>
        </p:grpSpPr>
        <p:sp>
          <p:nvSpPr>
            <p:cNvPr id="11926" name="Google Shape;11926;p81"/>
            <p:cNvSpPr/>
            <p:nvPr/>
          </p:nvSpPr>
          <p:spPr>
            <a:xfrm>
              <a:off x="3531200" y="1999759"/>
              <a:ext cx="373772" cy="283669"/>
            </a:xfrm>
            <a:custGeom>
              <a:rect b="b" l="l" r="r" t="t"/>
              <a:pathLst>
                <a:path extrusionOk="0" h="8919" w="11752">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7" name="Google Shape;11927;p81"/>
            <p:cNvSpPr/>
            <p:nvPr/>
          </p:nvSpPr>
          <p:spPr>
            <a:xfrm>
              <a:off x="3690638" y="2104652"/>
              <a:ext cx="214334" cy="179158"/>
            </a:xfrm>
            <a:custGeom>
              <a:rect b="b" l="l" r="r" t="t"/>
              <a:pathLst>
                <a:path extrusionOk="0" h="5633" w="6739">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8" name="Google Shape;11928;p81"/>
            <p:cNvSpPr/>
            <p:nvPr/>
          </p:nvSpPr>
          <p:spPr>
            <a:xfrm>
              <a:off x="3631163" y="2148193"/>
              <a:ext cx="259433" cy="84856"/>
            </a:xfrm>
            <a:custGeom>
              <a:rect b="b" l="l" r="r" t="t"/>
              <a:pathLst>
                <a:path extrusionOk="0" h="2668" w="8157">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9" name="Google Shape;11929;p81"/>
            <p:cNvSpPr/>
            <p:nvPr/>
          </p:nvSpPr>
          <p:spPr>
            <a:xfrm>
              <a:off x="3639496" y="2058089"/>
              <a:ext cx="206414" cy="73120"/>
            </a:xfrm>
            <a:custGeom>
              <a:rect b="b" l="l" r="r" t="t"/>
              <a:pathLst>
                <a:path extrusionOk="0" h="2299" w="649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30" name="Google Shape;11930;p81"/>
          <p:cNvGrpSpPr/>
          <p:nvPr/>
        </p:nvGrpSpPr>
        <p:grpSpPr>
          <a:xfrm>
            <a:off x="2667058" y="1324843"/>
            <a:ext cx="330231" cy="359015"/>
            <a:chOff x="2667058" y="1500293"/>
            <a:chExt cx="330231" cy="359015"/>
          </a:xfrm>
        </p:grpSpPr>
        <p:sp>
          <p:nvSpPr>
            <p:cNvPr id="11931" name="Google Shape;11931;p81"/>
            <p:cNvSpPr/>
            <p:nvPr/>
          </p:nvSpPr>
          <p:spPr>
            <a:xfrm>
              <a:off x="2944239" y="1581714"/>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2" name="Google Shape;11932;p81"/>
            <p:cNvSpPr/>
            <p:nvPr/>
          </p:nvSpPr>
          <p:spPr>
            <a:xfrm>
              <a:off x="2667058" y="1500293"/>
              <a:ext cx="330231" cy="359015"/>
            </a:xfrm>
            <a:custGeom>
              <a:rect b="b" l="l" r="r" t="t"/>
              <a:pathLst>
                <a:path extrusionOk="0" h="11288" w="10383">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3" name="Google Shape;11933;p81"/>
            <p:cNvSpPr/>
            <p:nvPr/>
          </p:nvSpPr>
          <p:spPr>
            <a:xfrm>
              <a:off x="2925696" y="1563140"/>
              <a:ext cx="32" cy="32"/>
            </a:xfrm>
            <a:custGeom>
              <a:rect b="b" l="l" r="r" t="t"/>
              <a:pathLst>
                <a:path extrusionOk="0" h="1" w="1">
                  <a:moveTo>
                    <a:pt x="0"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4" name="Google Shape;11934;p81"/>
            <p:cNvSpPr/>
            <p:nvPr/>
          </p:nvSpPr>
          <p:spPr>
            <a:xfrm>
              <a:off x="2953717" y="1594563"/>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5" name="Google Shape;11935;p81"/>
            <p:cNvSpPr/>
            <p:nvPr/>
          </p:nvSpPr>
          <p:spPr>
            <a:xfrm>
              <a:off x="2953717" y="1594182"/>
              <a:ext cx="32" cy="413"/>
            </a:xfrm>
            <a:custGeom>
              <a:rect b="b" l="l" r="r" t="t"/>
              <a:pathLst>
                <a:path extrusionOk="0" h="13" w="1">
                  <a:moveTo>
                    <a:pt x="1" y="1"/>
                  </a:moveTo>
                  <a:cubicBezTo>
                    <a:pt x="1" y="1"/>
                    <a:pt x="1" y="13"/>
                    <a:pt x="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6" name="Google Shape;11936;p81"/>
            <p:cNvSpPr/>
            <p:nvPr/>
          </p:nvSpPr>
          <p:spPr>
            <a:xfrm>
              <a:off x="2925696" y="1563140"/>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7" name="Google Shape;11937;p81"/>
            <p:cNvSpPr/>
            <p:nvPr/>
          </p:nvSpPr>
          <p:spPr>
            <a:xfrm>
              <a:off x="2925696" y="1563140"/>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8" name="Google Shape;11938;p81"/>
            <p:cNvSpPr/>
            <p:nvPr/>
          </p:nvSpPr>
          <p:spPr>
            <a:xfrm>
              <a:off x="2953717" y="1594182"/>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9" name="Google Shape;11939;p81"/>
            <p:cNvSpPr/>
            <p:nvPr/>
          </p:nvSpPr>
          <p:spPr>
            <a:xfrm>
              <a:off x="2953717" y="1594182"/>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0" name="Google Shape;11940;p81"/>
            <p:cNvSpPr/>
            <p:nvPr/>
          </p:nvSpPr>
          <p:spPr>
            <a:xfrm>
              <a:off x="2923788" y="1576403"/>
              <a:ext cx="32" cy="32"/>
            </a:xfrm>
            <a:custGeom>
              <a:rect b="b" l="l" r="r" t="t"/>
              <a:pathLst>
                <a:path extrusionOk="0" h="1" w="1">
                  <a:moveTo>
                    <a:pt x="1"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1" name="Google Shape;11941;p81"/>
            <p:cNvSpPr/>
            <p:nvPr/>
          </p:nvSpPr>
          <p:spPr>
            <a:xfrm>
              <a:off x="2953717" y="1594182"/>
              <a:ext cx="32" cy="32"/>
            </a:xfrm>
            <a:custGeom>
              <a:rect b="b" l="l" r="r" t="t"/>
              <a:pathLst>
                <a:path extrusionOk="0" h="1" w="1">
                  <a:moveTo>
                    <a:pt x="1" y="1"/>
                  </a:moveTo>
                  <a:lnTo>
                    <a:pt x="1" y="1"/>
                  </a:lnTo>
                  <a:lnTo>
                    <a:pt x="1" y="1"/>
                  </a:ln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2" name="Google Shape;11942;p81"/>
            <p:cNvSpPr/>
            <p:nvPr/>
          </p:nvSpPr>
          <p:spPr>
            <a:xfrm>
              <a:off x="2953717" y="1594182"/>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3" name="Google Shape;11943;p81"/>
            <p:cNvSpPr/>
            <p:nvPr/>
          </p:nvSpPr>
          <p:spPr>
            <a:xfrm>
              <a:off x="2953717" y="1594182"/>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4" name="Google Shape;11944;p81"/>
            <p:cNvSpPr/>
            <p:nvPr/>
          </p:nvSpPr>
          <p:spPr>
            <a:xfrm>
              <a:off x="2923438" y="1576784"/>
              <a:ext cx="0" cy="32"/>
            </a:xfrm>
            <a:custGeom>
              <a:rect b="b" l="l" r="r" t="t"/>
              <a:pathLst>
                <a:path extrusionOk="0" h="1" w="0">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5" name="Google Shape;11945;p81"/>
            <p:cNvSpPr/>
            <p:nvPr/>
          </p:nvSpPr>
          <p:spPr>
            <a:xfrm>
              <a:off x="2792783" y="1631298"/>
              <a:ext cx="87877" cy="101140"/>
            </a:xfrm>
            <a:custGeom>
              <a:rect b="b" l="l" r="r" t="t"/>
              <a:pathLst>
                <a:path extrusionOk="0" h="3180" w="2763">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6" name="Google Shape;11946;p81"/>
            <p:cNvSpPr/>
            <p:nvPr/>
          </p:nvSpPr>
          <p:spPr>
            <a:xfrm>
              <a:off x="2715147" y="1631298"/>
              <a:ext cx="66695" cy="122735"/>
            </a:xfrm>
            <a:custGeom>
              <a:rect b="b" l="l" r="r" t="t"/>
              <a:pathLst>
                <a:path extrusionOk="0" h="3859" w="2097">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7" name="Google Shape;11947;p81"/>
            <p:cNvSpPr/>
            <p:nvPr/>
          </p:nvSpPr>
          <p:spPr>
            <a:xfrm>
              <a:off x="2715911" y="1707789"/>
              <a:ext cx="166277" cy="93570"/>
            </a:xfrm>
            <a:custGeom>
              <a:rect b="b" l="l" r="r" t="t"/>
              <a:pathLst>
                <a:path extrusionOk="0" h="2942" w="5228">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8" name="Google Shape;11948;p81"/>
            <p:cNvSpPr/>
            <p:nvPr/>
          </p:nvSpPr>
          <p:spPr>
            <a:xfrm>
              <a:off x="2799589" y="1654706"/>
              <a:ext cx="61384" cy="62974"/>
            </a:xfrm>
            <a:custGeom>
              <a:rect b="b" l="l" r="r" t="t"/>
              <a:pathLst>
                <a:path extrusionOk="0" h="1980" w="193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49" name="Google Shape;11949;p81"/>
          <p:cNvGrpSpPr/>
          <p:nvPr/>
        </p:nvGrpSpPr>
        <p:grpSpPr>
          <a:xfrm>
            <a:off x="3567553" y="1324462"/>
            <a:ext cx="320022" cy="359778"/>
            <a:chOff x="3567553" y="1499912"/>
            <a:chExt cx="320022" cy="359778"/>
          </a:xfrm>
        </p:grpSpPr>
        <p:sp>
          <p:nvSpPr>
            <p:cNvPr id="11950" name="Google Shape;11950;p81"/>
            <p:cNvSpPr/>
            <p:nvPr/>
          </p:nvSpPr>
          <p:spPr>
            <a:xfrm>
              <a:off x="3567553" y="1502933"/>
              <a:ext cx="263218" cy="356757"/>
            </a:xfrm>
            <a:custGeom>
              <a:rect b="b" l="l" r="r" t="t"/>
              <a:pathLst>
                <a:path extrusionOk="0" h="11217" w="8276">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1" name="Google Shape;11951;p81"/>
            <p:cNvSpPr/>
            <p:nvPr/>
          </p:nvSpPr>
          <p:spPr>
            <a:xfrm>
              <a:off x="3638001" y="1499912"/>
              <a:ext cx="249574" cy="142773"/>
            </a:xfrm>
            <a:custGeom>
              <a:rect b="b" l="l" r="r" t="t"/>
              <a:pathLst>
                <a:path extrusionOk="0" h="4489" w="7847">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2" name="Google Shape;11952;p81"/>
            <p:cNvSpPr/>
            <p:nvPr/>
          </p:nvSpPr>
          <p:spPr>
            <a:xfrm>
              <a:off x="3641786" y="1594563"/>
              <a:ext cx="141659" cy="10273"/>
            </a:xfrm>
            <a:custGeom>
              <a:rect b="b" l="l" r="r" t="t"/>
              <a:pathLst>
                <a:path extrusionOk="0" h="323" w="4454">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3" name="Google Shape;11953;p81"/>
            <p:cNvSpPr/>
            <p:nvPr/>
          </p:nvSpPr>
          <p:spPr>
            <a:xfrm>
              <a:off x="3641786" y="1638136"/>
              <a:ext cx="141659" cy="10241"/>
            </a:xfrm>
            <a:custGeom>
              <a:rect b="b" l="l" r="r" t="t"/>
              <a:pathLst>
                <a:path extrusionOk="0" h="322" w="4454">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4" name="Google Shape;11954;p81"/>
            <p:cNvSpPr/>
            <p:nvPr/>
          </p:nvSpPr>
          <p:spPr>
            <a:xfrm>
              <a:off x="3641786" y="1682059"/>
              <a:ext cx="141659" cy="10623"/>
            </a:xfrm>
            <a:custGeom>
              <a:rect b="b" l="l" r="r" t="t"/>
              <a:pathLst>
                <a:path extrusionOk="0" h="334" w="4454">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5" name="Google Shape;11955;p81"/>
            <p:cNvSpPr/>
            <p:nvPr/>
          </p:nvSpPr>
          <p:spPr>
            <a:xfrm>
              <a:off x="3641786" y="1725600"/>
              <a:ext cx="141659" cy="10623"/>
            </a:xfrm>
            <a:custGeom>
              <a:rect b="b" l="l" r="r" t="t"/>
              <a:pathLst>
                <a:path extrusionOk="0" h="334" w="4454">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56" name="Google Shape;11956;p81"/>
          <p:cNvGrpSpPr/>
          <p:nvPr/>
        </p:nvGrpSpPr>
        <p:grpSpPr>
          <a:xfrm>
            <a:off x="1309875" y="1324462"/>
            <a:ext cx="359015" cy="358633"/>
            <a:chOff x="1309875" y="1499912"/>
            <a:chExt cx="359015" cy="358633"/>
          </a:xfrm>
        </p:grpSpPr>
        <p:sp>
          <p:nvSpPr>
            <p:cNvPr id="11957" name="Google Shape;11957;p81"/>
            <p:cNvSpPr/>
            <p:nvPr/>
          </p:nvSpPr>
          <p:spPr>
            <a:xfrm>
              <a:off x="1309875" y="1499912"/>
              <a:ext cx="133708" cy="204665"/>
            </a:xfrm>
            <a:custGeom>
              <a:rect b="b" l="l" r="r" t="t"/>
              <a:pathLst>
                <a:path extrusionOk="0" h="6435" w="4204">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8" name="Google Shape;11958;p81"/>
            <p:cNvSpPr/>
            <p:nvPr/>
          </p:nvSpPr>
          <p:spPr>
            <a:xfrm>
              <a:off x="1454524" y="1499912"/>
              <a:ext cx="213602" cy="123467"/>
            </a:xfrm>
            <a:custGeom>
              <a:rect b="b" l="l" r="r" t="t"/>
              <a:pathLst>
                <a:path extrusionOk="0" h="3882" w="6716">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9" name="Google Shape;11959;p81"/>
            <p:cNvSpPr/>
            <p:nvPr/>
          </p:nvSpPr>
          <p:spPr>
            <a:xfrm>
              <a:off x="1322756" y="1634701"/>
              <a:ext cx="346134" cy="223844"/>
            </a:xfrm>
            <a:custGeom>
              <a:rect b="b" l="l" r="r" t="t"/>
              <a:pathLst>
                <a:path extrusionOk="0" h="7038" w="10883">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0" name="Google Shape;11960;p81"/>
            <p:cNvSpPr/>
            <p:nvPr/>
          </p:nvSpPr>
          <p:spPr>
            <a:xfrm>
              <a:off x="1331852" y="1519217"/>
              <a:ext cx="191243" cy="140514"/>
            </a:xfrm>
            <a:custGeom>
              <a:rect b="b" l="l" r="r" t="t"/>
              <a:pathLst>
                <a:path extrusionOk="0" h="4418" w="6013">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1" name="Google Shape;11961;p81"/>
            <p:cNvSpPr/>
            <p:nvPr/>
          </p:nvSpPr>
          <p:spPr>
            <a:xfrm>
              <a:off x="1331852" y="1519217"/>
              <a:ext cx="315442" cy="190512"/>
            </a:xfrm>
            <a:custGeom>
              <a:rect b="b" l="l" r="r" t="t"/>
              <a:pathLst>
                <a:path extrusionOk="0" h="5990" w="9918">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2" name="Google Shape;11962;p81"/>
            <p:cNvSpPr/>
            <p:nvPr/>
          </p:nvSpPr>
          <p:spPr>
            <a:xfrm>
              <a:off x="1587056" y="1669178"/>
              <a:ext cx="32" cy="32"/>
            </a:xfrm>
            <a:custGeom>
              <a:rect b="b" l="l" r="r" t="t"/>
              <a:pathLst>
                <a:path extrusionOk="0" h="1" w="1">
                  <a:moveTo>
                    <a:pt x="1" y="0"/>
                  </a:moveTo>
                  <a:lnTo>
                    <a:pt x="1" y="0"/>
                  </a:lnTo>
                  <a:lnTo>
                    <a:pt x="1" y="0"/>
                  </a:ln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3" name="Google Shape;11963;p81"/>
            <p:cNvSpPr/>
            <p:nvPr/>
          </p:nvSpPr>
          <p:spPr>
            <a:xfrm>
              <a:off x="1471190" y="1538523"/>
              <a:ext cx="160965" cy="141278"/>
            </a:xfrm>
            <a:custGeom>
              <a:rect b="b" l="l" r="r" t="t"/>
              <a:pathLst>
                <a:path extrusionOk="0" h="4442" w="5061">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4" name="Google Shape;11964;p81"/>
            <p:cNvSpPr/>
            <p:nvPr/>
          </p:nvSpPr>
          <p:spPr>
            <a:xfrm>
              <a:off x="1354943" y="1540049"/>
              <a:ext cx="124230" cy="148847"/>
            </a:xfrm>
            <a:custGeom>
              <a:rect b="b" l="l" r="r" t="t"/>
              <a:pathLst>
                <a:path extrusionOk="0" h="4680" w="3906">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5" name="Google Shape;11965;p81"/>
            <p:cNvSpPr/>
            <p:nvPr/>
          </p:nvSpPr>
          <p:spPr>
            <a:xfrm>
              <a:off x="1399629" y="1581714"/>
              <a:ext cx="37148" cy="52669"/>
            </a:xfrm>
            <a:custGeom>
              <a:rect b="b" l="l" r="r" t="t"/>
              <a:pathLst>
                <a:path extrusionOk="0" h="1656" w="1168">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66" name="Google Shape;11966;p81"/>
          <p:cNvGrpSpPr/>
          <p:nvPr/>
        </p:nvGrpSpPr>
        <p:grpSpPr>
          <a:xfrm>
            <a:off x="2219466" y="1324843"/>
            <a:ext cx="330613" cy="359015"/>
            <a:chOff x="2219466" y="1500293"/>
            <a:chExt cx="330613" cy="359015"/>
          </a:xfrm>
        </p:grpSpPr>
        <p:sp>
          <p:nvSpPr>
            <p:cNvPr id="11967" name="Google Shape;11967;p81"/>
            <p:cNvSpPr/>
            <p:nvPr/>
          </p:nvSpPr>
          <p:spPr>
            <a:xfrm>
              <a:off x="2353906" y="1635560"/>
              <a:ext cx="65518" cy="82121"/>
            </a:xfrm>
            <a:custGeom>
              <a:rect b="b" l="l" r="r" t="t"/>
              <a:pathLst>
                <a:path extrusionOk="0" h="2582" w="206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8" name="Google Shape;11968;p81"/>
            <p:cNvSpPr/>
            <p:nvPr/>
          </p:nvSpPr>
          <p:spPr>
            <a:xfrm>
              <a:off x="2219466" y="1500293"/>
              <a:ext cx="330613" cy="359015"/>
            </a:xfrm>
            <a:custGeom>
              <a:rect b="b" l="l" r="r" t="t"/>
              <a:pathLst>
                <a:path extrusionOk="0" h="11288" w="10395">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69" name="Google Shape;11969;p81"/>
          <p:cNvGrpSpPr/>
          <p:nvPr/>
        </p:nvGrpSpPr>
        <p:grpSpPr>
          <a:xfrm>
            <a:off x="5343544" y="1333908"/>
            <a:ext cx="244676" cy="351095"/>
            <a:chOff x="5343544" y="1509358"/>
            <a:chExt cx="244676" cy="351095"/>
          </a:xfrm>
        </p:grpSpPr>
        <p:sp>
          <p:nvSpPr>
            <p:cNvPr id="11970" name="Google Shape;11970;p81"/>
            <p:cNvSpPr/>
            <p:nvPr/>
          </p:nvSpPr>
          <p:spPr>
            <a:xfrm>
              <a:off x="5430658" y="1574494"/>
              <a:ext cx="25031" cy="10655"/>
            </a:xfrm>
            <a:custGeom>
              <a:rect b="b" l="l" r="r" t="t"/>
              <a:pathLst>
                <a:path extrusionOk="0" h="335" w="787">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1" name="Google Shape;11971;p81"/>
            <p:cNvSpPr/>
            <p:nvPr/>
          </p:nvSpPr>
          <p:spPr>
            <a:xfrm>
              <a:off x="5447706" y="1613137"/>
              <a:ext cx="39025" cy="38643"/>
            </a:xfrm>
            <a:custGeom>
              <a:rect b="b" l="l" r="r" t="t"/>
              <a:pathLst>
                <a:path extrusionOk="0" h="1215" w="1227">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2" name="Google Shape;11972;p81"/>
            <p:cNvSpPr/>
            <p:nvPr/>
          </p:nvSpPr>
          <p:spPr>
            <a:xfrm>
              <a:off x="5343544" y="1509358"/>
              <a:ext cx="244676" cy="351095"/>
            </a:xfrm>
            <a:custGeom>
              <a:rect b="b" l="l" r="r" t="t"/>
              <a:pathLst>
                <a:path extrusionOk="0" h="11039" w="7693">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73" name="Google Shape;11973;p81"/>
          <p:cNvGrpSpPr/>
          <p:nvPr/>
        </p:nvGrpSpPr>
        <p:grpSpPr>
          <a:xfrm>
            <a:off x="4882340" y="1333908"/>
            <a:ext cx="246171" cy="351095"/>
            <a:chOff x="4882340" y="1509358"/>
            <a:chExt cx="246171" cy="351095"/>
          </a:xfrm>
        </p:grpSpPr>
        <p:sp>
          <p:nvSpPr>
            <p:cNvPr id="11974" name="Google Shape;11974;p81"/>
            <p:cNvSpPr/>
            <p:nvPr/>
          </p:nvSpPr>
          <p:spPr>
            <a:xfrm>
              <a:off x="4935709" y="1576784"/>
              <a:ext cx="30724" cy="30692"/>
            </a:xfrm>
            <a:custGeom>
              <a:rect b="b" l="l" r="r" t="t"/>
              <a:pathLst>
                <a:path extrusionOk="0" h="965" w="966">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5" name="Google Shape;11975;p81"/>
            <p:cNvSpPr/>
            <p:nvPr/>
          </p:nvSpPr>
          <p:spPr>
            <a:xfrm>
              <a:off x="5043655" y="1597235"/>
              <a:ext cx="30692" cy="31073"/>
            </a:xfrm>
            <a:custGeom>
              <a:rect b="b" l="l" r="r" t="t"/>
              <a:pathLst>
                <a:path extrusionOk="0" h="977" w="965">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6" name="Google Shape;11976;p81"/>
            <p:cNvSpPr/>
            <p:nvPr/>
          </p:nvSpPr>
          <p:spPr>
            <a:xfrm>
              <a:off x="4993657" y="1538046"/>
              <a:ext cx="36003" cy="26271"/>
            </a:xfrm>
            <a:custGeom>
              <a:rect b="b" l="l" r="r" t="t"/>
              <a:pathLst>
                <a:path extrusionOk="0" h="826" w="1132">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7" name="Google Shape;11977;p81"/>
            <p:cNvSpPr/>
            <p:nvPr/>
          </p:nvSpPr>
          <p:spPr>
            <a:xfrm>
              <a:off x="4931924" y="1693795"/>
              <a:ext cx="146589" cy="104161"/>
            </a:xfrm>
            <a:custGeom>
              <a:rect b="b" l="l" r="r" t="t"/>
              <a:pathLst>
                <a:path extrusionOk="0" h="3275" w="4609">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8" name="Google Shape;11978;p81"/>
            <p:cNvSpPr/>
            <p:nvPr/>
          </p:nvSpPr>
          <p:spPr>
            <a:xfrm>
              <a:off x="4882340" y="1509358"/>
              <a:ext cx="246171" cy="351095"/>
            </a:xfrm>
            <a:custGeom>
              <a:rect b="b" l="l" r="r" t="t"/>
              <a:pathLst>
                <a:path extrusionOk="0" h="11039" w="774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79" name="Google Shape;11979;p81"/>
          <p:cNvGrpSpPr/>
          <p:nvPr/>
        </p:nvGrpSpPr>
        <p:grpSpPr>
          <a:xfrm>
            <a:off x="6273204" y="1333558"/>
            <a:ext cx="236343" cy="351445"/>
            <a:chOff x="6273204" y="1509008"/>
            <a:chExt cx="236343" cy="351445"/>
          </a:xfrm>
        </p:grpSpPr>
        <p:sp>
          <p:nvSpPr>
            <p:cNvPr id="11980" name="Google Shape;11980;p81"/>
            <p:cNvSpPr/>
            <p:nvPr/>
          </p:nvSpPr>
          <p:spPr>
            <a:xfrm>
              <a:off x="6273204" y="1509008"/>
              <a:ext cx="236343" cy="351445"/>
            </a:xfrm>
            <a:custGeom>
              <a:rect b="b" l="l" r="r" t="t"/>
              <a:pathLst>
                <a:path extrusionOk="0" h="11050" w="7431">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1" name="Google Shape;11981;p81"/>
            <p:cNvSpPr/>
            <p:nvPr/>
          </p:nvSpPr>
          <p:spPr>
            <a:xfrm>
              <a:off x="6330390" y="1703241"/>
              <a:ext cx="120064" cy="85237"/>
            </a:xfrm>
            <a:custGeom>
              <a:rect b="b" l="l" r="r" t="t"/>
              <a:pathLst>
                <a:path extrusionOk="0" h="2680" w="3775">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82" name="Google Shape;11982;p81"/>
          <p:cNvSpPr/>
          <p:nvPr/>
        </p:nvSpPr>
        <p:spPr>
          <a:xfrm>
            <a:off x="5809710" y="1334289"/>
            <a:ext cx="243913" cy="351445"/>
          </a:xfrm>
          <a:custGeom>
            <a:rect b="b" l="l" r="r" t="t"/>
            <a:pathLst>
              <a:path extrusionOk="0" h="11050" w="7669">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83" name="Google Shape;11983;p81"/>
          <p:cNvGrpSpPr/>
          <p:nvPr/>
        </p:nvGrpSpPr>
        <p:grpSpPr>
          <a:xfrm>
            <a:off x="7219530" y="1332794"/>
            <a:ext cx="191625" cy="352209"/>
            <a:chOff x="7219530" y="1508244"/>
            <a:chExt cx="191625" cy="352209"/>
          </a:xfrm>
        </p:grpSpPr>
        <p:sp>
          <p:nvSpPr>
            <p:cNvPr id="11984" name="Google Shape;11984;p81"/>
            <p:cNvSpPr/>
            <p:nvPr/>
          </p:nvSpPr>
          <p:spPr>
            <a:xfrm>
              <a:off x="7219530" y="1508244"/>
              <a:ext cx="191625" cy="352209"/>
            </a:xfrm>
            <a:custGeom>
              <a:rect b="b" l="l" r="r" t="t"/>
              <a:pathLst>
                <a:path extrusionOk="0" h="11074" w="6025">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5" name="Google Shape;11985;p81"/>
            <p:cNvSpPr/>
            <p:nvPr/>
          </p:nvSpPr>
          <p:spPr>
            <a:xfrm>
              <a:off x="7376679" y="1654039"/>
              <a:ext cx="795" cy="32"/>
            </a:xfrm>
            <a:custGeom>
              <a:rect b="b" l="l" r="r" t="t"/>
              <a:pathLst>
                <a:path extrusionOk="0" h="1" w="25">
                  <a:moveTo>
                    <a:pt x="24" y="0"/>
                  </a:moveTo>
                  <a:lnTo>
                    <a:pt x="1"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86" name="Google Shape;11986;p81"/>
          <p:cNvGrpSpPr/>
          <p:nvPr/>
        </p:nvGrpSpPr>
        <p:grpSpPr>
          <a:xfrm>
            <a:off x="7699309" y="1333176"/>
            <a:ext cx="154922" cy="351827"/>
            <a:chOff x="7699309" y="1508626"/>
            <a:chExt cx="154922" cy="351827"/>
          </a:xfrm>
        </p:grpSpPr>
        <p:sp>
          <p:nvSpPr>
            <p:cNvPr id="11987" name="Google Shape;11987;p81"/>
            <p:cNvSpPr/>
            <p:nvPr/>
          </p:nvSpPr>
          <p:spPr>
            <a:xfrm>
              <a:off x="7733022" y="1737336"/>
              <a:ext cx="24267" cy="57599"/>
            </a:xfrm>
            <a:custGeom>
              <a:rect b="b" l="l" r="r" t="t"/>
              <a:pathLst>
                <a:path extrusionOk="0" h="1811" w="763">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8" name="Google Shape;11988;p81"/>
            <p:cNvSpPr/>
            <p:nvPr/>
          </p:nvSpPr>
          <p:spPr>
            <a:xfrm>
              <a:off x="7796632" y="1737336"/>
              <a:ext cx="23504" cy="57599"/>
            </a:xfrm>
            <a:custGeom>
              <a:rect b="b" l="l" r="r" t="t"/>
              <a:pathLst>
                <a:path extrusionOk="0" h="1811" w="739">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9" name="Google Shape;11989;p81"/>
            <p:cNvSpPr/>
            <p:nvPr/>
          </p:nvSpPr>
          <p:spPr>
            <a:xfrm>
              <a:off x="7757639" y="1792231"/>
              <a:ext cx="32" cy="795"/>
            </a:xfrm>
            <a:custGeom>
              <a:rect b="b" l="l" r="r" t="t"/>
              <a:pathLst>
                <a:path extrusionOk="0" h="25" w="1">
                  <a:moveTo>
                    <a:pt x="0" y="1"/>
                  </a:moveTo>
                  <a:cubicBezTo>
                    <a:pt x="0" y="1"/>
                    <a:pt x="0" y="25"/>
                    <a:pt x="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0" name="Google Shape;11990;p81"/>
            <p:cNvSpPr/>
            <p:nvPr/>
          </p:nvSpPr>
          <p:spPr>
            <a:xfrm>
              <a:off x="7757639" y="1784280"/>
              <a:ext cx="39406" cy="76173"/>
            </a:xfrm>
            <a:custGeom>
              <a:rect b="b" l="l" r="r" t="t"/>
              <a:pathLst>
                <a:path extrusionOk="0" h="2395" w="1239">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1" name="Google Shape;11991;p81"/>
            <p:cNvSpPr/>
            <p:nvPr/>
          </p:nvSpPr>
          <p:spPr>
            <a:xfrm>
              <a:off x="7805347" y="1642016"/>
              <a:ext cx="48884" cy="201771"/>
            </a:xfrm>
            <a:custGeom>
              <a:rect b="b" l="l" r="r" t="t"/>
              <a:pathLst>
                <a:path extrusionOk="0" h="6344" w="1537">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2" name="Google Shape;11992;p81"/>
            <p:cNvSpPr/>
            <p:nvPr/>
          </p:nvSpPr>
          <p:spPr>
            <a:xfrm>
              <a:off x="7699309" y="1642239"/>
              <a:ext cx="48884" cy="202661"/>
            </a:xfrm>
            <a:custGeom>
              <a:rect b="b" l="l" r="r" t="t"/>
              <a:pathLst>
                <a:path extrusionOk="0" h="6372" w="1537">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3" name="Google Shape;11993;p81"/>
            <p:cNvSpPr/>
            <p:nvPr/>
          </p:nvSpPr>
          <p:spPr>
            <a:xfrm>
              <a:off x="7743613" y="1508626"/>
              <a:ext cx="66313" cy="208673"/>
            </a:xfrm>
            <a:custGeom>
              <a:rect b="b" l="l" r="r" t="t"/>
              <a:pathLst>
                <a:path extrusionOk="0" h="6561" w="2085">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94" name="Google Shape;11994;p81"/>
          <p:cNvGrpSpPr/>
          <p:nvPr/>
        </p:nvGrpSpPr>
        <p:grpSpPr>
          <a:xfrm>
            <a:off x="8161690" y="1333558"/>
            <a:ext cx="153396" cy="351064"/>
            <a:chOff x="8161690" y="1509008"/>
            <a:chExt cx="153396" cy="351064"/>
          </a:xfrm>
        </p:grpSpPr>
        <p:sp>
          <p:nvSpPr>
            <p:cNvPr id="11995" name="Google Shape;11995;p81"/>
            <p:cNvSpPr/>
            <p:nvPr/>
          </p:nvSpPr>
          <p:spPr>
            <a:xfrm>
              <a:off x="8207871" y="1699838"/>
              <a:ext cx="61384" cy="61765"/>
            </a:xfrm>
            <a:custGeom>
              <a:rect b="b" l="l" r="r" t="t"/>
              <a:pathLst>
                <a:path extrusionOk="0" h="1942" w="193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6" name="Google Shape;11996;p81"/>
            <p:cNvSpPr/>
            <p:nvPr/>
          </p:nvSpPr>
          <p:spPr>
            <a:xfrm>
              <a:off x="8199919" y="1800564"/>
              <a:ext cx="77668" cy="29579"/>
            </a:xfrm>
            <a:custGeom>
              <a:rect b="b" l="l" r="r" t="t"/>
              <a:pathLst>
                <a:path extrusionOk="0" h="930" w="2442">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7" name="Google Shape;11997;p81"/>
            <p:cNvSpPr/>
            <p:nvPr/>
          </p:nvSpPr>
          <p:spPr>
            <a:xfrm>
              <a:off x="8161690" y="1664598"/>
              <a:ext cx="153396" cy="195474"/>
            </a:xfrm>
            <a:custGeom>
              <a:rect b="b" l="l" r="r" t="t"/>
              <a:pathLst>
                <a:path extrusionOk="0" h="6146" w="4823">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8" name="Google Shape;11998;p81"/>
            <p:cNvSpPr/>
            <p:nvPr/>
          </p:nvSpPr>
          <p:spPr>
            <a:xfrm>
              <a:off x="8201828" y="1509008"/>
              <a:ext cx="73851" cy="181034"/>
            </a:xfrm>
            <a:custGeom>
              <a:rect b="b" l="l" r="r" t="t"/>
              <a:pathLst>
                <a:path extrusionOk="0" h="5692" w="2322">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99" name="Google Shape;11999;p81"/>
          <p:cNvGrpSpPr/>
          <p:nvPr/>
        </p:nvGrpSpPr>
        <p:grpSpPr>
          <a:xfrm>
            <a:off x="6746940" y="1333431"/>
            <a:ext cx="213221" cy="352304"/>
            <a:chOff x="6746940" y="1508881"/>
            <a:chExt cx="213221" cy="352304"/>
          </a:xfrm>
        </p:grpSpPr>
        <p:sp>
          <p:nvSpPr>
            <p:cNvPr id="12000" name="Google Shape;12000;p81"/>
            <p:cNvSpPr/>
            <p:nvPr/>
          </p:nvSpPr>
          <p:spPr>
            <a:xfrm>
              <a:off x="6805238" y="1661227"/>
              <a:ext cx="10655" cy="10241"/>
            </a:xfrm>
            <a:custGeom>
              <a:rect b="b" l="l" r="r" t="t"/>
              <a:pathLst>
                <a:path extrusionOk="0" h="322" w="335">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1" name="Google Shape;12001;p81"/>
            <p:cNvSpPr/>
            <p:nvPr/>
          </p:nvSpPr>
          <p:spPr>
            <a:xfrm>
              <a:off x="6804125" y="1706294"/>
              <a:ext cx="10623" cy="10241"/>
            </a:xfrm>
            <a:custGeom>
              <a:rect b="b" l="l" r="r" t="t"/>
              <a:pathLst>
                <a:path extrusionOk="0" h="322" w="334">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2" name="Google Shape;12002;p81"/>
            <p:cNvSpPr/>
            <p:nvPr/>
          </p:nvSpPr>
          <p:spPr>
            <a:xfrm>
              <a:off x="6803362" y="1754002"/>
              <a:ext cx="10623" cy="10241"/>
            </a:xfrm>
            <a:custGeom>
              <a:rect b="b" l="l" r="r" t="t"/>
              <a:pathLst>
                <a:path extrusionOk="0" h="322" w="334">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3" name="Google Shape;12003;p81"/>
            <p:cNvSpPr/>
            <p:nvPr/>
          </p:nvSpPr>
          <p:spPr>
            <a:xfrm>
              <a:off x="6746940" y="1508881"/>
              <a:ext cx="213221" cy="352304"/>
            </a:xfrm>
            <a:custGeom>
              <a:rect b="b" l="l" r="r" t="t"/>
              <a:pathLst>
                <a:path extrusionOk="0" h="11077" w="6704">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4" name="Google Shape;12004;p81"/>
          <p:cNvGrpSpPr/>
          <p:nvPr/>
        </p:nvGrpSpPr>
        <p:grpSpPr>
          <a:xfrm>
            <a:off x="5770336" y="1832165"/>
            <a:ext cx="350682" cy="292097"/>
            <a:chOff x="5770336" y="2007615"/>
            <a:chExt cx="350682" cy="292097"/>
          </a:xfrm>
        </p:grpSpPr>
        <p:sp>
          <p:nvSpPr>
            <p:cNvPr id="12005" name="Google Shape;12005;p81"/>
            <p:cNvSpPr/>
            <p:nvPr/>
          </p:nvSpPr>
          <p:spPr>
            <a:xfrm>
              <a:off x="5780545" y="2007615"/>
              <a:ext cx="329500" cy="75855"/>
            </a:xfrm>
            <a:custGeom>
              <a:rect b="b" l="l" r="r" t="t"/>
              <a:pathLst>
                <a:path extrusionOk="0" h="2385" w="1036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6" name="Google Shape;12006;p81"/>
            <p:cNvSpPr/>
            <p:nvPr/>
          </p:nvSpPr>
          <p:spPr>
            <a:xfrm>
              <a:off x="5779400" y="2097082"/>
              <a:ext cx="329500" cy="76014"/>
            </a:xfrm>
            <a:custGeom>
              <a:rect b="b" l="l" r="r" t="t"/>
              <a:pathLst>
                <a:path extrusionOk="0" h="2390" w="1036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7" name="Google Shape;12007;p81"/>
            <p:cNvSpPr/>
            <p:nvPr/>
          </p:nvSpPr>
          <p:spPr>
            <a:xfrm>
              <a:off x="5800996" y="2031850"/>
              <a:ext cx="288217" cy="117201"/>
            </a:xfrm>
            <a:custGeom>
              <a:rect b="b" l="l" r="r" t="t"/>
              <a:pathLst>
                <a:path extrusionOk="0" h="3685" w="9062">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8" name="Google Shape;12008;p81"/>
            <p:cNvSpPr/>
            <p:nvPr/>
          </p:nvSpPr>
          <p:spPr>
            <a:xfrm>
              <a:off x="5770336" y="2186073"/>
              <a:ext cx="350682" cy="113639"/>
            </a:xfrm>
            <a:custGeom>
              <a:rect b="b" l="l" r="r" t="t"/>
              <a:pathLst>
                <a:path extrusionOk="0" h="3573" w="11026">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09" name="Google Shape;12009;p81"/>
          <p:cNvGrpSpPr/>
          <p:nvPr/>
        </p:nvGrpSpPr>
        <p:grpSpPr>
          <a:xfrm>
            <a:off x="5326878" y="1804908"/>
            <a:ext cx="350332" cy="346229"/>
            <a:chOff x="5326878" y="1980358"/>
            <a:chExt cx="350332" cy="346229"/>
          </a:xfrm>
        </p:grpSpPr>
        <p:sp>
          <p:nvSpPr>
            <p:cNvPr id="12010" name="Google Shape;12010;p81"/>
            <p:cNvSpPr/>
            <p:nvPr/>
          </p:nvSpPr>
          <p:spPr>
            <a:xfrm>
              <a:off x="5352259" y="2005834"/>
              <a:ext cx="94715" cy="94683"/>
            </a:xfrm>
            <a:custGeom>
              <a:rect b="b" l="l" r="r" t="t"/>
              <a:pathLst>
                <a:path extrusionOk="0" h="2977" w="2978">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1" name="Google Shape;12011;p81"/>
            <p:cNvSpPr/>
            <p:nvPr/>
          </p:nvSpPr>
          <p:spPr>
            <a:xfrm>
              <a:off x="5534024" y="2005834"/>
              <a:ext cx="94715" cy="94683"/>
            </a:xfrm>
            <a:custGeom>
              <a:rect b="b" l="l" r="r" t="t"/>
              <a:pathLst>
                <a:path extrusionOk="0" h="2977" w="2978">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2" name="Google Shape;12012;p81"/>
            <p:cNvSpPr/>
            <p:nvPr/>
          </p:nvSpPr>
          <p:spPr>
            <a:xfrm>
              <a:off x="5326878" y="1980358"/>
              <a:ext cx="350332" cy="144776"/>
            </a:xfrm>
            <a:custGeom>
              <a:rect b="b" l="l" r="r" t="t"/>
              <a:pathLst>
                <a:path extrusionOk="0" h="4552" w="11015">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3" name="Google Shape;12013;p81"/>
            <p:cNvSpPr/>
            <p:nvPr/>
          </p:nvSpPr>
          <p:spPr>
            <a:xfrm>
              <a:off x="5627181" y="2089131"/>
              <a:ext cx="42460" cy="237456"/>
            </a:xfrm>
            <a:custGeom>
              <a:rect b="b" l="l" r="r" t="t"/>
              <a:pathLst>
                <a:path extrusionOk="0" h="7466" w="1335">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14" name="Google Shape;12014;p81"/>
          <p:cNvSpPr/>
          <p:nvPr/>
        </p:nvSpPr>
        <p:spPr>
          <a:xfrm>
            <a:off x="7992774" y="1802332"/>
            <a:ext cx="330645" cy="349950"/>
          </a:xfrm>
          <a:custGeom>
            <a:rect b="b" l="l" r="r" t="t"/>
            <a:pathLst>
              <a:path extrusionOk="0" h="11003" w="10396">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15" name="Google Shape;12015;p81"/>
          <p:cNvGrpSpPr/>
          <p:nvPr/>
        </p:nvGrpSpPr>
        <p:grpSpPr>
          <a:xfrm>
            <a:off x="4883835" y="1817121"/>
            <a:ext cx="350300" cy="323043"/>
            <a:chOff x="4883835" y="1992571"/>
            <a:chExt cx="350300" cy="323043"/>
          </a:xfrm>
        </p:grpSpPr>
        <p:sp>
          <p:nvSpPr>
            <p:cNvPr id="12016" name="Google Shape;12016;p81"/>
            <p:cNvSpPr/>
            <p:nvPr/>
          </p:nvSpPr>
          <p:spPr>
            <a:xfrm>
              <a:off x="4883835" y="1992571"/>
              <a:ext cx="350300" cy="123085"/>
            </a:xfrm>
            <a:custGeom>
              <a:rect b="b" l="l" r="r" t="t"/>
              <a:pathLst>
                <a:path extrusionOk="0" h="3870" w="11014">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7" name="Google Shape;12017;p81"/>
            <p:cNvSpPr/>
            <p:nvPr/>
          </p:nvSpPr>
          <p:spPr>
            <a:xfrm>
              <a:off x="5084174" y="2009237"/>
              <a:ext cx="130655" cy="88641"/>
            </a:xfrm>
            <a:custGeom>
              <a:rect b="b" l="l" r="r" t="t"/>
              <a:pathLst>
                <a:path extrusionOk="0" h="2787" w="4108">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8" name="Google Shape;12018;p81"/>
            <p:cNvSpPr/>
            <p:nvPr/>
          </p:nvSpPr>
          <p:spPr>
            <a:xfrm>
              <a:off x="4904285" y="2009237"/>
              <a:ext cx="130687" cy="88641"/>
            </a:xfrm>
            <a:custGeom>
              <a:rect b="b" l="l" r="r" t="t"/>
              <a:pathLst>
                <a:path extrusionOk="0" h="2787" w="4109">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9" name="Google Shape;12019;p81"/>
            <p:cNvSpPr/>
            <p:nvPr/>
          </p:nvSpPr>
          <p:spPr>
            <a:xfrm>
              <a:off x="4943660" y="2123576"/>
              <a:ext cx="231413" cy="66631"/>
            </a:xfrm>
            <a:custGeom>
              <a:rect b="b" l="l" r="r" t="t"/>
              <a:pathLst>
                <a:path extrusionOk="0" h="2095" w="7276">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0" name="Google Shape;12020;p81"/>
            <p:cNvSpPr/>
            <p:nvPr/>
          </p:nvSpPr>
          <p:spPr>
            <a:xfrm>
              <a:off x="5142473" y="2191384"/>
              <a:ext cx="26907" cy="123467"/>
            </a:xfrm>
            <a:custGeom>
              <a:rect b="b" l="l" r="r" t="t"/>
              <a:pathLst>
                <a:path extrusionOk="0" h="3882" w="846">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1" name="Google Shape;12021;p81"/>
            <p:cNvSpPr/>
            <p:nvPr/>
          </p:nvSpPr>
          <p:spPr>
            <a:xfrm>
              <a:off x="5203825" y="2089513"/>
              <a:ext cx="27289" cy="226102"/>
            </a:xfrm>
            <a:custGeom>
              <a:rect b="b" l="l" r="r" t="t"/>
              <a:pathLst>
                <a:path extrusionOk="0" h="7109" w="858">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22" name="Google Shape;12022;p81"/>
          <p:cNvGrpSpPr/>
          <p:nvPr/>
        </p:nvGrpSpPr>
        <p:grpSpPr>
          <a:xfrm>
            <a:off x="7548967" y="1803477"/>
            <a:ext cx="333285" cy="349950"/>
            <a:chOff x="7548967" y="1978927"/>
            <a:chExt cx="333285" cy="349950"/>
          </a:xfrm>
        </p:grpSpPr>
        <p:sp>
          <p:nvSpPr>
            <p:cNvPr id="12023" name="Google Shape;12023;p81"/>
            <p:cNvSpPr/>
            <p:nvPr/>
          </p:nvSpPr>
          <p:spPr>
            <a:xfrm>
              <a:off x="7548967" y="1978927"/>
              <a:ext cx="333285" cy="234816"/>
            </a:xfrm>
            <a:custGeom>
              <a:rect b="b" l="l" r="r" t="t"/>
              <a:pathLst>
                <a:path extrusionOk="0" h="7383" w="10479">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4" name="Google Shape;12024;p81"/>
            <p:cNvSpPr/>
            <p:nvPr/>
          </p:nvSpPr>
          <p:spPr>
            <a:xfrm>
              <a:off x="7570562" y="2001667"/>
              <a:ext cx="51142" cy="51142"/>
            </a:xfrm>
            <a:custGeom>
              <a:rect b="b" l="l" r="r" t="t"/>
              <a:pathLst>
                <a:path extrusionOk="0" h="1608" w="1608">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5" name="Google Shape;12025;p81"/>
            <p:cNvSpPr/>
            <p:nvPr/>
          </p:nvSpPr>
          <p:spPr>
            <a:xfrm>
              <a:off x="7807986" y="2001667"/>
              <a:ext cx="51174" cy="51142"/>
            </a:xfrm>
            <a:custGeom>
              <a:rect b="b" l="l" r="r" t="t"/>
              <a:pathLst>
                <a:path extrusionOk="0" h="1608" w="1609">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6" name="Google Shape;12026;p81"/>
            <p:cNvSpPr/>
            <p:nvPr/>
          </p:nvSpPr>
          <p:spPr>
            <a:xfrm>
              <a:off x="7570180" y="2121699"/>
              <a:ext cx="288980" cy="207178"/>
            </a:xfrm>
            <a:custGeom>
              <a:rect b="b" l="l" r="r" t="t"/>
              <a:pathLst>
                <a:path extrusionOk="0" h="6514" w="9086">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7" name="Google Shape;12027;p81"/>
            <p:cNvSpPr/>
            <p:nvPr/>
          </p:nvSpPr>
          <p:spPr>
            <a:xfrm>
              <a:off x="7658408" y="2088368"/>
              <a:ext cx="30342" cy="154922"/>
            </a:xfrm>
            <a:custGeom>
              <a:rect b="b" l="l" r="r" t="t"/>
              <a:pathLst>
                <a:path extrusionOk="0" h="4871" w="954">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8" name="Google Shape;12028;p81"/>
            <p:cNvSpPr/>
            <p:nvPr/>
          </p:nvSpPr>
          <p:spPr>
            <a:xfrm>
              <a:off x="7700072" y="2088368"/>
              <a:ext cx="30310" cy="154922"/>
            </a:xfrm>
            <a:custGeom>
              <a:rect b="b" l="l" r="r" t="t"/>
              <a:pathLst>
                <a:path extrusionOk="0" h="4871" w="953">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9" name="Google Shape;12029;p81"/>
            <p:cNvSpPr/>
            <p:nvPr/>
          </p:nvSpPr>
          <p:spPr>
            <a:xfrm>
              <a:off x="7741737" y="2088368"/>
              <a:ext cx="30310" cy="154922"/>
            </a:xfrm>
            <a:custGeom>
              <a:rect b="b" l="l" r="r" t="t"/>
              <a:pathLst>
                <a:path extrusionOk="0" h="4871" w="953">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30" name="Google Shape;12030;p81"/>
          <p:cNvGrpSpPr/>
          <p:nvPr/>
        </p:nvGrpSpPr>
        <p:grpSpPr>
          <a:xfrm>
            <a:off x="6214142" y="1803477"/>
            <a:ext cx="346515" cy="350300"/>
            <a:chOff x="6214142" y="1978927"/>
            <a:chExt cx="346515" cy="350300"/>
          </a:xfrm>
        </p:grpSpPr>
        <p:sp>
          <p:nvSpPr>
            <p:cNvPr id="12031" name="Google Shape;12031;p81"/>
            <p:cNvSpPr/>
            <p:nvPr/>
          </p:nvSpPr>
          <p:spPr>
            <a:xfrm>
              <a:off x="6289870" y="1978927"/>
              <a:ext cx="196937" cy="262073"/>
            </a:xfrm>
            <a:custGeom>
              <a:rect b="b" l="l" r="r" t="t"/>
              <a:pathLst>
                <a:path extrusionOk="0" h="8240" w="6192">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2" name="Google Shape;12032;p81"/>
            <p:cNvSpPr/>
            <p:nvPr/>
          </p:nvSpPr>
          <p:spPr>
            <a:xfrm>
              <a:off x="6214142" y="2182256"/>
              <a:ext cx="346515" cy="146971"/>
            </a:xfrm>
            <a:custGeom>
              <a:rect b="b" l="l" r="r" t="t"/>
              <a:pathLst>
                <a:path extrusionOk="0" h="4621" w="10895">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33" name="Google Shape;12033;p81"/>
          <p:cNvGrpSpPr/>
          <p:nvPr/>
        </p:nvGrpSpPr>
        <p:grpSpPr>
          <a:xfrm>
            <a:off x="7105923" y="1803095"/>
            <a:ext cx="333285" cy="350682"/>
            <a:chOff x="7105923" y="1978545"/>
            <a:chExt cx="333285" cy="350682"/>
          </a:xfrm>
        </p:grpSpPr>
        <p:sp>
          <p:nvSpPr>
            <p:cNvPr id="12034" name="Google Shape;12034;p81"/>
            <p:cNvSpPr/>
            <p:nvPr/>
          </p:nvSpPr>
          <p:spPr>
            <a:xfrm>
              <a:off x="7128632" y="2237978"/>
              <a:ext cx="220059" cy="91249"/>
            </a:xfrm>
            <a:custGeom>
              <a:rect b="b" l="l" r="r" t="t"/>
              <a:pathLst>
                <a:path extrusionOk="0" h="2869" w="6919">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5" name="Google Shape;12035;p81"/>
            <p:cNvSpPr/>
            <p:nvPr/>
          </p:nvSpPr>
          <p:spPr>
            <a:xfrm>
              <a:off x="7105923" y="2079271"/>
              <a:ext cx="266621" cy="145063"/>
            </a:xfrm>
            <a:custGeom>
              <a:rect b="b" l="l" r="r" t="t"/>
              <a:pathLst>
                <a:path extrusionOk="0" h="4561" w="8383">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6" name="Google Shape;12036;p81"/>
            <p:cNvSpPr/>
            <p:nvPr/>
          </p:nvSpPr>
          <p:spPr>
            <a:xfrm>
              <a:off x="7144184" y="2098609"/>
              <a:ext cx="190480" cy="33332"/>
            </a:xfrm>
            <a:custGeom>
              <a:rect b="b" l="l" r="r" t="t"/>
              <a:pathLst>
                <a:path extrusionOk="0" h="1048" w="5989">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7" name="Google Shape;12037;p81"/>
            <p:cNvSpPr/>
            <p:nvPr/>
          </p:nvSpPr>
          <p:spPr>
            <a:xfrm>
              <a:off x="7196440" y="1978927"/>
              <a:ext cx="242768" cy="96210"/>
            </a:xfrm>
            <a:custGeom>
              <a:rect b="b" l="l" r="r" t="t"/>
              <a:pathLst>
                <a:path extrusionOk="0" h="3025" w="7633">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8" name="Google Shape;12038;p81"/>
            <p:cNvSpPr/>
            <p:nvPr/>
          </p:nvSpPr>
          <p:spPr>
            <a:xfrm>
              <a:off x="7145297" y="2025139"/>
              <a:ext cx="32982" cy="33363"/>
            </a:xfrm>
            <a:custGeom>
              <a:rect b="b" l="l" r="r" t="t"/>
              <a:pathLst>
                <a:path extrusionOk="0" h="1049" w="1037">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9" name="Google Shape;12039;p81"/>
            <p:cNvSpPr/>
            <p:nvPr/>
          </p:nvSpPr>
          <p:spPr>
            <a:xfrm>
              <a:off x="7338417" y="2045590"/>
              <a:ext cx="32982" cy="33332"/>
            </a:xfrm>
            <a:custGeom>
              <a:rect b="b" l="l" r="r" t="t"/>
              <a:pathLst>
                <a:path extrusionOk="0" h="1048" w="1037">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0" name="Google Shape;12040;p81"/>
            <p:cNvSpPr/>
            <p:nvPr/>
          </p:nvSpPr>
          <p:spPr>
            <a:xfrm>
              <a:off x="7263453" y="1978545"/>
              <a:ext cx="33363" cy="32982"/>
            </a:xfrm>
            <a:custGeom>
              <a:rect b="b" l="l" r="r" t="t"/>
              <a:pathLst>
                <a:path extrusionOk="0" h="1037" w="1049">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41" name="Google Shape;12041;p81"/>
          <p:cNvSpPr/>
          <p:nvPr/>
        </p:nvSpPr>
        <p:spPr>
          <a:xfrm>
            <a:off x="6658713" y="1803095"/>
            <a:ext cx="342349" cy="350332"/>
          </a:xfrm>
          <a:custGeom>
            <a:rect b="b" l="l" r="r" t="t"/>
            <a:pathLst>
              <a:path extrusionOk="0" h="11015" w="10764">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2" name="Google Shape;12042;p81"/>
          <p:cNvSpPr/>
          <p:nvPr/>
        </p:nvSpPr>
        <p:spPr>
          <a:xfrm>
            <a:off x="4104898" y="2246807"/>
            <a:ext cx="91662" cy="351541"/>
          </a:xfrm>
          <a:custGeom>
            <a:rect b="b" l="l" r="r" t="t"/>
            <a:pathLst>
              <a:path extrusionOk="0" h="11053" w="2882">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43" name="Google Shape;12043;p81"/>
          <p:cNvGrpSpPr/>
          <p:nvPr/>
        </p:nvGrpSpPr>
        <p:grpSpPr>
          <a:xfrm>
            <a:off x="3616406" y="2246902"/>
            <a:ext cx="203393" cy="351827"/>
            <a:chOff x="3616406" y="2422352"/>
            <a:chExt cx="203393" cy="351827"/>
          </a:xfrm>
        </p:grpSpPr>
        <p:sp>
          <p:nvSpPr>
            <p:cNvPr id="12044" name="Google Shape;12044;p81"/>
            <p:cNvSpPr/>
            <p:nvPr/>
          </p:nvSpPr>
          <p:spPr>
            <a:xfrm>
              <a:off x="3640641" y="2422352"/>
              <a:ext cx="154159" cy="92075"/>
            </a:xfrm>
            <a:custGeom>
              <a:rect b="b" l="l" r="r" t="t"/>
              <a:pathLst>
                <a:path extrusionOk="0" h="2895" w="4847">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5" name="Google Shape;12045;p81"/>
            <p:cNvSpPr/>
            <p:nvPr/>
          </p:nvSpPr>
          <p:spPr>
            <a:xfrm>
              <a:off x="3616406" y="2479156"/>
              <a:ext cx="203393" cy="295023"/>
            </a:xfrm>
            <a:custGeom>
              <a:rect b="b" l="l" r="r" t="t"/>
              <a:pathLst>
                <a:path extrusionOk="0" h="9276" w="6395">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6" name="Google Shape;12046;p81"/>
          <p:cNvGrpSpPr/>
          <p:nvPr/>
        </p:nvGrpSpPr>
        <p:grpSpPr>
          <a:xfrm>
            <a:off x="878187" y="2246520"/>
            <a:ext cx="272696" cy="351827"/>
            <a:chOff x="913012" y="2421970"/>
            <a:chExt cx="272696" cy="351827"/>
          </a:xfrm>
        </p:grpSpPr>
        <p:sp>
          <p:nvSpPr>
            <p:cNvPr id="12047" name="Google Shape;12047;p81"/>
            <p:cNvSpPr/>
            <p:nvPr/>
          </p:nvSpPr>
          <p:spPr>
            <a:xfrm>
              <a:off x="913012" y="2421970"/>
              <a:ext cx="272696" cy="351827"/>
            </a:xfrm>
            <a:custGeom>
              <a:rect b="b" l="l" r="r" t="t"/>
              <a:pathLst>
                <a:path extrusionOk="0" h="11062" w="8574">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8" name="Google Shape;12048;p81"/>
            <p:cNvSpPr/>
            <p:nvPr/>
          </p:nvSpPr>
          <p:spPr>
            <a:xfrm>
              <a:off x="1028146" y="2491719"/>
              <a:ext cx="37880" cy="32918"/>
            </a:xfrm>
            <a:custGeom>
              <a:rect b="b" l="l" r="r" t="t"/>
              <a:pathLst>
                <a:path extrusionOk="0" h="1035" w="1191">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9" name="Google Shape;12049;p81"/>
            <p:cNvSpPr/>
            <p:nvPr/>
          </p:nvSpPr>
          <p:spPr>
            <a:xfrm>
              <a:off x="952769" y="2687447"/>
              <a:ext cx="16316" cy="16316"/>
            </a:xfrm>
            <a:custGeom>
              <a:rect b="b" l="l" r="r" t="t"/>
              <a:pathLst>
                <a:path extrusionOk="0" h="513" w="513">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0" name="Google Shape;12050;p81"/>
            <p:cNvSpPr/>
            <p:nvPr/>
          </p:nvSpPr>
          <p:spPr>
            <a:xfrm>
              <a:off x="1130368" y="2687447"/>
              <a:ext cx="15934" cy="16316"/>
            </a:xfrm>
            <a:custGeom>
              <a:rect b="b" l="l" r="r" t="t"/>
              <a:pathLst>
                <a:path extrusionOk="0" h="513" w="501">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51" name="Google Shape;12051;p81"/>
          <p:cNvGrpSpPr/>
          <p:nvPr/>
        </p:nvGrpSpPr>
        <p:grpSpPr>
          <a:xfrm>
            <a:off x="2274743" y="2246902"/>
            <a:ext cx="255649" cy="351445"/>
            <a:chOff x="2274743" y="2422352"/>
            <a:chExt cx="255649" cy="351445"/>
          </a:xfrm>
        </p:grpSpPr>
        <p:sp>
          <p:nvSpPr>
            <p:cNvPr id="12052" name="Google Shape;12052;p81"/>
            <p:cNvSpPr/>
            <p:nvPr/>
          </p:nvSpPr>
          <p:spPr>
            <a:xfrm>
              <a:off x="2274743" y="2422352"/>
              <a:ext cx="255649" cy="351445"/>
            </a:xfrm>
            <a:custGeom>
              <a:rect b="b" l="l" r="r" t="t"/>
              <a:pathLst>
                <a:path extrusionOk="0" h="11050" w="8038">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3" name="Google Shape;12053;p81"/>
            <p:cNvSpPr/>
            <p:nvPr/>
          </p:nvSpPr>
          <p:spPr>
            <a:xfrm>
              <a:off x="2347831" y="2600714"/>
              <a:ext cx="71975" cy="75378"/>
            </a:xfrm>
            <a:custGeom>
              <a:rect b="b" l="l" r="r" t="t"/>
              <a:pathLst>
                <a:path extrusionOk="0" h="2370" w="2263">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4" name="Google Shape;12054;p81"/>
            <p:cNvSpPr/>
            <p:nvPr/>
          </p:nvSpPr>
          <p:spPr>
            <a:xfrm>
              <a:off x="2408801" y="2546964"/>
              <a:ext cx="43573" cy="93539"/>
            </a:xfrm>
            <a:custGeom>
              <a:rect b="b" l="l" r="r" t="t"/>
              <a:pathLst>
                <a:path extrusionOk="0" h="2941" w="137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55" name="Google Shape;12055;p81"/>
          <p:cNvGrpSpPr/>
          <p:nvPr/>
        </p:nvGrpSpPr>
        <p:grpSpPr>
          <a:xfrm>
            <a:off x="2708723" y="2245789"/>
            <a:ext cx="246552" cy="352558"/>
            <a:chOff x="2708723" y="2421239"/>
            <a:chExt cx="246552" cy="352558"/>
          </a:xfrm>
        </p:grpSpPr>
        <p:sp>
          <p:nvSpPr>
            <p:cNvPr id="12056" name="Google Shape;12056;p81"/>
            <p:cNvSpPr/>
            <p:nvPr/>
          </p:nvSpPr>
          <p:spPr>
            <a:xfrm>
              <a:off x="2708723" y="2421239"/>
              <a:ext cx="246552" cy="282905"/>
            </a:xfrm>
            <a:custGeom>
              <a:rect b="b" l="l" r="r" t="t"/>
              <a:pathLst>
                <a:path extrusionOk="0" h="8895" w="7752">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7" name="Google Shape;12057;p81"/>
            <p:cNvSpPr/>
            <p:nvPr/>
          </p:nvSpPr>
          <p:spPr>
            <a:xfrm>
              <a:off x="2813234" y="2654497"/>
              <a:ext cx="58712" cy="119301"/>
            </a:xfrm>
            <a:custGeom>
              <a:rect b="b" l="l" r="r" t="t"/>
              <a:pathLst>
                <a:path extrusionOk="0" h="3751" w="1846">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58" name="Google Shape;12058;p81"/>
          <p:cNvGrpSpPr/>
          <p:nvPr/>
        </p:nvGrpSpPr>
        <p:grpSpPr>
          <a:xfrm>
            <a:off x="1835485" y="2246902"/>
            <a:ext cx="259433" cy="350714"/>
            <a:chOff x="1835485" y="2422352"/>
            <a:chExt cx="259433" cy="350714"/>
          </a:xfrm>
        </p:grpSpPr>
        <p:sp>
          <p:nvSpPr>
            <p:cNvPr id="12059" name="Google Shape;12059;p81"/>
            <p:cNvSpPr/>
            <p:nvPr/>
          </p:nvSpPr>
          <p:spPr>
            <a:xfrm>
              <a:off x="2027460" y="2437141"/>
              <a:ext cx="36767" cy="33713"/>
            </a:xfrm>
            <a:custGeom>
              <a:rect b="b" l="l" r="r" t="t"/>
              <a:pathLst>
                <a:path extrusionOk="0" h="1060" w="1156">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0" name="Google Shape;12060;p81"/>
            <p:cNvSpPr/>
            <p:nvPr/>
          </p:nvSpPr>
          <p:spPr>
            <a:xfrm>
              <a:off x="1870693" y="2531125"/>
              <a:ext cx="33968" cy="32059"/>
            </a:xfrm>
            <a:custGeom>
              <a:rect b="b" l="l" r="r" t="t"/>
              <a:pathLst>
                <a:path extrusionOk="0" h="1008" w="1068">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1" name="Google Shape;12061;p81"/>
            <p:cNvSpPr/>
            <p:nvPr/>
          </p:nvSpPr>
          <p:spPr>
            <a:xfrm>
              <a:off x="2028223" y="2531030"/>
              <a:ext cx="32218" cy="31042"/>
            </a:xfrm>
            <a:custGeom>
              <a:rect b="b" l="l" r="r" t="t"/>
              <a:pathLst>
                <a:path extrusionOk="0" h="976" w="1013">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2" name="Google Shape;12062;p81"/>
            <p:cNvSpPr/>
            <p:nvPr/>
          </p:nvSpPr>
          <p:spPr>
            <a:xfrm>
              <a:off x="1952495" y="2480714"/>
              <a:ext cx="35208" cy="29165"/>
            </a:xfrm>
            <a:custGeom>
              <a:rect b="b" l="l" r="r" t="t"/>
              <a:pathLst>
                <a:path extrusionOk="0" h="917" w="1107">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3" name="Google Shape;12063;p81"/>
            <p:cNvSpPr/>
            <p:nvPr/>
          </p:nvSpPr>
          <p:spPr>
            <a:xfrm>
              <a:off x="1835485" y="2422352"/>
              <a:ext cx="259433" cy="350714"/>
            </a:xfrm>
            <a:custGeom>
              <a:rect b="b" l="l" r="r" t="t"/>
              <a:pathLst>
                <a:path extrusionOk="0" h="11027" w="8157">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4" name="Google Shape;12064;p81"/>
            <p:cNvSpPr/>
            <p:nvPr/>
          </p:nvSpPr>
          <p:spPr>
            <a:xfrm>
              <a:off x="1916142" y="2464366"/>
              <a:ext cx="86001" cy="74646"/>
            </a:xfrm>
            <a:custGeom>
              <a:rect b="b" l="l" r="r" t="t"/>
              <a:pathLst>
                <a:path extrusionOk="0" h="2347" w="2704">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5" name="Google Shape;12065;p81"/>
            <p:cNvSpPr/>
            <p:nvPr/>
          </p:nvSpPr>
          <p:spPr>
            <a:xfrm>
              <a:off x="1910449" y="2663211"/>
              <a:ext cx="108328" cy="89022"/>
            </a:xfrm>
            <a:custGeom>
              <a:rect b="b" l="l" r="r" t="t"/>
              <a:pathLst>
                <a:path extrusionOk="0" h="2799" w="3406">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66" name="Google Shape;12066;p81"/>
          <p:cNvGrpSpPr/>
          <p:nvPr/>
        </p:nvGrpSpPr>
        <p:grpSpPr>
          <a:xfrm>
            <a:off x="3150240" y="2246902"/>
            <a:ext cx="212489" cy="351445"/>
            <a:chOff x="3150240" y="2422352"/>
            <a:chExt cx="212489" cy="351445"/>
          </a:xfrm>
        </p:grpSpPr>
        <p:sp>
          <p:nvSpPr>
            <p:cNvPr id="12067" name="Google Shape;12067;p81"/>
            <p:cNvSpPr/>
            <p:nvPr/>
          </p:nvSpPr>
          <p:spPr>
            <a:xfrm>
              <a:off x="3150240" y="2422352"/>
              <a:ext cx="212489" cy="351445"/>
            </a:xfrm>
            <a:custGeom>
              <a:rect b="b" l="l" r="r" t="t"/>
              <a:pathLst>
                <a:path extrusionOk="0" h="11050" w="6681">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8" name="Google Shape;12068;p81"/>
            <p:cNvSpPr/>
            <p:nvPr/>
          </p:nvSpPr>
          <p:spPr>
            <a:xfrm>
              <a:off x="3239230" y="2721860"/>
              <a:ext cx="32982" cy="32250"/>
            </a:xfrm>
            <a:custGeom>
              <a:rect b="b" l="l" r="r" t="t"/>
              <a:pathLst>
                <a:path extrusionOk="0" h="1014" w="1037">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69" name="Google Shape;12069;p81"/>
          <p:cNvGrpSpPr/>
          <p:nvPr/>
        </p:nvGrpSpPr>
        <p:grpSpPr>
          <a:xfrm>
            <a:off x="1367060" y="2246679"/>
            <a:ext cx="269261" cy="352050"/>
            <a:chOff x="1367060" y="2422129"/>
            <a:chExt cx="269261" cy="352050"/>
          </a:xfrm>
        </p:grpSpPr>
        <p:sp>
          <p:nvSpPr>
            <p:cNvPr id="12070" name="Google Shape;12070;p81"/>
            <p:cNvSpPr/>
            <p:nvPr/>
          </p:nvSpPr>
          <p:spPr>
            <a:xfrm>
              <a:off x="1392059" y="2651857"/>
              <a:ext cx="129160" cy="122322"/>
            </a:xfrm>
            <a:custGeom>
              <a:rect b="b" l="l" r="r" t="t"/>
              <a:pathLst>
                <a:path extrusionOk="0" h="3846" w="4061">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1" name="Google Shape;12071;p81"/>
            <p:cNvSpPr/>
            <p:nvPr/>
          </p:nvSpPr>
          <p:spPr>
            <a:xfrm>
              <a:off x="1367060" y="2441912"/>
              <a:ext cx="82184" cy="212139"/>
            </a:xfrm>
            <a:custGeom>
              <a:rect b="b" l="l" r="r" t="t"/>
              <a:pathLst>
                <a:path extrusionOk="0" h="6670" w="2584">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2" name="Google Shape;12072;p81"/>
            <p:cNvSpPr/>
            <p:nvPr/>
          </p:nvSpPr>
          <p:spPr>
            <a:xfrm>
              <a:off x="1456051" y="2422129"/>
              <a:ext cx="180271" cy="162937"/>
            </a:xfrm>
            <a:custGeom>
              <a:rect b="b" l="l" r="r" t="t"/>
              <a:pathLst>
                <a:path extrusionOk="0" h="5123" w="5668">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3" name="Google Shape;12073;p81"/>
            <p:cNvSpPr/>
            <p:nvPr/>
          </p:nvSpPr>
          <p:spPr>
            <a:xfrm>
              <a:off x="1532160" y="2593590"/>
              <a:ext cx="81834" cy="180207"/>
            </a:xfrm>
            <a:custGeom>
              <a:rect b="b" l="l" r="r" t="t"/>
              <a:pathLst>
                <a:path extrusionOk="0" h="5666" w="2573">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4" name="Google Shape;12074;p81"/>
            <p:cNvSpPr/>
            <p:nvPr/>
          </p:nvSpPr>
          <p:spPr>
            <a:xfrm>
              <a:off x="1425359" y="2572313"/>
              <a:ext cx="24267" cy="17843"/>
            </a:xfrm>
            <a:custGeom>
              <a:rect b="b" l="l" r="r" t="t"/>
              <a:pathLst>
                <a:path extrusionOk="0" h="561" w="763">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5" name="Google Shape;12075;p81"/>
            <p:cNvSpPr/>
            <p:nvPr/>
          </p:nvSpPr>
          <p:spPr>
            <a:xfrm>
              <a:off x="1562820" y="2573680"/>
              <a:ext cx="26176" cy="17620"/>
            </a:xfrm>
            <a:custGeom>
              <a:rect b="b" l="l" r="r" t="t"/>
              <a:pathLst>
                <a:path extrusionOk="0" h="554" w="823">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6" name="Google Shape;12076;p81"/>
            <p:cNvSpPr/>
            <p:nvPr/>
          </p:nvSpPr>
          <p:spPr>
            <a:xfrm>
              <a:off x="1448100" y="2481414"/>
              <a:ext cx="125375" cy="191275"/>
            </a:xfrm>
            <a:custGeom>
              <a:rect b="b" l="l" r="r" t="t"/>
              <a:pathLst>
                <a:path extrusionOk="0" h="6014" w="3942">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7" name="Google Shape;12077;p81"/>
            <p:cNvSpPr/>
            <p:nvPr/>
          </p:nvSpPr>
          <p:spPr>
            <a:xfrm>
              <a:off x="1502232" y="2449259"/>
              <a:ext cx="10655" cy="25380"/>
            </a:xfrm>
            <a:custGeom>
              <a:rect b="b" l="l" r="r" t="t"/>
              <a:pathLst>
                <a:path extrusionOk="0" h="798" w="335">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8" name="Google Shape;12078;p81"/>
            <p:cNvSpPr/>
            <p:nvPr/>
          </p:nvSpPr>
          <p:spPr>
            <a:xfrm>
              <a:off x="1458309" y="2460582"/>
              <a:ext cx="18988" cy="23090"/>
            </a:xfrm>
            <a:custGeom>
              <a:rect b="b" l="l" r="r" t="t"/>
              <a:pathLst>
                <a:path extrusionOk="0" h="726" w="597">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9" name="Google Shape;12079;p81"/>
            <p:cNvSpPr/>
            <p:nvPr/>
          </p:nvSpPr>
          <p:spPr>
            <a:xfrm>
              <a:off x="1425741" y="2492768"/>
              <a:ext cx="25031" cy="17874"/>
            </a:xfrm>
            <a:custGeom>
              <a:rect b="b" l="l" r="r" t="t"/>
              <a:pathLst>
                <a:path extrusionOk="0" h="562" w="787">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0" name="Google Shape;12080;p81"/>
            <p:cNvSpPr/>
            <p:nvPr/>
          </p:nvSpPr>
          <p:spPr>
            <a:xfrm>
              <a:off x="1414768" y="2535959"/>
              <a:ext cx="25031" cy="10655"/>
            </a:xfrm>
            <a:custGeom>
              <a:rect b="b" l="l" r="r" t="t"/>
              <a:pathLst>
                <a:path extrusionOk="0" h="335" w="787">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1" name="Google Shape;12081;p81"/>
            <p:cNvSpPr/>
            <p:nvPr/>
          </p:nvSpPr>
          <p:spPr>
            <a:xfrm>
              <a:off x="1573825" y="2537104"/>
              <a:ext cx="24999" cy="10241"/>
            </a:xfrm>
            <a:custGeom>
              <a:rect b="b" l="l" r="r" t="t"/>
              <a:pathLst>
                <a:path extrusionOk="0" h="322" w="786">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2" name="Google Shape;12082;p81"/>
            <p:cNvSpPr/>
            <p:nvPr/>
          </p:nvSpPr>
          <p:spPr>
            <a:xfrm>
              <a:off x="1563965" y="2493627"/>
              <a:ext cx="24649" cy="17525"/>
            </a:xfrm>
            <a:custGeom>
              <a:rect b="b" l="l" r="r" t="t"/>
              <a:pathLst>
                <a:path extrusionOk="0" h="551" w="775">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3" name="Google Shape;12083;p81"/>
            <p:cNvSpPr/>
            <p:nvPr/>
          </p:nvSpPr>
          <p:spPr>
            <a:xfrm>
              <a:off x="1537853" y="2461440"/>
              <a:ext cx="18956" cy="23090"/>
            </a:xfrm>
            <a:custGeom>
              <a:rect b="b" l="l" r="r" t="t"/>
              <a:pathLst>
                <a:path extrusionOk="0" h="726" w="596">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84" name="Google Shape;12084;p81"/>
          <p:cNvSpPr/>
          <p:nvPr/>
        </p:nvSpPr>
        <p:spPr>
          <a:xfrm>
            <a:off x="7075994" y="2250464"/>
            <a:ext cx="353354" cy="351318"/>
          </a:xfrm>
          <a:custGeom>
            <a:rect b="b" l="l" r="r" t="t"/>
            <a:pathLst>
              <a:path extrusionOk="0" h="11046" w="1111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085" name="Google Shape;12085;p81"/>
          <p:cNvGrpSpPr/>
          <p:nvPr/>
        </p:nvGrpSpPr>
        <p:grpSpPr>
          <a:xfrm>
            <a:off x="4882690" y="2249955"/>
            <a:ext cx="274573" cy="350682"/>
            <a:chOff x="4882690" y="2425405"/>
            <a:chExt cx="274573" cy="350682"/>
          </a:xfrm>
        </p:grpSpPr>
        <p:sp>
          <p:nvSpPr>
            <p:cNvPr id="12086" name="Google Shape;12086;p81"/>
            <p:cNvSpPr/>
            <p:nvPr/>
          </p:nvSpPr>
          <p:spPr>
            <a:xfrm>
              <a:off x="4882690" y="2425405"/>
              <a:ext cx="92075" cy="350682"/>
            </a:xfrm>
            <a:custGeom>
              <a:rect b="b" l="l" r="r" t="t"/>
              <a:pathLst>
                <a:path extrusionOk="0" h="11026" w="2895">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7" name="Google Shape;12087;p81"/>
            <p:cNvSpPr/>
            <p:nvPr/>
          </p:nvSpPr>
          <p:spPr>
            <a:xfrm>
              <a:off x="4966782" y="2429254"/>
              <a:ext cx="190480" cy="250655"/>
            </a:xfrm>
            <a:custGeom>
              <a:rect b="b" l="l" r="r" t="t"/>
              <a:pathLst>
                <a:path extrusionOk="0" h="7881" w="5989">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88" name="Google Shape;12088;p81"/>
          <p:cNvGrpSpPr/>
          <p:nvPr/>
        </p:nvGrpSpPr>
        <p:grpSpPr>
          <a:xfrm>
            <a:off x="6627639" y="2268434"/>
            <a:ext cx="355993" cy="313247"/>
            <a:chOff x="6627639" y="2443884"/>
            <a:chExt cx="355993" cy="313247"/>
          </a:xfrm>
        </p:grpSpPr>
        <p:sp>
          <p:nvSpPr>
            <p:cNvPr id="12089" name="Google Shape;12089;p81"/>
            <p:cNvSpPr/>
            <p:nvPr/>
          </p:nvSpPr>
          <p:spPr>
            <a:xfrm>
              <a:off x="6627639" y="2444266"/>
              <a:ext cx="92807" cy="87941"/>
            </a:xfrm>
            <a:custGeom>
              <a:rect b="b" l="l" r="r" t="t"/>
              <a:pathLst>
                <a:path extrusionOk="0" h="2765" w="2918">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0" name="Google Shape;12090;p81"/>
            <p:cNvSpPr/>
            <p:nvPr/>
          </p:nvSpPr>
          <p:spPr>
            <a:xfrm>
              <a:off x="6891589" y="2443884"/>
              <a:ext cx="92044" cy="86446"/>
            </a:xfrm>
            <a:custGeom>
              <a:rect b="b" l="l" r="r" t="t"/>
              <a:pathLst>
                <a:path extrusionOk="0" h="2718" w="2894">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1" name="Google Shape;12091;p81"/>
            <p:cNvSpPr/>
            <p:nvPr/>
          </p:nvSpPr>
          <p:spPr>
            <a:xfrm>
              <a:off x="6662498" y="2512201"/>
              <a:ext cx="288185" cy="244930"/>
            </a:xfrm>
            <a:custGeom>
              <a:rect b="b" l="l" r="r" t="t"/>
              <a:pathLst>
                <a:path extrusionOk="0" h="7701" w="9061">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92" name="Google Shape;12092;p81"/>
          <p:cNvGrpSpPr/>
          <p:nvPr/>
        </p:nvGrpSpPr>
        <p:grpSpPr>
          <a:xfrm>
            <a:off x="6183451" y="2286690"/>
            <a:ext cx="351445" cy="277976"/>
            <a:chOff x="6183451" y="2462140"/>
            <a:chExt cx="351445" cy="277976"/>
          </a:xfrm>
        </p:grpSpPr>
        <p:sp>
          <p:nvSpPr>
            <p:cNvPr id="12093" name="Google Shape;12093;p81"/>
            <p:cNvSpPr/>
            <p:nvPr/>
          </p:nvSpPr>
          <p:spPr>
            <a:xfrm>
              <a:off x="6315251" y="2514777"/>
              <a:ext cx="120446" cy="10241"/>
            </a:xfrm>
            <a:custGeom>
              <a:rect b="b" l="l" r="r" t="t"/>
              <a:pathLst>
                <a:path extrusionOk="0" h="322" w="3787">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4" name="Google Shape;12094;p81"/>
            <p:cNvSpPr/>
            <p:nvPr/>
          </p:nvSpPr>
          <p:spPr>
            <a:xfrm>
              <a:off x="6274349" y="2514777"/>
              <a:ext cx="27670" cy="10241"/>
            </a:xfrm>
            <a:custGeom>
              <a:rect b="b" l="l" r="r" t="t"/>
              <a:pathLst>
                <a:path extrusionOk="0" h="322" w="87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5" name="Google Shape;12095;p81"/>
            <p:cNvSpPr/>
            <p:nvPr/>
          </p:nvSpPr>
          <p:spPr>
            <a:xfrm>
              <a:off x="6274349" y="2672307"/>
              <a:ext cx="64405" cy="10623"/>
            </a:xfrm>
            <a:custGeom>
              <a:rect b="b" l="l" r="r" t="t"/>
              <a:pathLst>
                <a:path extrusionOk="0" h="334" w="2025">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6" name="Google Shape;12096;p81"/>
            <p:cNvSpPr/>
            <p:nvPr/>
          </p:nvSpPr>
          <p:spPr>
            <a:xfrm>
              <a:off x="6274731" y="2619670"/>
              <a:ext cx="85619" cy="10623"/>
            </a:xfrm>
            <a:custGeom>
              <a:rect b="b" l="l" r="r" t="t"/>
              <a:pathLst>
                <a:path extrusionOk="0" h="334" w="2692">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7" name="Google Shape;12097;p81"/>
            <p:cNvSpPr/>
            <p:nvPr/>
          </p:nvSpPr>
          <p:spPr>
            <a:xfrm>
              <a:off x="6274731" y="2567383"/>
              <a:ext cx="122704" cy="10273"/>
            </a:xfrm>
            <a:custGeom>
              <a:rect b="b" l="l" r="r" t="t"/>
              <a:pathLst>
                <a:path extrusionOk="0" h="323" w="3858">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8" name="Google Shape;12098;p81"/>
            <p:cNvSpPr/>
            <p:nvPr/>
          </p:nvSpPr>
          <p:spPr>
            <a:xfrm>
              <a:off x="6183451" y="2462140"/>
              <a:ext cx="339709" cy="277976"/>
            </a:xfrm>
            <a:custGeom>
              <a:rect b="b" l="l" r="r" t="t"/>
              <a:pathLst>
                <a:path extrusionOk="0" h="8740" w="10681">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9" name="Google Shape;12099;p81"/>
            <p:cNvSpPr/>
            <p:nvPr/>
          </p:nvSpPr>
          <p:spPr>
            <a:xfrm>
              <a:off x="6367888" y="2552562"/>
              <a:ext cx="167008" cy="132627"/>
            </a:xfrm>
            <a:custGeom>
              <a:rect b="b" l="l" r="r" t="t"/>
              <a:pathLst>
                <a:path extrusionOk="0" h="4170" w="5251">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00" name="Google Shape;12100;p81"/>
          <p:cNvGrpSpPr/>
          <p:nvPr/>
        </p:nvGrpSpPr>
        <p:grpSpPr>
          <a:xfrm>
            <a:off x="5735477" y="2254408"/>
            <a:ext cx="353354" cy="341299"/>
            <a:chOff x="5735477" y="2429858"/>
            <a:chExt cx="353354" cy="341299"/>
          </a:xfrm>
        </p:grpSpPr>
        <p:sp>
          <p:nvSpPr>
            <p:cNvPr id="12101" name="Google Shape;12101;p81"/>
            <p:cNvSpPr/>
            <p:nvPr/>
          </p:nvSpPr>
          <p:spPr>
            <a:xfrm>
              <a:off x="5824468" y="2594703"/>
              <a:ext cx="176359" cy="76968"/>
            </a:xfrm>
            <a:custGeom>
              <a:rect b="b" l="l" r="r" t="t"/>
              <a:pathLst>
                <a:path extrusionOk="0" h="2420" w="5545">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2" name="Google Shape;12102;p81"/>
            <p:cNvSpPr/>
            <p:nvPr/>
          </p:nvSpPr>
          <p:spPr>
            <a:xfrm>
              <a:off x="5735477" y="2429858"/>
              <a:ext cx="353354" cy="126202"/>
            </a:xfrm>
            <a:custGeom>
              <a:rect b="b" l="l" r="r" t="t"/>
              <a:pathLst>
                <a:path extrusionOk="0" h="3968" w="1111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3" name="Google Shape;12103;p81"/>
            <p:cNvSpPr/>
            <p:nvPr/>
          </p:nvSpPr>
          <p:spPr>
            <a:xfrm>
              <a:off x="5762384" y="2464271"/>
              <a:ext cx="134440" cy="72102"/>
            </a:xfrm>
            <a:custGeom>
              <a:rect b="b" l="l" r="r" t="t"/>
              <a:pathLst>
                <a:path extrusionOk="0" h="2267" w="4227">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4" name="Google Shape;12104;p81"/>
            <p:cNvSpPr/>
            <p:nvPr/>
          </p:nvSpPr>
          <p:spPr>
            <a:xfrm>
              <a:off x="5928247" y="2463921"/>
              <a:ext cx="134821" cy="70957"/>
            </a:xfrm>
            <a:custGeom>
              <a:rect b="b" l="l" r="r" t="t"/>
              <a:pathLst>
                <a:path extrusionOk="0" h="2231" w="4239">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5" name="Google Shape;12105;p81"/>
            <p:cNvSpPr/>
            <p:nvPr/>
          </p:nvSpPr>
          <p:spPr>
            <a:xfrm>
              <a:off x="5966859" y="2655642"/>
              <a:ext cx="28434" cy="113258"/>
            </a:xfrm>
            <a:custGeom>
              <a:rect b="b" l="l" r="r" t="t"/>
              <a:pathLst>
                <a:path extrusionOk="0" h="3561" w="894">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6" name="Google Shape;12106;p81"/>
            <p:cNvSpPr/>
            <p:nvPr/>
          </p:nvSpPr>
          <p:spPr>
            <a:xfrm>
              <a:off x="6054704" y="2499988"/>
              <a:ext cx="27670" cy="271169"/>
            </a:xfrm>
            <a:custGeom>
              <a:rect b="b" l="l" r="r" t="t"/>
              <a:pathLst>
                <a:path extrusionOk="0" h="8526" w="87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07" name="Google Shape;12107;p81"/>
          <p:cNvGrpSpPr/>
          <p:nvPr/>
        </p:nvGrpSpPr>
        <p:grpSpPr>
          <a:xfrm>
            <a:off x="5243735" y="2271523"/>
            <a:ext cx="405255" cy="275499"/>
            <a:chOff x="5283337" y="2478774"/>
            <a:chExt cx="358633" cy="243913"/>
          </a:xfrm>
        </p:grpSpPr>
        <p:sp>
          <p:nvSpPr>
            <p:cNvPr id="12108" name="Google Shape;12108;p81"/>
            <p:cNvSpPr/>
            <p:nvPr/>
          </p:nvSpPr>
          <p:spPr>
            <a:xfrm>
              <a:off x="5386735" y="2511056"/>
              <a:ext cx="21596" cy="20387"/>
            </a:xfrm>
            <a:custGeom>
              <a:rect b="b" l="l" r="r" t="t"/>
              <a:pathLst>
                <a:path extrusionOk="0" h="641" w="679">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9" name="Google Shape;12109;p81"/>
            <p:cNvSpPr/>
            <p:nvPr/>
          </p:nvSpPr>
          <p:spPr>
            <a:xfrm>
              <a:off x="5321599" y="2575811"/>
              <a:ext cx="21977" cy="20387"/>
            </a:xfrm>
            <a:custGeom>
              <a:rect b="b" l="l" r="r" t="t"/>
              <a:pathLst>
                <a:path extrusionOk="0" h="641" w="691">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0" name="Google Shape;12110;p81"/>
            <p:cNvSpPr/>
            <p:nvPr/>
          </p:nvSpPr>
          <p:spPr>
            <a:xfrm>
              <a:off x="5386735" y="2575811"/>
              <a:ext cx="21596" cy="20387"/>
            </a:xfrm>
            <a:custGeom>
              <a:rect b="b" l="l" r="r" t="t"/>
              <a:pathLst>
                <a:path extrusionOk="0" h="641" w="679">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1" name="Google Shape;12111;p81"/>
            <p:cNvSpPr/>
            <p:nvPr/>
          </p:nvSpPr>
          <p:spPr>
            <a:xfrm>
              <a:off x="5321599" y="2511056"/>
              <a:ext cx="21977" cy="20387"/>
            </a:xfrm>
            <a:custGeom>
              <a:rect b="b" l="l" r="r" t="t"/>
              <a:pathLst>
                <a:path extrusionOk="0" h="641" w="691">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2" name="Google Shape;12112;p81"/>
            <p:cNvSpPr/>
            <p:nvPr/>
          </p:nvSpPr>
          <p:spPr>
            <a:xfrm>
              <a:off x="5522670" y="2520916"/>
              <a:ext cx="17079" cy="15457"/>
            </a:xfrm>
            <a:custGeom>
              <a:rect b="b" l="l" r="r" t="t"/>
              <a:pathLst>
                <a:path extrusionOk="0" h="486" w="537">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3" name="Google Shape;12113;p81"/>
            <p:cNvSpPr/>
            <p:nvPr/>
          </p:nvSpPr>
          <p:spPr>
            <a:xfrm>
              <a:off x="5473054" y="2570531"/>
              <a:ext cx="16698" cy="15839"/>
            </a:xfrm>
            <a:custGeom>
              <a:rect b="b" l="l" r="r" t="t"/>
              <a:pathLst>
                <a:path extrusionOk="0" h="498" w="525">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4" name="Google Shape;12114;p81"/>
            <p:cNvSpPr/>
            <p:nvPr/>
          </p:nvSpPr>
          <p:spPr>
            <a:xfrm>
              <a:off x="5522670" y="2570531"/>
              <a:ext cx="17079" cy="15839"/>
            </a:xfrm>
            <a:custGeom>
              <a:rect b="b" l="l" r="r" t="t"/>
              <a:pathLst>
                <a:path extrusionOk="0" h="498" w="537">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5" name="Google Shape;12115;p81"/>
            <p:cNvSpPr/>
            <p:nvPr/>
          </p:nvSpPr>
          <p:spPr>
            <a:xfrm>
              <a:off x="5473054" y="2520916"/>
              <a:ext cx="16698" cy="15457"/>
            </a:xfrm>
            <a:custGeom>
              <a:rect b="b" l="l" r="r" t="t"/>
              <a:pathLst>
                <a:path extrusionOk="0" h="486" w="525">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6" name="Google Shape;12116;p81"/>
            <p:cNvSpPr/>
            <p:nvPr/>
          </p:nvSpPr>
          <p:spPr>
            <a:xfrm>
              <a:off x="5343926" y="2638594"/>
              <a:ext cx="95860" cy="10623"/>
            </a:xfrm>
            <a:custGeom>
              <a:rect b="b" l="l" r="r" t="t"/>
              <a:pathLst>
                <a:path extrusionOk="0" h="334" w="3014">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7" name="Google Shape;12117;p81"/>
            <p:cNvSpPr/>
            <p:nvPr/>
          </p:nvSpPr>
          <p:spPr>
            <a:xfrm>
              <a:off x="5343926" y="2689323"/>
              <a:ext cx="20482" cy="10655"/>
            </a:xfrm>
            <a:custGeom>
              <a:rect b="b" l="l" r="r" t="t"/>
              <a:pathLst>
                <a:path extrusionOk="0" h="335" w="644">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8" name="Google Shape;12118;p81"/>
            <p:cNvSpPr/>
            <p:nvPr/>
          </p:nvSpPr>
          <p:spPr>
            <a:xfrm>
              <a:off x="5378021" y="2689323"/>
              <a:ext cx="61765" cy="10655"/>
            </a:xfrm>
            <a:custGeom>
              <a:rect b="b" l="l" r="r" t="t"/>
              <a:pathLst>
                <a:path extrusionOk="0" h="335" w="1942">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9" name="Google Shape;12119;p81"/>
            <p:cNvSpPr/>
            <p:nvPr/>
          </p:nvSpPr>
          <p:spPr>
            <a:xfrm>
              <a:off x="5343926" y="2663975"/>
              <a:ext cx="95860" cy="10241"/>
            </a:xfrm>
            <a:custGeom>
              <a:rect b="b" l="l" r="r" t="t"/>
              <a:pathLst>
                <a:path extrusionOk="0" h="322" w="3014">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0" name="Google Shape;12120;p81"/>
            <p:cNvSpPr/>
            <p:nvPr/>
          </p:nvSpPr>
          <p:spPr>
            <a:xfrm>
              <a:off x="5283337" y="2478774"/>
              <a:ext cx="287072" cy="149229"/>
            </a:xfrm>
            <a:custGeom>
              <a:rect b="b" l="l" r="r" t="t"/>
              <a:pathLst>
                <a:path extrusionOk="0" h="4692" w="9026">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1" name="Google Shape;12121;p81"/>
            <p:cNvSpPr/>
            <p:nvPr/>
          </p:nvSpPr>
          <p:spPr>
            <a:xfrm>
              <a:off x="5336356" y="2524987"/>
              <a:ext cx="56836" cy="56836"/>
            </a:xfrm>
            <a:custGeom>
              <a:rect b="b" l="l" r="r" t="t"/>
              <a:pathLst>
                <a:path extrusionOk="0" h="1787" w="1787">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2" name="Google Shape;12122;p81"/>
            <p:cNvSpPr/>
            <p:nvPr/>
          </p:nvSpPr>
          <p:spPr>
            <a:xfrm>
              <a:off x="5486699" y="2534083"/>
              <a:ext cx="38643" cy="39025"/>
            </a:xfrm>
            <a:custGeom>
              <a:rect b="b" l="l" r="r" t="t"/>
              <a:pathLst>
                <a:path extrusionOk="0" h="1227" w="1215">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3" name="Google Shape;12123;p81"/>
            <p:cNvSpPr/>
            <p:nvPr/>
          </p:nvSpPr>
          <p:spPr>
            <a:xfrm>
              <a:off x="5466248" y="2638594"/>
              <a:ext cx="61384" cy="61765"/>
            </a:xfrm>
            <a:custGeom>
              <a:rect b="b" l="l" r="r" t="t"/>
              <a:pathLst>
                <a:path extrusionOk="0" h="1942" w="193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4" name="Google Shape;12124;p81"/>
            <p:cNvSpPr/>
            <p:nvPr/>
          </p:nvSpPr>
          <p:spPr>
            <a:xfrm>
              <a:off x="5316287" y="2582458"/>
              <a:ext cx="325683" cy="140228"/>
            </a:xfrm>
            <a:custGeom>
              <a:rect b="b" l="l" r="r" t="t"/>
              <a:pathLst>
                <a:path extrusionOk="0" h="4409" w="1024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5" name="Google Shape;12125;p81"/>
          <p:cNvGrpSpPr/>
          <p:nvPr/>
        </p:nvGrpSpPr>
        <p:grpSpPr>
          <a:xfrm>
            <a:off x="7964753" y="2295373"/>
            <a:ext cx="362068" cy="258670"/>
            <a:chOff x="7964753" y="2470823"/>
            <a:chExt cx="362068" cy="258670"/>
          </a:xfrm>
        </p:grpSpPr>
        <p:sp>
          <p:nvSpPr>
            <p:cNvPr id="12126" name="Google Shape;12126;p81"/>
            <p:cNvSpPr/>
            <p:nvPr/>
          </p:nvSpPr>
          <p:spPr>
            <a:xfrm>
              <a:off x="8196898" y="2562358"/>
              <a:ext cx="33363" cy="49012"/>
            </a:xfrm>
            <a:custGeom>
              <a:rect b="b" l="l" r="r" t="t"/>
              <a:pathLst>
                <a:path extrusionOk="0" h="1541" w="1049">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7" name="Google Shape;12127;p81"/>
            <p:cNvSpPr/>
            <p:nvPr/>
          </p:nvSpPr>
          <p:spPr>
            <a:xfrm>
              <a:off x="8162421" y="2529471"/>
              <a:ext cx="51174" cy="21309"/>
            </a:xfrm>
            <a:custGeom>
              <a:rect b="b" l="l" r="r" t="t"/>
              <a:pathLst>
                <a:path extrusionOk="0" h="670" w="1609">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8" name="Google Shape;12128;p81"/>
            <p:cNvSpPr/>
            <p:nvPr/>
          </p:nvSpPr>
          <p:spPr>
            <a:xfrm>
              <a:off x="8241966" y="2551258"/>
              <a:ext cx="47739" cy="30565"/>
            </a:xfrm>
            <a:custGeom>
              <a:rect b="b" l="l" r="r" t="t"/>
              <a:pathLst>
                <a:path extrusionOk="0" h="961" w="1501">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9" name="Google Shape;12129;p81"/>
            <p:cNvSpPr/>
            <p:nvPr/>
          </p:nvSpPr>
          <p:spPr>
            <a:xfrm>
              <a:off x="8060582" y="2586720"/>
              <a:ext cx="33713" cy="48884"/>
            </a:xfrm>
            <a:custGeom>
              <a:rect b="b" l="l" r="r" t="t"/>
              <a:pathLst>
                <a:path extrusionOk="0" h="1537" w="106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0" name="Google Shape;12130;p81"/>
            <p:cNvSpPr/>
            <p:nvPr/>
          </p:nvSpPr>
          <p:spPr>
            <a:xfrm>
              <a:off x="7999612" y="2581568"/>
              <a:ext cx="49266" cy="22582"/>
            </a:xfrm>
            <a:custGeom>
              <a:rect b="b" l="l" r="r" t="t"/>
              <a:pathLst>
                <a:path extrusionOk="0" h="710" w="1549">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1" name="Google Shape;12131;p81"/>
            <p:cNvSpPr/>
            <p:nvPr/>
          </p:nvSpPr>
          <p:spPr>
            <a:xfrm>
              <a:off x="8080651" y="2557873"/>
              <a:ext cx="48121" cy="28879"/>
            </a:xfrm>
            <a:custGeom>
              <a:rect b="b" l="l" r="r" t="t"/>
              <a:pathLst>
                <a:path extrusionOk="0" h="908" w="1513">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2" name="Google Shape;12132;p81"/>
            <p:cNvSpPr/>
            <p:nvPr/>
          </p:nvSpPr>
          <p:spPr>
            <a:xfrm>
              <a:off x="7964753" y="2497698"/>
              <a:ext cx="269675" cy="231795"/>
            </a:xfrm>
            <a:custGeom>
              <a:rect b="b" l="l" r="r" t="t"/>
              <a:pathLst>
                <a:path extrusionOk="0" h="7288" w="8479">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3" name="Google Shape;12133;p81"/>
            <p:cNvSpPr/>
            <p:nvPr/>
          </p:nvSpPr>
          <p:spPr>
            <a:xfrm>
              <a:off x="8045792" y="2634650"/>
              <a:ext cx="84124" cy="55850"/>
            </a:xfrm>
            <a:custGeom>
              <a:rect b="b" l="l" r="r" t="t"/>
              <a:pathLst>
                <a:path extrusionOk="0" h="1756" w="2645">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4" name="Google Shape;12134;p81"/>
            <p:cNvSpPr/>
            <p:nvPr/>
          </p:nvSpPr>
          <p:spPr>
            <a:xfrm>
              <a:off x="8145787" y="2470823"/>
              <a:ext cx="181034" cy="231795"/>
            </a:xfrm>
            <a:custGeom>
              <a:rect b="b" l="l" r="r" t="t"/>
              <a:pathLst>
                <a:path extrusionOk="0" h="7288" w="5692">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35" name="Google Shape;12135;p81"/>
          <p:cNvGrpSpPr/>
          <p:nvPr/>
        </p:nvGrpSpPr>
        <p:grpSpPr>
          <a:xfrm>
            <a:off x="7524349" y="2280997"/>
            <a:ext cx="350332" cy="288948"/>
            <a:chOff x="7524349" y="2456447"/>
            <a:chExt cx="350332" cy="288948"/>
          </a:xfrm>
        </p:grpSpPr>
        <p:sp>
          <p:nvSpPr>
            <p:cNvPr id="12136" name="Google Shape;12136;p81"/>
            <p:cNvSpPr/>
            <p:nvPr/>
          </p:nvSpPr>
          <p:spPr>
            <a:xfrm>
              <a:off x="7693647" y="2566651"/>
              <a:ext cx="10623" cy="67045"/>
            </a:xfrm>
            <a:custGeom>
              <a:rect b="b" l="l" r="r" t="t"/>
              <a:pathLst>
                <a:path extrusionOk="0" h="2108" w="334">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7" name="Google Shape;12137;p81"/>
            <p:cNvSpPr/>
            <p:nvPr/>
          </p:nvSpPr>
          <p:spPr>
            <a:xfrm>
              <a:off x="7524349" y="2545151"/>
              <a:ext cx="350332" cy="200244"/>
            </a:xfrm>
            <a:custGeom>
              <a:rect b="b" l="l" r="r" t="t"/>
              <a:pathLst>
                <a:path extrusionOk="0" h="6296" w="11015">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8" name="Google Shape;12138;p81"/>
            <p:cNvSpPr/>
            <p:nvPr/>
          </p:nvSpPr>
          <p:spPr>
            <a:xfrm>
              <a:off x="7582298" y="2650998"/>
              <a:ext cx="86764" cy="50093"/>
            </a:xfrm>
            <a:custGeom>
              <a:rect b="b" l="l" r="r" t="t"/>
              <a:pathLst>
                <a:path extrusionOk="0" h="1575" w="2728">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9" name="Google Shape;12139;p81"/>
            <p:cNvSpPr/>
            <p:nvPr/>
          </p:nvSpPr>
          <p:spPr>
            <a:xfrm>
              <a:off x="7729237" y="2650553"/>
              <a:ext cx="86732" cy="50156"/>
            </a:xfrm>
            <a:custGeom>
              <a:rect b="b" l="l" r="r" t="t"/>
              <a:pathLst>
                <a:path extrusionOk="0" h="1577" w="2727">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0" name="Google Shape;12140;p81"/>
            <p:cNvSpPr/>
            <p:nvPr/>
          </p:nvSpPr>
          <p:spPr>
            <a:xfrm>
              <a:off x="7667885" y="2456447"/>
              <a:ext cx="62147" cy="121209"/>
            </a:xfrm>
            <a:custGeom>
              <a:rect b="b" l="l" r="r" t="t"/>
              <a:pathLst>
                <a:path extrusionOk="0" h="3811" w="1954">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41" name="Google Shape;12141;p81"/>
          <p:cNvGrpSpPr/>
          <p:nvPr/>
        </p:nvGrpSpPr>
        <p:grpSpPr>
          <a:xfrm>
            <a:off x="3972749" y="2718761"/>
            <a:ext cx="355230" cy="356725"/>
            <a:chOff x="3972749" y="2894211"/>
            <a:chExt cx="355230" cy="356725"/>
          </a:xfrm>
        </p:grpSpPr>
        <p:sp>
          <p:nvSpPr>
            <p:cNvPr id="12142" name="Google Shape;12142;p81"/>
            <p:cNvSpPr/>
            <p:nvPr/>
          </p:nvSpPr>
          <p:spPr>
            <a:xfrm>
              <a:off x="3973512" y="3208508"/>
              <a:ext cx="351795" cy="10623"/>
            </a:xfrm>
            <a:custGeom>
              <a:rect b="b" l="l" r="r" t="t"/>
              <a:pathLst>
                <a:path extrusionOk="0" h="334" w="11061">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3" name="Google Shape;12143;p81"/>
            <p:cNvSpPr/>
            <p:nvPr/>
          </p:nvSpPr>
          <p:spPr>
            <a:xfrm>
              <a:off x="4116253" y="3052091"/>
              <a:ext cx="142804" cy="140546"/>
            </a:xfrm>
            <a:custGeom>
              <a:rect b="b" l="l" r="r" t="t"/>
              <a:pathLst>
                <a:path extrusionOk="0" h="4419" w="449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4" name="Google Shape;12144;p81"/>
            <p:cNvSpPr/>
            <p:nvPr/>
          </p:nvSpPr>
          <p:spPr>
            <a:xfrm>
              <a:off x="3995839" y="2992647"/>
              <a:ext cx="54927" cy="37148"/>
            </a:xfrm>
            <a:custGeom>
              <a:rect b="b" l="l" r="r" t="t"/>
              <a:pathLst>
                <a:path extrusionOk="0" h="1168" w="1727">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5" name="Google Shape;12145;p81"/>
            <p:cNvSpPr/>
            <p:nvPr/>
          </p:nvSpPr>
          <p:spPr>
            <a:xfrm>
              <a:off x="4249548" y="2992647"/>
              <a:ext cx="54959" cy="37148"/>
            </a:xfrm>
            <a:custGeom>
              <a:rect b="b" l="l" r="r" t="t"/>
              <a:pathLst>
                <a:path extrusionOk="0" h="1168" w="1728">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6" name="Google Shape;12146;p81"/>
            <p:cNvSpPr/>
            <p:nvPr/>
          </p:nvSpPr>
          <p:spPr>
            <a:xfrm>
              <a:off x="3972749" y="2894211"/>
              <a:ext cx="355230" cy="356725"/>
            </a:xfrm>
            <a:custGeom>
              <a:rect b="b" l="l" r="r" t="t"/>
              <a:pathLst>
                <a:path extrusionOk="0" h="11216" w="11169">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47" name="Google Shape;12147;p81"/>
          <p:cNvGrpSpPr/>
          <p:nvPr/>
        </p:nvGrpSpPr>
        <p:grpSpPr>
          <a:xfrm>
            <a:off x="3527797" y="2743346"/>
            <a:ext cx="355993" cy="307904"/>
            <a:chOff x="3527797" y="2918796"/>
            <a:chExt cx="355993" cy="307904"/>
          </a:xfrm>
        </p:grpSpPr>
        <p:sp>
          <p:nvSpPr>
            <p:cNvPr id="12148" name="Google Shape;12148;p81"/>
            <p:cNvSpPr/>
            <p:nvPr/>
          </p:nvSpPr>
          <p:spPr>
            <a:xfrm>
              <a:off x="3527797" y="2918796"/>
              <a:ext cx="355993" cy="307904"/>
            </a:xfrm>
            <a:custGeom>
              <a:rect b="b" l="l" r="r" t="t"/>
              <a:pathLst>
                <a:path extrusionOk="0" h="9681" w="11193">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9" name="Google Shape;12149;p81"/>
            <p:cNvSpPr/>
            <p:nvPr/>
          </p:nvSpPr>
          <p:spPr>
            <a:xfrm>
              <a:off x="3552414" y="3088826"/>
              <a:ext cx="52669" cy="52224"/>
            </a:xfrm>
            <a:custGeom>
              <a:rect b="b" l="l" r="r" t="t"/>
              <a:pathLst>
                <a:path extrusionOk="0" h="1642" w="1656">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0" name="Google Shape;12150;p81"/>
            <p:cNvSpPr/>
            <p:nvPr/>
          </p:nvSpPr>
          <p:spPr>
            <a:xfrm>
              <a:off x="3552414" y="3153199"/>
              <a:ext cx="52669" cy="52256"/>
            </a:xfrm>
            <a:custGeom>
              <a:rect b="b" l="l" r="r" t="t"/>
              <a:pathLst>
                <a:path extrusionOk="0" h="1643" w="1656">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1" name="Google Shape;12151;p81"/>
            <p:cNvSpPr/>
            <p:nvPr/>
          </p:nvSpPr>
          <p:spPr>
            <a:xfrm>
              <a:off x="3616024" y="3153199"/>
              <a:ext cx="52287" cy="52256"/>
            </a:xfrm>
            <a:custGeom>
              <a:rect b="b" l="l" r="r" t="t"/>
              <a:pathLst>
                <a:path extrusionOk="0" h="1643" w="1644">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2" name="Google Shape;12152;p81"/>
            <p:cNvSpPr/>
            <p:nvPr/>
          </p:nvSpPr>
          <p:spPr>
            <a:xfrm>
              <a:off x="3679252" y="3153199"/>
              <a:ext cx="57217" cy="52256"/>
            </a:xfrm>
            <a:custGeom>
              <a:rect b="b" l="l" r="r" t="t"/>
              <a:pathLst>
                <a:path extrusionOk="0" h="1643" w="1799">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3" name="Google Shape;12153;p81"/>
            <p:cNvSpPr/>
            <p:nvPr/>
          </p:nvSpPr>
          <p:spPr>
            <a:xfrm>
              <a:off x="3742894" y="3153199"/>
              <a:ext cx="57185" cy="52256"/>
            </a:xfrm>
            <a:custGeom>
              <a:rect b="b" l="l" r="r" t="t"/>
              <a:pathLst>
                <a:path extrusionOk="0" h="1643" w="1798">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4" name="Google Shape;12154;p81"/>
            <p:cNvSpPr/>
            <p:nvPr/>
          </p:nvSpPr>
          <p:spPr>
            <a:xfrm>
              <a:off x="3806122" y="3088826"/>
              <a:ext cx="57217" cy="52224"/>
            </a:xfrm>
            <a:custGeom>
              <a:rect b="b" l="l" r="r" t="t"/>
              <a:pathLst>
                <a:path extrusionOk="0" h="1642" w="1799">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5" name="Google Shape;12155;p81"/>
            <p:cNvSpPr/>
            <p:nvPr/>
          </p:nvSpPr>
          <p:spPr>
            <a:xfrm>
              <a:off x="3806122" y="3153199"/>
              <a:ext cx="57217" cy="52256"/>
            </a:xfrm>
            <a:custGeom>
              <a:rect b="b" l="l" r="r" t="t"/>
              <a:pathLst>
                <a:path extrusionOk="0" h="1643" w="1799">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6" name="Google Shape;12156;p81"/>
            <p:cNvSpPr/>
            <p:nvPr/>
          </p:nvSpPr>
          <p:spPr>
            <a:xfrm>
              <a:off x="3549742" y="2940392"/>
              <a:ext cx="107215" cy="72420"/>
            </a:xfrm>
            <a:custGeom>
              <a:rect b="b" l="l" r="r" t="t"/>
              <a:pathLst>
                <a:path extrusionOk="0" h="2277" w="3371">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7" name="Google Shape;12157;p81"/>
            <p:cNvSpPr/>
            <p:nvPr/>
          </p:nvSpPr>
          <p:spPr>
            <a:xfrm>
              <a:off x="3630050" y="2983551"/>
              <a:ext cx="93539" cy="73120"/>
            </a:xfrm>
            <a:custGeom>
              <a:rect b="b" l="l" r="r" t="t"/>
              <a:pathLst>
                <a:path extrusionOk="0" h="2299" w="2941">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58" name="Google Shape;12158;p81"/>
          <p:cNvGrpSpPr/>
          <p:nvPr/>
        </p:nvGrpSpPr>
        <p:grpSpPr>
          <a:xfrm>
            <a:off x="3082845" y="2745509"/>
            <a:ext cx="356375" cy="302338"/>
            <a:chOff x="3082845" y="2920959"/>
            <a:chExt cx="356375" cy="302338"/>
          </a:xfrm>
        </p:grpSpPr>
        <p:sp>
          <p:nvSpPr>
            <p:cNvPr id="12159" name="Google Shape;12159;p81"/>
            <p:cNvSpPr/>
            <p:nvPr/>
          </p:nvSpPr>
          <p:spPr>
            <a:xfrm>
              <a:off x="3082845" y="2920959"/>
              <a:ext cx="217769" cy="130432"/>
            </a:xfrm>
            <a:custGeom>
              <a:rect b="b" l="l" r="r" t="t"/>
              <a:pathLst>
                <a:path extrusionOk="0" h="4101" w="6847">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0" name="Google Shape;12160;p81"/>
            <p:cNvSpPr/>
            <p:nvPr/>
          </p:nvSpPr>
          <p:spPr>
            <a:xfrm>
              <a:off x="3260444" y="2997577"/>
              <a:ext cx="178776" cy="225720"/>
            </a:xfrm>
            <a:custGeom>
              <a:rect b="b" l="l" r="r" t="t"/>
              <a:pathLst>
                <a:path extrusionOk="0" h="7097" w="5621">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61" name="Google Shape;12161;p81"/>
          <p:cNvGrpSpPr/>
          <p:nvPr/>
        </p:nvGrpSpPr>
        <p:grpSpPr>
          <a:xfrm>
            <a:off x="2639038" y="2719492"/>
            <a:ext cx="355612" cy="355612"/>
            <a:chOff x="2639038" y="2894942"/>
            <a:chExt cx="355612" cy="355612"/>
          </a:xfrm>
        </p:grpSpPr>
        <p:sp>
          <p:nvSpPr>
            <p:cNvPr id="12162" name="Google Shape;12162;p81"/>
            <p:cNvSpPr/>
            <p:nvPr/>
          </p:nvSpPr>
          <p:spPr>
            <a:xfrm>
              <a:off x="2748479" y="2894942"/>
              <a:ext cx="246171" cy="304119"/>
            </a:xfrm>
            <a:custGeom>
              <a:rect b="b" l="l" r="r" t="t"/>
              <a:pathLst>
                <a:path extrusionOk="0" h="9562" w="774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3" name="Google Shape;12163;p81"/>
            <p:cNvSpPr/>
            <p:nvPr/>
          </p:nvSpPr>
          <p:spPr>
            <a:xfrm>
              <a:off x="2639038" y="2945703"/>
              <a:ext cx="246552" cy="304851"/>
            </a:xfrm>
            <a:custGeom>
              <a:rect b="b" l="l" r="r" t="t"/>
              <a:pathLst>
                <a:path extrusionOk="0" h="9585" w="7752">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64" name="Google Shape;12164;p81"/>
          <p:cNvGrpSpPr/>
          <p:nvPr/>
        </p:nvGrpSpPr>
        <p:grpSpPr>
          <a:xfrm>
            <a:off x="2194468" y="2763415"/>
            <a:ext cx="355993" cy="267766"/>
            <a:chOff x="2194468" y="2938865"/>
            <a:chExt cx="355993" cy="267766"/>
          </a:xfrm>
        </p:grpSpPr>
        <p:sp>
          <p:nvSpPr>
            <p:cNvPr id="12165" name="Google Shape;12165;p81"/>
            <p:cNvSpPr/>
            <p:nvPr/>
          </p:nvSpPr>
          <p:spPr>
            <a:xfrm>
              <a:off x="2194468" y="2938865"/>
              <a:ext cx="355993" cy="267766"/>
            </a:xfrm>
            <a:custGeom>
              <a:rect b="b" l="l" r="r" t="t"/>
              <a:pathLst>
                <a:path extrusionOk="0" h="8419" w="11193">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6" name="Google Shape;12166;p81"/>
            <p:cNvSpPr/>
            <p:nvPr/>
          </p:nvSpPr>
          <p:spPr>
            <a:xfrm>
              <a:off x="2217940" y="3005528"/>
              <a:ext cx="39025" cy="10623"/>
            </a:xfrm>
            <a:custGeom>
              <a:rect b="b" l="l" r="r" t="t"/>
              <a:pathLst>
                <a:path extrusionOk="0" h="334" w="1227">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7" name="Google Shape;12167;p81"/>
            <p:cNvSpPr/>
            <p:nvPr/>
          </p:nvSpPr>
          <p:spPr>
            <a:xfrm>
              <a:off x="2270959" y="3005528"/>
              <a:ext cx="39025" cy="10623"/>
            </a:xfrm>
            <a:custGeom>
              <a:rect b="b" l="l" r="r" t="t"/>
              <a:pathLst>
                <a:path extrusionOk="0" h="334" w="1227">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8" name="Google Shape;12168;p81"/>
            <p:cNvSpPr/>
            <p:nvPr/>
          </p:nvSpPr>
          <p:spPr>
            <a:xfrm>
              <a:off x="2323978" y="3005528"/>
              <a:ext cx="39025" cy="10623"/>
            </a:xfrm>
            <a:custGeom>
              <a:rect b="b" l="l" r="r" t="t"/>
              <a:pathLst>
                <a:path extrusionOk="0" h="334" w="1227">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9" name="Google Shape;12169;p81"/>
            <p:cNvSpPr/>
            <p:nvPr/>
          </p:nvSpPr>
          <p:spPr>
            <a:xfrm>
              <a:off x="2376996" y="3005528"/>
              <a:ext cx="39025" cy="10623"/>
            </a:xfrm>
            <a:custGeom>
              <a:rect b="b" l="l" r="r" t="t"/>
              <a:pathLst>
                <a:path extrusionOk="0" h="334" w="1227">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0" name="Google Shape;12170;p81"/>
            <p:cNvSpPr/>
            <p:nvPr/>
          </p:nvSpPr>
          <p:spPr>
            <a:xfrm>
              <a:off x="2429634" y="3005528"/>
              <a:ext cx="39025" cy="10623"/>
            </a:xfrm>
            <a:custGeom>
              <a:rect b="b" l="l" r="r" t="t"/>
              <a:pathLst>
                <a:path extrusionOk="0" h="334" w="1227">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1" name="Google Shape;12171;p81"/>
            <p:cNvSpPr/>
            <p:nvPr/>
          </p:nvSpPr>
          <p:spPr>
            <a:xfrm>
              <a:off x="2482653" y="3005528"/>
              <a:ext cx="39025" cy="10623"/>
            </a:xfrm>
            <a:custGeom>
              <a:rect b="b" l="l" r="r" t="t"/>
              <a:pathLst>
                <a:path extrusionOk="0" h="334" w="1227">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2" name="Google Shape;12172;p81"/>
            <p:cNvSpPr/>
            <p:nvPr/>
          </p:nvSpPr>
          <p:spPr>
            <a:xfrm>
              <a:off x="2223251" y="2962369"/>
              <a:ext cx="259433" cy="10623"/>
            </a:xfrm>
            <a:custGeom>
              <a:rect b="b" l="l" r="r" t="t"/>
              <a:pathLst>
                <a:path extrusionOk="0" h="334" w="8157">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3" name="Google Shape;12173;p81"/>
            <p:cNvSpPr/>
            <p:nvPr/>
          </p:nvSpPr>
          <p:spPr>
            <a:xfrm>
              <a:off x="2502340" y="2954927"/>
              <a:ext cx="30692" cy="25635"/>
            </a:xfrm>
            <a:custGeom>
              <a:rect b="b" l="l" r="r" t="t"/>
              <a:pathLst>
                <a:path extrusionOk="0" h="806" w="965">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4" name="Google Shape;12174;p81"/>
            <p:cNvSpPr/>
            <p:nvPr/>
          </p:nvSpPr>
          <p:spPr>
            <a:xfrm>
              <a:off x="2217940" y="3032404"/>
              <a:ext cx="101140" cy="83361"/>
            </a:xfrm>
            <a:custGeom>
              <a:rect b="b" l="l" r="r" t="t"/>
              <a:pathLst>
                <a:path extrusionOk="0" h="2621" w="318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5" name="Google Shape;12175;p81"/>
            <p:cNvSpPr/>
            <p:nvPr/>
          </p:nvSpPr>
          <p:spPr>
            <a:xfrm>
              <a:off x="2217558" y="3082401"/>
              <a:ext cx="133708" cy="96592"/>
            </a:xfrm>
            <a:custGeom>
              <a:rect b="b" l="l" r="r" t="t"/>
              <a:pathLst>
                <a:path extrusionOk="0" h="3037" w="4204">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6" name="Google Shape;12176;p81"/>
            <p:cNvSpPr/>
            <p:nvPr/>
          </p:nvSpPr>
          <p:spPr>
            <a:xfrm>
              <a:off x="2329671" y="3032404"/>
              <a:ext cx="82566" cy="145444"/>
            </a:xfrm>
            <a:custGeom>
              <a:rect b="b" l="l" r="r" t="t"/>
              <a:pathLst>
                <a:path extrusionOk="0" h="4573" w="2596">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7" name="Google Shape;12177;p81"/>
            <p:cNvSpPr/>
            <p:nvPr/>
          </p:nvSpPr>
          <p:spPr>
            <a:xfrm>
              <a:off x="2437585" y="3032404"/>
              <a:ext cx="84092" cy="10655"/>
            </a:xfrm>
            <a:custGeom>
              <a:rect b="b" l="l" r="r" t="t"/>
              <a:pathLst>
                <a:path extrusionOk="0" h="335" w="2644">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8" name="Google Shape;12178;p81"/>
            <p:cNvSpPr/>
            <p:nvPr/>
          </p:nvSpPr>
          <p:spPr>
            <a:xfrm>
              <a:off x="2427344" y="3055144"/>
              <a:ext cx="94334" cy="10623"/>
            </a:xfrm>
            <a:custGeom>
              <a:rect b="b" l="l" r="r" t="t"/>
              <a:pathLst>
                <a:path extrusionOk="0" h="334" w="2966">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9" name="Google Shape;12179;p81"/>
            <p:cNvSpPr/>
            <p:nvPr/>
          </p:nvSpPr>
          <p:spPr>
            <a:xfrm>
              <a:off x="2427344" y="3077853"/>
              <a:ext cx="94334" cy="10623"/>
            </a:xfrm>
            <a:custGeom>
              <a:rect b="b" l="l" r="r" t="t"/>
              <a:pathLst>
                <a:path extrusionOk="0" h="334" w="2966">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0" name="Google Shape;12180;p81"/>
            <p:cNvSpPr/>
            <p:nvPr/>
          </p:nvSpPr>
          <p:spPr>
            <a:xfrm>
              <a:off x="2427344" y="3100212"/>
              <a:ext cx="94334" cy="10623"/>
            </a:xfrm>
            <a:custGeom>
              <a:rect b="b" l="l" r="r" t="t"/>
              <a:pathLst>
                <a:path extrusionOk="0" h="334" w="2966">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1" name="Google Shape;12181;p81"/>
            <p:cNvSpPr/>
            <p:nvPr/>
          </p:nvSpPr>
          <p:spPr>
            <a:xfrm>
              <a:off x="2427344" y="3122921"/>
              <a:ext cx="94334" cy="10623"/>
            </a:xfrm>
            <a:custGeom>
              <a:rect b="b" l="l" r="r" t="t"/>
              <a:pathLst>
                <a:path extrusionOk="0" h="334" w="2966">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2" name="Google Shape;12182;p81"/>
            <p:cNvSpPr/>
            <p:nvPr/>
          </p:nvSpPr>
          <p:spPr>
            <a:xfrm>
              <a:off x="2427344" y="3145629"/>
              <a:ext cx="94334" cy="10655"/>
            </a:xfrm>
            <a:custGeom>
              <a:rect b="b" l="l" r="r" t="t"/>
              <a:pathLst>
                <a:path extrusionOk="0" h="335" w="2966">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3" name="Google Shape;12183;p81"/>
            <p:cNvSpPr/>
            <p:nvPr/>
          </p:nvSpPr>
          <p:spPr>
            <a:xfrm>
              <a:off x="2427344" y="3167988"/>
              <a:ext cx="68953" cy="10241"/>
            </a:xfrm>
            <a:custGeom>
              <a:rect b="b" l="l" r="r" t="t"/>
              <a:pathLst>
                <a:path extrusionOk="0" h="322" w="2168">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4" name="Google Shape;12184;p81"/>
            <p:cNvSpPr/>
            <p:nvPr/>
          </p:nvSpPr>
          <p:spPr>
            <a:xfrm>
              <a:off x="2323214" y="3050882"/>
              <a:ext cx="66695" cy="69780"/>
            </a:xfrm>
            <a:custGeom>
              <a:rect b="b" l="l" r="r" t="t"/>
              <a:pathLst>
                <a:path extrusionOk="0" h="2194" w="2097">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85" name="Google Shape;12185;p81"/>
          <p:cNvGrpSpPr/>
          <p:nvPr/>
        </p:nvGrpSpPr>
        <p:grpSpPr>
          <a:xfrm>
            <a:off x="1749897" y="2719111"/>
            <a:ext cx="355993" cy="355612"/>
            <a:chOff x="1749897" y="2894561"/>
            <a:chExt cx="355993" cy="355612"/>
          </a:xfrm>
        </p:grpSpPr>
        <p:sp>
          <p:nvSpPr>
            <p:cNvPr id="12186" name="Google Shape;12186;p81"/>
            <p:cNvSpPr/>
            <p:nvPr/>
          </p:nvSpPr>
          <p:spPr>
            <a:xfrm>
              <a:off x="1899858" y="2895324"/>
              <a:ext cx="206033" cy="161728"/>
            </a:xfrm>
            <a:custGeom>
              <a:rect b="b" l="l" r="r" t="t"/>
              <a:pathLst>
                <a:path extrusionOk="0" h="5085" w="6478">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7" name="Google Shape;12187;p81"/>
            <p:cNvSpPr/>
            <p:nvPr/>
          </p:nvSpPr>
          <p:spPr>
            <a:xfrm>
              <a:off x="1751424" y="2894561"/>
              <a:ext cx="135585" cy="161379"/>
            </a:xfrm>
            <a:custGeom>
              <a:rect b="b" l="l" r="r" t="t"/>
              <a:pathLst>
                <a:path extrusionOk="0" h="5074" w="4263">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8" name="Google Shape;12188;p81"/>
            <p:cNvSpPr/>
            <p:nvPr/>
          </p:nvSpPr>
          <p:spPr>
            <a:xfrm>
              <a:off x="1931663" y="2921468"/>
              <a:ext cx="64787" cy="10241"/>
            </a:xfrm>
            <a:custGeom>
              <a:rect b="b" l="l" r="r" t="t"/>
              <a:pathLst>
                <a:path extrusionOk="0" h="322" w="2037">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9" name="Google Shape;12189;p81"/>
            <p:cNvSpPr/>
            <p:nvPr/>
          </p:nvSpPr>
          <p:spPr>
            <a:xfrm>
              <a:off x="2009681" y="2921468"/>
              <a:ext cx="65168" cy="10241"/>
            </a:xfrm>
            <a:custGeom>
              <a:rect b="b" l="l" r="r" t="t"/>
              <a:pathLst>
                <a:path extrusionOk="0" h="322" w="2049">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0" name="Google Shape;12190;p81"/>
            <p:cNvSpPr/>
            <p:nvPr/>
          </p:nvSpPr>
          <p:spPr>
            <a:xfrm>
              <a:off x="1931663" y="2954418"/>
              <a:ext cx="64787" cy="10623"/>
            </a:xfrm>
            <a:custGeom>
              <a:rect b="b" l="l" r="r" t="t"/>
              <a:pathLst>
                <a:path extrusionOk="0" h="334" w="2037">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1" name="Google Shape;12191;p81"/>
            <p:cNvSpPr/>
            <p:nvPr/>
          </p:nvSpPr>
          <p:spPr>
            <a:xfrm>
              <a:off x="2009681" y="2954418"/>
              <a:ext cx="65168" cy="10623"/>
            </a:xfrm>
            <a:custGeom>
              <a:rect b="b" l="l" r="r" t="t"/>
              <a:pathLst>
                <a:path extrusionOk="0" h="334" w="2049">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2" name="Google Shape;12192;p81"/>
            <p:cNvSpPr/>
            <p:nvPr/>
          </p:nvSpPr>
          <p:spPr>
            <a:xfrm>
              <a:off x="1931663" y="2987718"/>
              <a:ext cx="64787" cy="10273"/>
            </a:xfrm>
            <a:custGeom>
              <a:rect b="b" l="l" r="r" t="t"/>
              <a:pathLst>
                <a:path extrusionOk="0" h="323" w="2037">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3" name="Google Shape;12193;p81"/>
            <p:cNvSpPr/>
            <p:nvPr/>
          </p:nvSpPr>
          <p:spPr>
            <a:xfrm>
              <a:off x="2009681" y="2987718"/>
              <a:ext cx="65168" cy="10273"/>
            </a:xfrm>
            <a:custGeom>
              <a:rect b="b" l="l" r="r" t="t"/>
              <a:pathLst>
                <a:path extrusionOk="0" h="323" w="2049">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4" name="Google Shape;12194;p81"/>
            <p:cNvSpPr/>
            <p:nvPr/>
          </p:nvSpPr>
          <p:spPr>
            <a:xfrm>
              <a:off x="1931663" y="3020668"/>
              <a:ext cx="64787" cy="10655"/>
            </a:xfrm>
            <a:custGeom>
              <a:rect b="b" l="l" r="r" t="t"/>
              <a:pathLst>
                <a:path extrusionOk="0" h="335" w="2037">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5" name="Google Shape;12195;p81"/>
            <p:cNvSpPr/>
            <p:nvPr/>
          </p:nvSpPr>
          <p:spPr>
            <a:xfrm>
              <a:off x="2009681" y="3020668"/>
              <a:ext cx="65168" cy="10655"/>
            </a:xfrm>
            <a:custGeom>
              <a:rect b="b" l="l" r="r" t="t"/>
              <a:pathLst>
                <a:path extrusionOk="0" h="335" w="2049">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6" name="Google Shape;12196;p81"/>
            <p:cNvSpPr/>
            <p:nvPr/>
          </p:nvSpPr>
          <p:spPr>
            <a:xfrm>
              <a:off x="1749897" y="3069138"/>
              <a:ext cx="355993" cy="181034"/>
            </a:xfrm>
            <a:custGeom>
              <a:rect b="b" l="l" r="r" t="t"/>
              <a:pathLst>
                <a:path extrusionOk="0" h="5692" w="11193">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97" name="Google Shape;12197;p81"/>
          <p:cNvGrpSpPr/>
          <p:nvPr/>
        </p:nvGrpSpPr>
        <p:grpSpPr>
          <a:xfrm>
            <a:off x="1305327" y="2718761"/>
            <a:ext cx="357520" cy="357488"/>
            <a:chOff x="1305327" y="2894211"/>
            <a:chExt cx="357520" cy="357488"/>
          </a:xfrm>
        </p:grpSpPr>
        <p:sp>
          <p:nvSpPr>
            <p:cNvPr id="12198" name="Google Shape;12198;p81"/>
            <p:cNvSpPr/>
            <p:nvPr/>
          </p:nvSpPr>
          <p:spPr>
            <a:xfrm>
              <a:off x="1305709" y="2975600"/>
              <a:ext cx="281379" cy="275336"/>
            </a:xfrm>
            <a:custGeom>
              <a:rect b="b" l="l" r="r" t="t"/>
              <a:pathLst>
                <a:path extrusionOk="0" h="8657" w="8847">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9" name="Google Shape;12199;p81"/>
            <p:cNvSpPr/>
            <p:nvPr/>
          </p:nvSpPr>
          <p:spPr>
            <a:xfrm>
              <a:off x="1305327" y="2894211"/>
              <a:ext cx="357520" cy="357488"/>
            </a:xfrm>
            <a:custGeom>
              <a:rect b="b" l="l" r="r" t="t"/>
              <a:pathLst>
                <a:path extrusionOk="0" h="11240" w="11241">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0" name="Google Shape;12200;p81"/>
            <p:cNvSpPr/>
            <p:nvPr/>
          </p:nvSpPr>
          <p:spPr>
            <a:xfrm>
              <a:off x="1366679" y="3029191"/>
              <a:ext cx="57981" cy="70289"/>
            </a:xfrm>
            <a:custGeom>
              <a:rect b="b" l="l" r="r" t="t"/>
              <a:pathLst>
                <a:path extrusionOk="0" h="2210" w="1823">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1" name="Google Shape;12201;p81"/>
            <p:cNvSpPr/>
            <p:nvPr/>
          </p:nvSpPr>
          <p:spPr>
            <a:xfrm>
              <a:off x="1428031" y="3091211"/>
              <a:ext cx="100377" cy="99518"/>
            </a:xfrm>
            <a:custGeom>
              <a:rect b="b" l="l" r="r" t="t"/>
              <a:pathLst>
                <a:path extrusionOk="0" h="3129" w="3156">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2" name="Google Shape;12202;p81"/>
            <p:cNvSpPr/>
            <p:nvPr/>
          </p:nvSpPr>
          <p:spPr>
            <a:xfrm>
              <a:off x="1366297" y="3110040"/>
              <a:ext cx="66663" cy="80689"/>
            </a:xfrm>
            <a:custGeom>
              <a:rect b="b" l="l" r="r" t="t"/>
              <a:pathLst>
                <a:path extrusionOk="0" h="2537" w="2096">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03" name="Google Shape;12203;p81"/>
          <p:cNvGrpSpPr/>
          <p:nvPr/>
        </p:nvGrpSpPr>
        <p:grpSpPr>
          <a:xfrm>
            <a:off x="853950" y="2719270"/>
            <a:ext cx="364104" cy="353290"/>
            <a:chOff x="853950" y="2894720"/>
            <a:chExt cx="364104" cy="353290"/>
          </a:xfrm>
        </p:grpSpPr>
        <p:sp>
          <p:nvSpPr>
            <p:cNvPr id="12204" name="Google Shape;12204;p81"/>
            <p:cNvSpPr/>
            <p:nvPr/>
          </p:nvSpPr>
          <p:spPr>
            <a:xfrm>
              <a:off x="1056167" y="3155298"/>
              <a:ext cx="57472" cy="57662"/>
            </a:xfrm>
            <a:custGeom>
              <a:rect b="b" l="l" r="r" t="t"/>
              <a:pathLst>
                <a:path extrusionOk="0" h="1813" w="1807">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5" name="Google Shape;12205;p81"/>
            <p:cNvSpPr/>
            <p:nvPr/>
          </p:nvSpPr>
          <p:spPr>
            <a:xfrm>
              <a:off x="868326" y="2975027"/>
              <a:ext cx="192802" cy="82025"/>
            </a:xfrm>
            <a:custGeom>
              <a:rect b="b" l="l" r="r" t="t"/>
              <a:pathLst>
                <a:path extrusionOk="0" h="2579" w="6062">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6" name="Google Shape;12206;p81"/>
            <p:cNvSpPr/>
            <p:nvPr/>
          </p:nvSpPr>
          <p:spPr>
            <a:xfrm>
              <a:off x="853950" y="3067580"/>
              <a:ext cx="137875" cy="168598"/>
            </a:xfrm>
            <a:custGeom>
              <a:rect b="b" l="l" r="r" t="t"/>
              <a:pathLst>
                <a:path extrusionOk="0" h="5301" w="4335">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7" name="Google Shape;12207;p81"/>
            <p:cNvSpPr/>
            <p:nvPr/>
          </p:nvSpPr>
          <p:spPr>
            <a:xfrm>
              <a:off x="937248" y="3014975"/>
              <a:ext cx="87877" cy="57217"/>
            </a:xfrm>
            <a:custGeom>
              <a:rect b="b" l="l" r="r" t="t"/>
              <a:pathLst>
                <a:path extrusionOk="0" h="1799" w="2763">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8" name="Google Shape;12208;p81"/>
            <p:cNvSpPr/>
            <p:nvPr/>
          </p:nvSpPr>
          <p:spPr>
            <a:xfrm>
              <a:off x="978912" y="3095664"/>
              <a:ext cx="78399" cy="79290"/>
            </a:xfrm>
            <a:custGeom>
              <a:rect b="b" l="l" r="r" t="t"/>
              <a:pathLst>
                <a:path extrusionOk="0" h="2493" w="2465">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9" name="Google Shape;12209;p81"/>
            <p:cNvSpPr/>
            <p:nvPr/>
          </p:nvSpPr>
          <p:spPr>
            <a:xfrm>
              <a:off x="891067" y="3070697"/>
              <a:ext cx="74615" cy="77477"/>
            </a:xfrm>
            <a:custGeom>
              <a:rect b="b" l="l" r="r" t="t"/>
              <a:pathLst>
                <a:path extrusionOk="0" h="2436" w="2346">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0" name="Google Shape;12210;p81"/>
            <p:cNvSpPr/>
            <p:nvPr/>
          </p:nvSpPr>
          <p:spPr>
            <a:xfrm>
              <a:off x="999745" y="2894720"/>
              <a:ext cx="218310" cy="353290"/>
            </a:xfrm>
            <a:custGeom>
              <a:rect b="b" l="l" r="r" t="t"/>
              <a:pathLst>
                <a:path extrusionOk="0" h="11108" w="6864">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11" name="Google Shape;12211;p81"/>
          <p:cNvGrpSpPr/>
          <p:nvPr/>
        </p:nvGrpSpPr>
        <p:grpSpPr>
          <a:xfrm>
            <a:off x="7066548" y="2737144"/>
            <a:ext cx="352209" cy="334938"/>
            <a:chOff x="7066548" y="2912594"/>
            <a:chExt cx="352209" cy="334938"/>
          </a:xfrm>
        </p:grpSpPr>
        <p:sp>
          <p:nvSpPr>
            <p:cNvPr id="12212" name="Google Shape;12212;p81"/>
            <p:cNvSpPr/>
            <p:nvPr/>
          </p:nvSpPr>
          <p:spPr>
            <a:xfrm>
              <a:off x="7066548" y="2912594"/>
              <a:ext cx="219264" cy="266399"/>
            </a:xfrm>
            <a:custGeom>
              <a:rect b="b" l="l" r="r" t="t"/>
              <a:pathLst>
                <a:path extrusionOk="0" h="8376" w="6894">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3" name="Google Shape;12213;p81"/>
            <p:cNvSpPr/>
            <p:nvPr/>
          </p:nvSpPr>
          <p:spPr>
            <a:xfrm>
              <a:off x="7262690" y="2968571"/>
              <a:ext cx="156067" cy="278962"/>
            </a:xfrm>
            <a:custGeom>
              <a:rect b="b" l="l" r="r" t="t"/>
              <a:pathLst>
                <a:path extrusionOk="0" h="8771" w="4907">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4" name="Google Shape;12214;p81"/>
            <p:cNvSpPr/>
            <p:nvPr/>
          </p:nvSpPr>
          <p:spPr>
            <a:xfrm>
              <a:off x="7356610" y="3200843"/>
              <a:ext cx="58362" cy="24363"/>
            </a:xfrm>
            <a:custGeom>
              <a:rect b="b" l="l" r="r" t="t"/>
              <a:pathLst>
                <a:path extrusionOk="0" h="766" w="1835">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5" name="Google Shape;12215;p81"/>
            <p:cNvSpPr/>
            <p:nvPr/>
          </p:nvSpPr>
          <p:spPr>
            <a:xfrm>
              <a:off x="7068806" y="3188821"/>
              <a:ext cx="179539" cy="24617"/>
            </a:xfrm>
            <a:custGeom>
              <a:rect b="b" l="l" r="r" t="t"/>
              <a:pathLst>
                <a:path extrusionOk="0" h="774" w="5645">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6" name="Google Shape;12216;p81"/>
            <p:cNvSpPr/>
            <p:nvPr/>
          </p:nvSpPr>
          <p:spPr>
            <a:xfrm>
              <a:off x="7361158" y="3154726"/>
              <a:ext cx="49997" cy="20482"/>
            </a:xfrm>
            <a:custGeom>
              <a:rect b="b" l="l" r="r" t="t"/>
              <a:pathLst>
                <a:path extrusionOk="0" h="644" w="1572">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7" name="Google Shape;12217;p81"/>
            <p:cNvSpPr/>
            <p:nvPr/>
          </p:nvSpPr>
          <p:spPr>
            <a:xfrm>
              <a:off x="7155920" y="3139523"/>
              <a:ext cx="148084" cy="33045"/>
            </a:xfrm>
            <a:custGeom>
              <a:rect b="b" l="l" r="r" t="t"/>
              <a:pathLst>
                <a:path extrusionOk="0" h="1039" w="4656">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18" name="Google Shape;12218;p81"/>
          <p:cNvSpPr/>
          <p:nvPr/>
        </p:nvSpPr>
        <p:spPr>
          <a:xfrm>
            <a:off x="6591286" y="2708520"/>
            <a:ext cx="390088" cy="357520"/>
          </a:xfrm>
          <a:custGeom>
            <a:rect b="b" l="l" r="r" t="t"/>
            <a:pathLst>
              <a:path extrusionOk="0" h="11241" w="12265">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9" name="Google Shape;12219;p81"/>
          <p:cNvSpPr/>
          <p:nvPr/>
        </p:nvSpPr>
        <p:spPr>
          <a:xfrm>
            <a:off x="6134980" y="2726331"/>
            <a:ext cx="390470" cy="332108"/>
          </a:xfrm>
          <a:custGeom>
            <a:rect b="b" l="l" r="r" t="t"/>
            <a:pathLst>
              <a:path extrusionOk="0" h="10442" w="12277">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220" name="Google Shape;12220;p81"/>
          <p:cNvGrpSpPr/>
          <p:nvPr/>
        </p:nvGrpSpPr>
        <p:grpSpPr>
          <a:xfrm>
            <a:off x="7541397" y="2729352"/>
            <a:ext cx="318495" cy="352209"/>
            <a:chOff x="7541397" y="2904802"/>
            <a:chExt cx="318495" cy="352209"/>
          </a:xfrm>
        </p:grpSpPr>
        <p:sp>
          <p:nvSpPr>
            <p:cNvPr id="12221" name="Google Shape;12221;p81"/>
            <p:cNvSpPr/>
            <p:nvPr/>
          </p:nvSpPr>
          <p:spPr>
            <a:xfrm>
              <a:off x="7541397" y="2904802"/>
              <a:ext cx="318495" cy="352209"/>
            </a:xfrm>
            <a:custGeom>
              <a:rect b="b" l="l" r="r" t="t"/>
              <a:pathLst>
                <a:path extrusionOk="0" h="11074" w="10014">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2" name="Google Shape;12222;p81"/>
            <p:cNvSpPr/>
            <p:nvPr/>
          </p:nvSpPr>
          <p:spPr>
            <a:xfrm>
              <a:off x="7642505" y="2952128"/>
              <a:ext cx="112876" cy="106451"/>
            </a:xfrm>
            <a:custGeom>
              <a:rect b="b" l="l" r="r" t="t"/>
              <a:pathLst>
                <a:path extrusionOk="0" h="3347" w="3549">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23" name="Google Shape;12223;p81"/>
          <p:cNvGrpSpPr/>
          <p:nvPr/>
        </p:nvGrpSpPr>
        <p:grpSpPr>
          <a:xfrm>
            <a:off x="8003015" y="2728589"/>
            <a:ext cx="306759" cy="351445"/>
            <a:chOff x="8003015" y="2904039"/>
            <a:chExt cx="306759" cy="351445"/>
          </a:xfrm>
        </p:grpSpPr>
        <p:sp>
          <p:nvSpPr>
            <p:cNvPr id="12224" name="Google Shape;12224;p81"/>
            <p:cNvSpPr/>
            <p:nvPr/>
          </p:nvSpPr>
          <p:spPr>
            <a:xfrm>
              <a:off x="8094263" y="2957439"/>
              <a:ext cx="30342" cy="30310"/>
            </a:xfrm>
            <a:custGeom>
              <a:rect b="b" l="l" r="r" t="t"/>
              <a:pathLst>
                <a:path extrusionOk="0" h="953" w="954">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5" name="Google Shape;12225;p81"/>
            <p:cNvSpPr/>
            <p:nvPr/>
          </p:nvSpPr>
          <p:spPr>
            <a:xfrm>
              <a:off x="8187420" y="2957439"/>
              <a:ext cx="30342" cy="30310"/>
            </a:xfrm>
            <a:custGeom>
              <a:rect b="b" l="l" r="r" t="t"/>
              <a:pathLst>
                <a:path extrusionOk="0" h="953" w="954">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6" name="Google Shape;12226;p81"/>
            <p:cNvSpPr/>
            <p:nvPr/>
          </p:nvSpPr>
          <p:spPr>
            <a:xfrm>
              <a:off x="8094263" y="3027856"/>
              <a:ext cx="30342" cy="30342"/>
            </a:xfrm>
            <a:custGeom>
              <a:rect b="b" l="l" r="r" t="t"/>
              <a:pathLst>
                <a:path extrusionOk="0" h="954" w="954">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7" name="Google Shape;12227;p81"/>
            <p:cNvSpPr/>
            <p:nvPr/>
          </p:nvSpPr>
          <p:spPr>
            <a:xfrm>
              <a:off x="8187420" y="3027856"/>
              <a:ext cx="30342" cy="30342"/>
            </a:xfrm>
            <a:custGeom>
              <a:rect b="b" l="l" r="r" t="t"/>
              <a:pathLst>
                <a:path extrusionOk="0" h="954" w="954">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8" name="Google Shape;12228;p81"/>
            <p:cNvSpPr/>
            <p:nvPr/>
          </p:nvSpPr>
          <p:spPr>
            <a:xfrm>
              <a:off x="8003015" y="3050214"/>
              <a:ext cx="306759" cy="205269"/>
            </a:xfrm>
            <a:custGeom>
              <a:rect b="b" l="l" r="r" t="t"/>
              <a:pathLst>
                <a:path extrusionOk="0" h="6454" w="9645">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9" name="Google Shape;12229;p81"/>
            <p:cNvSpPr/>
            <p:nvPr/>
          </p:nvSpPr>
          <p:spPr>
            <a:xfrm>
              <a:off x="8040131" y="2904039"/>
              <a:ext cx="230268" cy="132182"/>
            </a:xfrm>
            <a:custGeom>
              <a:rect b="b" l="l" r="r" t="t"/>
              <a:pathLst>
                <a:path extrusionOk="0" h="4156" w="724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30" name="Google Shape;12230;p81"/>
          <p:cNvGrpSpPr/>
          <p:nvPr/>
        </p:nvGrpSpPr>
        <p:grpSpPr>
          <a:xfrm>
            <a:off x="5687770" y="2710046"/>
            <a:ext cx="369638" cy="369606"/>
            <a:chOff x="5687770" y="2885496"/>
            <a:chExt cx="369638" cy="369606"/>
          </a:xfrm>
        </p:grpSpPr>
        <p:sp>
          <p:nvSpPr>
            <p:cNvPr id="12231" name="Google Shape;12231;p81"/>
            <p:cNvSpPr/>
            <p:nvPr/>
          </p:nvSpPr>
          <p:spPr>
            <a:xfrm>
              <a:off x="5772594" y="3003366"/>
              <a:ext cx="112113" cy="110872"/>
            </a:xfrm>
            <a:custGeom>
              <a:rect b="b" l="l" r="r" t="t"/>
              <a:pathLst>
                <a:path extrusionOk="0" h="3486" w="3525">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2" name="Google Shape;12232;p81"/>
            <p:cNvSpPr/>
            <p:nvPr/>
          </p:nvSpPr>
          <p:spPr>
            <a:xfrm>
              <a:off x="5800996" y="3031736"/>
              <a:ext cx="112113" cy="110904"/>
            </a:xfrm>
            <a:custGeom>
              <a:rect b="b" l="l" r="r" t="t"/>
              <a:pathLst>
                <a:path extrusionOk="0" h="3487" w="3525">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3" name="Google Shape;12233;p81"/>
            <p:cNvSpPr/>
            <p:nvPr/>
          </p:nvSpPr>
          <p:spPr>
            <a:xfrm>
              <a:off x="5829016" y="3141558"/>
              <a:ext cx="31455" cy="30247"/>
            </a:xfrm>
            <a:custGeom>
              <a:rect b="b" l="l" r="r" t="t"/>
              <a:pathLst>
                <a:path extrusionOk="0" h="951" w="989">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4" name="Google Shape;12234;p81"/>
            <p:cNvSpPr/>
            <p:nvPr/>
          </p:nvSpPr>
          <p:spPr>
            <a:xfrm>
              <a:off x="5866514" y="3060519"/>
              <a:ext cx="75378" cy="73788"/>
            </a:xfrm>
            <a:custGeom>
              <a:rect b="b" l="l" r="r" t="t"/>
              <a:pathLst>
                <a:path extrusionOk="0" h="2320" w="237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5" name="Google Shape;12235;p81"/>
            <p:cNvSpPr/>
            <p:nvPr/>
          </p:nvSpPr>
          <p:spPr>
            <a:xfrm>
              <a:off x="5687770" y="2885496"/>
              <a:ext cx="369638" cy="369606"/>
            </a:xfrm>
            <a:custGeom>
              <a:rect b="b" l="l" r="r" t="t"/>
              <a:pathLst>
                <a:path extrusionOk="0" h="11621" w="11622">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6" name="Google Shape;12236;p81"/>
            <p:cNvSpPr/>
            <p:nvPr/>
          </p:nvSpPr>
          <p:spPr>
            <a:xfrm>
              <a:off x="5737386" y="2968794"/>
              <a:ext cx="182942" cy="181416"/>
            </a:xfrm>
            <a:custGeom>
              <a:rect b="b" l="l" r="r" t="t"/>
              <a:pathLst>
                <a:path extrusionOk="0" h="5704" w="5752">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7" name="Google Shape;12237;p81"/>
            <p:cNvSpPr/>
            <p:nvPr/>
          </p:nvSpPr>
          <p:spPr>
            <a:xfrm>
              <a:off x="5793808" y="3024548"/>
              <a:ext cx="181797" cy="181320"/>
            </a:xfrm>
            <a:custGeom>
              <a:rect b="b" l="l" r="r" t="t"/>
              <a:pathLst>
                <a:path extrusionOk="0" h="5701" w="5716">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8" name="Google Shape;12238;p81"/>
            <p:cNvSpPr/>
            <p:nvPr/>
          </p:nvSpPr>
          <p:spPr>
            <a:xfrm>
              <a:off x="5964600" y="3015483"/>
              <a:ext cx="23122" cy="21882"/>
            </a:xfrm>
            <a:custGeom>
              <a:rect b="b" l="l" r="r" t="t"/>
              <a:pathLst>
                <a:path extrusionOk="0" h="688" w="727">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9" name="Google Shape;12239;p81"/>
            <p:cNvSpPr/>
            <p:nvPr/>
          </p:nvSpPr>
          <p:spPr>
            <a:xfrm>
              <a:off x="5935817" y="2986700"/>
              <a:ext cx="22741" cy="21119"/>
            </a:xfrm>
            <a:custGeom>
              <a:rect b="b" l="l" r="r" t="t"/>
              <a:pathLst>
                <a:path extrusionOk="0" h="664" w="715">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0" name="Google Shape;12240;p81"/>
            <p:cNvSpPr/>
            <p:nvPr/>
          </p:nvSpPr>
          <p:spPr>
            <a:xfrm>
              <a:off x="5906270" y="2957153"/>
              <a:ext cx="23504" cy="21914"/>
            </a:xfrm>
            <a:custGeom>
              <a:rect b="b" l="l" r="r" t="t"/>
              <a:pathLst>
                <a:path extrusionOk="0" h="689" w="739">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41" name="Google Shape;12241;p81"/>
          <p:cNvGrpSpPr/>
          <p:nvPr/>
        </p:nvGrpSpPr>
        <p:grpSpPr>
          <a:xfrm>
            <a:off x="4881958" y="2729352"/>
            <a:ext cx="156417" cy="349537"/>
            <a:chOff x="4881958" y="2904802"/>
            <a:chExt cx="156417" cy="349537"/>
          </a:xfrm>
        </p:grpSpPr>
        <p:sp>
          <p:nvSpPr>
            <p:cNvPr id="12242" name="Google Shape;12242;p81"/>
            <p:cNvSpPr/>
            <p:nvPr/>
          </p:nvSpPr>
          <p:spPr>
            <a:xfrm>
              <a:off x="4994802" y="3168370"/>
              <a:ext cx="10241" cy="10623"/>
            </a:xfrm>
            <a:custGeom>
              <a:rect b="b" l="l" r="r" t="t"/>
              <a:pathLst>
                <a:path extrusionOk="0" h="334" w="322">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3" name="Google Shape;12243;p81"/>
            <p:cNvSpPr/>
            <p:nvPr/>
          </p:nvSpPr>
          <p:spPr>
            <a:xfrm>
              <a:off x="4994802" y="3194864"/>
              <a:ext cx="10241" cy="10273"/>
            </a:xfrm>
            <a:custGeom>
              <a:rect b="b" l="l" r="r" t="t"/>
              <a:pathLst>
                <a:path extrusionOk="0" h="323" w="322">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4" name="Google Shape;12244;p81"/>
            <p:cNvSpPr/>
            <p:nvPr/>
          </p:nvSpPr>
          <p:spPr>
            <a:xfrm>
              <a:off x="4937999" y="2904802"/>
              <a:ext cx="45831" cy="221935"/>
            </a:xfrm>
            <a:custGeom>
              <a:rect b="b" l="l" r="r" t="t"/>
              <a:pathLst>
                <a:path extrusionOk="0" h="6978" w="1441">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5" name="Google Shape;12245;p81"/>
            <p:cNvSpPr/>
            <p:nvPr/>
          </p:nvSpPr>
          <p:spPr>
            <a:xfrm>
              <a:off x="4937617" y="3141463"/>
              <a:ext cx="44718" cy="10273"/>
            </a:xfrm>
            <a:custGeom>
              <a:rect b="b" l="l" r="r" t="t"/>
              <a:pathLst>
                <a:path extrusionOk="0" h="323" w="1406">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6" name="Google Shape;12246;p81"/>
            <p:cNvSpPr/>
            <p:nvPr/>
          </p:nvSpPr>
          <p:spPr>
            <a:xfrm>
              <a:off x="4937617" y="3168370"/>
              <a:ext cx="44718" cy="10623"/>
            </a:xfrm>
            <a:custGeom>
              <a:rect b="b" l="l" r="r" t="t"/>
              <a:pathLst>
                <a:path extrusionOk="0" h="334" w="1406">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7" name="Google Shape;12247;p81"/>
            <p:cNvSpPr/>
            <p:nvPr/>
          </p:nvSpPr>
          <p:spPr>
            <a:xfrm>
              <a:off x="4937617" y="3195245"/>
              <a:ext cx="44718" cy="10623"/>
            </a:xfrm>
            <a:custGeom>
              <a:rect b="b" l="l" r="r" t="t"/>
              <a:pathLst>
                <a:path extrusionOk="0" h="334" w="1406">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8" name="Google Shape;12248;p81"/>
            <p:cNvSpPr/>
            <p:nvPr/>
          </p:nvSpPr>
          <p:spPr>
            <a:xfrm>
              <a:off x="4881958" y="3054953"/>
              <a:ext cx="156417" cy="199386"/>
            </a:xfrm>
            <a:custGeom>
              <a:rect b="b" l="l" r="r" t="t"/>
              <a:pathLst>
                <a:path extrusionOk="0" h="6269" w="4918">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49" name="Google Shape;12249;p81"/>
          <p:cNvGrpSpPr/>
          <p:nvPr/>
        </p:nvGrpSpPr>
        <p:grpSpPr>
          <a:xfrm>
            <a:off x="5230318" y="2711064"/>
            <a:ext cx="371133" cy="367443"/>
            <a:chOff x="5230318" y="2886514"/>
            <a:chExt cx="371133" cy="367443"/>
          </a:xfrm>
        </p:grpSpPr>
        <p:sp>
          <p:nvSpPr>
            <p:cNvPr id="12250" name="Google Shape;12250;p81"/>
            <p:cNvSpPr/>
            <p:nvPr/>
          </p:nvSpPr>
          <p:spPr>
            <a:xfrm>
              <a:off x="5328023" y="3080397"/>
              <a:ext cx="72356" cy="70257"/>
            </a:xfrm>
            <a:custGeom>
              <a:rect b="b" l="l" r="r" t="t"/>
              <a:pathLst>
                <a:path extrusionOk="0" h="2209" w="2275">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1" name="Google Shape;12251;p81"/>
            <p:cNvSpPr/>
            <p:nvPr/>
          </p:nvSpPr>
          <p:spPr>
            <a:xfrm>
              <a:off x="5372328" y="3064877"/>
              <a:ext cx="56836" cy="55468"/>
            </a:xfrm>
            <a:custGeom>
              <a:rect b="b" l="l" r="r" t="t"/>
              <a:pathLst>
                <a:path extrusionOk="0" h="1744" w="1787">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2" name="Google Shape;12252;p81"/>
            <p:cNvSpPr/>
            <p:nvPr/>
          </p:nvSpPr>
          <p:spPr>
            <a:xfrm>
              <a:off x="5390902" y="3028269"/>
              <a:ext cx="57949" cy="73533"/>
            </a:xfrm>
            <a:custGeom>
              <a:rect b="b" l="l" r="r" t="t"/>
              <a:pathLst>
                <a:path extrusionOk="0" h="2312" w="1822">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3" name="Google Shape;12253;p81"/>
            <p:cNvSpPr/>
            <p:nvPr/>
          </p:nvSpPr>
          <p:spPr>
            <a:xfrm>
              <a:off x="5230318" y="2886514"/>
              <a:ext cx="371133" cy="367443"/>
            </a:xfrm>
            <a:custGeom>
              <a:rect b="b" l="l" r="r" t="t"/>
              <a:pathLst>
                <a:path extrusionOk="0" h="11553" w="11669">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4" name="Google Shape;12254;p81"/>
            <p:cNvSpPr/>
            <p:nvPr/>
          </p:nvSpPr>
          <p:spPr>
            <a:xfrm>
              <a:off x="5337501" y="3026074"/>
              <a:ext cx="181797" cy="180175"/>
            </a:xfrm>
            <a:custGeom>
              <a:rect b="b" l="l" r="r" t="t"/>
              <a:pathLst>
                <a:path extrusionOk="0" h="5665" w="5716">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5" name="Google Shape;12255;p81"/>
            <p:cNvSpPr/>
            <p:nvPr/>
          </p:nvSpPr>
          <p:spPr>
            <a:xfrm>
              <a:off x="5281461" y="2969462"/>
              <a:ext cx="181416" cy="180366"/>
            </a:xfrm>
            <a:custGeom>
              <a:rect b="b" l="l" r="r" t="t"/>
              <a:pathLst>
                <a:path extrusionOk="0" h="5671" w="5704">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6" name="Google Shape;12256;p81"/>
            <p:cNvSpPr/>
            <p:nvPr/>
          </p:nvSpPr>
          <p:spPr>
            <a:xfrm>
              <a:off x="5508294" y="3016978"/>
              <a:ext cx="23122" cy="21532"/>
            </a:xfrm>
            <a:custGeom>
              <a:rect b="b" l="l" r="r" t="t"/>
              <a:pathLst>
                <a:path extrusionOk="0" h="677" w="727">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7" name="Google Shape;12257;p81"/>
            <p:cNvSpPr/>
            <p:nvPr/>
          </p:nvSpPr>
          <p:spPr>
            <a:xfrm>
              <a:off x="5478366" y="2987082"/>
              <a:ext cx="23504" cy="21882"/>
            </a:xfrm>
            <a:custGeom>
              <a:rect b="b" l="l" r="r" t="t"/>
              <a:pathLst>
                <a:path extrusionOk="0" h="688" w="739">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8" name="Google Shape;12258;p81"/>
            <p:cNvSpPr/>
            <p:nvPr/>
          </p:nvSpPr>
          <p:spPr>
            <a:xfrm>
              <a:off x="5449200" y="2957916"/>
              <a:ext cx="23122" cy="21500"/>
            </a:xfrm>
            <a:custGeom>
              <a:rect b="b" l="l" r="r" t="t"/>
              <a:pathLst>
                <a:path extrusionOk="0" h="676" w="727">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59" name="Google Shape;12259;p81"/>
          <p:cNvGrpSpPr/>
          <p:nvPr/>
        </p:nvGrpSpPr>
        <p:grpSpPr>
          <a:xfrm>
            <a:off x="5748358" y="3259128"/>
            <a:ext cx="352590" cy="182561"/>
            <a:chOff x="5748358" y="3434578"/>
            <a:chExt cx="352590" cy="182561"/>
          </a:xfrm>
        </p:grpSpPr>
        <p:sp>
          <p:nvSpPr>
            <p:cNvPr id="12260" name="Google Shape;12260;p81"/>
            <p:cNvSpPr/>
            <p:nvPr/>
          </p:nvSpPr>
          <p:spPr>
            <a:xfrm>
              <a:off x="5857799" y="3457668"/>
              <a:ext cx="26525" cy="50761"/>
            </a:xfrm>
            <a:custGeom>
              <a:rect b="b" l="l" r="r" t="t"/>
              <a:pathLst>
                <a:path extrusionOk="0" h="1596" w="834">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1" name="Google Shape;12261;p81"/>
            <p:cNvSpPr/>
            <p:nvPr/>
          </p:nvSpPr>
          <p:spPr>
            <a:xfrm>
              <a:off x="5823704" y="3457668"/>
              <a:ext cx="26557" cy="51142"/>
            </a:xfrm>
            <a:custGeom>
              <a:rect b="b" l="l" r="r" t="t"/>
              <a:pathLst>
                <a:path extrusionOk="0" h="1608" w="835">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2" name="Google Shape;12262;p81"/>
            <p:cNvSpPr/>
            <p:nvPr/>
          </p:nvSpPr>
          <p:spPr>
            <a:xfrm>
              <a:off x="5788115" y="3457668"/>
              <a:ext cx="26557" cy="50761"/>
            </a:xfrm>
            <a:custGeom>
              <a:rect b="b" l="l" r="r" t="t"/>
              <a:pathLst>
                <a:path extrusionOk="0" h="1596" w="835">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3" name="Google Shape;12263;p81"/>
            <p:cNvSpPr/>
            <p:nvPr/>
          </p:nvSpPr>
          <p:spPr>
            <a:xfrm>
              <a:off x="5913458" y="3457668"/>
              <a:ext cx="142423" cy="50761"/>
            </a:xfrm>
            <a:custGeom>
              <a:rect b="b" l="l" r="r" t="t"/>
              <a:pathLst>
                <a:path extrusionOk="0" h="1596" w="4478">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4" name="Google Shape;12264;p81"/>
            <p:cNvSpPr/>
            <p:nvPr/>
          </p:nvSpPr>
          <p:spPr>
            <a:xfrm>
              <a:off x="5748358" y="3434578"/>
              <a:ext cx="352590" cy="39788"/>
            </a:xfrm>
            <a:custGeom>
              <a:rect b="b" l="l" r="r" t="t"/>
              <a:pathLst>
                <a:path extrusionOk="0" h="1251" w="11086">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5" name="Google Shape;12265;p81"/>
            <p:cNvSpPr/>
            <p:nvPr/>
          </p:nvSpPr>
          <p:spPr>
            <a:xfrm>
              <a:off x="5748358" y="3488328"/>
              <a:ext cx="352590" cy="128810"/>
            </a:xfrm>
            <a:custGeom>
              <a:rect b="b" l="l" r="r" t="t"/>
              <a:pathLst>
                <a:path extrusionOk="0" h="4050" w="11086">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66" name="Google Shape;12266;p81"/>
          <p:cNvGrpSpPr/>
          <p:nvPr/>
        </p:nvGrpSpPr>
        <p:grpSpPr>
          <a:xfrm>
            <a:off x="862283" y="4099321"/>
            <a:ext cx="341204" cy="359301"/>
            <a:chOff x="862283" y="4274771"/>
            <a:chExt cx="341204" cy="359301"/>
          </a:xfrm>
        </p:grpSpPr>
        <p:sp>
          <p:nvSpPr>
            <p:cNvPr id="12267" name="Google Shape;12267;p81"/>
            <p:cNvSpPr/>
            <p:nvPr/>
          </p:nvSpPr>
          <p:spPr>
            <a:xfrm>
              <a:off x="1100089" y="4490790"/>
              <a:ext cx="24267" cy="17366"/>
            </a:xfrm>
            <a:custGeom>
              <a:rect b="b" l="l" r="r" t="t"/>
              <a:pathLst>
                <a:path extrusionOk="0" h="546" w="763">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8" name="Google Shape;12268;p81"/>
            <p:cNvSpPr/>
            <p:nvPr/>
          </p:nvSpPr>
          <p:spPr>
            <a:xfrm>
              <a:off x="1100089" y="4476001"/>
              <a:ext cx="24267" cy="17397"/>
            </a:xfrm>
            <a:custGeom>
              <a:rect b="b" l="l" r="r" t="t"/>
              <a:pathLst>
                <a:path extrusionOk="0" h="547" w="763">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9" name="Google Shape;12269;p81"/>
            <p:cNvSpPr/>
            <p:nvPr/>
          </p:nvSpPr>
          <p:spPr>
            <a:xfrm>
              <a:off x="862283" y="4274771"/>
              <a:ext cx="341204" cy="359301"/>
            </a:xfrm>
            <a:custGeom>
              <a:rect b="b" l="l" r="r" t="t"/>
              <a:pathLst>
                <a:path extrusionOk="0" h="11297" w="10728">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70" name="Google Shape;12270;p81"/>
          <p:cNvGrpSpPr/>
          <p:nvPr/>
        </p:nvGrpSpPr>
        <p:grpSpPr>
          <a:xfrm>
            <a:off x="1396957" y="4111915"/>
            <a:ext cx="301861" cy="332871"/>
            <a:chOff x="1396957" y="4287365"/>
            <a:chExt cx="301861" cy="332871"/>
          </a:xfrm>
        </p:grpSpPr>
        <p:sp>
          <p:nvSpPr>
            <p:cNvPr id="12271" name="Google Shape;12271;p81"/>
            <p:cNvSpPr/>
            <p:nvPr/>
          </p:nvSpPr>
          <p:spPr>
            <a:xfrm>
              <a:off x="1396957" y="4287365"/>
              <a:ext cx="301861" cy="332871"/>
            </a:xfrm>
            <a:custGeom>
              <a:rect b="b" l="l" r="r" t="t"/>
              <a:pathLst>
                <a:path extrusionOk="0" h="10466" w="9491">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2" name="Google Shape;12272;p81"/>
            <p:cNvSpPr/>
            <p:nvPr/>
          </p:nvSpPr>
          <p:spPr>
            <a:xfrm>
              <a:off x="1689309" y="4378614"/>
              <a:ext cx="9510" cy="46976"/>
            </a:xfrm>
            <a:custGeom>
              <a:rect b="b" l="l" r="r" t="t"/>
              <a:pathLst>
                <a:path extrusionOk="0" h="1477" w="299">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3" name="Google Shape;12273;p81"/>
            <p:cNvSpPr/>
            <p:nvPr/>
          </p:nvSpPr>
          <p:spPr>
            <a:xfrm>
              <a:off x="1520424" y="4385420"/>
              <a:ext cx="33363" cy="32982"/>
            </a:xfrm>
            <a:custGeom>
              <a:rect b="b" l="l" r="r" t="t"/>
              <a:pathLst>
                <a:path extrusionOk="0" h="1037" w="1049">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4" name="Google Shape;12274;p81"/>
            <p:cNvSpPr/>
            <p:nvPr/>
          </p:nvSpPr>
          <p:spPr>
            <a:xfrm>
              <a:off x="1563202" y="4398683"/>
              <a:ext cx="34508" cy="9510"/>
            </a:xfrm>
            <a:custGeom>
              <a:rect b="b" l="l" r="r" t="t"/>
              <a:pathLst>
                <a:path extrusionOk="0" h="299" w="1085">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5" name="Google Shape;12275;p81"/>
            <p:cNvSpPr/>
            <p:nvPr/>
          </p:nvSpPr>
          <p:spPr>
            <a:xfrm>
              <a:off x="1563965" y="4410037"/>
              <a:ext cx="92807" cy="9510"/>
            </a:xfrm>
            <a:custGeom>
              <a:rect b="b" l="l" r="r" t="t"/>
              <a:pathLst>
                <a:path extrusionOk="0" h="299" w="2918">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6" name="Google Shape;12276;p81"/>
            <p:cNvSpPr/>
            <p:nvPr/>
          </p:nvSpPr>
          <p:spPr>
            <a:xfrm>
              <a:off x="1563202" y="4385039"/>
              <a:ext cx="10273" cy="9510"/>
            </a:xfrm>
            <a:custGeom>
              <a:rect b="b" l="l" r="r" t="t"/>
              <a:pathLst>
                <a:path extrusionOk="0" h="299" w="323">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7" name="Google Shape;12277;p81"/>
            <p:cNvSpPr/>
            <p:nvPr/>
          </p:nvSpPr>
          <p:spPr>
            <a:xfrm>
              <a:off x="1520424" y="4436944"/>
              <a:ext cx="33363" cy="33332"/>
            </a:xfrm>
            <a:custGeom>
              <a:rect b="b" l="l" r="r" t="t"/>
              <a:pathLst>
                <a:path extrusionOk="0" h="1048" w="1049">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8" name="Google Shape;12278;p81"/>
            <p:cNvSpPr/>
            <p:nvPr/>
          </p:nvSpPr>
          <p:spPr>
            <a:xfrm>
              <a:off x="1563202" y="4450175"/>
              <a:ext cx="34508" cy="9510"/>
            </a:xfrm>
            <a:custGeom>
              <a:rect b="b" l="l" r="r" t="t"/>
              <a:pathLst>
                <a:path extrusionOk="0" h="299" w="1085">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9" name="Google Shape;12279;p81"/>
            <p:cNvSpPr/>
            <p:nvPr/>
          </p:nvSpPr>
          <p:spPr>
            <a:xfrm>
              <a:off x="1563965" y="4461530"/>
              <a:ext cx="92807" cy="9510"/>
            </a:xfrm>
            <a:custGeom>
              <a:rect b="b" l="l" r="r" t="t"/>
              <a:pathLst>
                <a:path extrusionOk="0" h="299" w="2918">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0" name="Google Shape;12280;p81"/>
            <p:cNvSpPr/>
            <p:nvPr/>
          </p:nvSpPr>
          <p:spPr>
            <a:xfrm>
              <a:off x="1563202" y="4436563"/>
              <a:ext cx="10273" cy="9478"/>
            </a:xfrm>
            <a:custGeom>
              <a:rect b="b" l="l" r="r" t="t"/>
              <a:pathLst>
                <a:path extrusionOk="0" h="298" w="323">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1" name="Google Shape;12281;p81"/>
            <p:cNvSpPr/>
            <p:nvPr/>
          </p:nvSpPr>
          <p:spPr>
            <a:xfrm>
              <a:off x="1520424" y="4488437"/>
              <a:ext cx="33363" cy="33332"/>
            </a:xfrm>
            <a:custGeom>
              <a:rect b="b" l="l" r="r" t="t"/>
              <a:pathLst>
                <a:path extrusionOk="0" h="1048" w="1049">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2" name="Google Shape;12282;p81"/>
            <p:cNvSpPr/>
            <p:nvPr/>
          </p:nvSpPr>
          <p:spPr>
            <a:xfrm>
              <a:off x="1563202" y="4501667"/>
              <a:ext cx="34508" cy="9510"/>
            </a:xfrm>
            <a:custGeom>
              <a:rect b="b" l="l" r="r" t="t"/>
              <a:pathLst>
                <a:path extrusionOk="0" h="299" w="1085">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3" name="Google Shape;12283;p81"/>
            <p:cNvSpPr/>
            <p:nvPr/>
          </p:nvSpPr>
          <p:spPr>
            <a:xfrm>
              <a:off x="1563202" y="4513785"/>
              <a:ext cx="93570" cy="9510"/>
            </a:xfrm>
            <a:custGeom>
              <a:rect b="b" l="l" r="r" t="t"/>
              <a:pathLst>
                <a:path extrusionOk="0" h="299" w="2942">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4" name="Google Shape;12284;p81"/>
            <p:cNvSpPr/>
            <p:nvPr/>
          </p:nvSpPr>
          <p:spPr>
            <a:xfrm>
              <a:off x="1563202" y="4488055"/>
              <a:ext cx="10273" cy="9478"/>
            </a:xfrm>
            <a:custGeom>
              <a:rect b="b" l="l" r="r" t="t"/>
              <a:pathLst>
                <a:path extrusionOk="0" h="298" w="323">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5" name="Google Shape;12285;p81"/>
            <p:cNvSpPr/>
            <p:nvPr/>
          </p:nvSpPr>
          <p:spPr>
            <a:xfrm>
              <a:off x="1522682" y="4318025"/>
              <a:ext cx="141659" cy="37912"/>
            </a:xfrm>
            <a:custGeom>
              <a:rect b="b" l="l" r="r" t="t"/>
              <a:pathLst>
                <a:path extrusionOk="0" h="1192" w="4454">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86" name="Google Shape;12286;p81"/>
          <p:cNvGrpSpPr/>
          <p:nvPr/>
        </p:nvGrpSpPr>
        <p:grpSpPr>
          <a:xfrm>
            <a:off x="1865381" y="4102056"/>
            <a:ext cx="396131" cy="355612"/>
            <a:chOff x="1865381" y="4277506"/>
            <a:chExt cx="396131" cy="355612"/>
          </a:xfrm>
        </p:grpSpPr>
        <p:sp>
          <p:nvSpPr>
            <p:cNvPr id="12287" name="Google Shape;12287;p81"/>
            <p:cNvSpPr/>
            <p:nvPr/>
          </p:nvSpPr>
          <p:spPr>
            <a:xfrm>
              <a:off x="1865381" y="4277506"/>
              <a:ext cx="396131" cy="355612"/>
            </a:xfrm>
            <a:custGeom>
              <a:rect b="b" l="l" r="r" t="t"/>
              <a:pathLst>
                <a:path extrusionOk="0" h="11181" w="12455">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8" name="Google Shape;12288;p81"/>
            <p:cNvSpPr/>
            <p:nvPr/>
          </p:nvSpPr>
          <p:spPr>
            <a:xfrm>
              <a:off x="2057770" y="4294553"/>
              <a:ext cx="22741" cy="35622"/>
            </a:xfrm>
            <a:custGeom>
              <a:rect b="b" l="l" r="r" t="t"/>
              <a:pathLst>
                <a:path extrusionOk="0" h="1120" w="715">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9" name="Google Shape;12289;p81"/>
            <p:cNvSpPr/>
            <p:nvPr/>
          </p:nvSpPr>
          <p:spPr>
            <a:xfrm>
              <a:off x="2048292" y="4456250"/>
              <a:ext cx="30724" cy="64055"/>
            </a:xfrm>
            <a:custGeom>
              <a:rect b="b" l="l" r="r" t="t"/>
              <a:pathLst>
                <a:path extrusionOk="0" h="2014" w="966">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0" name="Google Shape;12290;p81"/>
            <p:cNvSpPr/>
            <p:nvPr/>
          </p:nvSpPr>
          <p:spPr>
            <a:xfrm>
              <a:off x="1898713" y="4487196"/>
              <a:ext cx="17461" cy="16030"/>
            </a:xfrm>
            <a:custGeom>
              <a:rect b="b" l="l" r="r" t="t"/>
              <a:pathLst>
                <a:path extrusionOk="0" h="504" w="549">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1" name="Google Shape;12291;p81"/>
            <p:cNvSpPr/>
            <p:nvPr/>
          </p:nvSpPr>
          <p:spPr>
            <a:xfrm>
              <a:off x="1887740" y="4502494"/>
              <a:ext cx="19337" cy="13231"/>
            </a:xfrm>
            <a:custGeom>
              <a:rect b="b" l="l" r="r" t="t"/>
              <a:pathLst>
                <a:path extrusionOk="0" h="416" w="608">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2" name="Google Shape;12292;p81"/>
            <p:cNvSpPr/>
            <p:nvPr/>
          </p:nvSpPr>
          <p:spPr>
            <a:xfrm>
              <a:off x="1913852" y="4477019"/>
              <a:ext cx="13676" cy="17874"/>
            </a:xfrm>
            <a:custGeom>
              <a:rect b="b" l="l" r="r" t="t"/>
              <a:pathLst>
                <a:path extrusionOk="0" h="562" w="43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293" name="Google Shape;12293;p81"/>
          <p:cNvGrpSpPr/>
          <p:nvPr/>
        </p:nvGrpSpPr>
        <p:grpSpPr>
          <a:xfrm>
            <a:off x="2411823" y="4128549"/>
            <a:ext cx="334398" cy="299953"/>
            <a:chOff x="2411823" y="4303999"/>
            <a:chExt cx="334398" cy="299953"/>
          </a:xfrm>
        </p:grpSpPr>
        <p:sp>
          <p:nvSpPr>
            <p:cNvPr id="12294" name="Google Shape;12294;p81"/>
            <p:cNvSpPr/>
            <p:nvPr/>
          </p:nvSpPr>
          <p:spPr>
            <a:xfrm>
              <a:off x="2411823" y="4303999"/>
              <a:ext cx="237838" cy="84124"/>
            </a:xfrm>
            <a:custGeom>
              <a:rect b="b" l="l" r="r" t="t"/>
              <a:pathLst>
                <a:path extrusionOk="0" h="2645" w="7478">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5" name="Google Shape;12295;p81"/>
            <p:cNvSpPr/>
            <p:nvPr/>
          </p:nvSpPr>
          <p:spPr>
            <a:xfrm>
              <a:off x="2412205" y="4330525"/>
              <a:ext cx="334016" cy="273428"/>
            </a:xfrm>
            <a:custGeom>
              <a:rect b="b" l="l" r="r" t="t"/>
              <a:pathLst>
                <a:path extrusionOk="0" h="8597" w="10502">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6" name="Google Shape;12296;p81"/>
            <p:cNvSpPr/>
            <p:nvPr/>
          </p:nvSpPr>
          <p:spPr>
            <a:xfrm>
              <a:off x="2543241" y="4476319"/>
              <a:ext cx="20101" cy="9478"/>
            </a:xfrm>
            <a:custGeom>
              <a:rect b="b" l="l" r="r" t="t"/>
              <a:pathLst>
                <a:path extrusionOk="0" h="298" w="632">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7" name="Google Shape;12297;p81"/>
            <p:cNvSpPr/>
            <p:nvPr/>
          </p:nvSpPr>
          <p:spPr>
            <a:xfrm>
              <a:off x="2568590" y="4475937"/>
              <a:ext cx="129160" cy="9478"/>
            </a:xfrm>
            <a:custGeom>
              <a:rect b="b" l="l" r="r" t="t"/>
              <a:pathLst>
                <a:path extrusionOk="0" h="298" w="4061">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8" name="Google Shape;12298;p81"/>
            <p:cNvSpPr/>
            <p:nvPr/>
          </p:nvSpPr>
          <p:spPr>
            <a:xfrm>
              <a:off x="2543241" y="4491840"/>
              <a:ext cx="154890" cy="9510"/>
            </a:xfrm>
            <a:custGeom>
              <a:rect b="b" l="l" r="r" t="t"/>
              <a:pathLst>
                <a:path extrusionOk="0" h="299" w="487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9" name="Google Shape;12299;p81"/>
            <p:cNvSpPr/>
            <p:nvPr/>
          </p:nvSpPr>
          <p:spPr>
            <a:xfrm>
              <a:off x="2543241" y="4508506"/>
              <a:ext cx="154890" cy="9478"/>
            </a:xfrm>
            <a:custGeom>
              <a:rect b="b" l="l" r="r" t="t"/>
              <a:pathLst>
                <a:path extrusionOk="0" h="298" w="487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0" name="Google Shape;12300;p81"/>
            <p:cNvSpPr/>
            <p:nvPr/>
          </p:nvSpPr>
          <p:spPr>
            <a:xfrm>
              <a:off x="2635635" y="4436563"/>
              <a:ext cx="62497" cy="27289"/>
            </a:xfrm>
            <a:custGeom>
              <a:rect b="b" l="l" r="r" t="t"/>
              <a:pathLst>
                <a:path extrusionOk="0" h="858" w="1965">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01" name="Google Shape;12301;p81"/>
          <p:cNvGrpSpPr/>
          <p:nvPr/>
        </p:nvGrpSpPr>
        <p:grpSpPr>
          <a:xfrm>
            <a:off x="2903337" y="4103582"/>
            <a:ext cx="382519" cy="350682"/>
            <a:chOff x="2903337" y="4279032"/>
            <a:chExt cx="382519" cy="350682"/>
          </a:xfrm>
        </p:grpSpPr>
        <p:sp>
          <p:nvSpPr>
            <p:cNvPr id="12302" name="Google Shape;12302;p81"/>
            <p:cNvSpPr/>
            <p:nvPr/>
          </p:nvSpPr>
          <p:spPr>
            <a:xfrm>
              <a:off x="2966979" y="4320570"/>
              <a:ext cx="202248" cy="184183"/>
            </a:xfrm>
            <a:custGeom>
              <a:rect b="b" l="l" r="r" t="t"/>
              <a:pathLst>
                <a:path extrusionOk="0" h="5791" w="6359">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3" name="Google Shape;12303;p81"/>
            <p:cNvSpPr/>
            <p:nvPr/>
          </p:nvSpPr>
          <p:spPr>
            <a:xfrm>
              <a:off x="2903337" y="4279032"/>
              <a:ext cx="382519" cy="350682"/>
            </a:xfrm>
            <a:custGeom>
              <a:rect b="b" l="l" r="r" t="t"/>
              <a:pathLst>
                <a:path extrusionOk="0" h="11026" w="12027">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4" name="Google Shape;12304;p81"/>
            <p:cNvSpPr/>
            <p:nvPr/>
          </p:nvSpPr>
          <p:spPr>
            <a:xfrm>
              <a:off x="2937814" y="4300215"/>
              <a:ext cx="11768" cy="11418"/>
            </a:xfrm>
            <a:custGeom>
              <a:rect b="b" l="l" r="r" t="t"/>
              <a:pathLst>
                <a:path extrusionOk="0" h="359" w="37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5" name="Google Shape;12305;p81"/>
            <p:cNvSpPr/>
            <p:nvPr/>
          </p:nvSpPr>
          <p:spPr>
            <a:xfrm>
              <a:off x="2952572" y="4300215"/>
              <a:ext cx="11386" cy="11418"/>
            </a:xfrm>
            <a:custGeom>
              <a:rect b="b" l="l" r="r" t="t"/>
              <a:pathLst>
                <a:path extrusionOk="0" h="359" w="358">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6" name="Google Shape;12306;p81"/>
            <p:cNvSpPr/>
            <p:nvPr/>
          </p:nvSpPr>
          <p:spPr>
            <a:xfrm>
              <a:off x="2967361" y="4300215"/>
              <a:ext cx="11386" cy="11418"/>
            </a:xfrm>
            <a:custGeom>
              <a:rect b="b" l="l" r="r" t="t"/>
              <a:pathLst>
                <a:path extrusionOk="0" h="359" w="358">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7" name="Google Shape;12307;p81"/>
            <p:cNvSpPr/>
            <p:nvPr/>
          </p:nvSpPr>
          <p:spPr>
            <a:xfrm>
              <a:off x="3016563" y="4424063"/>
              <a:ext cx="11418" cy="11386"/>
            </a:xfrm>
            <a:custGeom>
              <a:rect b="b" l="l" r="r" t="t"/>
              <a:pathLst>
                <a:path extrusionOk="0" h="358" w="359">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8" name="Google Shape;12308;p81"/>
            <p:cNvSpPr/>
            <p:nvPr/>
          </p:nvSpPr>
          <p:spPr>
            <a:xfrm>
              <a:off x="3016563" y="4442606"/>
              <a:ext cx="11418" cy="11386"/>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9" name="Google Shape;12309;p81"/>
            <p:cNvSpPr/>
            <p:nvPr/>
          </p:nvSpPr>
          <p:spPr>
            <a:xfrm>
              <a:off x="3032498" y="4424063"/>
              <a:ext cx="11768" cy="11386"/>
            </a:xfrm>
            <a:custGeom>
              <a:rect b="b" l="l" r="r" t="t"/>
              <a:pathLst>
                <a:path extrusionOk="0" h="358" w="37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0" name="Google Shape;12310;p81"/>
            <p:cNvSpPr/>
            <p:nvPr/>
          </p:nvSpPr>
          <p:spPr>
            <a:xfrm>
              <a:off x="3032498" y="4442606"/>
              <a:ext cx="11768" cy="11386"/>
            </a:xfrm>
            <a:custGeom>
              <a:rect b="b" l="l" r="r" t="t"/>
              <a:pathLst>
                <a:path extrusionOk="0" h="358" w="37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1" name="Google Shape;12311;p81"/>
            <p:cNvSpPr/>
            <p:nvPr/>
          </p:nvSpPr>
          <p:spPr>
            <a:xfrm>
              <a:off x="3016213" y="4357527"/>
              <a:ext cx="112494" cy="111636"/>
            </a:xfrm>
            <a:custGeom>
              <a:rect b="b" l="l" r="r" t="t"/>
              <a:pathLst>
                <a:path extrusionOk="0" h="3510" w="3537">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2" name="Google Shape;12312;p81"/>
            <p:cNvSpPr/>
            <p:nvPr/>
          </p:nvSpPr>
          <p:spPr>
            <a:xfrm>
              <a:off x="2937051" y="4499791"/>
              <a:ext cx="14439" cy="11386"/>
            </a:xfrm>
            <a:custGeom>
              <a:rect b="b" l="l" r="r" t="t"/>
              <a:pathLst>
                <a:path extrusionOk="0" h="358" w="454">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3" name="Google Shape;12313;p81"/>
            <p:cNvSpPr/>
            <p:nvPr/>
          </p:nvSpPr>
          <p:spPr>
            <a:xfrm>
              <a:off x="2953717" y="4499791"/>
              <a:ext cx="30310" cy="11386"/>
            </a:xfrm>
            <a:custGeom>
              <a:rect b="b" l="l" r="r" t="t"/>
              <a:pathLst>
                <a:path extrusionOk="0" h="358" w="953">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4" name="Google Shape;12314;p81"/>
            <p:cNvSpPr/>
            <p:nvPr/>
          </p:nvSpPr>
          <p:spPr>
            <a:xfrm>
              <a:off x="2937051" y="4514930"/>
              <a:ext cx="46976" cy="11386"/>
            </a:xfrm>
            <a:custGeom>
              <a:rect b="b" l="l" r="r" t="t"/>
              <a:pathLst>
                <a:path extrusionOk="0" h="358" w="1477">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5" name="Google Shape;12315;p81"/>
            <p:cNvSpPr/>
            <p:nvPr/>
          </p:nvSpPr>
          <p:spPr>
            <a:xfrm>
              <a:off x="2937051" y="4529719"/>
              <a:ext cx="46976" cy="11386"/>
            </a:xfrm>
            <a:custGeom>
              <a:rect b="b" l="l" r="r" t="t"/>
              <a:pathLst>
                <a:path extrusionOk="0" h="358" w="1477">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6" name="Google Shape;12316;p81"/>
            <p:cNvSpPr/>
            <p:nvPr/>
          </p:nvSpPr>
          <p:spPr>
            <a:xfrm>
              <a:off x="3213881" y="4343787"/>
              <a:ext cx="11386" cy="126488"/>
            </a:xfrm>
            <a:custGeom>
              <a:rect b="b" l="l" r="r" t="t"/>
              <a:pathLst>
                <a:path extrusionOk="0" h="3977" w="358">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17" name="Google Shape;12317;p81"/>
          <p:cNvGrpSpPr/>
          <p:nvPr/>
        </p:nvGrpSpPr>
        <p:grpSpPr>
          <a:xfrm>
            <a:off x="3933342" y="4140317"/>
            <a:ext cx="383632" cy="276449"/>
            <a:chOff x="3933342" y="4315767"/>
            <a:chExt cx="383632" cy="276449"/>
          </a:xfrm>
        </p:grpSpPr>
        <p:sp>
          <p:nvSpPr>
            <p:cNvPr id="12318" name="Google Shape;12318;p81"/>
            <p:cNvSpPr/>
            <p:nvPr/>
          </p:nvSpPr>
          <p:spPr>
            <a:xfrm>
              <a:off x="3933342" y="4315767"/>
              <a:ext cx="383632" cy="276449"/>
            </a:xfrm>
            <a:custGeom>
              <a:rect b="b" l="l" r="r" t="t"/>
              <a:pathLst>
                <a:path extrusionOk="0" h="8692" w="12062">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9" name="Google Shape;12319;p81"/>
            <p:cNvSpPr/>
            <p:nvPr/>
          </p:nvSpPr>
          <p:spPr>
            <a:xfrm>
              <a:off x="4035214" y="4410037"/>
              <a:ext cx="11386" cy="140896"/>
            </a:xfrm>
            <a:custGeom>
              <a:rect b="b" l="l" r="r" t="t"/>
              <a:pathLst>
                <a:path extrusionOk="0" h="4430" w="358">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0" name="Google Shape;12320;p81"/>
            <p:cNvSpPr/>
            <p:nvPr/>
          </p:nvSpPr>
          <p:spPr>
            <a:xfrm>
              <a:off x="4221146" y="4390827"/>
              <a:ext cx="42460" cy="32886"/>
            </a:xfrm>
            <a:custGeom>
              <a:rect b="b" l="l" r="r" t="t"/>
              <a:pathLst>
                <a:path extrusionOk="0" h="1034" w="1335">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1" name="Google Shape;12321;p81"/>
            <p:cNvSpPr/>
            <p:nvPr/>
          </p:nvSpPr>
          <p:spPr>
            <a:xfrm>
              <a:off x="4054519" y="4384561"/>
              <a:ext cx="192961" cy="192516"/>
            </a:xfrm>
            <a:custGeom>
              <a:rect b="b" l="l" r="r" t="t"/>
              <a:pathLst>
                <a:path extrusionOk="0" h="6053" w="6067">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2" name="Google Shape;12322;p81"/>
            <p:cNvSpPr/>
            <p:nvPr/>
          </p:nvSpPr>
          <p:spPr>
            <a:xfrm>
              <a:off x="4085593" y="4420278"/>
              <a:ext cx="145826" cy="120923"/>
            </a:xfrm>
            <a:custGeom>
              <a:rect b="b" l="l" r="r" t="t"/>
              <a:pathLst>
                <a:path extrusionOk="0" h="3802" w="4585">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3" name="Google Shape;12323;p81"/>
            <p:cNvSpPr/>
            <p:nvPr/>
          </p:nvSpPr>
          <p:spPr>
            <a:xfrm>
              <a:off x="4131392" y="4449507"/>
              <a:ext cx="54577" cy="45767"/>
            </a:xfrm>
            <a:custGeom>
              <a:rect b="b" l="l" r="r" t="t"/>
              <a:pathLst>
                <a:path extrusionOk="0" h="1439" w="1716">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24" name="Google Shape;12324;p81"/>
          <p:cNvGrpSpPr/>
          <p:nvPr/>
        </p:nvGrpSpPr>
        <p:grpSpPr>
          <a:xfrm>
            <a:off x="3441065" y="4127055"/>
            <a:ext cx="337069" cy="302593"/>
            <a:chOff x="3441065" y="4302505"/>
            <a:chExt cx="337069" cy="302593"/>
          </a:xfrm>
        </p:grpSpPr>
        <p:sp>
          <p:nvSpPr>
            <p:cNvPr id="12325" name="Google Shape;12325;p81"/>
            <p:cNvSpPr/>
            <p:nvPr/>
          </p:nvSpPr>
          <p:spPr>
            <a:xfrm>
              <a:off x="3441065" y="4366941"/>
              <a:ext cx="337069" cy="173655"/>
            </a:xfrm>
            <a:custGeom>
              <a:rect b="b" l="l" r="r" t="t"/>
              <a:pathLst>
                <a:path extrusionOk="0" h="5460" w="10598">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6" name="Google Shape;12326;p81"/>
            <p:cNvSpPr/>
            <p:nvPr/>
          </p:nvSpPr>
          <p:spPr>
            <a:xfrm>
              <a:off x="3572864" y="4423300"/>
              <a:ext cx="76141" cy="61479"/>
            </a:xfrm>
            <a:custGeom>
              <a:rect b="b" l="l" r="r" t="t"/>
              <a:pathLst>
                <a:path extrusionOk="0" h="1933" w="2394">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7" name="Google Shape;12327;p81"/>
            <p:cNvSpPr/>
            <p:nvPr/>
          </p:nvSpPr>
          <p:spPr>
            <a:xfrm>
              <a:off x="3619045" y="4394485"/>
              <a:ext cx="46626" cy="39088"/>
            </a:xfrm>
            <a:custGeom>
              <a:rect b="b" l="l" r="r" t="t"/>
              <a:pathLst>
                <a:path extrusionOk="0" h="1229" w="1466">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8" name="Google Shape;12328;p81"/>
            <p:cNvSpPr/>
            <p:nvPr/>
          </p:nvSpPr>
          <p:spPr>
            <a:xfrm>
              <a:off x="3604669" y="4302505"/>
              <a:ext cx="9860" cy="42046"/>
            </a:xfrm>
            <a:custGeom>
              <a:rect b="b" l="l" r="r" t="t"/>
              <a:pathLst>
                <a:path extrusionOk="0" h="1322" w="31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9" name="Google Shape;12329;p81"/>
            <p:cNvSpPr/>
            <p:nvPr/>
          </p:nvSpPr>
          <p:spPr>
            <a:xfrm>
              <a:off x="3528178" y="4315926"/>
              <a:ext cx="22359" cy="40742"/>
            </a:xfrm>
            <a:custGeom>
              <a:rect b="b" l="l" r="r" t="t"/>
              <a:pathLst>
                <a:path extrusionOk="0" h="1281" w="703">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0" name="Google Shape;12330;p81"/>
            <p:cNvSpPr/>
            <p:nvPr/>
          </p:nvSpPr>
          <p:spPr>
            <a:xfrm>
              <a:off x="3457730" y="4348590"/>
              <a:ext cx="32600" cy="35367"/>
            </a:xfrm>
            <a:custGeom>
              <a:rect b="b" l="l" r="r" t="t"/>
              <a:pathLst>
                <a:path extrusionOk="0" h="1112" w="1025">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1" name="Google Shape;12331;p81"/>
            <p:cNvSpPr/>
            <p:nvPr/>
          </p:nvSpPr>
          <p:spPr>
            <a:xfrm>
              <a:off x="3727723" y="4351611"/>
              <a:ext cx="32218" cy="34954"/>
            </a:xfrm>
            <a:custGeom>
              <a:rect b="b" l="l" r="r" t="t"/>
              <a:pathLst>
                <a:path extrusionOk="0" h="1099" w="1013">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2" name="Google Shape;12332;p81"/>
            <p:cNvSpPr/>
            <p:nvPr/>
          </p:nvSpPr>
          <p:spPr>
            <a:xfrm>
              <a:off x="3668279" y="4315926"/>
              <a:ext cx="22391" cy="40742"/>
            </a:xfrm>
            <a:custGeom>
              <a:rect b="b" l="l" r="r" t="t"/>
              <a:pathLst>
                <a:path extrusionOk="0" h="1281" w="704">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3" name="Google Shape;12333;p81"/>
            <p:cNvSpPr/>
            <p:nvPr/>
          </p:nvSpPr>
          <p:spPr>
            <a:xfrm>
              <a:off x="3603143" y="4563019"/>
              <a:ext cx="9891" cy="42078"/>
            </a:xfrm>
            <a:custGeom>
              <a:rect b="b" l="l" r="r" t="t"/>
              <a:pathLst>
                <a:path extrusionOk="0" h="1323" w="311">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4" name="Google Shape;12334;p81"/>
            <p:cNvSpPr/>
            <p:nvPr/>
          </p:nvSpPr>
          <p:spPr>
            <a:xfrm>
              <a:off x="3667134" y="4552206"/>
              <a:ext cx="22009" cy="40233"/>
            </a:xfrm>
            <a:custGeom>
              <a:rect b="b" l="l" r="r" t="t"/>
              <a:pathLst>
                <a:path extrusionOk="0" h="1265" w="692">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5" name="Google Shape;12335;p81"/>
            <p:cNvSpPr/>
            <p:nvPr/>
          </p:nvSpPr>
          <p:spPr>
            <a:xfrm>
              <a:off x="3727723" y="4524662"/>
              <a:ext cx="32982" cy="35367"/>
            </a:xfrm>
            <a:custGeom>
              <a:rect b="b" l="l" r="r" t="t"/>
              <a:pathLst>
                <a:path extrusionOk="0" h="1112" w="1037">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6" name="Google Shape;12336;p81"/>
            <p:cNvSpPr/>
            <p:nvPr/>
          </p:nvSpPr>
          <p:spPr>
            <a:xfrm>
              <a:off x="3457349" y="4522023"/>
              <a:ext cx="32218" cy="34954"/>
            </a:xfrm>
            <a:custGeom>
              <a:rect b="b" l="l" r="r" t="t"/>
              <a:pathLst>
                <a:path extrusionOk="0" h="1099" w="1013">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7" name="Google Shape;12337;p81"/>
            <p:cNvSpPr/>
            <p:nvPr/>
          </p:nvSpPr>
          <p:spPr>
            <a:xfrm>
              <a:off x="3526270" y="4551665"/>
              <a:ext cx="22772" cy="40392"/>
            </a:xfrm>
            <a:custGeom>
              <a:rect b="b" l="l" r="r" t="t"/>
              <a:pathLst>
                <a:path extrusionOk="0" h="1270" w="716">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38" name="Google Shape;12338;p81"/>
          <p:cNvGrpSpPr/>
          <p:nvPr/>
        </p:nvGrpSpPr>
        <p:grpSpPr>
          <a:xfrm>
            <a:off x="3532345" y="3187185"/>
            <a:ext cx="339328" cy="336274"/>
            <a:chOff x="3532345" y="3362635"/>
            <a:chExt cx="339328" cy="336274"/>
          </a:xfrm>
        </p:grpSpPr>
        <p:sp>
          <p:nvSpPr>
            <p:cNvPr id="12339" name="Google Shape;12339;p81"/>
            <p:cNvSpPr/>
            <p:nvPr/>
          </p:nvSpPr>
          <p:spPr>
            <a:xfrm>
              <a:off x="3819385" y="3493258"/>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0" name="Google Shape;12340;p81"/>
            <p:cNvSpPr/>
            <p:nvPr/>
          </p:nvSpPr>
          <p:spPr>
            <a:xfrm>
              <a:off x="3819385" y="3493258"/>
              <a:ext cx="32" cy="32"/>
            </a:xfrm>
            <a:custGeom>
              <a:rect b="b" l="l" r="r" t="t"/>
              <a:pathLst>
                <a:path extrusionOk="0" h="1" w="1">
                  <a:moveTo>
                    <a:pt x="0"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1" name="Google Shape;12341;p81"/>
            <p:cNvSpPr/>
            <p:nvPr/>
          </p:nvSpPr>
          <p:spPr>
            <a:xfrm>
              <a:off x="3532345" y="3362635"/>
              <a:ext cx="339328" cy="282142"/>
            </a:xfrm>
            <a:custGeom>
              <a:rect b="b" l="l" r="r" t="t"/>
              <a:pathLst>
                <a:path extrusionOk="0" h="8871" w="10669">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2" name="Google Shape;12342;p81"/>
            <p:cNvSpPr/>
            <p:nvPr/>
          </p:nvSpPr>
          <p:spPr>
            <a:xfrm>
              <a:off x="3819385" y="3493258"/>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3" name="Google Shape;12343;p81"/>
            <p:cNvSpPr/>
            <p:nvPr/>
          </p:nvSpPr>
          <p:spPr>
            <a:xfrm>
              <a:off x="3644044" y="3592490"/>
              <a:ext cx="112494" cy="106420"/>
            </a:xfrm>
            <a:custGeom>
              <a:rect b="b" l="l" r="r" t="t"/>
              <a:pathLst>
                <a:path extrusionOk="0" h="3346" w="3537">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44" name="Google Shape;12344;p81"/>
          <p:cNvSpPr/>
          <p:nvPr/>
        </p:nvSpPr>
        <p:spPr>
          <a:xfrm>
            <a:off x="3968964" y="3174495"/>
            <a:ext cx="359015" cy="358442"/>
          </a:xfrm>
          <a:custGeom>
            <a:rect b="b" l="l" r="r" t="t"/>
            <a:pathLst>
              <a:path extrusionOk="0" h="11270" w="11288">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45" name="Google Shape;12345;p81"/>
          <p:cNvGrpSpPr/>
          <p:nvPr/>
        </p:nvGrpSpPr>
        <p:grpSpPr>
          <a:xfrm>
            <a:off x="1883955" y="3633250"/>
            <a:ext cx="162873" cy="351445"/>
            <a:chOff x="1883955" y="3808700"/>
            <a:chExt cx="162873" cy="351445"/>
          </a:xfrm>
        </p:grpSpPr>
        <p:sp>
          <p:nvSpPr>
            <p:cNvPr id="12346" name="Google Shape;12346;p81"/>
            <p:cNvSpPr/>
            <p:nvPr/>
          </p:nvSpPr>
          <p:spPr>
            <a:xfrm>
              <a:off x="1901734" y="3808700"/>
              <a:ext cx="131832" cy="209054"/>
            </a:xfrm>
            <a:custGeom>
              <a:rect b="b" l="l" r="r" t="t"/>
              <a:pathLst>
                <a:path extrusionOk="0" h="6573" w="4145">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7" name="Google Shape;12347;p81"/>
            <p:cNvSpPr/>
            <p:nvPr/>
          </p:nvSpPr>
          <p:spPr>
            <a:xfrm>
              <a:off x="1883955" y="3978730"/>
              <a:ext cx="162873" cy="181416"/>
            </a:xfrm>
            <a:custGeom>
              <a:rect b="b" l="l" r="r" t="t"/>
              <a:pathLst>
                <a:path extrusionOk="0" h="5704" w="5121">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48" name="Google Shape;12348;p81"/>
          <p:cNvGrpSpPr/>
          <p:nvPr/>
        </p:nvGrpSpPr>
        <p:grpSpPr>
          <a:xfrm>
            <a:off x="939156" y="3633759"/>
            <a:ext cx="192007" cy="351318"/>
            <a:chOff x="939156" y="3809209"/>
            <a:chExt cx="192007" cy="351318"/>
          </a:xfrm>
        </p:grpSpPr>
        <p:sp>
          <p:nvSpPr>
            <p:cNvPr id="12349" name="Google Shape;12349;p81"/>
            <p:cNvSpPr/>
            <p:nvPr/>
          </p:nvSpPr>
          <p:spPr>
            <a:xfrm>
              <a:off x="939538" y="3809209"/>
              <a:ext cx="191625" cy="106706"/>
            </a:xfrm>
            <a:custGeom>
              <a:rect b="b" l="l" r="r" t="t"/>
              <a:pathLst>
                <a:path extrusionOk="0" h="3355" w="6025">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0" name="Google Shape;12350;p81"/>
            <p:cNvSpPr/>
            <p:nvPr/>
          </p:nvSpPr>
          <p:spPr>
            <a:xfrm>
              <a:off x="939156" y="3898835"/>
              <a:ext cx="192007" cy="261692"/>
            </a:xfrm>
            <a:custGeom>
              <a:rect b="b" l="l" r="r" t="t"/>
              <a:pathLst>
                <a:path extrusionOk="0" h="8228" w="6037">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51" name="Google Shape;12351;p81"/>
          <p:cNvGrpSpPr/>
          <p:nvPr/>
        </p:nvGrpSpPr>
        <p:grpSpPr>
          <a:xfrm>
            <a:off x="2306167" y="3634395"/>
            <a:ext cx="193915" cy="349155"/>
            <a:chOff x="2306167" y="3809845"/>
            <a:chExt cx="193915" cy="349155"/>
          </a:xfrm>
        </p:grpSpPr>
        <p:sp>
          <p:nvSpPr>
            <p:cNvPr id="12352" name="Google Shape;12352;p81"/>
            <p:cNvSpPr/>
            <p:nvPr/>
          </p:nvSpPr>
          <p:spPr>
            <a:xfrm>
              <a:off x="2306167" y="3809845"/>
              <a:ext cx="137875" cy="349155"/>
            </a:xfrm>
            <a:custGeom>
              <a:rect b="b" l="l" r="r" t="t"/>
              <a:pathLst>
                <a:path extrusionOk="0" h="10978" w="4335">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3" name="Google Shape;12353;p81"/>
            <p:cNvSpPr/>
            <p:nvPr/>
          </p:nvSpPr>
          <p:spPr>
            <a:xfrm>
              <a:off x="2474701" y="3860256"/>
              <a:ext cx="22741" cy="17779"/>
            </a:xfrm>
            <a:custGeom>
              <a:rect b="b" l="l" r="r" t="t"/>
              <a:pathLst>
                <a:path extrusionOk="0" h="559" w="715">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4" name="Google Shape;12354;p81"/>
            <p:cNvSpPr/>
            <p:nvPr/>
          </p:nvSpPr>
          <p:spPr>
            <a:xfrm>
              <a:off x="2409565" y="3840092"/>
              <a:ext cx="25031" cy="12945"/>
            </a:xfrm>
            <a:custGeom>
              <a:rect b="b" l="l" r="r" t="t"/>
              <a:pathLst>
                <a:path extrusionOk="0" h="407" w="787">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5" name="Google Shape;12355;p81"/>
            <p:cNvSpPr/>
            <p:nvPr/>
          </p:nvSpPr>
          <p:spPr>
            <a:xfrm>
              <a:off x="2442865" y="3847916"/>
              <a:ext cx="24267" cy="14598"/>
            </a:xfrm>
            <a:custGeom>
              <a:rect b="b" l="l" r="r" t="t"/>
              <a:pathLst>
                <a:path extrusionOk="0" h="459" w="763">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6" name="Google Shape;12356;p81"/>
            <p:cNvSpPr/>
            <p:nvPr/>
          </p:nvSpPr>
          <p:spPr>
            <a:xfrm>
              <a:off x="2409183" y="3824952"/>
              <a:ext cx="24267" cy="11800"/>
            </a:xfrm>
            <a:custGeom>
              <a:rect b="b" l="l" r="r" t="t"/>
              <a:pathLst>
                <a:path extrusionOk="0" h="371" w="763">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7" name="Google Shape;12357;p81"/>
            <p:cNvSpPr/>
            <p:nvPr/>
          </p:nvSpPr>
          <p:spPr>
            <a:xfrm>
              <a:off x="2442865" y="3820023"/>
              <a:ext cx="24267" cy="12181"/>
            </a:xfrm>
            <a:custGeom>
              <a:rect b="b" l="l" r="r" t="t"/>
              <a:pathLst>
                <a:path extrusionOk="0" h="383" w="763">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8" name="Google Shape;12358;p81"/>
            <p:cNvSpPr/>
            <p:nvPr/>
          </p:nvSpPr>
          <p:spPr>
            <a:xfrm>
              <a:off x="2476196" y="3811054"/>
              <a:ext cx="23886" cy="15871"/>
            </a:xfrm>
            <a:custGeom>
              <a:rect b="b" l="l" r="r" t="t"/>
              <a:pathLst>
                <a:path extrusionOk="0" h="499" w="751">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59" name="Google Shape;12359;p81"/>
          <p:cNvGrpSpPr/>
          <p:nvPr/>
        </p:nvGrpSpPr>
        <p:grpSpPr>
          <a:xfrm>
            <a:off x="1323901" y="3631723"/>
            <a:ext cx="356343" cy="356757"/>
            <a:chOff x="1323901" y="3807173"/>
            <a:chExt cx="356343" cy="356757"/>
          </a:xfrm>
        </p:grpSpPr>
        <p:sp>
          <p:nvSpPr>
            <p:cNvPr id="12360" name="Google Shape;12360;p81"/>
            <p:cNvSpPr/>
            <p:nvPr/>
          </p:nvSpPr>
          <p:spPr>
            <a:xfrm>
              <a:off x="1478760" y="4058242"/>
              <a:ext cx="413" cy="32"/>
            </a:xfrm>
            <a:custGeom>
              <a:rect b="b" l="l" r="r" t="t"/>
              <a:pathLst>
                <a:path extrusionOk="0" h="1" w="13">
                  <a:moveTo>
                    <a:pt x="13" y="1"/>
                  </a:moveTo>
                  <a:cubicBezTo>
                    <a:pt x="1" y="1"/>
                    <a:pt x="1" y="1"/>
                    <a:pt x="13" y="1"/>
                  </a:cubicBezTo>
                  <a:cubicBezTo>
                    <a:pt x="1" y="1"/>
                    <a:pt x="1" y="1"/>
                    <a:pt x="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1" name="Google Shape;12361;p81"/>
            <p:cNvSpPr/>
            <p:nvPr/>
          </p:nvSpPr>
          <p:spPr>
            <a:xfrm>
              <a:off x="1323901" y="3807173"/>
              <a:ext cx="356343" cy="356757"/>
            </a:xfrm>
            <a:custGeom>
              <a:rect b="b" l="l" r="r" t="t"/>
              <a:pathLst>
                <a:path extrusionOk="0" h="11217" w="11204">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2" name="Google Shape;12362;p81"/>
            <p:cNvSpPr/>
            <p:nvPr/>
          </p:nvSpPr>
          <p:spPr>
            <a:xfrm>
              <a:off x="1605630" y="4063935"/>
              <a:ext cx="46976" cy="76523"/>
            </a:xfrm>
            <a:custGeom>
              <a:rect b="b" l="l" r="r" t="t"/>
              <a:pathLst>
                <a:path extrusionOk="0" h="2406" w="1477">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3" name="Google Shape;12363;p81"/>
            <p:cNvSpPr/>
            <p:nvPr/>
          </p:nvSpPr>
          <p:spPr>
            <a:xfrm>
              <a:off x="1582158" y="4065462"/>
              <a:ext cx="10623" cy="45449"/>
            </a:xfrm>
            <a:custGeom>
              <a:rect b="b" l="l" r="r" t="t"/>
              <a:pathLst>
                <a:path extrusionOk="0" h="1429" w="334">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4" name="Google Shape;12364;p81"/>
            <p:cNvSpPr/>
            <p:nvPr/>
          </p:nvSpPr>
          <p:spPr>
            <a:xfrm>
              <a:off x="1582158" y="4121884"/>
              <a:ext cx="10623" cy="17429"/>
            </a:xfrm>
            <a:custGeom>
              <a:rect b="b" l="l" r="r" t="t"/>
              <a:pathLst>
                <a:path extrusionOk="0" h="548" w="334">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5" name="Google Shape;12365;p81"/>
            <p:cNvSpPr/>
            <p:nvPr/>
          </p:nvSpPr>
          <p:spPr>
            <a:xfrm>
              <a:off x="1497684" y="4121884"/>
              <a:ext cx="10273" cy="17429"/>
            </a:xfrm>
            <a:custGeom>
              <a:rect b="b" l="l" r="r" t="t"/>
              <a:pathLst>
                <a:path extrusionOk="0" h="548" w="323">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6" name="Google Shape;12366;p81"/>
            <p:cNvSpPr/>
            <p:nvPr/>
          </p:nvSpPr>
          <p:spPr>
            <a:xfrm>
              <a:off x="1360604" y="4091574"/>
              <a:ext cx="43986" cy="43573"/>
            </a:xfrm>
            <a:custGeom>
              <a:rect b="b" l="l" r="r" t="t"/>
              <a:pathLst>
                <a:path extrusionOk="0" h="1370" w="1383">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7" name="Google Shape;12367;p81"/>
            <p:cNvSpPr/>
            <p:nvPr/>
          </p:nvSpPr>
          <p:spPr>
            <a:xfrm>
              <a:off x="1344320" y="3832172"/>
              <a:ext cx="76523" cy="46626"/>
            </a:xfrm>
            <a:custGeom>
              <a:rect b="b" l="l" r="r" t="t"/>
              <a:pathLst>
                <a:path extrusionOk="0" h="1466" w="2406">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8" name="Google Shape;12368;p81"/>
            <p:cNvSpPr/>
            <p:nvPr/>
          </p:nvSpPr>
          <p:spPr>
            <a:xfrm>
              <a:off x="1401887" y="3891648"/>
              <a:ext cx="17843" cy="10623"/>
            </a:xfrm>
            <a:custGeom>
              <a:rect b="b" l="l" r="r" t="t"/>
              <a:pathLst>
                <a:path extrusionOk="0" h="334" w="561">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9" name="Google Shape;12369;p81"/>
            <p:cNvSpPr/>
            <p:nvPr/>
          </p:nvSpPr>
          <p:spPr>
            <a:xfrm>
              <a:off x="1345465" y="3891648"/>
              <a:ext cx="45863" cy="10623"/>
            </a:xfrm>
            <a:custGeom>
              <a:rect b="b" l="l" r="r" t="t"/>
              <a:pathLst>
                <a:path extrusionOk="0" h="334" w="1442">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0" name="Google Shape;12370;p81"/>
            <p:cNvSpPr/>
            <p:nvPr/>
          </p:nvSpPr>
          <p:spPr>
            <a:xfrm>
              <a:off x="1343588" y="3917378"/>
              <a:ext cx="77254" cy="46626"/>
            </a:xfrm>
            <a:custGeom>
              <a:rect b="b" l="l" r="r" t="t"/>
              <a:pathLst>
                <a:path extrusionOk="0" h="1466" w="2429">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1" name="Google Shape;12371;p81"/>
            <p:cNvSpPr/>
            <p:nvPr/>
          </p:nvSpPr>
          <p:spPr>
            <a:xfrm>
              <a:off x="1401887" y="3976471"/>
              <a:ext cx="17843" cy="10241"/>
            </a:xfrm>
            <a:custGeom>
              <a:rect b="b" l="l" r="r" t="t"/>
              <a:pathLst>
                <a:path extrusionOk="0" h="322" w="561">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2" name="Google Shape;12372;p81"/>
            <p:cNvSpPr/>
            <p:nvPr/>
          </p:nvSpPr>
          <p:spPr>
            <a:xfrm>
              <a:off x="1345465" y="3976471"/>
              <a:ext cx="45863" cy="10241"/>
            </a:xfrm>
            <a:custGeom>
              <a:rect b="b" l="l" r="r" t="t"/>
              <a:pathLst>
                <a:path extrusionOk="0" h="322" w="1442">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3" name="Google Shape;12373;p81"/>
            <p:cNvSpPr/>
            <p:nvPr/>
          </p:nvSpPr>
          <p:spPr>
            <a:xfrm>
              <a:off x="1343588" y="4001057"/>
              <a:ext cx="77636" cy="46626"/>
            </a:xfrm>
            <a:custGeom>
              <a:rect b="b" l="l" r="r" t="t"/>
              <a:pathLst>
                <a:path extrusionOk="0" h="1466" w="2441">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4" name="Google Shape;12374;p81"/>
            <p:cNvSpPr/>
            <p:nvPr/>
          </p:nvSpPr>
          <p:spPr>
            <a:xfrm>
              <a:off x="1344702" y="4060150"/>
              <a:ext cx="46626" cy="10623"/>
            </a:xfrm>
            <a:custGeom>
              <a:rect b="b" l="l" r="r" t="t"/>
              <a:pathLst>
                <a:path extrusionOk="0" h="334" w="1466">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5" name="Google Shape;12375;p81"/>
            <p:cNvSpPr/>
            <p:nvPr/>
          </p:nvSpPr>
          <p:spPr>
            <a:xfrm>
              <a:off x="1401887" y="4060150"/>
              <a:ext cx="17843" cy="10623"/>
            </a:xfrm>
            <a:custGeom>
              <a:rect b="b" l="l" r="r" t="t"/>
              <a:pathLst>
                <a:path extrusionOk="0" h="334" w="561">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6" name="Google Shape;12376;p81"/>
            <p:cNvSpPr/>
            <p:nvPr/>
          </p:nvSpPr>
          <p:spPr>
            <a:xfrm>
              <a:off x="1563584" y="3936365"/>
              <a:ext cx="67077" cy="80276"/>
            </a:xfrm>
            <a:custGeom>
              <a:rect b="b" l="l" r="r" t="t"/>
              <a:pathLst>
                <a:path extrusionOk="0" h="2524" w="2109">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7" name="Google Shape;12377;p81"/>
            <p:cNvSpPr/>
            <p:nvPr/>
          </p:nvSpPr>
          <p:spPr>
            <a:xfrm>
              <a:off x="1569658" y="4013174"/>
              <a:ext cx="15553" cy="16698"/>
            </a:xfrm>
            <a:custGeom>
              <a:rect b="b" l="l" r="r" t="t"/>
              <a:pathLst>
                <a:path extrusionOk="0" h="525" w="489">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8" name="Google Shape;12378;p81"/>
            <p:cNvSpPr/>
            <p:nvPr/>
          </p:nvSpPr>
          <p:spPr>
            <a:xfrm>
              <a:off x="1541256" y="3964417"/>
              <a:ext cx="29165" cy="40615"/>
            </a:xfrm>
            <a:custGeom>
              <a:rect b="b" l="l" r="r" t="t"/>
              <a:pathLst>
                <a:path extrusionOk="0" h="1277" w="917">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9" name="Google Shape;12379;p81"/>
            <p:cNvSpPr/>
            <p:nvPr/>
          </p:nvSpPr>
          <p:spPr>
            <a:xfrm>
              <a:off x="1496189" y="4055284"/>
              <a:ext cx="15171" cy="16634"/>
            </a:xfrm>
            <a:custGeom>
              <a:rect b="b" l="l" r="r" t="t"/>
              <a:pathLst>
                <a:path extrusionOk="0" h="523" w="477">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0" name="Google Shape;12380;p81"/>
            <p:cNvSpPr/>
            <p:nvPr/>
          </p:nvSpPr>
          <p:spPr>
            <a:xfrm>
              <a:off x="1468169" y="3851859"/>
              <a:ext cx="78781" cy="69717"/>
            </a:xfrm>
            <a:custGeom>
              <a:rect b="b" l="l" r="r" t="t"/>
              <a:pathLst>
                <a:path extrusionOk="0" h="2192" w="2477">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1" name="Google Shape;12381;p81"/>
            <p:cNvSpPr/>
            <p:nvPr/>
          </p:nvSpPr>
          <p:spPr>
            <a:xfrm>
              <a:off x="1503377" y="3929368"/>
              <a:ext cx="17843" cy="13740"/>
            </a:xfrm>
            <a:custGeom>
              <a:rect b="b" l="l" r="r" t="t"/>
              <a:pathLst>
                <a:path extrusionOk="0" h="432" w="561">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2" name="Google Shape;12382;p81"/>
            <p:cNvSpPr/>
            <p:nvPr/>
          </p:nvSpPr>
          <p:spPr>
            <a:xfrm>
              <a:off x="1454524" y="3900966"/>
              <a:ext cx="42078" cy="27798"/>
            </a:xfrm>
            <a:custGeom>
              <a:rect b="b" l="l" r="r" t="t"/>
              <a:pathLst>
                <a:path extrusionOk="0" h="874" w="1323">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3" name="Google Shape;12383;p81"/>
            <p:cNvSpPr/>
            <p:nvPr/>
          </p:nvSpPr>
          <p:spPr>
            <a:xfrm>
              <a:off x="1460981" y="4002265"/>
              <a:ext cx="19083" cy="13740"/>
            </a:xfrm>
            <a:custGeom>
              <a:rect b="b" l="l" r="r" t="t"/>
              <a:pathLst>
                <a:path extrusionOk="0" h="432" w="60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84" name="Google Shape;12384;p81"/>
          <p:cNvSpPr/>
          <p:nvPr/>
        </p:nvSpPr>
        <p:spPr>
          <a:xfrm>
            <a:off x="2787472" y="3629465"/>
            <a:ext cx="89022" cy="360064"/>
          </a:xfrm>
          <a:custGeom>
            <a:rect b="b" l="l" r="r" t="t"/>
            <a:pathLst>
              <a:path extrusionOk="0" h="11321" w="2799">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85" name="Google Shape;12385;p81"/>
          <p:cNvGrpSpPr/>
          <p:nvPr/>
        </p:nvGrpSpPr>
        <p:grpSpPr>
          <a:xfrm>
            <a:off x="859262" y="3178470"/>
            <a:ext cx="306759" cy="351445"/>
            <a:chOff x="859262" y="3353920"/>
            <a:chExt cx="306759" cy="351445"/>
          </a:xfrm>
        </p:grpSpPr>
        <p:sp>
          <p:nvSpPr>
            <p:cNvPr id="12386" name="Google Shape;12386;p81"/>
            <p:cNvSpPr/>
            <p:nvPr/>
          </p:nvSpPr>
          <p:spPr>
            <a:xfrm>
              <a:off x="859262" y="3415718"/>
              <a:ext cx="132563" cy="205937"/>
            </a:xfrm>
            <a:custGeom>
              <a:rect b="b" l="l" r="r" t="t"/>
              <a:pathLst>
                <a:path extrusionOk="0" h="6475" w="4168">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7" name="Google Shape;12387;p81"/>
            <p:cNvSpPr/>
            <p:nvPr/>
          </p:nvSpPr>
          <p:spPr>
            <a:xfrm>
              <a:off x="916415" y="3353920"/>
              <a:ext cx="178013" cy="62147"/>
            </a:xfrm>
            <a:custGeom>
              <a:rect b="b" l="l" r="r" t="t"/>
              <a:pathLst>
                <a:path extrusionOk="0" h="1954" w="5597">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8" name="Google Shape;12388;p81"/>
            <p:cNvSpPr/>
            <p:nvPr/>
          </p:nvSpPr>
          <p:spPr>
            <a:xfrm>
              <a:off x="920582" y="3405858"/>
              <a:ext cx="245439" cy="243817"/>
            </a:xfrm>
            <a:custGeom>
              <a:rect b="b" l="l" r="r" t="t"/>
              <a:pathLst>
                <a:path extrusionOk="0" h="7666" w="7717">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9" name="Google Shape;12389;p81"/>
            <p:cNvSpPr/>
            <p:nvPr/>
          </p:nvSpPr>
          <p:spPr>
            <a:xfrm>
              <a:off x="986100" y="3642074"/>
              <a:ext cx="129923" cy="63292"/>
            </a:xfrm>
            <a:custGeom>
              <a:rect b="b" l="l" r="r" t="t"/>
              <a:pathLst>
                <a:path extrusionOk="0" h="1990" w="4085">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0" name="Google Shape;12390;p81"/>
            <p:cNvSpPr/>
            <p:nvPr/>
          </p:nvSpPr>
          <p:spPr>
            <a:xfrm>
              <a:off x="862283" y="3599678"/>
              <a:ext cx="118696" cy="84156"/>
            </a:xfrm>
            <a:custGeom>
              <a:rect b="b" l="l" r="r" t="t"/>
              <a:pathLst>
                <a:path extrusionOk="0" h="2646" w="3732">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91" name="Google Shape;12391;p81"/>
          <p:cNvSpPr/>
          <p:nvPr/>
        </p:nvSpPr>
        <p:spPr>
          <a:xfrm>
            <a:off x="1315918" y="3185181"/>
            <a:ext cx="288599" cy="337515"/>
          </a:xfrm>
          <a:custGeom>
            <a:rect b="b" l="l" r="r" t="t"/>
            <a:pathLst>
              <a:path extrusionOk="0" h="10612" w="9074">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392" name="Google Shape;12392;p81"/>
          <p:cNvGrpSpPr/>
          <p:nvPr/>
        </p:nvGrpSpPr>
        <p:grpSpPr>
          <a:xfrm>
            <a:off x="3967437" y="3661652"/>
            <a:ext cx="364708" cy="295405"/>
            <a:chOff x="3967437" y="3837102"/>
            <a:chExt cx="364708" cy="295405"/>
          </a:xfrm>
        </p:grpSpPr>
        <p:sp>
          <p:nvSpPr>
            <p:cNvPr id="12393" name="Google Shape;12393;p81"/>
            <p:cNvSpPr/>
            <p:nvPr/>
          </p:nvSpPr>
          <p:spPr>
            <a:xfrm>
              <a:off x="4178750" y="3868334"/>
              <a:ext cx="153396" cy="264172"/>
            </a:xfrm>
            <a:custGeom>
              <a:rect b="b" l="l" r="r" t="t"/>
              <a:pathLst>
                <a:path extrusionOk="0" h="8306" w="4823">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4" name="Google Shape;12394;p81"/>
            <p:cNvSpPr/>
            <p:nvPr/>
          </p:nvSpPr>
          <p:spPr>
            <a:xfrm>
              <a:off x="3969346" y="3937447"/>
              <a:ext cx="198431" cy="194678"/>
            </a:xfrm>
            <a:custGeom>
              <a:rect b="b" l="l" r="r" t="t"/>
              <a:pathLst>
                <a:path extrusionOk="0" h="6121" w="6239">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5" name="Google Shape;12395;p81"/>
            <p:cNvSpPr/>
            <p:nvPr/>
          </p:nvSpPr>
          <p:spPr>
            <a:xfrm>
              <a:off x="3967437" y="3837102"/>
              <a:ext cx="331376" cy="89786"/>
            </a:xfrm>
            <a:custGeom>
              <a:rect b="b" l="l" r="r" t="t"/>
              <a:pathLst>
                <a:path extrusionOk="0" h="2823" w="10419">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6" name="Google Shape;12396;p81"/>
            <p:cNvSpPr/>
            <p:nvPr/>
          </p:nvSpPr>
          <p:spPr>
            <a:xfrm>
              <a:off x="3994694" y="3917378"/>
              <a:ext cx="158325" cy="156067"/>
            </a:xfrm>
            <a:custGeom>
              <a:rect b="b" l="l" r="r" t="t"/>
              <a:pathLst>
                <a:path extrusionOk="0" h="4907" w="4978">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7" name="Google Shape;12397;p81"/>
            <p:cNvSpPr/>
            <p:nvPr/>
          </p:nvSpPr>
          <p:spPr>
            <a:xfrm>
              <a:off x="4160812" y="3927174"/>
              <a:ext cx="155813" cy="149992"/>
            </a:xfrm>
            <a:custGeom>
              <a:rect b="b" l="l" r="r" t="t"/>
              <a:pathLst>
                <a:path extrusionOk="0" h="4716" w="4899">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98" name="Google Shape;12398;p81"/>
          <p:cNvSpPr/>
          <p:nvPr/>
        </p:nvSpPr>
        <p:spPr>
          <a:xfrm>
            <a:off x="3216521" y="3632487"/>
            <a:ext cx="78049" cy="353417"/>
          </a:xfrm>
          <a:custGeom>
            <a:rect b="b" l="l" r="r" t="t"/>
            <a:pathLst>
              <a:path extrusionOk="0" h="11112" w="2454">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9" name="Google Shape;12399;p81"/>
          <p:cNvSpPr/>
          <p:nvPr/>
        </p:nvSpPr>
        <p:spPr>
          <a:xfrm>
            <a:off x="3469466" y="3652747"/>
            <a:ext cx="363563" cy="311657"/>
          </a:xfrm>
          <a:custGeom>
            <a:rect b="b" l="l" r="r" t="t"/>
            <a:pathLst>
              <a:path extrusionOk="0" h="9799" w="11431">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0" name="Google Shape;12400;p81"/>
          <p:cNvSpPr/>
          <p:nvPr/>
        </p:nvSpPr>
        <p:spPr>
          <a:xfrm>
            <a:off x="5314611" y="3643110"/>
            <a:ext cx="324188" cy="324538"/>
          </a:xfrm>
          <a:custGeom>
            <a:rect b="b" l="l" r="r" t="t"/>
            <a:pathLst>
              <a:path extrusionOk="0" h="10204" w="10193">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401" name="Google Shape;12401;p81"/>
          <p:cNvGrpSpPr/>
          <p:nvPr/>
        </p:nvGrpSpPr>
        <p:grpSpPr>
          <a:xfrm>
            <a:off x="5811827" y="3631001"/>
            <a:ext cx="283743" cy="308444"/>
            <a:chOff x="5964227" y="3858701"/>
            <a:chExt cx="283743" cy="308444"/>
          </a:xfrm>
        </p:grpSpPr>
        <p:sp>
          <p:nvSpPr>
            <p:cNvPr id="12402" name="Google Shape;12402;p81"/>
            <p:cNvSpPr/>
            <p:nvPr/>
          </p:nvSpPr>
          <p:spPr>
            <a:xfrm>
              <a:off x="5964227" y="3858701"/>
              <a:ext cx="283743" cy="308444"/>
            </a:xfrm>
            <a:custGeom>
              <a:rect b="b" l="l" r="r" t="t"/>
              <a:pathLst>
                <a:path extrusionOk="0" h="7585" w="6978">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3" name="Google Shape;12403;p81"/>
            <p:cNvSpPr/>
            <p:nvPr/>
          </p:nvSpPr>
          <p:spPr>
            <a:xfrm>
              <a:off x="6202788" y="3976471"/>
              <a:ext cx="19719" cy="7601"/>
            </a:xfrm>
            <a:custGeom>
              <a:rect b="b" l="l" r="r" t="t"/>
              <a:pathLst>
                <a:path extrusionOk="0" h="239" w="62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4" name="Google Shape;12404;p81"/>
            <p:cNvSpPr/>
            <p:nvPr/>
          </p:nvSpPr>
          <p:spPr>
            <a:xfrm>
              <a:off x="6186122" y="3930259"/>
              <a:ext cx="17429" cy="16316"/>
            </a:xfrm>
            <a:custGeom>
              <a:rect b="b" l="l" r="r" t="t"/>
              <a:pathLst>
                <a:path extrusionOk="0" h="513" w="548">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5" name="Google Shape;12405;p81"/>
            <p:cNvSpPr/>
            <p:nvPr/>
          </p:nvSpPr>
          <p:spPr>
            <a:xfrm>
              <a:off x="6187235" y="4013556"/>
              <a:ext cx="16316" cy="15934"/>
            </a:xfrm>
            <a:custGeom>
              <a:rect b="b" l="l" r="r" t="t"/>
              <a:pathLst>
                <a:path extrusionOk="0" h="501" w="513">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06" name="Google Shape;12406;p81"/>
          <p:cNvGrpSpPr/>
          <p:nvPr/>
        </p:nvGrpSpPr>
        <p:grpSpPr>
          <a:xfrm>
            <a:off x="6243508" y="3697623"/>
            <a:ext cx="320372" cy="213602"/>
            <a:chOff x="6395908" y="3873073"/>
            <a:chExt cx="320372" cy="213602"/>
          </a:xfrm>
        </p:grpSpPr>
        <p:sp>
          <p:nvSpPr>
            <p:cNvPr id="12407" name="Google Shape;12407;p81"/>
            <p:cNvSpPr/>
            <p:nvPr/>
          </p:nvSpPr>
          <p:spPr>
            <a:xfrm>
              <a:off x="6395908" y="3873073"/>
              <a:ext cx="320372" cy="213602"/>
            </a:xfrm>
            <a:custGeom>
              <a:rect b="b" l="l" r="r" t="t"/>
              <a:pathLst>
                <a:path extrusionOk="0" h="6716" w="10073">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8" name="Google Shape;12408;p81"/>
            <p:cNvSpPr/>
            <p:nvPr/>
          </p:nvSpPr>
          <p:spPr>
            <a:xfrm>
              <a:off x="6427713" y="3894669"/>
              <a:ext cx="256762" cy="171175"/>
            </a:xfrm>
            <a:custGeom>
              <a:rect b="b" l="l" r="r" t="t"/>
              <a:pathLst>
                <a:path extrusionOk="0" h="5382" w="8073">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9" name="Google Shape;12409;p81"/>
            <p:cNvSpPr/>
            <p:nvPr/>
          </p:nvSpPr>
          <p:spPr>
            <a:xfrm>
              <a:off x="6411429" y="3969633"/>
              <a:ext cx="10623" cy="21627"/>
            </a:xfrm>
            <a:custGeom>
              <a:rect b="b" l="l" r="r" t="t"/>
              <a:pathLst>
                <a:path extrusionOk="0" h="680" w="334">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0" name="Google Shape;12410;p81"/>
            <p:cNvSpPr/>
            <p:nvPr/>
          </p:nvSpPr>
          <p:spPr>
            <a:xfrm>
              <a:off x="6690136" y="3964704"/>
              <a:ext cx="10623" cy="31487"/>
            </a:xfrm>
            <a:custGeom>
              <a:rect b="b" l="l" r="r" t="t"/>
              <a:pathLst>
                <a:path extrusionOk="0" h="990" w="334">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1" name="Google Shape;12411;p81"/>
            <p:cNvSpPr/>
            <p:nvPr/>
          </p:nvSpPr>
          <p:spPr>
            <a:xfrm>
              <a:off x="6690136" y="3894669"/>
              <a:ext cx="10623" cy="10241"/>
            </a:xfrm>
            <a:custGeom>
              <a:rect b="b" l="l" r="r" t="t"/>
              <a:pathLst>
                <a:path extrusionOk="0" h="322" w="334">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2" name="Google Shape;12412;p81"/>
            <p:cNvSpPr/>
            <p:nvPr/>
          </p:nvSpPr>
          <p:spPr>
            <a:xfrm>
              <a:off x="6411429" y="3942758"/>
              <a:ext cx="10623" cy="15553"/>
            </a:xfrm>
            <a:custGeom>
              <a:rect b="b" l="l" r="r" t="t"/>
              <a:pathLst>
                <a:path extrusionOk="0" h="489" w="334">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3" name="Google Shape;12413;p81"/>
            <p:cNvSpPr/>
            <p:nvPr/>
          </p:nvSpPr>
          <p:spPr>
            <a:xfrm>
              <a:off x="6411429" y="4001820"/>
              <a:ext cx="10623" cy="15934"/>
            </a:xfrm>
            <a:custGeom>
              <a:rect b="b" l="l" r="r" t="t"/>
              <a:pathLst>
                <a:path extrusionOk="0" h="501" w="334">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4" name="Google Shape;12414;p81"/>
            <p:cNvSpPr/>
            <p:nvPr/>
          </p:nvSpPr>
          <p:spPr>
            <a:xfrm>
              <a:off x="6448927" y="4017723"/>
              <a:ext cx="214366" cy="32218"/>
            </a:xfrm>
            <a:custGeom>
              <a:rect b="b" l="l" r="r" t="t"/>
              <a:pathLst>
                <a:path extrusionOk="0" h="1013" w="674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5" name="Google Shape;12415;p81"/>
            <p:cNvSpPr/>
            <p:nvPr/>
          </p:nvSpPr>
          <p:spPr>
            <a:xfrm>
              <a:off x="6535627" y="3940913"/>
              <a:ext cx="46244" cy="46181"/>
            </a:xfrm>
            <a:custGeom>
              <a:rect b="b" l="l" r="r" t="t"/>
              <a:pathLst>
                <a:path extrusionOk="0" h="1452" w="1454">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6" name="Google Shape;12416;p81"/>
            <p:cNvSpPr/>
            <p:nvPr/>
          </p:nvSpPr>
          <p:spPr>
            <a:xfrm>
              <a:off x="6497016" y="3916233"/>
              <a:ext cx="117424" cy="96242"/>
            </a:xfrm>
            <a:custGeom>
              <a:rect b="b" l="l" r="r" t="t"/>
              <a:pathLst>
                <a:path extrusionOk="0" h="3026" w="3692">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17" name="Google Shape;12417;p81"/>
          <p:cNvGrpSpPr/>
          <p:nvPr/>
        </p:nvGrpSpPr>
        <p:grpSpPr>
          <a:xfrm>
            <a:off x="7262890" y="3627366"/>
            <a:ext cx="357138" cy="352018"/>
            <a:chOff x="7415290" y="3802816"/>
            <a:chExt cx="357138" cy="352018"/>
          </a:xfrm>
        </p:grpSpPr>
        <p:sp>
          <p:nvSpPr>
            <p:cNvPr id="12418" name="Google Shape;12418;p81"/>
            <p:cNvSpPr/>
            <p:nvPr/>
          </p:nvSpPr>
          <p:spPr>
            <a:xfrm>
              <a:off x="7680385" y="3835289"/>
              <a:ext cx="59475" cy="58267"/>
            </a:xfrm>
            <a:custGeom>
              <a:rect b="b" l="l" r="r" t="t"/>
              <a:pathLst>
                <a:path extrusionOk="0" h="1832" w="187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9" name="Google Shape;12419;p81"/>
            <p:cNvSpPr/>
            <p:nvPr/>
          </p:nvSpPr>
          <p:spPr>
            <a:xfrm>
              <a:off x="7659553" y="3805329"/>
              <a:ext cx="30310" cy="76109"/>
            </a:xfrm>
            <a:custGeom>
              <a:rect b="b" l="l" r="r" t="t"/>
              <a:pathLst>
                <a:path extrusionOk="0" h="2393" w="953">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0" name="Google Shape;12420;p81"/>
            <p:cNvSpPr/>
            <p:nvPr/>
          </p:nvSpPr>
          <p:spPr>
            <a:xfrm>
              <a:off x="7619033" y="3802816"/>
              <a:ext cx="31837" cy="75600"/>
            </a:xfrm>
            <a:custGeom>
              <a:rect b="b" l="l" r="r" t="t"/>
              <a:pathLst>
                <a:path extrusionOk="0" h="2377" w="1001">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1" name="Google Shape;12421;p81"/>
            <p:cNvSpPr/>
            <p:nvPr/>
          </p:nvSpPr>
          <p:spPr>
            <a:xfrm>
              <a:off x="7693266" y="3885509"/>
              <a:ext cx="76904" cy="28879"/>
            </a:xfrm>
            <a:custGeom>
              <a:rect b="b" l="l" r="r" t="t"/>
              <a:pathLst>
                <a:path extrusionOk="0" h="908" w="2418">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2" name="Google Shape;12422;p81"/>
            <p:cNvSpPr/>
            <p:nvPr/>
          </p:nvSpPr>
          <p:spPr>
            <a:xfrm>
              <a:off x="7695524" y="3924566"/>
              <a:ext cx="76904" cy="29960"/>
            </a:xfrm>
            <a:custGeom>
              <a:rect b="b" l="l" r="r" t="t"/>
              <a:pathLst>
                <a:path extrusionOk="0" h="942" w="2418">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3" name="Google Shape;12423;p81"/>
            <p:cNvSpPr/>
            <p:nvPr/>
          </p:nvSpPr>
          <p:spPr>
            <a:xfrm>
              <a:off x="7473620" y="3916519"/>
              <a:ext cx="75378" cy="85333"/>
            </a:xfrm>
            <a:custGeom>
              <a:rect b="b" l="l" r="r" t="t"/>
              <a:pathLst>
                <a:path extrusionOk="0" h="2683" w="237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4" name="Google Shape;12424;p81"/>
            <p:cNvSpPr/>
            <p:nvPr/>
          </p:nvSpPr>
          <p:spPr>
            <a:xfrm>
              <a:off x="7415290" y="3850078"/>
              <a:ext cx="310576" cy="304756"/>
            </a:xfrm>
            <a:custGeom>
              <a:rect b="b" l="l" r="r" t="t"/>
              <a:pathLst>
                <a:path extrusionOk="0" h="9582" w="9765">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5" name="Google Shape;12425;p81"/>
            <p:cNvSpPr/>
            <p:nvPr/>
          </p:nvSpPr>
          <p:spPr>
            <a:xfrm>
              <a:off x="7557299" y="4000198"/>
              <a:ext cx="75410" cy="85714"/>
            </a:xfrm>
            <a:custGeom>
              <a:rect b="b" l="l" r="r" t="t"/>
              <a:pathLst>
                <a:path extrusionOk="0" h="2695" w="2371">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26" name="Google Shape;12426;p81"/>
          <p:cNvGrpSpPr/>
          <p:nvPr/>
        </p:nvGrpSpPr>
        <p:grpSpPr>
          <a:xfrm>
            <a:off x="6737312" y="3657963"/>
            <a:ext cx="355230" cy="293401"/>
            <a:chOff x="6889712" y="3833413"/>
            <a:chExt cx="355230" cy="293401"/>
          </a:xfrm>
        </p:grpSpPr>
        <p:sp>
          <p:nvSpPr>
            <p:cNvPr id="12427" name="Google Shape;12427;p81"/>
            <p:cNvSpPr/>
            <p:nvPr/>
          </p:nvSpPr>
          <p:spPr>
            <a:xfrm>
              <a:off x="6926797" y="3833413"/>
              <a:ext cx="279121" cy="293401"/>
            </a:xfrm>
            <a:custGeom>
              <a:rect b="b" l="l" r="r" t="t"/>
              <a:pathLst>
                <a:path extrusionOk="0" h="9225" w="8776">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8" name="Google Shape;12428;p81"/>
            <p:cNvSpPr/>
            <p:nvPr/>
          </p:nvSpPr>
          <p:spPr>
            <a:xfrm>
              <a:off x="6922281" y="3873646"/>
              <a:ext cx="40170" cy="54387"/>
            </a:xfrm>
            <a:custGeom>
              <a:rect b="b" l="l" r="r" t="t"/>
              <a:pathLst>
                <a:path extrusionOk="0" h="1710" w="1263">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9" name="Google Shape;12429;p81"/>
            <p:cNvSpPr/>
            <p:nvPr/>
          </p:nvSpPr>
          <p:spPr>
            <a:xfrm>
              <a:off x="6889712" y="3913529"/>
              <a:ext cx="56804" cy="29261"/>
            </a:xfrm>
            <a:custGeom>
              <a:rect b="b" l="l" r="r" t="t"/>
              <a:pathLst>
                <a:path extrusionOk="0" h="920" w="1786">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0" name="Google Shape;12430;p81"/>
            <p:cNvSpPr/>
            <p:nvPr/>
          </p:nvSpPr>
          <p:spPr>
            <a:xfrm>
              <a:off x="7171823" y="3873710"/>
              <a:ext cx="39788" cy="54323"/>
            </a:xfrm>
            <a:custGeom>
              <a:rect b="b" l="l" r="r" t="t"/>
              <a:pathLst>
                <a:path extrusionOk="0" h="1708" w="1251">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1" name="Google Shape;12431;p81"/>
            <p:cNvSpPr/>
            <p:nvPr/>
          </p:nvSpPr>
          <p:spPr>
            <a:xfrm>
              <a:off x="7187725" y="3913529"/>
              <a:ext cx="57217" cy="29261"/>
            </a:xfrm>
            <a:custGeom>
              <a:rect b="b" l="l" r="r" t="t"/>
              <a:pathLst>
                <a:path extrusionOk="0" h="920" w="1799">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32" name="Google Shape;12432;p81"/>
          <p:cNvGrpSpPr/>
          <p:nvPr/>
        </p:nvGrpSpPr>
        <p:grpSpPr>
          <a:xfrm>
            <a:off x="7707152" y="3660420"/>
            <a:ext cx="282318" cy="337168"/>
            <a:chOff x="1635875" y="237775"/>
            <a:chExt cx="4370250" cy="5219325"/>
          </a:xfrm>
        </p:grpSpPr>
        <p:sp>
          <p:nvSpPr>
            <p:cNvPr id="12433" name="Google Shape;12433;p81"/>
            <p:cNvSpPr/>
            <p:nvPr/>
          </p:nvSpPr>
          <p:spPr>
            <a:xfrm>
              <a:off x="3572675" y="2020200"/>
              <a:ext cx="583925" cy="556900"/>
            </a:xfrm>
            <a:custGeom>
              <a:rect b="b" l="l" r="r" t="t"/>
              <a:pathLst>
                <a:path extrusionOk="0" h="22276" w="23357">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4" name="Google Shape;12434;p81"/>
            <p:cNvSpPr/>
            <p:nvPr/>
          </p:nvSpPr>
          <p:spPr>
            <a:xfrm>
              <a:off x="1635875" y="237775"/>
              <a:ext cx="4370250" cy="5219325"/>
            </a:xfrm>
            <a:custGeom>
              <a:rect b="b" l="l" r="r" t="t"/>
              <a:pathLst>
                <a:path extrusionOk="0" h="208773" w="17481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35" name="Google Shape;12435;p81"/>
          <p:cNvGrpSpPr/>
          <p:nvPr/>
        </p:nvGrpSpPr>
        <p:grpSpPr>
          <a:xfrm>
            <a:off x="3103963" y="3185690"/>
            <a:ext cx="297886" cy="337578"/>
            <a:chOff x="3103963" y="3361140"/>
            <a:chExt cx="297886" cy="337578"/>
          </a:xfrm>
        </p:grpSpPr>
        <p:sp>
          <p:nvSpPr>
            <p:cNvPr id="12436" name="Google Shape;12436;p81"/>
            <p:cNvSpPr/>
            <p:nvPr/>
          </p:nvSpPr>
          <p:spPr>
            <a:xfrm>
              <a:off x="3245305" y="3519402"/>
              <a:ext cx="14026" cy="14408"/>
            </a:xfrm>
            <a:custGeom>
              <a:rect b="b" l="l" r="r" t="t"/>
              <a:pathLst>
                <a:path extrusionOk="0" h="453" w="441">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7" name="Google Shape;12437;p81"/>
            <p:cNvSpPr/>
            <p:nvPr/>
          </p:nvSpPr>
          <p:spPr>
            <a:xfrm>
              <a:off x="3284679" y="3597388"/>
              <a:ext cx="74646" cy="74646"/>
            </a:xfrm>
            <a:custGeom>
              <a:rect b="b" l="l" r="r" t="t"/>
              <a:pathLst>
                <a:path extrusionOk="0" h="2347" w="2347">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8" name="Google Shape;12438;p81"/>
            <p:cNvSpPr/>
            <p:nvPr/>
          </p:nvSpPr>
          <p:spPr>
            <a:xfrm>
              <a:off x="3145692" y="3597483"/>
              <a:ext cx="75028" cy="74933"/>
            </a:xfrm>
            <a:custGeom>
              <a:rect b="b" l="l" r="r" t="t"/>
              <a:pathLst>
                <a:path extrusionOk="0" h="2356" w="2359">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9" name="Google Shape;12439;p81"/>
            <p:cNvSpPr/>
            <p:nvPr/>
          </p:nvSpPr>
          <p:spPr>
            <a:xfrm>
              <a:off x="3277873" y="3491382"/>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0" name="Google Shape;12440;p81"/>
            <p:cNvSpPr/>
            <p:nvPr/>
          </p:nvSpPr>
          <p:spPr>
            <a:xfrm>
              <a:off x="3277873" y="3490618"/>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1" name="Google Shape;12441;p81"/>
            <p:cNvSpPr/>
            <p:nvPr/>
          </p:nvSpPr>
          <p:spPr>
            <a:xfrm>
              <a:off x="3257422" y="360422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2" name="Google Shape;12442;p81"/>
            <p:cNvSpPr/>
            <p:nvPr/>
          </p:nvSpPr>
          <p:spPr>
            <a:xfrm>
              <a:off x="3257422" y="360422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3" name="Google Shape;12443;p81"/>
            <p:cNvSpPr/>
            <p:nvPr/>
          </p:nvSpPr>
          <p:spPr>
            <a:xfrm>
              <a:off x="3103963" y="3361140"/>
              <a:ext cx="297886" cy="337578"/>
            </a:xfrm>
            <a:custGeom>
              <a:rect b="b" l="l" r="r" t="t"/>
              <a:pathLst>
                <a:path extrusionOk="0" h="10614" w="9366">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4" name="Google Shape;12444;p81"/>
            <p:cNvSpPr/>
            <p:nvPr/>
          </p:nvSpPr>
          <p:spPr>
            <a:xfrm>
              <a:off x="3277873" y="3491382"/>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5" name="Google Shape;12445;p81"/>
            <p:cNvSpPr/>
            <p:nvPr/>
          </p:nvSpPr>
          <p:spPr>
            <a:xfrm>
              <a:off x="3278986" y="3524681"/>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6" name="Google Shape;12446;p81"/>
            <p:cNvSpPr/>
            <p:nvPr/>
          </p:nvSpPr>
          <p:spPr>
            <a:xfrm>
              <a:off x="3219543" y="3586415"/>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7" name="Google Shape;12447;p81"/>
            <p:cNvSpPr/>
            <p:nvPr/>
          </p:nvSpPr>
          <p:spPr>
            <a:xfrm>
              <a:off x="3219543" y="3586415"/>
              <a:ext cx="32" cy="32"/>
            </a:xfrm>
            <a:custGeom>
              <a:rect b="b" l="l" r="r" t="t"/>
              <a:pathLst>
                <a:path extrusionOk="0" h="1" w="1">
                  <a:moveTo>
                    <a:pt x="1" y="1"/>
                  </a:moveTo>
                  <a:lnTo>
                    <a:pt x="1" y="1"/>
                  </a:ln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8" name="Google Shape;12448;p81"/>
            <p:cNvSpPr/>
            <p:nvPr/>
          </p:nvSpPr>
          <p:spPr>
            <a:xfrm>
              <a:off x="3219543" y="3586415"/>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9" name="Google Shape;12449;p81"/>
            <p:cNvSpPr/>
            <p:nvPr/>
          </p:nvSpPr>
          <p:spPr>
            <a:xfrm>
              <a:off x="3247181" y="3444787"/>
              <a:ext cx="32" cy="32"/>
            </a:xfrm>
            <a:custGeom>
              <a:rect b="b" l="l" r="r" t="t"/>
              <a:pathLst>
                <a:path extrusionOk="0" h="1" w="1">
                  <a:moveTo>
                    <a:pt x="1"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0" name="Google Shape;12450;p81"/>
            <p:cNvSpPr/>
            <p:nvPr/>
          </p:nvSpPr>
          <p:spPr>
            <a:xfrm>
              <a:off x="3257422" y="3604226"/>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1" name="Google Shape;12451;p81"/>
            <p:cNvSpPr/>
            <p:nvPr/>
          </p:nvSpPr>
          <p:spPr>
            <a:xfrm>
              <a:off x="3257422" y="3604226"/>
              <a:ext cx="32" cy="32"/>
            </a:xfrm>
            <a:custGeom>
              <a:rect b="b" l="l" r="r" t="t"/>
              <a:pathLst>
                <a:path extrusionOk="0" h="1" w="1">
                  <a:moveTo>
                    <a:pt x="0" y="0"/>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2" name="Google Shape;12452;p81"/>
            <p:cNvSpPr/>
            <p:nvPr/>
          </p:nvSpPr>
          <p:spPr>
            <a:xfrm>
              <a:off x="3247181" y="3444787"/>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3" name="Google Shape;12453;p81"/>
            <p:cNvSpPr/>
            <p:nvPr/>
          </p:nvSpPr>
          <p:spPr>
            <a:xfrm>
              <a:off x="3257422" y="3604226"/>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4" name="Google Shape;12454;p81"/>
            <p:cNvSpPr/>
            <p:nvPr/>
          </p:nvSpPr>
          <p:spPr>
            <a:xfrm>
              <a:off x="3257422" y="360422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5" name="Google Shape;12455;p81"/>
            <p:cNvSpPr/>
            <p:nvPr/>
          </p:nvSpPr>
          <p:spPr>
            <a:xfrm>
              <a:off x="3257422" y="360422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6" name="Google Shape;12456;p81"/>
            <p:cNvSpPr/>
            <p:nvPr/>
          </p:nvSpPr>
          <p:spPr>
            <a:xfrm>
              <a:off x="3269922" y="339860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7" name="Google Shape;12457;p81"/>
            <p:cNvSpPr/>
            <p:nvPr/>
          </p:nvSpPr>
          <p:spPr>
            <a:xfrm>
              <a:off x="3259299" y="3361140"/>
              <a:ext cx="51174" cy="118060"/>
            </a:xfrm>
            <a:custGeom>
              <a:rect b="b" l="l" r="r" t="t"/>
              <a:pathLst>
                <a:path extrusionOk="0" h="3712" w="1609">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8" name="Google Shape;12458;p81"/>
            <p:cNvSpPr/>
            <p:nvPr/>
          </p:nvSpPr>
          <p:spPr>
            <a:xfrm>
              <a:off x="3269922" y="3398606"/>
              <a:ext cx="32" cy="32"/>
            </a:xfrm>
            <a:custGeom>
              <a:rect b="b" l="l" r="r" t="t"/>
              <a:pathLst>
                <a:path extrusionOk="0" h="1" w="1">
                  <a:moveTo>
                    <a:pt x="0" y="0"/>
                  </a:move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9" name="Google Shape;12459;p81"/>
            <p:cNvSpPr/>
            <p:nvPr/>
          </p:nvSpPr>
          <p:spPr>
            <a:xfrm>
              <a:off x="3269922" y="3398606"/>
              <a:ext cx="32" cy="32"/>
            </a:xfrm>
            <a:custGeom>
              <a:rect b="b" l="l" r="r" t="t"/>
              <a:pathLst>
                <a:path extrusionOk="0" h="1" w="1">
                  <a:moveTo>
                    <a:pt x="0" y="0"/>
                  </a:moveTo>
                  <a:lnTo>
                    <a:pt x="0" y="0"/>
                  </a:lnTo>
                  <a:lnTo>
                    <a:pt x="0" y="0"/>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60" name="Google Shape;12460;p81"/>
          <p:cNvGrpSpPr/>
          <p:nvPr/>
        </p:nvGrpSpPr>
        <p:grpSpPr>
          <a:xfrm>
            <a:off x="2667821" y="3185658"/>
            <a:ext cx="273046" cy="337801"/>
            <a:chOff x="2667821" y="3361108"/>
            <a:chExt cx="273046" cy="337801"/>
          </a:xfrm>
        </p:grpSpPr>
        <p:sp>
          <p:nvSpPr>
            <p:cNvPr id="12461" name="Google Shape;12461;p81"/>
            <p:cNvSpPr/>
            <p:nvPr/>
          </p:nvSpPr>
          <p:spPr>
            <a:xfrm>
              <a:off x="2799971" y="3361108"/>
              <a:ext cx="10273" cy="36385"/>
            </a:xfrm>
            <a:custGeom>
              <a:rect b="b" l="l" r="r" t="t"/>
              <a:pathLst>
                <a:path extrusionOk="0" h="1144" w="323">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2" name="Google Shape;12462;p81"/>
            <p:cNvSpPr/>
            <p:nvPr/>
          </p:nvSpPr>
          <p:spPr>
            <a:xfrm>
              <a:off x="2838964" y="3371063"/>
              <a:ext cx="22009" cy="34381"/>
            </a:xfrm>
            <a:custGeom>
              <a:rect b="b" l="l" r="r" t="t"/>
              <a:pathLst>
                <a:path extrusionOk="0" h="1081" w="692">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3" name="Google Shape;12463;p81"/>
            <p:cNvSpPr/>
            <p:nvPr/>
          </p:nvSpPr>
          <p:spPr>
            <a:xfrm>
              <a:off x="2873822" y="3399815"/>
              <a:ext cx="29197" cy="28338"/>
            </a:xfrm>
            <a:custGeom>
              <a:rect b="b" l="l" r="r" t="t"/>
              <a:pathLst>
                <a:path extrusionOk="0" h="891" w="918">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4" name="Google Shape;12464;p81"/>
            <p:cNvSpPr/>
            <p:nvPr/>
          </p:nvSpPr>
          <p:spPr>
            <a:xfrm>
              <a:off x="2894655" y="3442656"/>
              <a:ext cx="37116" cy="19592"/>
            </a:xfrm>
            <a:custGeom>
              <a:rect b="b" l="l" r="r" t="t"/>
              <a:pathLst>
                <a:path extrusionOk="0" h="616" w="1167">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5" name="Google Shape;12465;p81"/>
            <p:cNvSpPr/>
            <p:nvPr/>
          </p:nvSpPr>
          <p:spPr>
            <a:xfrm>
              <a:off x="2904482" y="3493258"/>
              <a:ext cx="36385" cy="10273"/>
            </a:xfrm>
            <a:custGeom>
              <a:rect b="b" l="l" r="r" t="t"/>
              <a:pathLst>
                <a:path extrusionOk="0" h="323" w="1144">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6" name="Google Shape;12466;p81"/>
            <p:cNvSpPr/>
            <p:nvPr/>
          </p:nvSpPr>
          <p:spPr>
            <a:xfrm>
              <a:off x="2895386" y="3533364"/>
              <a:ext cx="35653" cy="20196"/>
            </a:xfrm>
            <a:custGeom>
              <a:rect b="b" l="l" r="r" t="t"/>
              <a:pathLst>
                <a:path extrusionOk="0" h="635" w="1121">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7" name="Google Shape;12467;p81"/>
            <p:cNvSpPr/>
            <p:nvPr/>
          </p:nvSpPr>
          <p:spPr>
            <a:xfrm>
              <a:off x="2872677" y="3567586"/>
              <a:ext cx="30692" cy="28338"/>
            </a:xfrm>
            <a:custGeom>
              <a:rect b="b" l="l" r="r" t="t"/>
              <a:pathLst>
                <a:path extrusionOk="0" h="891" w="965">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8" name="Google Shape;12468;p81"/>
            <p:cNvSpPr/>
            <p:nvPr/>
          </p:nvSpPr>
          <p:spPr>
            <a:xfrm>
              <a:off x="2838233" y="3589818"/>
              <a:ext cx="21214" cy="34318"/>
            </a:xfrm>
            <a:custGeom>
              <a:rect b="b" l="l" r="r" t="t"/>
              <a:pathLst>
                <a:path extrusionOk="0" h="1079" w="667">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9" name="Google Shape;12469;p81"/>
            <p:cNvSpPr/>
            <p:nvPr/>
          </p:nvSpPr>
          <p:spPr>
            <a:xfrm>
              <a:off x="2747334" y="3589754"/>
              <a:ext cx="21627" cy="34572"/>
            </a:xfrm>
            <a:custGeom>
              <a:rect b="b" l="l" r="r" t="t"/>
              <a:pathLst>
                <a:path extrusionOk="0" h="1087" w="68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0" name="Google Shape;12470;p81"/>
            <p:cNvSpPr/>
            <p:nvPr/>
          </p:nvSpPr>
          <p:spPr>
            <a:xfrm>
              <a:off x="2705319" y="3566441"/>
              <a:ext cx="29547" cy="28625"/>
            </a:xfrm>
            <a:custGeom>
              <a:rect b="b" l="l" r="r" t="t"/>
              <a:pathLst>
                <a:path extrusionOk="0" h="900" w="929">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1" name="Google Shape;12471;p81"/>
            <p:cNvSpPr/>
            <p:nvPr/>
          </p:nvSpPr>
          <p:spPr>
            <a:xfrm>
              <a:off x="2676918" y="3532060"/>
              <a:ext cx="35240" cy="20133"/>
            </a:xfrm>
            <a:custGeom>
              <a:rect b="b" l="l" r="r" t="t"/>
              <a:pathLst>
                <a:path extrusionOk="0" h="633" w="1108">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2" name="Google Shape;12472;p81"/>
            <p:cNvSpPr/>
            <p:nvPr/>
          </p:nvSpPr>
          <p:spPr>
            <a:xfrm>
              <a:off x="2667821" y="3491763"/>
              <a:ext cx="36385" cy="10241"/>
            </a:xfrm>
            <a:custGeom>
              <a:rect b="b" l="l" r="r" t="t"/>
              <a:pathLst>
                <a:path extrusionOk="0" h="322" w="1144">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3" name="Google Shape;12473;p81"/>
            <p:cNvSpPr/>
            <p:nvPr/>
          </p:nvSpPr>
          <p:spPr>
            <a:xfrm>
              <a:off x="2677267" y="3441702"/>
              <a:ext cx="35653" cy="20069"/>
            </a:xfrm>
            <a:custGeom>
              <a:rect b="b" l="l" r="r" t="t"/>
              <a:pathLst>
                <a:path extrusionOk="0" h="631" w="1121">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4" name="Google Shape;12474;p81"/>
            <p:cNvSpPr/>
            <p:nvPr/>
          </p:nvSpPr>
          <p:spPr>
            <a:xfrm>
              <a:off x="2706051" y="3399084"/>
              <a:ext cx="30724" cy="28338"/>
            </a:xfrm>
            <a:custGeom>
              <a:rect b="b" l="l" r="r" t="t"/>
              <a:pathLst>
                <a:path extrusionOk="0" h="891" w="966">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5" name="Google Shape;12475;p81"/>
            <p:cNvSpPr/>
            <p:nvPr/>
          </p:nvSpPr>
          <p:spPr>
            <a:xfrm>
              <a:off x="2748861" y="3370713"/>
              <a:ext cx="21596" cy="34190"/>
            </a:xfrm>
            <a:custGeom>
              <a:rect b="b" l="l" r="r" t="t"/>
              <a:pathLst>
                <a:path extrusionOk="0" h="1075" w="679">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6" name="Google Shape;12476;p81"/>
            <p:cNvSpPr/>
            <p:nvPr/>
          </p:nvSpPr>
          <p:spPr>
            <a:xfrm>
              <a:off x="2749242" y="3533364"/>
              <a:ext cx="111731" cy="115198"/>
            </a:xfrm>
            <a:custGeom>
              <a:rect b="b" l="l" r="r" t="t"/>
              <a:pathLst>
                <a:path extrusionOk="0" h="3622" w="3513">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7" name="Google Shape;12477;p81"/>
            <p:cNvSpPr/>
            <p:nvPr/>
          </p:nvSpPr>
          <p:spPr>
            <a:xfrm>
              <a:off x="2795010" y="3417371"/>
              <a:ext cx="94365" cy="106960"/>
            </a:xfrm>
            <a:custGeom>
              <a:rect b="b" l="l" r="r" t="t"/>
              <a:pathLst>
                <a:path extrusionOk="0" h="3363" w="2967">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8" name="Google Shape;12478;p81"/>
            <p:cNvSpPr/>
            <p:nvPr/>
          </p:nvSpPr>
          <p:spPr>
            <a:xfrm>
              <a:off x="2719695" y="3433974"/>
              <a:ext cx="76141" cy="101744"/>
            </a:xfrm>
            <a:custGeom>
              <a:rect b="b" l="l" r="r" t="t"/>
              <a:pathLst>
                <a:path extrusionOk="0" h="3199" w="2394">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9" name="Google Shape;12479;p81"/>
            <p:cNvSpPr/>
            <p:nvPr/>
          </p:nvSpPr>
          <p:spPr>
            <a:xfrm>
              <a:off x="2787472" y="3594366"/>
              <a:ext cx="32600" cy="104543"/>
            </a:xfrm>
            <a:custGeom>
              <a:rect b="b" l="l" r="r" t="t"/>
              <a:pathLst>
                <a:path extrusionOk="0" h="3287" w="1025">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80" name="Google Shape;12480;p81"/>
          <p:cNvGrpSpPr/>
          <p:nvPr/>
        </p:nvGrpSpPr>
        <p:grpSpPr>
          <a:xfrm>
            <a:off x="2212469" y="3184863"/>
            <a:ext cx="282715" cy="338660"/>
            <a:chOff x="2212469" y="3360313"/>
            <a:chExt cx="282715" cy="338660"/>
          </a:xfrm>
        </p:grpSpPr>
        <p:sp>
          <p:nvSpPr>
            <p:cNvPr id="12481" name="Google Shape;12481;p81"/>
            <p:cNvSpPr/>
            <p:nvPr/>
          </p:nvSpPr>
          <p:spPr>
            <a:xfrm>
              <a:off x="2282313" y="3360313"/>
              <a:ext cx="212871" cy="200403"/>
            </a:xfrm>
            <a:custGeom>
              <a:rect b="b" l="l" r="r" t="t"/>
              <a:pathLst>
                <a:path extrusionOk="0" h="6301" w="6693">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2" name="Google Shape;12482;p81"/>
            <p:cNvSpPr/>
            <p:nvPr/>
          </p:nvSpPr>
          <p:spPr>
            <a:xfrm>
              <a:off x="2234987" y="3526304"/>
              <a:ext cx="106070" cy="94143"/>
            </a:xfrm>
            <a:custGeom>
              <a:rect b="b" l="l" r="r" t="t"/>
              <a:pathLst>
                <a:path extrusionOk="0" h="2960" w="3335">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3" name="Google Shape;12483;p81"/>
            <p:cNvSpPr/>
            <p:nvPr/>
          </p:nvSpPr>
          <p:spPr>
            <a:xfrm>
              <a:off x="2212469" y="3622386"/>
              <a:ext cx="61924" cy="76586"/>
            </a:xfrm>
            <a:custGeom>
              <a:rect b="b" l="l" r="r" t="t"/>
              <a:pathLst>
                <a:path extrusionOk="0" h="2408" w="1947">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84" name="Google Shape;12484;p81"/>
          <p:cNvGrpSpPr/>
          <p:nvPr/>
        </p:nvGrpSpPr>
        <p:grpSpPr>
          <a:xfrm>
            <a:off x="1768821" y="3185658"/>
            <a:ext cx="278739" cy="339073"/>
            <a:chOff x="1768821" y="3361108"/>
            <a:chExt cx="278739" cy="339073"/>
          </a:xfrm>
        </p:grpSpPr>
        <p:sp>
          <p:nvSpPr>
            <p:cNvPr id="12485" name="Google Shape;12485;p81"/>
            <p:cNvSpPr/>
            <p:nvPr/>
          </p:nvSpPr>
          <p:spPr>
            <a:xfrm>
              <a:off x="1784374" y="3549744"/>
              <a:ext cx="32218" cy="21564"/>
            </a:xfrm>
            <a:custGeom>
              <a:rect b="b" l="l" r="r" t="t"/>
              <a:pathLst>
                <a:path extrusionOk="0" h="678" w="1013">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6" name="Google Shape;12486;p81"/>
            <p:cNvSpPr/>
            <p:nvPr/>
          </p:nvSpPr>
          <p:spPr>
            <a:xfrm>
              <a:off x="1998326" y="3551652"/>
              <a:ext cx="32218" cy="21532"/>
            </a:xfrm>
            <a:custGeom>
              <a:rect b="b" l="l" r="r" t="t"/>
              <a:pathLst>
                <a:path extrusionOk="0" h="677" w="1013">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7" name="Google Shape;12487;p81"/>
            <p:cNvSpPr/>
            <p:nvPr/>
          </p:nvSpPr>
          <p:spPr>
            <a:xfrm>
              <a:off x="1826007" y="3466383"/>
              <a:ext cx="142041" cy="233799"/>
            </a:xfrm>
            <a:custGeom>
              <a:rect b="b" l="l" r="r" t="t"/>
              <a:pathLst>
                <a:path extrusionOk="0" h="7351" w="4466">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8" name="Google Shape;12488;p81"/>
            <p:cNvSpPr/>
            <p:nvPr/>
          </p:nvSpPr>
          <p:spPr>
            <a:xfrm>
              <a:off x="1820345" y="3409706"/>
              <a:ext cx="177631" cy="144236"/>
            </a:xfrm>
            <a:custGeom>
              <a:rect b="b" l="l" r="r" t="t"/>
              <a:pathLst>
                <a:path extrusionOk="0" h="4535" w="5585">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9" name="Google Shape;12489;p81"/>
            <p:cNvSpPr/>
            <p:nvPr/>
          </p:nvSpPr>
          <p:spPr>
            <a:xfrm>
              <a:off x="1904406" y="3361108"/>
              <a:ext cx="10241" cy="32982"/>
            </a:xfrm>
            <a:custGeom>
              <a:rect b="b" l="l" r="r" t="t"/>
              <a:pathLst>
                <a:path extrusionOk="0" h="1037" w="322">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0" name="Google Shape;12490;p81"/>
            <p:cNvSpPr/>
            <p:nvPr/>
          </p:nvSpPr>
          <p:spPr>
            <a:xfrm>
              <a:off x="1836248" y="3378219"/>
              <a:ext cx="23504" cy="29865"/>
            </a:xfrm>
            <a:custGeom>
              <a:rect b="b" l="l" r="r" t="t"/>
              <a:pathLst>
                <a:path extrusionOk="0" h="939" w="739">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1" name="Google Shape;12491;p81"/>
            <p:cNvSpPr/>
            <p:nvPr/>
          </p:nvSpPr>
          <p:spPr>
            <a:xfrm>
              <a:off x="1787014" y="3427072"/>
              <a:ext cx="31073" cy="21691"/>
            </a:xfrm>
            <a:custGeom>
              <a:rect b="b" l="l" r="r" t="t"/>
              <a:pathLst>
                <a:path extrusionOk="0" h="682" w="977">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2" name="Google Shape;12492;p81"/>
            <p:cNvSpPr/>
            <p:nvPr/>
          </p:nvSpPr>
          <p:spPr>
            <a:xfrm>
              <a:off x="1768821" y="3494021"/>
              <a:ext cx="33363" cy="10623"/>
            </a:xfrm>
            <a:custGeom>
              <a:rect b="b" l="l" r="r" t="t"/>
              <a:pathLst>
                <a:path extrusionOk="0" h="334" w="1049">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3" name="Google Shape;12493;p81"/>
            <p:cNvSpPr/>
            <p:nvPr/>
          </p:nvSpPr>
          <p:spPr>
            <a:xfrm>
              <a:off x="2014610" y="3495930"/>
              <a:ext cx="32950" cy="10623"/>
            </a:xfrm>
            <a:custGeom>
              <a:rect b="b" l="l" r="r" t="t"/>
              <a:pathLst>
                <a:path extrusionOk="0" h="334" w="1036">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4" name="Google Shape;12494;p81"/>
            <p:cNvSpPr/>
            <p:nvPr/>
          </p:nvSpPr>
          <p:spPr>
            <a:xfrm>
              <a:off x="1999439" y="3428948"/>
              <a:ext cx="31105" cy="21882"/>
            </a:xfrm>
            <a:custGeom>
              <a:rect b="b" l="l" r="r" t="t"/>
              <a:pathLst>
                <a:path extrusionOk="0" h="688" w="978">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5" name="Google Shape;12495;p81"/>
            <p:cNvSpPr/>
            <p:nvPr/>
          </p:nvSpPr>
          <p:spPr>
            <a:xfrm>
              <a:off x="1958156" y="3379269"/>
              <a:ext cx="23917" cy="29579"/>
            </a:xfrm>
            <a:custGeom>
              <a:rect b="b" l="l" r="r" t="t"/>
              <a:pathLst>
                <a:path extrusionOk="0" h="930" w="752">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96" name="Google Shape;12496;p81"/>
          <p:cNvGrpSpPr/>
          <p:nvPr/>
        </p:nvGrpSpPr>
        <p:grpSpPr>
          <a:xfrm>
            <a:off x="5337883" y="3161423"/>
            <a:ext cx="307141" cy="376826"/>
            <a:chOff x="5337883" y="3336873"/>
            <a:chExt cx="307141" cy="376826"/>
          </a:xfrm>
        </p:grpSpPr>
        <p:sp>
          <p:nvSpPr>
            <p:cNvPr id="12497" name="Google Shape;12497;p81"/>
            <p:cNvSpPr/>
            <p:nvPr/>
          </p:nvSpPr>
          <p:spPr>
            <a:xfrm>
              <a:off x="5405659" y="3336873"/>
              <a:ext cx="223844" cy="125375"/>
            </a:xfrm>
            <a:custGeom>
              <a:rect b="b" l="l" r="r" t="t"/>
              <a:pathLst>
                <a:path extrusionOk="0" h="3942" w="7038">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8" name="Google Shape;12498;p81"/>
            <p:cNvSpPr/>
            <p:nvPr/>
          </p:nvSpPr>
          <p:spPr>
            <a:xfrm>
              <a:off x="5337883" y="3369060"/>
              <a:ext cx="307141" cy="344639"/>
            </a:xfrm>
            <a:custGeom>
              <a:rect b="b" l="l" r="r" t="t"/>
              <a:pathLst>
                <a:path extrusionOk="0" h="10836" w="9657">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499" name="Google Shape;12499;p81"/>
          <p:cNvGrpSpPr/>
          <p:nvPr/>
        </p:nvGrpSpPr>
        <p:grpSpPr>
          <a:xfrm>
            <a:off x="4883835" y="3161805"/>
            <a:ext cx="323425" cy="377557"/>
            <a:chOff x="4883835" y="3337255"/>
            <a:chExt cx="323425" cy="377557"/>
          </a:xfrm>
        </p:grpSpPr>
        <p:sp>
          <p:nvSpPr>
            <p:cNvPr id="12500" name="Google Shape;12500;p81"/>
            <p:cNvSpPr/>
            <p:nvPr/>
          </p:nvSpPr>
          <p:spPr>
            <a:xfrm>
              <a:off x="4883835" y="3447682"/>
              <a:ext cx="323425" cy="142932"/>
            </a:xfrm>
            <a:custGeom>
              <a:rect b="b" l="l" r="r" t="t"/>
              <a:pathLst>
                <a:path extrusionOk="0" h="4494" w="10169">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1" name="Google Shape;12501;p81"/>
            <p:cNvSpPr/>
            <p:nvPr/>
          </p:nvSpPr>
          <p:spPr>
            <a:xfrm>
              <a:off x="4931161" y="3600377"/>
              <a:ext cx="228392" cy="114434"/>
            </a:xfrm>
            <a:custGeom>
              <a:rect b="b" l="l" r="r" t="t"/>
              <a:pathLst>
                <a:path extrusionOk="0" h="3598" w="7181">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2" name="Google Shape;12502;p81"/>
            <p:cNvSpPr/>
            <p:nvPr/>
          </p:nvSpPr>
          <p:spPr>
            <a:xfrm>
              <a:off x="4926263" y="3337255"/>
              <a:ext cx="238601" cy="97355"/>
            </a:xfrm>
            <a:custGeom>
              <a:rect b="b" l="l" r="r" t="t"/>
              <a:pathLst>
                <a:path extrusionOk="0" h="3061" w="7502">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03" name="Google Shape;12503;p81"/>
          <p:cNvGrpSpPr/>
          <p:nvPr/>
        </p:nvGrpSpPr>
        <p:grpSpPr>
          <a:xfrm>
            <a:off x="6193310" y="3231839"/>
            <a:ext cx="352590" cy="237488"/>
            <a:chOff x="6193310" y="3407289"/>
            <a:chExt cx="352590" cy="237488"/>
          </a:xfrm>
        </p:grpSpPr>
        <p:sp>
          <p:nvSpPr>
            <p:cNvPr id="12504" name="Google Shape;12504;p81"/>
            <p:cNvSpPr/>
            <p:nvPr/>
          </p:nvSpPr>
          <p:spPr>
            <a:xfrm>
              <a:off x="6193310" y="3522042"/>
              <a:ext cx="352590" cy="122735"/>
            </a:xfrm>
            <a:custGeom>
              <a:rect b="b" l="l" r="r" t="t"/>
              <a:pathLst>
                <a:path extrusionOk="0" h="3859" w="11086">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5" name="Google Shape;12505;p81"/>
            <p:cNvSpPr/>
            <p:nvPr/>
          </p:nvSpPr>
          <p:spPr>
            <a:xfrm>
              <a:off x="6217927" y="3546277"/>
              <a:ext cx="132563" cy="73120"/>
            </a:xfrm>
            <a:custGeom>
              <a:rect b="b" l="l" r="r" t="t"/>
              <a:pathLst>
                <a:path extrusionOk="0" h="2299" w="4168">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6" name="Google Shape;12506;p81"/>
            <p:cNvSpPr/>
            <p:nvPr/>
          </p:nvSpPr>
          <p:spPr>
            <a:xfrm>
              <a:off x="6388720" y="3546277"/>
              <a:ext cx="132563" cy="72738"/>
            </a:xfrm>
            <a:custGeom>
              <a:rect b="b" l="l" r="r" t="t"/>
              <a:pathLst>
                <a:path extrusionOk="0" h="2287" w="4168">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7" name="Google Shape;12507;p81"/>
            <p:cNvSpPr/>
            <p:nvPr/>
          </p:nvSpPr>
          <p:spPr>
            <a:xfrm>
              <a:off x="6405736" y="3407289"/>
              <a:ext cx="121591" cy="105306"/>
            </a:xfrm>
            <a:custGeom>
              <a:rect b="b" l="l" r="r" t="t"/>
              <a:pathLst>
                <a:path extrusionOk="0" h="3311" w="3823">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8" name="Google Shape;12508;p81"/>
            <p:cNvSpPr/>
            <p:nvPr/>
          </p:nvSpPr>
          <p:spPr>
            <a:xfrm>
              <a:off x="6212616" y="3407289"/>
              <a:ext cx="120827" cy="105306"/>
            </a:xfrm>
            <a:custGeom>
              <a:rect b="b" l="l" r="r" t="t"/>
              <a:pathLst>
                <a:path extrusionOk="0" h="3311" w="3799">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09" name="Google Shape;12509;p81"/>
          <p:cNvGrpSpPr/>
          <p:nvPr/>
        </p:nvGrpSpPr>
        <p:grpSpPr>
          <a:xfrm>
            <a:off x="6637117" y="3222393"/>
            <a:ext cx="353735" cy="254504"/>
            <a:chOff x="6637117" y="3397843"/>
            <a:chExt cx="353735" cy="254504"/>
          </a:xfrm>
        </p:grpSpPr>
        <p:sp>
          <p:nvSpPr>
            <p:cNvPr id="12510" name="Google Shape;12510;p81"/>
            <p:cNvSpPr/>
            <p:nvPr/>
          </p:nvSpPr>
          <p:spPr>
            <a:xfrm>
              <a:off x="6637117" y="3397843"/>
              <a:ext cx="353735" cy="254504"/>
            </a:xfrm>
            <a:custGeom>
              <a:rect b="b" l="l" r="r" t="t"/>
              <a:pathLst>
                <a:path extrusionOk="0" h="8002" w="11122">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1" name="Google Shape;12511;p81"/>
            <p:cNvSpPr/>
            <p:nvPr/>
          </p:nvSpPr>
          <p:spPr>
            <a:xfrm>
              <a:off x="6732532" y="3484925"/>
              <a:ext cx="10273" cy="129923"/>
            </a:xfrm>
            <a:custGeom>
              <a:rect b="b" l="l" r="r" t="t"/>
              <a:pathLst>
                <a:path extrusionOk="0" h="4085" w="323">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2" name="Google Shape;12512;p81"/>
            <p:cNvSpPr/>
            <p:nvPr/>
          </p:nvSpPr>
          <p:spPr>
            <a:xfrm>
              <a:off x="6903707" y="3467591"/>
              <a:ext cx="38293" cy="29483"/>
            </a:xfrm>
            <a:custGeom>
              <a:rect b="b" l="l" r="r" t="t"/>
              <a:pathLst>
                <a:path extrusionOk="0" h="927" w="1204">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3" name="Google Shape;12513;p81"/>
            <p:cNvSpPr/>
            <p:nvPr/>
          </p:nvSpPr>
          <p:spPr>
            <a:xfrm>
              <a:off x="6750725" y="3461739"/>
              <a:ext cx="177249" cy="177345"/>
            </a:xfrm>
            <a:custGeom>
              <a:rect b="b" l="l" r="r" t="t"/>
              <a:pathLst>
                <a:path extrusionOk="0" h="5576" w="5573">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4" name="Google Shape;12514;p81"/>
            <p:cNvSpPr/>
            <p:nvPr/>
          </p:nvSpPr>
          <p:spPr>
            <a:xfrm>
              <a:off x="6778363" y="3495166"/>
              <a:ext cx="134090" cy="110681"/>
            </a:xfrm>
            <a:custGeom>
              <a:rect b="b" l="l" r="r" t="t"/>
              <a:pathLst>
                <a:path extrusionOk="0" h="3480" w="4216">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5" name="Google Shape;12515;p81"/>
            <p:cNvSpPr/>
            <p:nvPr/>
          </p:nvSpPr>
          <p:spPr>
            <a:xfrm>
              <a:off x="6820791" y="3521501"/>
              <a:ext cx="49997" cy="41665"/>
            </a:xfrm>
            <a:custGeom>
              <a:rect b="b" l="l" r="r" t="t"/>
              <a:pathLst>
                <a:path extrusionOk="0" h="1310" w="1572">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16" name="Google Shape;12516;p81"/>
          <p:cNvGrpSpPr/>
          <p:nvPr/>
        </p:nvGrpSpPr>
        <p:grpSpPr>
          <a:xfrm>
            <a:off x="7075994" y="3174081"/>
            <a:ext cx="360637" cy="352336"/>
            <a:chOff x="7075994" y="3349531"/>
            <a:chExt cx="360637" cy="352336"/>
          </a:xfrm>
        </p:grpSpPr>
        <p:sp>
          <p:nvSpPr>
            <p:cNvPr id="12517" name="Google Shape;12517;p81"/>
            <p:cNvSpPr/>
            <p:nvPr/>
          </p:nvSpPr>
          <p:spPr>
            <a:xfrm>
              <a:off x="7277097" y="3607502"/>
              <a:ext cx="56454" cy="57154"/>
            </a:xfrm>
            <a:custGeom>
              <a:rect b="b" l="l" r="r" t="t"/>
              <a:pathLst>
                <a:path extrusionOk="0" h="1797" w="1775">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8" name="Google Shape;12518;p81"/>
            <p:cNvSpPr/>
            <p:nvPr/>
          </p:nvSpPr>
          <p:spPr>
            <a:xfrm>
              <a:off x="7090784" y="3428917"/>
              <a:ext cx="190894" cy="81421"/>
            </a:xfrm>
            <a:custGeom>
              <a:rect b="b" l="l" r="r" t="t"/>
              <a:pathLst>
                <a:path extrusionOk="0" h="2560" w="6002">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9" name="Google Shape;12519;p81"/>
            <p:cNvSpPr/>
            <p:nvPr/>
          </p:nvSpPr>
          <p:spPr>
            <a:xfrm>
              <a:off x="7075994" y="3520102"/>
              <a:ext cx="136762" cy="167072"/>
            </a:xfrm>
            <a:custGeom>
              <a:rect b="b" l="l" r="r" t="t"/>
              <a:pathLst>
                <a:path extrusionOk="0" h="5253" w="430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0" name="Google Shape;12520;p81"/>
            <p:cNvSpPr/>
            <p:nvPr/>
          </p:nvSpPr>
          <p:spPr>
            <a:xfrm>
              <a:off x="7158560" y="3468609"/>
              <a:ext cx="87496" cy="57249"/>
            </a:xfrm>
            <a:custGeom>
              <a:rect b="b" l="l" r="r" t="t"/>
              <a:pathLst>
                <a:path extrusionOk="0" h="1800" w="2751">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1" name="Google Shape;12521;p81"/>
            <p:cNvSpPr/>
            <p:nvPr/>
          </p:nvSpPr>
          <p:spPr>
            <a:xfrm>
              <a:off x="7199461" y="3548567"/>
              <a:ext cx="78399" cy="78749"/>
            </a:xfrm>
            <a:custGeom>
              <a:rect b="b" l="l" r="r" t="t"/>
              <a:pathLst>
                <a:path extrusionOk="0" h="2476" w="2465">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2" name="Google Shape;12522;p81"/>
            <p:cNvSpPr/>
            <p:nvPr/>
          </p:nvSpPr>
          <p:spPr>
            <a:xfrm>
              <a:off x="7114256" y="3523855"/>
              <a:ext cx="72738" cy="76141"/>
            </a:xfrm>
            <a:custGeom>
              <a:rect b="b" l="l" r="r" t="t"/>
              <a:pathLst>
                <a:path extrusionOk="0" h="2394" w="2287">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3" name="Google Shape;12523;p81"/>
            <p:cNvSpPr/>
            <p:nvPr/>
          </p:nvSpPr>
          <p:spPr>
            <a:xfrm>
              <a:off x="7221057" y="3349531"/>
              <a:ext cx="215574" cy="352336"/>
            </a:xfrm>
            <a:custGeom>
              <a:rect b="b" l="l" r="r" t="t"/>
              <a:pathLst>
                <a:path extrusionOk="0" h="11078" w="6778">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24" name="Google Shape;12524;p81"/>
          <p:cNvGrpSpPr/>
          <p:nvPr/>
        </p:nvGrpSpPr>
        <p:grpSpPr>
          <a:xfrm>
            <a:off x="7651983" y="3173731"/>
            <a:ext cx="107183" cy="352399"/>
            <a:chOff x="7651983" y="3349181"/>
            <a:chExt cx="107183" cy="352399"/>
          </a:xfrm>
        </p:grpSpPr>
        <p:sp>
          <p:nvSpPr>
            <p:cNvPr id="12525" name="Google Shape;12525;p81"/>
            <p:cNvSpPr/>
            <p:nvPr/>
          </p:nvSpPr>
          <p:spPr>
            <a:xfrm>
              <a:off x="7651983" y="3349181"/>
              <a:ext cx="84092" cy="247507"/>
            </a:xfrm>
            <a:custGeom>
              <a:rect b="b" l="l" r="r" t="t"/>
              <a:pathLst>
                <a:path extrusionOk="0" h="7782" w="2644">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6" name="Google Shape;12526;p81"/>
            <p:cNvSpPr/>
            <p:nvPr/>
          </p:nvSpPr>
          <p:spPr>
            <a:xfrm>
              <a:off x="7667885" y="3387379"/>
              <a:ext cx="91280" cy="314202"/>
            </a:xfrm>
            <a:custGeom>
              <a:rect b="b" l="l" r="r" t="t"/>
              <a:pathLst>
                <a:path extrusionOk="0" h="9879" w="287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27" name="Google Shape;12527;p81"/>
          <p:cNvGrpSpPr/>
          <p:nvPr/>
        </p:nvGrpSpPr>
        <p:grpSpPr>
          <a:xfrm>
            <a:off x="7973468" y="3206872"/>
            <a:ext cx="352590" cy="287072"/>
            <a:chOff x="7973468" y="3382322"/>
            <a:chExt cx="352590" cy="287072"/>
          </a:xfrm>
        </p:grpSpPr>
        <p:sp>
          <p:nvSpPr>
            <p:cNvPr id="12528" name="Google Shape;12528;p81"/>
            <p:cNvSpPr/>
            <p:nvPr/>
          </p:nvSpPr>
          <p:spPr>
            <a:xfrm>
              <a:off x="7973468" y="3382322"/>
              <a:ext cx="352590" cy="287072"/>
            </a:xfrm>
            <a:custGeom>
              <a:rect b="b" l="l" r="r" t="t"/>
              <a:pathLst>
                <a:path extrusionOk="0" h="9026" w="11086">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9" name="Google Shape;12529;p81"/>
            <p:cNvSpPr/>
            <p:nvPr/>
          </p:nvSpPr>
          <p:spPr>
            <a:xfrm>
              <a:off x="8051486" y="3417149"/>
              <a:ext cx="73883" cy="10623"/>
            </a:xfrm>
            <a:custGeom>
              <a:rect b="b" l="l" r="r" t="t"/>
              <a:pathLst>
                <a:path extrusionOk="0" h="334" w="2323">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0" name="Google Shape;12530;p81"/>
            <p:cNvSpPr/>
            <p:nvPr/>
          </p:nvSpPr>
          <p:spPr>
            <a:xfrm>
              <a:off x="8022702" y="3437981"/>
              <a:ext cx="102667" cy="10623"/>
            </a:xfrm>
            <a:custGeom>
              <a:rect b="b" l="l" r="r" t="t"/>
              <a:pathLst>
                <a:path extrusionOk="0" h="334" w="3228">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1" name="Google Shape;12531;p81"/>
            <p:cNvSpPr/>
            <p:nvPr/>
          </p:nvSpPr>
          <p:spPr>
            <a:xfrm>
              <a:off x="8022702" y="3458432"/>
              <a:ext cx="102667" cy="10623"/>
            </a:xfrm>
            <a:custGeom>
              <a:rect b="b" l="l" r="r" t="t"/>
              <a:pathLst>
                <a:path extrusionOk="0" h="334" w="3228">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2" name="Google Shape;12532;p81"/>
            <p:cNvSpPr/>
            <p:nvPr/>
          </p:nvSpPr>
          <p:spPr>
            <a:xfrm>
              <a:off x="8022702" y="3479264"/>
              <a:ext cx="81071" cy="10623"/>
            </a:xfrm>
            <a:custGeom>
              <a:rect b="b" l="l" r="r" t="t"/>
              <a:pathLst>
                <a:path extrusionOk="0" h="334" w="2549">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3" name="Google Shape;12533;p81"/>
            <p:cNvSpPr/>
            <p:nvPr/>
          </p:nvSpPr>
          <p:spPr>
            <a:xfrm>
              <a:off x="8051486" y="3520515"/>
              <a:ext cx="73883" cy="10655"/>
            </a:xfrm>
            <a:custGeom>
              <a:rect b="b" l="l" r="r" t="t"/>
              <a:pathLst>
                <a:path extrusionOk="0" h="335" w="2323">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4" name="Google Shape;12534;p81"/>
            <p:cNvSpPr/>
            <p:nvPr/>
          </p:nvSpPr>
          <p:spPr>
            <a:xfrm>
              <a:off x="8022702" y="3540966"/>
              <a:ext cx="102667" cy="10273"/>
            </a:xfrm>
            <a:custGeom>
              <a:rect b="b" l="l" r="r" t="t"/>
              <a:pathLst>
                <a:path extrusionOk="0" h="323" w="3228">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5" name="Google Shape;12535;p81"/>
            <p:cNvSpPr/>
            <p:nvPr/>
          </p:nvSpPr>
          <p:spPr>
            <a:xfrm>
              <a:off x="8022702" y="3561798"/>
              <a:ext cx="49266" cy="10273"/>
            </a:xfrm>
            <a:custGeom>
              <a:rect b="b" l="l" r="r" t="t"/>
              <a:pathLst>
                <a:path extrusionOk="0" h="323" w="1549">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6" name="Google Shape;12536;p81"/>
            <p:cNvSpPr/>
            <p:nvPr/>
          </p:nvSpPr>
          <p:spPr>
            <a:xfrm>
              <a:off x="8200683" y="3486452"/>
              <a:ext cx="73883" cy="10623"/>
            </a:xfrm>
            <a:custGeom>
              <a:rect b="b" l="l" r="r" t="t"/>
              <a:pathLst>
                <a:path extrusionOk="0" h="334" w="2323">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7" name="Google Shape;12537;p81"/>
            <p:cNvSpPr/>
            <p:nvPr/>
          </p:nvSpPr>
          <p:spPr>
            <a:xfrm>
              <a:off x="8171899" y="3506902"/>
              <a:ext cx="102667" cy="10241"/>
            </a:xfrm>
            <a:custGeom>
              <a:rect b="b" l="l" r="r" t="t"/>
              <a:pathLst>
                <a:path extrusionOk="0" h="322" w="3228">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8" name="Google Shape;12538;p81"/>
            <p:cNvSpPr/>
            <p:nvPr/>
          </p:nvSpPr>
          <p:spPr>
            <a:xfrm>
              <a:off x="8171899" y="3527735"/>
              <a:ext cx="49266" cy="10241"/>
            </a:xfrm>
            <a:custGeom>
              <a:rect b="b" l="l" r="r" t="t"/>
              <a:pathLst>
                <a:path extrusionOk="0" h="322" w="1549">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9" name="Google Shape;12539;p81"/>
            <p:cNvSpPr/>
            <p:nvPr/>
          </p:nvSpPr>
          <p:spPr>
            <a:xfrm>
              <a:off x="8174189" y="3417149"/>
              <a:ext cx="102635" cy="45099"/>
            </a:xfrm>
            <a:custGeom>
              <a:rect b="b" l="l" r="r" t="t"/>
              <a:pathLst>
                <a:path extrusionOk="0" h="1418" w="3227">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40" name="Google Shape;12540;p81"/>
          <p:cNvSpPr txBox="1"/>
          <p:nvPr/>
        </p:nvSpPr>
        <p:spPr>
          <a:xfrm>
            <a:off x="849675"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Creative Process Icons</a:t>
            </a:r>
            <a:endParaRPr sz="2400">
              <a:solidFill>
                <a:srgbClr val="FFFFFF"/>
              </a:solidFill>
            </a:endParaRPr>
          </a:p>
        </p:txBody>
      </p:sp>
      <p:sp>
        <p:nvSpPr>
          <p:cNvPr id="12541" name="Google Shape;12541;p81"/>
          <p:cNvSpPr txBox="1"/>
          <p:nvPr/>
        </p:nvSpPr>
        <p:spPr>
          <a:xfrm>
            <a:off x="4858400" y="511025"/>
            <a:ext cx="3482100" cy="482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2545" name="Shape 12545"/>
        <p:cNvGrpSpPr/>
        <p:nvPr/>
      </p:nvGrpSpPr>
      <p:grpSpPr>
        <a:xfrm>
          <a:off x="0" y="0"/>
          <a:ext cx="0" cy="0"/>
          <a:chOff x="0" y="0"/>
          <a:chExt cx="0" cy="0"/>
        </a:xfrm>
      </p:grpSpPr>
      <p:grpSp>
        <p:nvGrpSpPr>
          <p:cNvPr id="12546" name="Google Shape;12546;p82"/>
          <p:cNvGrpSpPr/>
          <p:nvPr/>
        </p:nvGrpSpPr>
        <p:grpSpPr>
          <a:xfrm>
            <a:off x="821808" y="1576858"/>
            <a:ext cx="347872" cy="347488"/>
            <a:chOff x="849677" y="1500658"/>
            <a:chExt cx="347872" cy="347488"/>
          </a:xfrm>
        </p:grpSpPr>
        <p:sp>
          <p:nvSpPr>
            <p:cNvPr id="12547" name="Google Shape;12547;p82"/>
            <p:cNvSpPr/>
            <p:nvPr/>
          </p:nvSpPr>
          <p:spPr>
            <a:xfrm>
              <a:off x="849677" y="1500658"/>
              <a:ext cx="347872" cy="347488"/>
            </a:xfrm>
            <a:custGeom>
              <a:rect b="b" l="l" r="r" t="t"/>
              <a:pathLst>
                <a:path extrusionOk="0" h="10859" w="10871">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8" name="Google Shape;12548;p82"/>
            <p:cNvSpPr/>
            <p:nvPr/>
          </p:nvSpPr>
          <p:spPr>
            <a:xfrm>
              <a:off x="936557" y="1663346"/>
              <a:ext cx="43072" cy="48032"/>
            </a:xfrm>
            <a:custGeom>
              <a:rect b="b" l="l" r="r" t="t"/>
              <a:pathLst>
                <a:path extrusionOk="0" h="1501" w="1346">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9" name="Google Shape;12549;p82"/>
            <p:cNvSpPr/>
            <p:nvPr/>
          </p:nvSpPr>
          <p:spPr>
            <a:xfrm>
              <a:off x="1066829" y="1663346"/>
              <a:ext cx="43488" cy="48032"/>
            </a:xfrm>
            <a:custGeom>
              <a:rect b="b" l="l" r="r" t="t"/>
              <a:pathLst>
                <a:path extrusionOk="0" h="1501" w="1359">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0" name="Google Shape;12550;p82"/>
            <p:cNvSpPr/>
            <p:nvPr/>
          </p:nvSpPr>
          <p:spPr>
            <a:xfrm>
              <a:off x="893101" y="1636178"/>
              <a:ext cx="110144" cy="116352"/>
            </a:xfrm>
            <a:custGeom>
              <a:rect b="b" l="l" r="r" t="t"/>
              <a:pathLst>
                <a:path extrusionOk="0" h="3636" w="3442">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1" name="Google Shape;12551;p82"/>
            <p:cNvSpPr/>
            <p:nvPr/>
          </p:nvSpPr>
          <p:spPr>
            <a:xfrm>
              <a:off x="1043597" y="1636882"/>
              <a:ext cx="116608" cy="115264"/>
            </a:xfrm>
            <a:custGeom>
              <a:rect b="b" l="l" r="r" t="t"/>
              <a:pathLst>
                <a:path extrusionOk="0" h="3602" w="3644">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2" name="Google Shape;12552;p82"/>
            <p:cNvSpPr/>
            <p:nvPr/>
          </p:nvSpPr>
          <p:spPr>
            <a:xfrm>
              <a:off x="968173" y="1730002"/>
              <a:ext cx="110144" cy="96064"/>
            </a:xfrm>
            <a:custGeom>
              <a:rect b="b" l="l" r="r" t="t"/>
              <a:pathLst>
                <a:path extrusionOk="0" h="3002" w="3442">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53" name="Google Shape;12553;p82"/>
          <p:cNvGrpSpPr/>
          <p:nvPr/>
        </p:nvGrpSpPr>
        <p:grpSpPr>
          <a:xfrm>
            <a:off x="1387984" y="1576858"/>
            <a:ext cx="315872" cy="347488"/>
            <a:chOff x="1415853" y="1500658"/>
            <a:chExt cx="315872" cy="347488"/>
          </a:xfrm>
        </p:grpSpPr>
        <p:sp>
          <p:nvSpPr>
            <p:cNvPr id="12554" name="Google Shape;12554;p82"/>
            <p:cNvSpPr/>
            <p:nvPr/>
          </p:nvSpPr>
          <p:spPr>
            <a:xfrm>
              <a:off x="1415853" y="1500658"/>
              <a:ext cx="315872" cy="347488"/>
            </a:xfrm>
            <a:custGeom>
              <a:rect b="b" l="l" r="r" t="t"/>
              <a:pathLst>
                <a:path extrusionOk="0" h="10859" w="9871">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5" name="Google Shape;12555;p82"/>
            <p:cNvSpPr/>
            <p:nvPr/>
          </p:nvSpPr>
          <p:spPr>
            <a:xfrm>
              <a:off x="1524045" y="1565810"/>
              <a:ext cx="32416" cy="37376"/>
            </a:xfrm>
            <a:custGeom>
              <a:rect b="b" l="l" r="r" t="t"/>
              <a:pathLst>
                <a:path extrusionOk="0" h="1168" w="1013">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6" name="Google Shape;12556;p82"/>
            <p:cNvSpPr/>
            <p:nvPr/>
          </p:nvSpPr>
          <p:spPr>
            <a:xfrm>
              <a:off x="1589965" y="1565810"/>
              <a:ext cx="32416" cy="37376"/>
            </a:xfrm>
            <a:custGeom>
              <a:rect b="b" l="l" r="r" t="t"/>
              <a:pathLst>
                <a:path extrusionOk="0" h="1168" w="1013">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7" name="Google Shape;12557;p82"/>
            <p:cNvSpPr/>
            <p:nvPr/>
          </p:nvSpPr>
          <p:spPr>
            <a:xfrm>
              <a:off x="1551085" y="1598386"/>
              <a:ext cx="43488" cy="42496"/>
            </a:xfrm>
            <a:custGeom>
              <a:rect b="b" l="l" r="r" t="t"/>
              <a:pathLst>
                <a:path extrusionOk="0" h="1328" w="1359">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58" name="Google Shape;12558;p82"/>
          <p:cNvGrpSpPr/>
          <p:nvPr/>
        </p:nvGrpSpPr>
        <p:grpSpPr>
          <a:xfrm>
            <a:off x="4669520" y="1576858"/>
            <a:ext cx="347520" cy="347104"/>
            <a:chOff x="4697389" y="1500658"/>
            <a:chExt cx="347520" cy="347104"/>
          </a:xfrm>
        </p:grpSpPr>
        <p:sp>
          <p:nvSpPr>
            <p:cNvPr id="12559" name="Google Shape;12559;p82"/>
            <p:cNvSpPr/>
            <p:nvPr/>
          </p:nvSpPr>
          <p:spPr>
            <a:xfrm>
              <a:off x="4697389" y="1500658"/>
              <a:ext cx="347520" cy="347104"/>
            </a:xfrm>
            <a:custGeom>
              <a:rect b="b" l="l" r="r" t="t"/>
              <a:pathLst>
                <a:path extrusionOk="0" h="10847" w="1086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0" name="Google Shape;12560;p82"/>
            <p:cNvSpPr/>
            <p:nvPr/>
          </p:nvSpPr>
          <p:spPr>
            <a:xfrm>
              <a:off x="4773581" y="1658002"/>
              <a:ext cx="48416" cy="59840"/>
            </a:xfrm>
            <a:custGeom>
              <a:rect b="b" l="l" r="r" t="t"/>
              <a:pathLst>
                <a:path extrusionOk="0" h="1870" w="1513">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1" name="Google Shape;12561;p82"/>
            <p:cNvSpPr/>
            <p:nvPr/>
          </p:nvSpPr>
          <p:spPr>
            <a:xfrm>
              <a:off x="4920653" y="1658002"/>
              <a:ext cx="48416" cy="59840"/>
            </a:xfrm>
            <a:custGeom>
              <a:rect b="b" l="l" r="r" t="t"/>
              <a:pathLst>
                <a:path extrusionOk="0" h="1870" w="1513">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62" name="Google Shape;12562;p82"/>
          <p:cNvGrpSpPr/>
          <p:nvPr/>
        </p:nvGrpSpPr>
        <p:grpSpPr>
          <a:xfrm>
            <a:off x="3575664" y="2041146"/>
            <a:ext cx="347520" cy="353760"/>
            <a:chOff x="3603533" y="1964946"/>
            <a:chExt cx="347520" cy="353760"/>
          </a:xfrm>
        </p:grpSpPr>
        <p:sp>
          <p:nvSpPr>
            <p:cNvPr id="12563" name="Google Shape;12563;p82"/>
            <p:cNvSpPr/>
            <p:nvPr/>
          </p:nvSpPr>
          <p:spPr>
            <a:xfrm>
              <a:off x="3603533" y="1964946"/>
              <a:ext cx="347520" cy="353760"/>
            </a:xfrm>
            <a:custGeom>
              <a:rect b="b" l="l" r="r" t="t"/>
              <a:pathLst>
                <a:path extrusionOk="0" h="11055" w="1086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4" name="Google Shape;12564;p82"/>
            <p:cNvSpPr/>
            <p:nvPr/>
          </p:nvSpPr>
          <p:spPr>
            <a:xfrm>
              <a:off x="3823757" y="2285522"/>
              <a:ext cx="16416" cy="10304"/>
            </a:xfrm>
            <a:custGeom>
              <a:rect b="b" l="l" r="r" t="t"/>
              <a:pathLst>
                <a:path extrusionOk="0" h="322" w="513">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5" name="Google Shape;12565;p82"/>
            <p:cNvSpPr/>
            <p:nvPr/>
          </p:nvSpPr>
          <p:spPr>
            <a:xfrm>
              <a:off x="3664493" y="2075218"/>
              <a:ext cx="26720" cy="26688"/>
            </a:xfrm>
            <a:custGeom>
              <a:rect b="b" l="l" r="r" t="t"/>
              <a:pathLst>
                <a:path extrusionOk="0" h="834" w="835">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66" name="Google Shape;12566;p82"/>
          <p:cNvGrpSpPr/>
          <p:nvPr/>
        </p:nvGrpSpPr>
        <p:grpSpPr>
          <a:xfrm>
            <a:off x="1922896" y="2040538"/>
            <a:ext cx="357792" cy="352448"/>
            <a:chOff x="1950765" y="1964338"/>
            <a:chExt cx="357792" cy="352448"/>
          </a:xfrm>
        </p:grpSpPr>
        <p:sp>
          <p:nvSpPr>
            <p:cNvPr id="12567" name="Google Shape;12567;p82"/>
            <p:cNvSpPr/>
            <p:nvPr/>
          </p:nvSpPr>
          <p:spPr>
            <a:xfrm>
              <a:off x="2048301" y="2152530"/>
              <a:ext cx="48800" cy="59488"/>
            </a:xfrm>
            <a:custGeom>
              <a:rect b="b" l="l" r="r" t="t"/>
              <a:pathLst>
                <a:path extrusionOk="0" h="1859" w="1525">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8" name="Google Shape;12568;p82"/>
            <p:cNvSpPr/>
            <p:nvPr/>
          </p:nvSpPr>
          <p:spPr>
            <a:xfrm>
              <a:off x="2164109" y="2152530"/>
              <a:ext cx="48800" cy="59488"/>
            </a:xfrm>
            <a:custGeom>
              <a:rect b="b" l="l" r="r" t="t"/>
              <a:pathLst>
                <a:path extrusionOk="0" h="1859" w="1525">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9" name="Google Shape;12569;p82"/>
            <p:cNvSpPr/>
            <p:nvPr/>
          </p:nvSpPr>
          <p:spPr>
            <a:xfrm>
              <a:off x="2097453" y="2224562"/>
              <a:ext cx="65952" cy="56416"/>
            </a:xfrm>
            <a:custGeom>
              <a:rect b="b" l="l" r="r" t="t"/>
              <a:pathLst>
                <a:path extrusionOk="0" h="1763" w="2061">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0" name="Google Shape;12570;p82"/>
            <p:cNvSpPr/>
            <p:nvPr/>
          </p:nvSpPr>
          <p:spPr>
            <a:xfrm>
              <a:off x="1950765" y="1964338"/>
              <a:ext cx="357792" cy="352448"/>
            </a:xfrm>
            <a:custGeom>
              <a:rect b="b" l="l" r="r" t="t"/>
              <a:pathLst>
                <a:path extrusionOk="0" h="11014" w="11181">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71" name="Google Shape;12571;p82"/>
          <p:cNvGrpSpPr/>
          <p:nvPr/>
        </p:nvGrpSpPr>
        <p:grpSpPr>
          <a:xfrm>
            <a:off x="7407760" y="2040890"/>
            <a:ext cx="367712" cy="353248"/>
            <a:chOff x="7435629" y="1964690"/>
            <a:chExt cx="367712" cy="353248"/>
          </a:xfrm>
        </p:grpSpPr>
        <p:sp>
          <p:nvSpPr>
            <p:cNvPr id="12572" name="Google Shape;12572;p82"/>
            <p:cNvSpPr/>
            <p:nvPr/>
          </p:nvSpPr>
          <p:spPr>
            <a:xfrm>
              <a:off x="7586125" y="2054258"/>
              <a:ext cx="65952" cy="62880"/>
            </a:xfrm>
            <a:custGeom>
              <a:rect b="b" l="l" r="r" t="t"/>
              <a:pathLst>
                <a:path extrusionOk="0" h="1965" w="2061">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3" name="Google Shape;12573;p82"/>
            <p:cNvSpPr/>
            <p:nvPr/>
          </p:nvSpPr>
          <p:spPr>
            <a:xfrm>
              <a:off x="7553357" y="2030994"/>
              <a:ext cx="32416" cy="38144"/>
            </a:xfrm>
            <a:custGeom>
              <a:rect b="b" l="l" r="r" t="t"/>
              <a:pathLst>
                <a:path extrusionOk="0" h="1192" w="1013">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4" name="Google Shape;12574;p82"/>
            <p:cNvSpPr/>
            <p:nvPr/>
          </p:nvSpPr>
          <p:spPr>
            <a:xfrm>
              <a:off x="7652429" y="2030994"/>
              <a:ext cx="32416" cy="38144"/>
            </a:xfrm>
            <a:custGeom>
              <a:rect b="b" l="l" r="r" t="t"/>
              <a:pathLst>
                <a:path extrusionOk="0" h="1192" w="1013">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5" name="Google Shape;12575;p82"/>
            <p:cNvSpPr/>
            <p:nvPr/>
          </p:nvSpPr>
          <p:spPr>
            <a:xfrm>
              <a:off x="7435629" y="1964690"/>
              <a:ext cx="367712" cy="353248"/>
            </a:xfrm>
            <a:custGeom>
              <a:rect b="b" l="l" r="r" t="t"/>
              <a:pathLst>
                <a:path extrusionOk="0" h="11039" w="11491">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76" name="Google Shape;12576;p82"/>
          <p:cNvGrpSpPr/>
          <p:nvPr/>
        </p:nvGrpSpPr>
        <p:grpSpPr>
          <a:xfrm>
            <a:off x="2484880" y="2041242"/>
            <a:ext cx="333024" cy="352896"/>
            <a:chOff x="2512749" y="1965042"/>
            <a:chExt cx="333024" cy="352896"/>
          </a:xfrm>
        </p:grpSpPr>
        <p:sp>
          <p:nvSpPr>
            <p:cNvPr id="12577" name="Google Shape;12577;p82"/>
            <p:cNvSpPr/>
            <p:nvPr/>
          </p:nvSpPr>
          <p:spPr>
            <a:xfrm>
              <a:off x="2590829" y="2129682"/>
              <a:ext cx="49568" cy="60224"/>
            </a:xfrm>
            <a:custGeom>
              <a:rect b="b" l="l" r="r" t="t"/>
              <a:pathLst>
                <a:path extrusionOk="0" h="1882" w="1549">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8" name="Google Shape;12578;p82"/>
            <p:cNvSpPr/>
            <p:nvPr/>
          </p:nvSpPr>
          <p:spPr>
            <a:xfrm>
              <a:off x="2718477" y="2129682"/>
              <a:ext cx="49568" cy="60224"/>
            </a:xfrm>
            <a:custGeom>
              <a:rect b="b" l="l" r="r" t="t"/>
              <a:pathLst>
                <a:path extrusionOk="0" h="1882" w="1549">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9" name="Google Shape;12579;p82"/>
            <p:cNvSpPr/>
            <p:nvPr/>
          </p:nvSpPr>
          <p:spPr>
            <a:xfrm>
              <a:off x="2624365" y="2242994"/>
              <a:ext cx="110528" cy="52064"/>
            </a:xfrm>
            <a:custGeom>
              <a:rect b="b" l="l" r="r" t="t"/>
              <a:pathLst>
                <a:path extrusionOk="0" h="1627" w="3454">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0" name="Google Shape;12580;p82"/>
            <p:cNvSpPr/>
            <p:nvPr/>
          </p:nvSpPr>
          <p:spPr>
            <a:xfrm>
              <a:off x="2654477" y="2194834"/>
              <a:ext cx="49184" cy="38144"/>
            </a:xfrm>
            <a:custGeom>
              <a:rect b="b" l="l" r="r" t="t"/>
              <a:pathLst>
                <a:path extrusionOk="0" h="1192" w="1537">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1" name="Google Shape;12581;p82"/>
            <p:cNvSpPr/>
            <p:nvPr/>
          </p:nvSpPr>
          <p:spPr>
            <a:xfrm>
              <a:off x="2512749" y="1965042"/>
              <a:ext cx="333024" cy="352896"/>
            </a:xfrm>
            <a:custGeom>
              <a:rect b="b" l="l" r="r" t="t"/>
              <a:pathLst>
                <a:path extrusionOk="0" h="11028" w="10407">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82" name="Google Shape;12582;p82"/>
          <p:cNvGrpSpPr/>
          <p:nvPr/>
        </p:nvGrpSpPr>
        <p:grpSpPr>
          <a:xfrm>
            <a:off x="1370448" y="2057978"/>
            <a:ext cx="365792" cy="335392"/>
            <a:chOff x="1398317" y="1981778"/>
            <a:chExt cx="365792" cy="335392"/>
          </a:xfrm>
        </p:grpSpPr>
        <p:sp>
          <p:nvSpPr>
            <p:cNvPr id="12583" name="Google Shape;12583;p82"/>
            <p:cNvSpPr/>
            <p:nvPr/>
          </p:nvSpPr>
          <p:spPr>
            <a:xfrm>
              <a:off x="1398317" y="1981778"/>
              <a:ext cx="365792" cy="335392"/>
            </a:xfrm>
            <a:custGeom>
              <a:rect b="b" l="l" r="r" t="t"/>
              <a:pathLst>
                <a:path extrusionOk="0" h="10481" w="11431">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4" name="Google Shape;12584;p82"/>
            <p:cNvSpPr/>
            <p:nvPr/>
          </p:nvSpPr>
          <p:spPr>
            <a:xfrm>
              <a:off x="1498893" y="2108338"/>
              <a:ext cx="43840" cy="49568"/>
            </a:xfrm>
            <a:custGeom>
              <a:rect b="b" l="l" r="r" t="t"/>
              <a:pathLst>
                <a:path extrusionOk="0" h="1549" w="137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5" name="Google Shape;12585;p82"/>
            <p:cNvSpPr/>
            <p:nvPr/>
          </p:nvSpPr>
          <p:spPr>
            <a:xfrm>
              <a:off x="1620429" y="2108338"/>
              <a:ext cx="43840" cy="49568"/>
            </a:xfrm>
            <a:custGeom>
              <a:rect b="b" l="l" r="r" t="t"/>
              <a:pathLst>
                <a:path extrusionOk="0" h="1549" w="137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6" name="Google Shape;12586;p82"/>
            <p:cNvSpPr/>
            <p:nvPr/>
          </p:nvSpPr>
          <p:spPr>
            <a:xfrm>
              <a:off x="1548813" y="2263314"/>
              <a:ext cx="15264" cy="21088"/>
            </a:xfrm>
            <a:custGeom>
              <a:rect b="b" l="l" r="r" t="t"/>
              <a:pathLst>
                <a:path extrusionOk="0" h="659" w="477">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7" name="Google Shape;12587;p82"/>
            <p:cNvSpPr/>
            <p:nvPr/>
          </p:nvSpPr>
          <p:spPr>
            <a:xfrm>
              <a:off x="1599469" y="2263186"/>
              <a:ext cx="15296" cy="21216"/>
            </a:xfrm>
            <a:custGeom>
              <a:rect b="b" l="l" r="r" t="t"/>
              <a:pathLst>
                <a:path extrusionOk="0" h="663" w="478">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8" name="Google Shape;12588;p82"/>
            <p:cNvSpPr/>
            <p:nvPr/>
          </p:nvSpPr>
          <p:spPr>
            <a:xfrm>
              <a:off x="1631117" y="2062130"/>
              <a:ext cx="22496" cy="23392"/>
            </a:xfrm>
            <a:custGeom>
              <a:rect b="b" l="l" r="r" t="t"/>
              <a:pathLst>
                <a:path extrusionOk="0" h="731" w="703">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89" name="Google Shape;12589;p82"/>
          <p:cNvGrpSpPr/>
          <p:nvPr/>
        </p:nvGrpSpPr>
        <p:grpSpPr>
          <a:xfrm>
            <a:off x="3024368" y="2079770"/>
            <a:ext cx="353600" cy="314752"/>
            <a:chOff x="3052237" y="2003570"/>
            <a:chExt cx="353600" cy="314752"/>
          </a:xfrm>
        </p:grpSpPr>
        <p:sp>
          <p:nvSpPr>
            <p:cNvPr id="12590" name="Google Shape;12590;p82"/>
            <p:cNvSpPr/>
            <p:nvPr/>
          </p:nvSpPr>
          <p:spPr>
            <a:xfrm>
              <a:off x="3261773" y="2108338"/>
              <a:ext cx="48800" cy="59488"/>
            </a:xfrm>
            <a:custGeom>
              <a:rect b="b" l="l" r="r" t="t"/>
              <a:pathLst>
                <a:path extrusionOk="0" h="1859" w="1525">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1" name="Google Shape;12591;p82"/>
            <p:cNvSpPr/>
            <p:nvPr/>
          </p:nvSpPr>
          <p:spPr>
            <a:xfrm>
              <a:off x="3146349" y="2108338"/>
              <a:ext cx="48416" cy="59488"/>
            </a:xfrm>
            <a:custGeom>
              <a:rect b="b" l="l" r="r" t="t"/>
              <a:pathLst>
                <a:path extrusionOk="0" h="1859" w="1513">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2" name="Google Shape;12592;p82"/>
            <p:cNvSpPr/>
            <p:nvPr/>
          </p:nvSpPr>
          <p:spPr>
            <a:xfrm>
              <a:off x="3052237" y="2003570"/>
              <a:ext cx="353600" cy="314752"/>
            </a:xfrm>
            <a:custGeom>
              <a:rect b="b" l="l" r="r" t="t"/>
              <a:pathLst>
                <a:path extrusionOk="0" h="9836" w="1105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93" name="Google Shape;12593;p82"/>
          <p:cNvGrpSpPr/>
          <p:nvPr/>
        </p:nvGrpSpPr>
        <p:grpSpPr>
          <a:xfrm>
            <a:off x="1376144" y="3034266"/>
            <a:ext cx="368096" cy="223968"/>
            <a:chOff x="1404013" y="2958066"/>
            <a:chExt cx="368096" cy="223968"/>
          </a:xfrm>
        </p:grpSpPr>
        <p:sp>
          <p:nvSpPr>
            <p:cNvPr id="12594" name="Google Shape;12594;p82"/>
            <p:cNvSpPr/>
            <p:nvPr/>
          </p:nvSpPr>
          <p:spPr>
            <a:xfrm>
              <a:off x="1426893" y="3073426"/>
              <a:ext cx="40032" cy="45760"/>
            </a:xfrm>
            <a:custGeom>
              <a:rect b="b" l="l" r="r" t="t"/>
              <a:pathLst>
                <a:path extrusionOk="0" h="1430" w="1251">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5" name="Google Shape;12595;p82"/>
            <p:cNvSpPr/>
            <p:nvPr/>
          </p:nvSpPr>
          <p:spPr>
            <a:xfrm>
              <a:off x="1404013" y="2958066"/>
              <a:ext cx="368096" cy="223968"/>
            </a:xfrm>
            <a:custGeom>
              <a:rect b="b" l="l" r="r" t="t"/>
              <a:pathLst>
                <a:path extrusionOk="0" h="6999" w="11503">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96" name="Google Shape;12596;p82"/>
          <p:cNvSpPr/>
          <p:nvPr/>
        </p:nvSpPr>
        <p:spPr>
          <a:xfrm>
            <a:off x="4119728" y="2962554"/>
            <a:ext cx="367712" cy="367680"/>
          </a:xfrm>
          <a:custGeom>
            <a:rect b="b" l="l" r="r" t="t"/>
            <a:pathLst>
              <a:path extrusionOk="0" h="11490" w="11491">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7" name="Google Shape;12597;p82"/>
          <p:cNvSpPr/>
          <p:nvPr/>
        </p:nvSpPr>
        <p:spPr>
          <a:xfrm>
            <a:off x="852272" y="2962490"/>
            <a:ext cx="323520" cy="367360"/>
          </a:xfrm>
          <a:custGeom>
            <a:rect b="b" l="l" r="r" t="t"/>
            <a:pathLst>
              <a:path extrusionOk="0" h="11480" w="1011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598" name="Google Shape;12598;p82"/>
          <p:cNvGrpSpPr/>
          <p:nvPr/>
        </p:nvGrpSpPr>
        <p:grpSpPr>
          <a:xfrm>
            <a:off x="1923280" y="2961402"/>
            <a:ext cx="370368" cy="367328"/>
            <a:chOff x="1951149" y="2885202"/>
            <a:chExt cx="370368" cy="367328"/>
          </a:xfrm>
        </p:grpSpPr>
        <p:sp>
          <p:nvSpPr>
            <p:cNvPr id="12599" name="Google Shape;12599;p82"/>
            <p:cNvSpPr/>
            <p:nvPr/>
          </p:nvSpPr>
          <p:spPr>
            <a:xfrm>
              <a:off x="1951149" y="2885202"/>
              <a:ext cx="370368" cy="367328"/>
            </a:xfrm>
            <a:custGeom>
              <a:rect b="b" l="l" r="r" t="t"/>
              <a:pathLst>
                <a:path extrusionOk="0" h="11479" w="11574">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0" name="Google Shape;12600;p82"/>
            <p:cNvSpPr/>
            <p:nvPr/>
          </p:nvSpPr>
          <p:spPr>
            <a:xfrm>
              <a:off x="2061645" y="3093618"/>
              <a:ext cx="51456" cy="51456"/>
            </a:xfrm>
            <a:custGeom>
              <a:rect b="b" l="l" r="r" t="t"/>
              <a:pathLst>
                <a:path extrusionOk="0" h="1608" w="1608">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1" name="Google Shape;12601;p82"/>
            <p:cNvSpPr/>
            <p:nvPr/>
          </p:nvSpPr>
          <p:spPr>
            <a:xfrm>
              <a:off x="2159565" y="3093618"/>
              <a:ext cx="51456" cy="51456"/>
            </a:xfrm>
            <a:custGeom>
              <a:rect b="b" l="l" r="r" t="t"/>
              <a:pathLst>
                <a:path extrusionOk="0" h="1608" w="1608">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02" name="Google Shape;12602;p82"/>
          <p:cNvGrpSpPr/>
          <p:nvPr/>
        </p:nvGrpSpPr>
        <p:grpSpPr>
          <a:xfrm>
            <a:off x="2473808" y="2982362"/>
            <a:ext cx="367328" cy="327296"/>
            <a:chOff x="2501677" y="2906162"/>
            <a:chExt cx="367328" cy="327296"/>
          </a:xfrm>
        </p:grpSpPr>
        <p:sp>
          <p:nvSpPr>
            <p:cNvPr id="12603" name="Google Shape;12603;p82"/>
            <p:cNvSpPr/>
            <p:nvPr/>
          </p:nvSpPr>
          <p:spPr>
            <a:xfrm>
              <a:off x="2670093" y="3049810"/>
              <a:ext cx="131488" cy="107456"/>
            </a:xfrm>
            <a:custGeom>
              <a:rect b="b" l="l" r="r" t="t"/>
              <a:pathLst>
                <a:path extrusionOk="0" h="3358" w="4109">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4" name="Google Shape;12604;p82"/>
            <p:cNvSpPr/>
            <p:nvPr/>
          </p:nvSpPr>
          <p:spPr>
            <a:xfrm>
              <a:off x="2760397" y="3097522"/>
              <a:ext cx="13344" cy="19360"/>
            </a:xfrm>
            <a:custGeom>
              <a:rect b="b" l="l" r="r" t="t"/>
              <a:pathLst>
                <a:path extrusionOk="0" h="605" w="417">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5" name="Google Shape;12605;p82"/>
            <p:cNvSpPr/>
            <p:nvPr/>
          </p:nvSpPr>
          <p:spPr>
            <a:xfrm>
              <a:off x="2501677" y="2906162"/>
              <a:ext cx="367328" cy="327296"/>
            </a:xfrm>
            <a:custGeom>
              <a:rect b="b" l="l" r="r" t="t"/>
              <a:pathLst>
                <a:path extrusionOk="0" h="10228" w="11479">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06" name="Google Shape;12606;p82"/>
          <p:cNvSpPr/>
          <p:nvPr/>
        </p:nvSpPr>
        <p:spPr>
          <a:xfrm>
            <a:off x="3569968" y="3005594"/>
            <a:ext cx="368832" cy="281600"/>
          </a:xfrm>
          <a:custGeom>
            <a:rect b="b" l="l" r="r" t="t"/>
            <a:pathLst>
              <a:path extrusionOk="0" h="8800" w="11526">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07" name="Google Shape;12607;p82"/>
          <p:cNvGrpSpPr/>
          <p:nvPr/>
        </p:nvGrpSpPr>
        <p:grpSpPr>
          <a:xfrm>
            <a:off x="3022448" y="2969914"/>
            <a:ext cx="367712" cy="354240"/>
            <a:chOff x="3050317" y="2893714"/>
            <a:chExt cx="367712" cy="354240"/>
          </a:xfrm>
        </p:grpSpPr>
        <p:sp>
          <p:nvSpPr>
            <p:cNvPr id="12608" name="Google Shape;12608;p82"/>
            <p:cNvSpPr/>
            <p:nvPr/>
          </p:nvSpPr>
          <p:spPr>
            <a:xfrm>
              <a:off x="3079661" y="2945010"/>
              <a:ext cx="33184" cy="33184"/>
            </a:xfrm>
            <a:custGeom>
              <a:rect b="b" l="l" r="r" t="t"/>
              <a:pathLst>
                <a:path extrusionOk="0" h="1037" w="1037">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9" name="Google Shape;12609;p82"/>
            <p:cNvSpPr/>
            <p:nvPr/>
          </p:nvSpPr>
          <p:spPr>
            <a:xfrm>
              <a:off x="3050317" y="2893714"/>
              <a:ext cx="367712" cy="354240"/>
            </a:xfrm>
            <a:custGeom>
              <a:rect b="b" l="l" r="r" t="t"/>
              <a:pathLst>
                <a:path extrusionOk="0" h="11070" w="11491">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10" name="Google Shape;12610;p82"/>
          <p:cNvSpPr/>
          <p:nvPr/>
        </p:nvSpPr>
        <p:spPr>
          <a:xfrm>
            <a:off x="4666864" y="2960634"/>
            <a:ext cx="370368" cy="368096"/>
          </a:xfrm>
          <a:custGeom>
            <a:rect b="b" l="l" r="r" t="t"/>
            <a:pathLst>
              <a:path extrusionOk="0" h="11503" w="11574">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1" name="Google Shape;12611;p82"/>
          <p:cNvSpPr/>
          <p:nvPr/>
        </p:nvSpPr>
        <p:spPr>
          <a:xfrm>
            <a:off x="8018512" y="2962490"/>
            <a:ext cx="253408" cy="366240"/>
          </a:xfrm>
          <a:custGeom>
            <a:rect b="b" l="l" r="r" t="t"/>
            <a:pathLst>
              <a:path extrusionOk="0" h="11445" w="7919">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12" name="Google Shape;12612;p82"/>
          <p:cNvGrpSpPr/>
          <p:nvPr/>
        </p:nvGrpSpPr>
        <p:grpSpPr>
          <a:xfrm>
            <a:off x="7503408" y="2962554"/>
            <a:ext cx="185184" cy="367296"/>
            <a:chOff x="7531277" y="2886354"/>
            <a:chExt cx="185184" cy="367296"/>
          </a:xfrm>
        </p:grpSpPr>
        <p:sp>
          <p:nvSpPr>
            <p:cNvPr id="12613" name="Google Shape;12613;p82"/>
            <p:cNvSpPr/>
            <p:nvPr/>
          </p:nvSpPr>
          <p:spPr>
            <a:xfrm>
              <a:off x="7531277" y="2886354"/>
              <a:ext cx="185184" cy="367296"/>
            </a:xfrm>
            <a:custGeom>
              <a:rect b="b" l="l" r="r" t="t"/>
              <a:pathLst>
                <a:path extrusionOk="0" h="11478" w="5787">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4" name="Google Shape;12614;p82"/>
            <p:cNvSpPr/>
            <p:nvPr/>
          </p:nvSpPr>
          <p:spPr>
            <a:xfrm>
              <a:off x="7642157" y="3151154"/>
              <a:ext cx="16032" cy="10688"/>
            </a:xfrm>
            <a:custGeom>
              <a:rect b="b" l="l" r="r" t="t"/>
              <a:pathLst>
                <a:path extrusionOk="0" h="334" w="501">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5" name="Google Shape;12615;p82"/>
            <p:cNvSpPr/>
            <p:nvPr/>
          </p:nvSpPr>
          <p:spPr>
            <a:xfrm>
              <a:off x="7625005" y="3070738"/>
              <a:ext cx="16032" cy="10336"/>
            </a:xfrm>
            <a:custGeom>
              <a:rect b="b" l="l" r="r" t="t"/>
              <a:pathLst>
                <a:path extrusionOk="0" h="323" w="501">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16" name="Google Shape;12616;p82"/>
          <p:cNvGrpSpPr/>
          <p:nvPr/>
        </p:nvGrpSpPr>
        <p:grpSpPr>
          <a:xfrm>
            <a:off x="6898768" y="2962938"/>
            <a:ext cx="297184" cy="367296"/>
            <a:chOff x="6926637" y="2886738"/>
            <a:chExt cx="297184" cy="367296"/>
          </a:xfrm>
        </p:grpSpPr>
        <p:sp>
          <p:nvSpPr>
            <p:cNvPr id="12617" name="Google Shape;12617;p82"/>
            <p:cNvSpPr/>
            <p:nvPr/>
          </p:nvSpPr>
          <p:spPr>
            <a:xfrm>
              <a:off x="7006637" y="2961202"/>
              <a:ext cx="106720" cy="100064"/>
            </a:xfrm>
            <a:custGeom>
              <a:rect b="b" l="l" r="r" t="t"/>
              <a:pathLst>
                <a:path extrusionOk="0" h="3127" w="3335">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8" name="Google Shape;12618;p82"/>
            <p:cNvSpPr/>
            <p:nvPr/>
          </p:nvSpPr>
          <p:spPr>
            <a:xfrm>
              <a:off x="7037485" y="2986738"/>
              <a:ext cx="106720" cy="100800"/>
            </a:xfrm>
            <a:custGeom>
              <a:rect b="b" l="l" r="r" t="t"/>
              <a:pathLst>
                <a:path extrusionOk="0" h="3150" w="3335">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9" name="Google Shape;12619;p82"/>
            <p:cNvSpPr/>
            <p:nvPr/>
          </p:nvSpPr>
          <p:spPr>
            <a:xfrm>
              <a:off x="6926637" y="2886738"/>
              <a:ext cx="297184" cy="367296"/>
            </a:xfrm>
            <a:custGeom>
              <a:rect b="b" l="l" r="r" t="t"/>
              <a:pathLst>
                <a:path extrusionOk="0" h="11478" w="9287">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20" name="Google Shape;12620;p82"/>
          <p:cNvSpPr/>
          <p:nvPr/>
        </p:nvSpPr>
        <p:spPr>
          <a:xfrm>
            <a:off x="5227696" y="2962170"/>
            <a:ext cx="346368" cy="368064"/>
          </a:xfrm>
          <a:custGeom>
            <a:rect b="b" l="l" r="r" t="t"/>
            <a:pathLst>
              <a:path extrusionOk="0" h="11502" w="10824">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1" name="Google Shape;12621;p82"/>
          <p:cNvSpPr/>
          <p:nvPr/>
        </p:nvSpPr>
        <p:spPr>
          <a:xfrm>
            <a:off x="5806416" y="2962874"/>
            <a:ext cx="289216" cy="368512"/>
          </a:xfrm>
          <a:custGeom>
            <a:rect b="b" l="l" r="r" t="t"/>
            <a:pathLst>
              <a:path extrusionOk="0" h="11516" w="9038">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22" name="Google Shape;12622;p82"/>
          <p:cNvGrpSpPr/>
          <p:nvPr/>
        </p:nvGrpSpPr>
        <p:grpSpPr>
          <a:xfrm>
            <a:off x="6312784" y="2962554"/>
            <a:ext cx="370368" cy="368064"/>
            <a:chOff x="6340653" y="2886354"/>
            <a:chExt cx="370368" cy="368064"/>
          </a:xfrm>
        </p:grpSpPr>
        <p:sp>
          <p:nvSpPr>
            <p:cNvPr id="12623" name="Google Shape;12623;p82"/>
            <p:cNvSpPr/>
            <p:nvPr/>
          </p:nvSpPr>
          <p:spPr>
            <a:xfrm>
              <a:off x="6521229" y="2938162"/>
              <a:ext cx="10720" cy="16416"/>
            </a:xfrm>
            <a:custGeom>
              <a:rect b="b" l="l" r="r" t="t"/>
              <a:pathLst>
                <a:path extrusionOk="0" h="513" w="335">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4" name="Google Shape;12624;p82"/>
            <p:cNvSpPr/>
            <p:nvPr/>
          </p:nvSpPr>
          <p:spPr>
            <a:xfrm>
              <a:off x="6647725" y="3010258"/>
              <a:ext cx="17568" cy="16704"/>
            </a:xfrm>
            <a:custGeom>
              <a:rect b="b" l="l" r="r" t="t"/>
              <a:pathLst>
                <a:path extrusionOk="0" h="522" w="549">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5" name="Google Shape;12625;p82"/>
            <p:cNvSpPr/>
            <p:nvPr/>
          </p:nvSpPr>
          <p:spPr>
            <a:xfrm>
              <a:off x="6635533" y="3166354"/>
              <a:ext cx="17952" cy="11872"/>
            </a:xfrm>
            <a:custGeom>
              <a:rect b="b" l="l" r="r" t="t"/>
              <a:pathLst>
                <a:path extrusionOk="0" h="371" w="561">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6" name="Google Shape;12626;p82"/>
            <p:cNvSpPr/>
            <p:nvPr/>
          </p:nvSpPr>
          <p:spPr>
            <a:xfrm>
              <a:off x="6387885" y="3009970"/>
              <a:ext cx="18336" cy="17376"/>
            </a:xfrm>
            <a:custGeom>
              <a:rect b="b" l="l" r="r" t="t"/>
              <a:pathLst>
                <a:path extrusionOk="0" h="543" w="573">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7" name="Google Shape;12627;p82"/>
            <p:cNvSpPr/>
            <p:nvPr/>
          </p:nvSpPr>
          <p:spPr>
            <a:xfrm>
              <a:off x="6398925" y="3166354"/>
              <a:ext cx="18336" cy="11872"/>
            </a:xfrm>
            <a:custGeom>
              <a:rect b="b" l="l" r="r" t="t"/>
              <a:pathLst>
                <a:path extrusionOk="0" h="371" w="573">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8" name="Google Shape;12628;p82"/>
            <p:cNvSpPr/>
            <p:nvPr/>
          </p:nvSpPr>
          <p:spPr>
            <a:xfrm>
              <a:off x="6340653" y="2886354"/>
              <a:ext cx="370368" cy="368064"/>
            </a:xfrm>
            <a:custGeom>
              <a:rect b="b" l="l" r="r" t="t"/>
              <a:pathLst>
                <a:path extrusionOk="0" h="11502" w="11574">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29" name="Google Shape;12629;p82"/>
          <p:cNvGrpSpPr/>
          <p:nvPr/>
        </p:nvGrpSpPr>
        <p:grpSpPr>
          <a:xfrm>
            <a:off x="5218928" y="2057626"/>
            <a:ext cx="354752" cy="336512"/>
            <a:chOff x="5246797" y="1981426"/>
            <a:chExt cx="354752" cy="336512"/>
          </a:xfrm>
        </p:grpSpPr>
        <p:sp>
          <p:nvSpPr>
            <p:cNvPr id="12630" name="Google Shape;12630;p82"/>
            <p:cNvSpPr/>
            <p:nvPr/>
          </p:nvSpPr>
          <p:spPr>
            <a:xfrm>
              <a:off x="5246797" y="1981426"/>
              <a:ext cx="354752" cy="336512"/>
            </a:xfrm>
            <a:custGeom>
              <a:rect b="b" l="l" r="r" t="t"/>
              <a:pathLst>
                <a:path extrusionOk="0" h="10516" w="11086">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1" name="Google Shape;12631;p82"/>
            <p:cNvSpPr/>
            <p:nvPr/>
          </p:nvSpPr>
          <p:spPr>
            <a:xfrm>
              <a:off x="5295565" y="2044338"/>
              <a:ext cx="10304" cy="10688"/>
            </a:xfrm>
            <a:custGeom>
              <a:rect b="b" l="l" r="r" t="t"/>
              <a:pathLst>
                <a:path extrusionOk="0" h="334" w="322">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32" name="Google Shape;12632;p82"/>
          <p:cNvGrpSpPr/>
          <p:nvPr/>
        </p:nvGrpSpPr>
        <p:grpSpPr>
          <a:xfrm>
            <a:off x="4120880" y="2178266"/>
            <a:ext cx="355136" cy="216256"/>
            <a:chOff x="4148749" y="2102066"/>
            <a:chExt cx="355136" cy="216256"/>
          </a:xfrm>
        </p:grpSpPr>
        <p:sp>
          <p:nvSpPr>
            <p:cNvPr id="12633" name="Google Shape;12633;p82"/>
            <p:cNvSpPr/>
            <p:nvPr/>
          </p:nvSpPr>
          <p:spPr>
            <a:xfrm>
              <a:off x="4148749" y="2102066"/>
              <a:ext cx="355136" cy="216256"/>
            </a:xfrm>
            <a:custGeom>
              <a:rect b="b" l="l" r="r" t="t"/>
              <a:pathLst>
                <a:path extrusionOk="0" h="6758" w="11098">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4" name="Google Shape;12634;p82"/>
            <p:cNvSpPr/>
            <p:nvPr/>
          </p:nvSpPr>
          <p:spPr>
            <a:xfrm>
              <a:off x="4195981" y="2177682"/>
              <a:ext cx="10336" cy="10720"/>
            </a:xfrm>
            <a:custGeom>
              <a:rect b="b" l="l" r="r" t="t"/>
              <a:pathLst>
                <a:path extrusionOk="0" h="335" w="323">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35" name="Google Shape;12635;p82"/>
          <p:cNvGrpSpPr/>
          <p:nvPr/>
        </p:nvGrpSpPr>
        <p:grpSpPr>
          <a:xfrm>
            <a:off x="5766800" y="2077626"/>
            <a:ext cx="354752" cy="315360"/>
            <a:chOff x="5794669" y="2001426"/>
            <a:chExt cx="354752" cy="315360"/>
          </a:xfrm>
        </p:grpSpPr>
        <p:sp>
          <p:nvSpPr>
            <p:cNvPr id="12636" name="Google Shape;12636;p82"/>
            <p:cNvSpPr/>
            <p:nvPr/>
          </p:nvSpPr>
          <p:spPr>
            <a:xfrm>
              <a:off x="5841165" y="2051186"/>
              <a:ext cx="10688" cy="10336"/>
            </a:xfrm>
            <a:custGeom>
              <a:rect b="b" l="l" r="r" t="t"/>
              <a:pathLst>
                <a:path extrusionOk="0" h="323" w="334">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7" name="Google Shape;12637;p82"/>
            <p:cNvSpPr/>
            <p:nvPr/>
          </p:nvSpPr>
          <p:spPr>
            <a:xfrm>
              <a:off x="5794669" y="2001426"/>
              <a:ext cx="354752" cy="315360"/>
            </a:xfrm>
            <a:custGeom>
              <a:rect b="b" l="l" r="r" t="t"/>
              <a:pathLst>
                <a:path extrusionOk="0" h="9855" w="11086">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38" name="Google Shape;12638;p82"/>
          <p:cNvGrpSpPr/>
          <p:nvPr/>
        </p:nvGrpSpPr>
        <p:grpSpPr>
          <a:xfrm>
            <a:off x="6317360" y="2106042"/>
            <a:ext cx="352832" cy="289216"/>
            <a:chOff x="6345229" y="2029842"/>
            <a:chExt cx="352832" cy="289216"/>
          </a:xfrm>
        </p:grpSpPr>
        <p:sp>
          <p:nvSpPr>
            <p:cNvPr id="12639" name="Google Shape;12639;p82"/>
            <p:cNvSpPr/>
            <p:nvPr/>
          </p:nvSpPr>
          <p:spPr>
            <a:xfrm>
              <a:off x="6392845" y="2048146"/>
              <a:ext cx="12992" cy="10720"/>
            </a:xfrm>
            <a:custGeom>
              <a:rect b="b" l="l" r="r" t="t"/>
              <a:pathLst>
                <a:path extrusionOk="0" h="335" w="406">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0" name="Google Shape;12640;p82"/>
            <p:cNvSpPr/>
            <p:nvPr/>
          </p:nvSpPr>
          <p:spPr>
            <a:xfrm>
              <a:off x="6345229" y="2029842"/>
              <a:ext cx="352832" cy="289216"/>
            </a:xfrm>
            <a:custGeom>
              <a:rect b="b" l="l" r="r" t="t"/>
              <a:pathLst>
                <a:path extrusionOk="0" h="9038" w="11026">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41" name="Google Shape;12641;p82"/>
          <p:cNvGrpSpPr/>
          <p:nvPr/>
        </p:nvGrpSpPr>
        <p:grpSpPr>
          <a:xfrm>
            <a:off x="4669520" y="2112538"/>
            <a:ext cx="354752" cy="281984"/>
            <a:chOff x="4697389" y="2036338"/>
            <a:chExt cx="354752" cy="281984"/>
          </a:xfrm>
        </p:grpSpPr>
        <p:sp>
          <p:nvSpPr>
            <p:cNvPr id="12642" name="Google Shape;12642;p82"/>
            <p:cNvSpPr/>
            <p:nvPr/>
          </p:nvSpPr>
          <p:spPr>
            <a:xfrm>
              <a:off x="4697389" y="2036338"/>
              <a:ext cx="354752" cy="281984"/>
            </a:xfrm>
            <a:custGeom>
              <a:rect b="b" l="l" r="r" t="t"/>
              <a:pathLst>
                <a:path extrusionOk="0" h="8812" w="11086">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3" name="Google Shape;12643;p82"/>
            <p:cNvSpPr/>
            <p:nvPr/>
          </p:nvSpPr>
          <p:spPr>
            <a:xfrm>
              <a:off x="4747693" y="2113682"/>
              <a:ext cx="10688" cy="10688"/>
            </a:xfrm>
            <a:custGeom>
              <a:rect b="b" l="l" r="r" t="t"/>
              <a:pathLst>
                <a:path extrusionOk="0" h="334" w="334">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44" name="Google Shape;12644;p82"/>
          <p:cNvGrpSpPr/>
          <p:nvPr/>
        </p:nvGrpSpPr>
        <p:grpSpPr>
          <a:xfrm>
            <a:off x="1376144" y="2500954"/>
            <a:ext cx="353600" cy="354944"/>
            <a:chOff x="1404013" y="2424754"/>
            <a:chExt cx="353600" cy="354944"/>
          </a:xfrm>
        </p:grpSpPr>
        <p:sp>
          <p:nvSpPr>
            <p:cNvPr id="12645" name="Google Shape;12645;p82"/>
            <p:cNvSpPr/>
            <p:nvPr/>
          </p:nvSpPr>
          <p:spPr>
            <a:xfrm>
              <a:off x="1404013" y="2424754"/>
              <a:ext cx="353600" cy="354944"/>
            </a:xfrm>
            <a:custGeom>
              <a:rect b="b" l="l" r="r" t="t"/>
              <a:pathLst>
                <a:path extrusionOk="0" h="11092" w="1105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6" name="Google Shape;12646;p82"/>
            <p:cNvSpPr/>
            <p:nvPr/>
          </p:nvSpPr>
          <p:spPr>
            <a:xfrm>
              <a:off x="1481357" y="2507634"/>
              <a:ext cx="54144" cy="65568"/>
            </a:xfrm>
            <a:custGeom>
              <a:rect b="b" l="l" r="r" t="t"/>
              <a:pathLst>
                <a:path extrusionOk="0" h="2049" w="1692">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7" name="Google Shape;12647;p82"/>
            <p:cNvSpPr/>
            <p:nvPr/>
          </p:nvSpPr>
          <p:spPr>
            <a:xfrm>
              <a:off x="1625389" y="2507634"/>
              <a:ext cx="54528" cy="65568"/>
            </a:xfrm>
            <a:custGeom>
              <a:rect b="b" l="l" r="r" t="t"/>
              <a:pathLst>
                <a:path extrusionOk="0" h="2049" w="1704">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8" name="Google Shape;12648;p82"/>
            <p:cNvSpPr/>
            <p:nvPr/>
          </p:nvSpPr>
          <p:spPr>
            <a:xfrm>
              <a:off x="1503085" y="2529746"/>
              <a:ext cx="10688" cy="21344"/>
            </a:xfrm>
            <a:custGeom>
              <a:rect b="b" l="l" r="r" t="t"/>
              <a:pathLst>
                <a:path extrusionOk="0" h="667" w="334">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9" name="Google Shape;12649;p82"/>
            <p:cNvSpPr/>
            <p:nvPr/>
          </p:nvSpPr>
          <p:spPr>
            <a:xfrm>
              <a:off x="1647501" y="2529746"/>
              <a:ext cx="10304" cy="21344"/>
            </a:xfrm>
            <a:custGeom>
              <a:rect b="b" l="l" r="r" t="t"/>
              <a:pathLst>
                <a:path extrusionOk="0" h="667" w="322">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50" name="Google Shape;12650;p82"/>
          <p:cNvGrpSpPr/>
          <p:nvPr/>
        </p:nvGrpSpPr>
        <p:grpSpPr>
          <a:xfrm>
            <a:off x="826384" y="2504474"/>
            <a:ext cx="355104" cy="351040"/>
            <a:chOff x="854253" y="2428274"/>
            <a:chExt cx="355104" cy="351040"/>
          </a:xfrm>
        </p:grpSpPr>
        <p:sp>
          <p:nvSpPr>
            <p:cNvPr id="12651" name="Google Shape;12651;p82"/>
            <p:cNvSpPr/>
            <p:nvPr/>
          </p:nvSpPr>
          <p:spPr>
            <a:xfrm>
              <a:off x="854253" y="2428274"/>
              <a:ext cx="355104" cy="351040"/>
            </a:xfrm>
            <a:custGeom>
              <a:rect b="b" l="l" r="r" t="t"/>
              <a:pathLst>
                <a:path extrusionOk="0" h="10970" w="11097">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2" name="Google Shape;12652;p82"/>
            <p:cNvSpPr/>
            <p:nvPr/>
          </p:nvSpPr>
          <p:spPr>
            <a:xfrm>
              <a:off x="1003597" y="2557554"/>
              <a:ext cx="49568" cy="60608"/>
            </a:xfrm>
            <a:custGeom>
              <a:rect b="b" l="l" r="r" t="t"/>
              <a:pathLst>
                <a:path extrusionOk="0" h="1894" w="1549">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53" name="Google Shape;12653;p82"/>
          <p:cNvGrpSpPr/>
          <p:nvPr/>
        </p:nvGrpSpPr>
        <p:grpSpPr>
          <a:xfrm>
            <a:off x="6869040" y="2517146"/>
            <a:ext cx="354752" cy="275904"/>
            <a:chOff x="6896909" y="2440946"/>
            <a:chExt cx="354752" cy="275904"/>
          </a:xfrm>
        </p:grpSpPr>
        <p:sp>
          <p:nvSpPr>
            <p:cNvPr id="12654" name="Google Shape;12654;p82"/>
            <p:cNvSpPr/>
            <p:nvPr/>
          </p:nvSpPr>
          <p:spPr>
            <a:xfrm>
              <a:off x="7052365" y="2573938"/>
              <a:ext cx="32416" cy="32416"/>
            </a:xfrm>
            <a:custGeom>
              <a:rect b="b" l="l" r="r" t="t"/>
              <a:pathLst>
                <a:path extrusionOk="0" h="1013" w="1013">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5" name="Google Shape;12655;p82"/>
            <p:cNvSpPr/>
            <p:nvPr/>
          </p:nvSpPr>
          <p:spPr>
            <a:xfrm>
              <a:off x="6896909" y="2440946"/>
              <a:ext cx="354752" cy="275904"/>
            </a:xfrm>
            <a:custGeom>
              <a:rect b="b" l="l" r="r" t="t"/>
              <a:pathLst>
                <a:path extrusionOk="0" h="8622" w="11086">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56" name="Google Shape;12656;p82"/>
          <p:cNvSpPr/>
          <p:nvPr/>
        </p:nvSpPr>
        <p:spPr>
          <a:xfrm>
            <a:off x="6319632" y="2524954"/>
            <a:ext cx="354752" cy="330176"/>
          </a:xfrm>
          <a:custGeom>
            <a:rect b="b" l="l" r="r" t="t"/>
            <a:pathLst>
              <a:path extrusionOk="0" h="10318" w="11086">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57" name="Google Shape;12657;p82"/>
          <p:cNvGrpSpPr/>
          <p:nvPr/>
        </p:nvGrpSpPr>
        <p:grpSpPr>
          <a:xfrm>
            <a:off x="5237200" y="2500954"/>
            <a:ext cx="321984" cy="354560"/>
            <a:chOff x="5265069" y="2424754"/>
            <a:chExt cx="321984" cy="354560"/>
          </a:xfrm>
        </p:grpSpPr>
        <p:sp>
          <p:nvSpPr>
            <p:cNvPr id="12658" name="Google Shape;12658;p82"/>
            <p:cNvSpPr/>
            <p:nvPr/>
          </p:nvSpPr>
          <p:spPr>
            <a:xfrm>
              <a:off x="5265069" y="2424754"/>
              <a:ext cx="321984" cy="354560"/>
            </a:xfrm>
            <a:custGeom>
              <a:rect b="b" l="l" r="r" t="t"/>
              <a:pathLst>
                <a:path extrusionOk="0" h="11080" w="10062">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9" name="Google Shape;12659;p82"/>
            <p:cNvSpPr/>
            <p:nvPr/>
          </p:nvSpPr>
          <p:spPr>
            <a:xfrm>
              <a:off x="5360717" y="2479826"/>
              <a:ext cx="32416" cy="38144"/>
            </a:xfrm>
            <a:custGeom>
              <a:rect b="b" l="l" r="r" t="t"/>
              <a:pathLst>
                <a:path extrusionOk="0" h="1192" w="1013">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60" name="Google Shape;12660;p82"/>
          <p:cNvGrpSpPr/>
          <p:nvPr/>
        </p:nvGrpSpPr>
        <p:grpSpPr>
          <a:xfrm>
            <a:off x="4122800" y="2542970"/>
            <a:ext cx="355104" cy="259584"/>
            <a:chOff x="4150669" y="2466770"/>
            <a:chExt cx="355104" cy="259584"/>
          </a:xfrm>
        </p:grpSpPr>
        <p:sp>
          <p:nvSpPr>
            <p:cNvPr id="12661" name="Google Shape;12661;p82"/>
            <p:cNvSpPr/>
            <p:nvPr/>
          </p:nvSpPr>
          <p:spPr>
            <a:xfrm>
              <a:off x="4150669" y="2466770"/>
              <a:ext cx="355104" cy="259584"/>
            </a:xfrm>
            <a:custGeom>
              <a:rect b="b" l="l" r="r" t="t"/>
              <a:pathLst>
                <a:path extrusionOk="0" h="8112" w="11097">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2" name="Google Shape;12662;p82"/>
            <p:cNvSpPr/>
            <p:nvPr/>
          </p:nvSpPr>
          <p:spPr>
            <a:xfrm>
              <a:off x="4270285" y="2538098"/>
              <a:ext cx="17184" cy="19872"/>
            </a:xfrm>
            <a:custGeom>
              <a:rect b="b" l="l" r="r" t="t"/>
              <a:pathLst>
                <a:path extrusionOk="0" h="621" w="537">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3" name="Google Shape;12663;p82"/>
            <p:cNvSpPr/>
            <p:nvPr/>
          </p:nvSpPr>
          <p:spPr>
            <a:xfrm>
              <a:off x="4183437" y="2557170"/>
              <a:ext cx="32416" cy="38144"/>
            </a:xfrm>
            <a:custGeom>
              <a:rect b="b" l="l" r="r" t="t"/>
              <a:pathLst>
                <a:path extrusionOk="0" h="1192" w="1013">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4" name="Google Shape;12664;p82"/>
            <p:cNvSpPr/>
            <p:nvPr/>
          </p:nvSpPr>
          <p:spPr>
            <a:xfrm>
              <a:off x="4309901" y="2589490"/>
              <a:ext cx="82720" cy="60672"/>
            </a:xfrm>
            <a:custGeom>
              <a:rect b="b" l="l" r="r" t="t"/>
              <a:pathLst>
                <a:path extrusionOk="0" h="1896" w="2585">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65" name="Google Shape;12665;p82"/>
          <p:cNvGrpSpPr/>
          <p:nvPr/>
        </p:nvGrpSpPr>
        <p:grpSpPr>
          <a:xfrm>
            <a:off x="4671824" y="2501146"/>
            <a:ext cx="354336" cy="353984"/>
            <a:chOff x="4699693" y="2424946"/>
            <a:chExt cx="354336" cy="353984"/>
          </a:xfrm>
        </p:grpSpPr>
        <p:sp>
          <p:nvSpPr>
            <p:cNvPr id="12666" name="Google Shape;12666;p82"/>
            <p:cNvSpPr/>
            <p:nvPr/>
          </p:nvSpPr>
          <p:spPr>
            <a:xfrm>
              <a:off x="4699693" y="2424946"/>
              <a:ext cx="354336" cy="353984"/>
            </a:xfrm>
            <a:custGeom>
              <a:rect b="b" l="l" r="r" t="t"/>
              <a:pathLst>
                <a:path extrusionOk="0" h="11062" w="11073">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7" name="Google Shape;12667;p82"/>
            <p:cNvSpPr/>
            <p:nvPr/>
          </p:nvSpPr>
          <p:spPr>
            <a:xfrm>
              <a:off x="4738157" y="2573938"/>
              <a:ext cx="38144" cy="38112"/>
            </a:xfrm>
            <a:custGeom>
              <a:rect b="b" l="l" r="r" t="t"/>
              <a:pathLst>
                <a:path extrusionOk="0" h="1191" w="1192">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68" name="Google Shape;12668;p82"/>
          <p:cNvSpPr/>
          <p:nvPr/>
        </p:nvSpPr>
        <p:spPr>
          <a:xfrm>
            <a:off x="5782032" y="2500794"/>
            <a:ext cx="331520" cy="354720"/>
          </a:xfrm>
          <a:custGeom>
            <a:rect b="b" l="l" r="r" t="t"/>
            <a:pathLst>
              <a:path extrusionOk="0" h="11085" w="1036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9" name="Google Shape;12669;p82"/>
          <p:cNvSpPr/>
          <p:nvPr/>
        </p:nvSpPr>
        <p:spPr>
          <a:xfrm>
            <a:off x="3023984" y="2539738"/>
            <a:ext cx="355520" cy="315776"/>
          </a:xfrm>
          <a:custGeom>
            <a:rect b="b" l="l" r="r" t="t"/>
            <a:pathLst>
              <a:path extrusionOk="0" h="9868" w="1111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70" name="Google Shape;12670;p82"/>
          <p:cNvGrpSpPr/>
          <p:nvPr/>
        </p:nvGrpSpPr>
        <p:grpSpPr>
          <a:xfrm>
            <a:off x="1925168" y="2628442"/>
            <a:ext cx="355136" cy="227072"/>
            <a:chOff x="1953037" y="2552242"/>
            <a:chExt cx="355136" cy="227072"/>
          </a:xfrm>
        </p:grpSpPr>
        <p:sp>
          <p:nvSpPr>
            <p:cNvPr id="12671" name="Google Shape;12671;p82"/>
            <p:cNvSpPr/>
            <p:nvPr/>
          </p:nvSpPr>
          <p:spPr>
            <a:xfrm>
              <a:off x="1953037" y="2552242"/>
              <a:ext cx="355136" cy="227072"/>
            </a:xfrm>
            <a:custGeom>
              <a:rect b="b" l="l" r="r" t="t"/>
              <a:pathLst>
                <a:path extrusionOk="0" h="7096" w="11098">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2" name="Google Shape;12672;p82"/>
            <p:cNvSpPr/>
            <p:nvPr/>
          </p:nvSpPr>
          <p:spPr>
            <a:xfrm>
              <a:off x="1985805" y="2573938"/>
              <a:ext cx="10720" cy="16416"/>
            </a:xfrm>
            <a:custGeom>
              <a:rect b="b" l="l" r="r" t="t"/>
              <a:pathLst>
                <a:path extrusionOk="0" h="513" w="335">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73" name="Google Shape;12673;p82"/>
          <p:cNvSpPr/>
          <p:nvPr/>
        </p:nvSpPr>
        <p:spPr>
          <a:xfrm>
            <a:off x="3576048" y="2500346"/>
            <a:ext cx="348256" cy="354016"/>
          </a:xfrm>
          <a:custGeom>
            <a:rect b="b" l="l" r="r" t="t"/>
            <a:pathLst>
              <a:path extrusionOk="0" h="11063" w="10883">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74" name="Google Shape;12674;p82"/>
          <p:cNvGrpSpPr/>
          <p:nvPr/>
        </p:nvGrpSpPr>
        <p:grpSpPr>
          <a:xfrm>
            <a:off x="2473072" y="2603418"/>
            <a:ext cx="355104" cy="250944"/>
            <a:chOff x="2500941" y="2527218"/>
            <a:chExt cx="355104" cy="250944"/>
          </a:xfrm>
        </p:grpSpPr>
        <p:sp>
          <p:nvSpPr>
            <p:cNvPr id="12675" name="Google Shape;12675;p82"/>
            <p:cNvSpPr/>
            <p:nvPr/>
          </p:nvSpPr>
          <p:spPr>
            <a:xfrm>
              <a:off x="2500941" y="2527218"/>
              <a:ext cx="355104" cy="250944"/>
            </a:xfrm>
            <a:custGeom>
              <a:rect b="b" l="l" r="r" t="t"/>
              <a:pathLst>
                <a:path extrusionOk="0" h="7842" w="11097">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6" name="Google Shape;12676;p82"/>
            <p:cNvSpPr/>
            <p:nvPr/>
          </p:nvSpPr>
          <p:spPr>
            <a:xfrm>
              <a:off x="2651437" y="2623922"/>
              <a:ext cx="16768" cy="15968"/>
            </a:xfrm>
            <a:custGeom>
              <a:rect b="b" l="l" r="r" t="t"/>
              <a:pathLst>
                <a:path extrusionOk="0" h="499" w="524">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7" name="Google Shape;12677;p82"/>
            <p:cNvSpPr/>
            <p:nvPr/>
          </p:nvSpPr>
          <p:spPr>
            <a:xfrm>
              <a:off x="2690285" y="2623922"/>
              <a:ext cx="16800" cy="15968"/>
            </a:xfrm>
            <a:custGeom>
              <a:rect b="b" l="l" r="r" t="t"/>
              <a:pathLst>
                <a:path extrusionOk="0" h="499" w="525">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8" name="Google Shape;12678;p82"/>
            <p:cNvSpPr/>
            <p:nvPr/>
          </p:nvSpPr>
          <p:spPr>
            <a:xfrm>
              <a:off x="2535597" y="2557170"/>
              <a:ext cx="32416" cy="49184"/>
            </a:xfrm>
            <a:custGeom>
              <a:rect b="b" l="l" r="r" t="t"/>
              <a:pathLst>
                <a:path extrusionOk="0" h="1537" w="1013">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9" name="Google Shape;12679;p82"/>
            <p:cNvSpPr/>
            <p:nvPr/>
          </p:nvSpPr>
          <p:spPr>
            <a:xfrm>
              <a:off x="2790477" y="2557938"/>
              <a:ext cx="32416" cy="48800"/>
            </a:xfrm>
            <a:custGeom>
              <a:rect b="b" l="l" r="r" t="t"/>
              <a:pathLst>
                <a:path extrusionOk="0" h="1525" w="1013">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80" name="Google Shape;12680;p82"/>
          <p:cNvSpPr/>
          <p:nvPr/>
        </p:nvSpPr>
        <p:spPr>
          <a:xfrm>
            <a:off x="7419568" y="2575482"/>
            <a:ext cx="355136" cy="281952"/>
          </a:xfrm>
          <a:custGeom>
            <a:rect b="b" l="l" r="r" t="t"/>
            <a:pathLst>
              <a:path extrusionOk="0" h="8811" w="11098">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681" name="Google Shape;12681;p82"/>
          <p:cNvGrpSpPr/>
          <p:nvPr/>
        </p:nvGrpSpPr>
        <p:grpSpPr>
          <a:xfrm>
            <a:off x="7965936" y="2503322"/>
            <a:ext cx="356256" cy="351808"/>
            <a:chOff x="7993805" y="2427122"/>
            <a:chExt cx="356256" cy="351808"/>
          </a:xfrm>
        </p:grpSpPr>
        <p:sp>
          <p:nvSpPr>
            <p:cNvPr id="12682" name="Google Shape;12682;p82"/>
            <p:cNvSpPr/>
            <p:nvPr/>
          </p:nvSpPr>
          <p:spPr>
            <a:xfrm>
              <a:off x="8154957" y="2427122"/>
              <a:ext cx="195104" cy="194464"/>
            </a:xfrm>
            <a:custGeom>
              <a:rect b="b" l="l" r="r" t="t"/>
              <a:pathLst>
                <a:path extrusionOk="0" h="6077" w="6097">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3" name="Google Shape;12683;p82"/>
            <p:cNvSpPr/>
            <p:nvPr/>
          </p:nvSpPr>
          <p:spPr>
            <a:xfrm>
              <a:off x="7993805" y="2477170"/>
              <a:ext cx="136032" cy="222144"/>
            </a:xfrm>
            <a:custGeom>
              <a:rect b="b" l="l" r="r" t="t"/>
              <a:pathLst>
                <a:path extrusionOk="0" h="6942" w="4251">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4" name="Google Shape;12684;p82"/>
            <p:cNvSpPr/>
            <p:nvPr/>
          </p:nvSpPr>
          <p:spPr>
            <a:xfrm>
              <a:off x="8170573" y="2617042"/>
              <a:ext cx="110528" cy="161888"/>
            </a:xfrm>
            <a:custGeom>
              <a:rect b="b" l="l" r="r" t="t"/>
              <a:pathLst>
                <a:path extrusionOk="0" h="5059" w="3454">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85" name="Google Shape;12685;p82"/>
          <p:cNvGrpSpPr/>
          <p:nvPr/>
        </p:nvGrpSpPr>
        <p:grpSpPr>
          <a:xfrm>
            <a:off x="850768" y="2041210"/>
            <a:ext cx="308640" cy="353312"/>
            <a:chOff x="878637" y="1965010"/>
            <a:chExt cx="308640" cy="353312"/>
          </a:xfrm>
        </p:grpSpPr>
        <p:sp>
          <p:nvSpPr>
            <p:cNvPr id="12686" name="Google Shape;12686;p82"/>
            <p:cNvSpPr/>
            <p:nvPr/>
          </p:nvSpPr>
          <p:spPr>
            <a:xfrm>
              <a:off x="878637" y="1965010"/>
              <a:ext cx="308640" cy="353312"/>
            </a:xfrm>
            <a:custGeom>
              <a:rect b="b" l="l" r="r" t="t"/>
              <a:pathLst>
                <a:path extrusionOk="0" h="11041" w="9645">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7" name="Google Shape;12687;p82"/>
            <p:cNvSpPr/>
            <p:nvPr/>
          </p:nvSpPr>
          <p:spPr>
            <a:xfrm>
              <a:off x="960557" y="2185682"/>
              <a:ext cx="43840" cy="49568"/>
            </a:xfrm>
            <a:custGeom>
              <a:rect b="b" l="l" r="r" t="t"/>
              <a:pathLst>
                <a:path extrusionOk="0" h="1549" w="137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8" name="Google Shape;12688;p82"/>
            <p:cNvSpPr/>
            <p:nvPr/>
          </p:nvSpPr>
          <p:spPr>
            <a:xfrm>
              <a:off x="1060365" y="2185682"/>
              <a:ext cx="43840" cy="49568"/>
            </a:xfrm>
            <a:custGeom>
              <a:rect b="b" l="l" r="r" t="t"/>
              <a:pathLst>
                <a:path extrusionOk="0" h="1549" w="137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89" name="Google Shape;12689;p82"/>
          <p:cNvGrpSpPr/>
          <p:nvPr/>
        </p:nvGrpSpPr>
        <p:grpSpPr>
          <a:xfrm>
            <a:off x="6868272" y="2040922"/>
            <a:ext cx="348256" cy="352448"/>
            <a:chOff x="6896141" y="1964722"/>
            <a:chExt cx="348256" cy="352448"/>
          </a:xfrm>
        </p:grpSpPr>
        <p:sp>
          <p:nvSpPr>
            <p:cNvPr id="12690" name="Google Shape;12690;p82"/>
            <p:cNvSpPr/>
            <p:nvPr/>
          </p:nvSpPr>
          <p:spPr>
            <a:xfrm>
              <a:off x="6896141" y="1964722"/>
              <a:ext cx="348256" cy="352448"/>
            </a:xfrm>
            <a:custGeom>
              <a:rect b="b" l="l" r="r" t="t"/>
              <a:pathLst>
                <a:path extrusionOk="0" h="11014" w="10883">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1" name="Google Shape;12691;p82"/>
            <p:cNvSpPr/>
            <p:nvPr/>
          </p:nvSpPr>
          <p:spPr>
            <a:xfrm>
              <a:off x="7155597" y="2179538"/>
              <a:ext cx="18336" cy="11904"/>
            </a:xfrm>
            <a:custGeom>
              <a:rect b="b" l="l" r="r" t="t"/>
              <a:pathLst>
                <a:path extrusionOk="0" h="372" w="573">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2" name="Google Shape;12692;p82"/>
            <p:cNvSpPr/>
            <p:nvPr/>
          </p:nvSpPr>
          <p:spPr>
            <a:xfrm>
              <a:off x="6962829" y="1987186"/>
              <a:ext cx="32416" cy="32416"/>
            </a:xfrm>
            <a:custGeom>
              <a:rect b="b" l="l" r="r" t="t"/>
              <a:pathLst>
                <a:path extrusionOk="0" h="1013" w="1013">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93" name="Google Shape;12693;p82"/>
          <p:cNvGrpSpPr/>
          <p:nvPr/>
        </p:nvGrpSpPr>
        <p:grpSpPr>
          <a:xfrm>
            <a:off x="7962128" y="2091578"/>
            <a:ext cx="355136" cy="303328"/>
            <a:chOff x="7989997" y="2015378"/>
            <a:chExt cx="355136" cy="303328"/>
          </a:xfrm>
        </p:grpSpPr>
        <p:sp>
          <p:nvSpPr>
            <p:cNvPr id="12694" name="Google Shape;12694;p82"/>
            <p:cNvSpPr/>
            <p:nvPr/>
          </p:nvSpPr>
          <p:spPr>
            <a:xfrm>
              <a:off x="8052109" y="2080530"/>
              <a:ext cx="43840" cy="49568"/>
            </a:xfrm>
            <a:custGeom>
              <a:rect b="b" l="l" r="r" t="t"/>
              <a:pathLst>
                <a:path extrusionOk="0" h="1549" w="137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5" name="Google Shape;12695;p82"/>
            <p:cNvSpPr/>
            <p:nvPr/>
          </p:nvSpPr>
          <p:spPr>
            <a:xfrm>
              <a:off x="7989997" y="2015378"/>
              <a:ext cx="355136" cy="303328"/>
            </a:xfrm>
            <a:custGeom>
              <a:rect b="b" l="l" r="r" t="t"/>
              <a:pathLst>
                <a:path extrusionOk="0" h="9479" w="11098">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6" name="Google Shape;12696;p82"/>
            <p:cNvSpPr/>
            <p:nvPr/>
          </p:nvSpPr>
          <p:spPr>
            <a:xfrm>
              <a:off x="8229645" y="2166034"/>
              <a:ext cx="19456" cy="15872"/>
            </a:xfrm>
            <a:custGeom>
              <a:rect b="b" l="l" r="r" t="t"/>
              <a:pathLst>
                <a:path extrusionOk="0" h="496" w="608">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97" name="Google Shape;12697;p82"/>
          <p:cNvGrpSpPr/>
          <p:nvPr/>
        </p:nvGrpSpPr>
        <p:grpSpPr>
          <a:xfrm>
            <a:off x="3570352" y="1585562"/>
            <a:ext cx="348640" cy="330784"/>
            <a:chOff x="3598221" y="1509362"/>
            <a:chExt cx="348640" cy="330784"/>
          </a:xfrm>
        </p:grpSpPr>
        <p:sp>
          <p:nvSpPr>
            <p:cNvPr id="12698" name="Google Shape;12698;p82"/>
            <p:cNvSpPr/>
            <p:nvPr/>
          </p:nvSpPr>
          <p:spPr>
            <a:xfrm>
              <a:off x="3739181" y="1603538"/>
              <a:ext cx="43456" cy="48032"/>
            </a:xfrm>
            <a:custGeom>
              <a:rect b="b" l="l" r="r" t="t"/>
              <a:pathLst>
                <a:path extrusionOk="0" h="1501" w="1358">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9" name="Google Shape;12699;p82"/>
            <p:cNvSpPr/>
            <p:nvPr/>
          </p:nvSpPr>
          <p:spPr>
            <a:xfrm>
              <a:off x="3619533" y="1709906"/>
              <a:ext cx="16416" cy="15584"/>
            </a:xfrm>
            <a:custGeom>
              <a:rect b="b" l="l" r="r" t="t"/>
              <a:pathLst>
                <a:path extrusionOk="0" h="487" w="513">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0" name="Google Shape;12700;p82"/>
            <p:cNvSpPr/>
            <p:nvPr/>
          </p:nvSpPr>
          <p:spPr>
            <a:xfrm>
              <a:off x="3598221" y="1509362"/>
              <a:ext cx="348640" cy="330784"/>
            </a:xfrm>
            <a:custGeom>
              <a:rect b="b" l="l" r="r" t="t"/>
              <a:pathLst>
                <a:path extrusionOk="0" h="10337" w="10895">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1" name="Google Shape;12701;p82"/>
            <p:cNvSpPr/>
            <p:nvPr/>
          </p:nvSpPr>
          <p:spPr>
            <a:xfrm>
              <a:off x="3927757" y="1737234"/>
              <a:ext cx="18720" cy="19104"/>
            </a:xfrm>
            <a:custGeom>
              <a:rect b="b" l="l" r="r" t="t"/>
              <a:pathLst>
                <a:path extrusionOk="0" h="597" w="585">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02" name="Google Shape;12702;p82"/>
          <p:cNvGrpSpPr/>
          <p:nvPr/>
        </p:nvGrpSpPr>
        <p:grpSpPr>
          <a:xfrm>
            <a:off x="5218928" y="1576858"/>
            <a:ext cx="347872" cy="347488"/>
            <a:chOff x="5246797" y="1500658"/>
            <a:chExt cx="347872" cy="347488"/>
          </a:xfrm>
        </p:grpSpPr>
        <p:sp>
          <p:nvSpPr>
            <p:cNvPr id="12703" name="Google Shape;12703;p82"/>
            <p:cNvSpPr/>
            <p:nvPr/>
          </p:nvSpPr>
          <p:spPr>
            <a:xfrm>
              <a:off x="5246797" y="1500658"/>
              <a:ext cx="347872" cy="347488"/>
            </a:xfrm>
            <a:custGeom>
              <a:rect b="b" l="l" r="r" t="t"/>
              <a:pathLst>
                <a:path extrusionOk="0" h="10859" w="10871">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4" name="Google Shape;12704;p82"/>
            <p:cNvSpPr/>
            <p:nvPr/>
          </p:nvSpPr>
          <p:spPr>
            <a:xfrm>
              <a:off x="5333677" y="1663346"/>
              <a:ext cx="43456" cy="48032"/>
            </a:xfrm>
            <a:custGeom>
              <a:rect b="b" l="l" r="r" t="t"/>
              <a:pathLst>
                <a:path extrusionOk="0" h="1501" w="1358">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5" name="Google Shape;12705;p82"/>
            <p:cNvSpPr/>
            <p:nvPr/>
          </p:nvSpPr>
          <p:spPr>
            <a:xfrm>
              <a:off x="5463949" y="1663346"/>
              <a:ext cx="43488" cy="48032"/>
            </a:xfrm>
            <a:custGeom>
              <a:rect b="b" l="l" r="r" t="t"/>
              <a:pathLst>
                <a:path extrusionOk="0" h="1501" w="1359">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6" name="Google Shape;12706;p82"/>
            <p:cNvSpPr/>
            <p:nvPr/>
          </p:nvSpPr>
          <p:spPr>
            <a:xfrm>
              <a:off x="5365677" y="1730002"/>
              <a:ext cx="109760" cy="96064"/>
            </a:xfrm>
            <a:custGeom>
              <a:rect b="b" l="l" r="r" t="t"/>
              <a:pathLst>
                <a:path extrusionOk="0" h="3002" w="343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07" name="Google Shape;12707;p82"/>
          <p:cNvGrpSpPr/>
          <p:nvPr/>
        </p:nvGrpSpPr>
        <p:grpSpPr>
          <a:xfrm>
            <a:off x="5768720" y="1576858"/>
            <a:ext cx="349024" cy="346752"/>
            <a:chOff x="5796589" y="1500658"/>
            <a:chExt cx="349024" cy="346752"/>
          </a:xfrm>
        </p:grpSpPr>
        <p:sp>
          <p:nvSpPr>
            <p:cNvPr id="12708" name="Google Shape;12708;p82"/>
            <p:cNvSpPr/>
            <p:nvPr/>
          </p:nvSpPr>
          <p:spPr>
            <a:xfrm>
              <a:off x="6089933" y="1500658"/>
              <a:ext cx="11104" cy="20992"/>
            </a:xfrm>
            <a:custGeom>
              <a:rect b="b" l="l" r="r" t="t"/>
              <a:pathLst>
                <a:path extrusionOk="0" h="656" w="347">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709" name="Google Shape;12709;p82"/>
            <p:cNvGrpSpPr/>
            <p:nvPr/>
          </p:nvGrpSpPr>
          <p:grpSpPr>
            <a:xfrm>
              <a:off x="5796589" y="1500658"/>
              <a:ext cx="349024" cy="346752"/>
              <a:chOff x="5796589" y="1500658"/>
              <a:chExt cx="349024" cy="346752"/>
            </a:xfrm>
          </p:grpSpPr>
          <p:sp>
            <p:nvSpPr>
              <p:cNvPr id="12710" name="Google Shape;12710;p82"/>
              <p:cNvSpPr/>
              <p:nvPr/>
            </p:nvSpPr>
            <p:spPr>
              <a:xfrm>
                <a:off x="5893357" y="1544018"/>
                <a:ext cx="14496" cy="15328"/>
              </a:xfrm>
              <a:custGeom>
                <a:rect b="b" l="l" r="r" t="t"/>
                <a:pathLst>
                  <a:path extrusionOk="0" h="479" w="453">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1" name="Google Shape;12711;p82"/>
              <p:cNvSpPr/>
              <p:nvPr/>
            </p:nvSpPr>
            <p:spPr>
              <a:xfrm>
                <a:off x="5905165" y="1696114"/>
                <a:ext cx="32416" cy="37760"/>
              </a:xfrm>
              <a:custGeom>
                <a:rect b="b" l="l" r="r" t="t"/>
                <a:pathLst>
                  <a:path extrusionOk="0" h="1180" w="1013">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2" name="Google Shape;12712;p82"/>
              <p:cNvSpPr/>
              <p:nvPr/>
            </p:nvSpPr>
            <p:spPr>
              <a:xfrm>
                <a:off x="6003085" y="1696114"/>
                <a:ext cx="32416" cy="37760"/>
              </a:xfrm>
              <a:custGeom>
                <a:rect b="b" l="l" r="r" t="t"/>
                <a:pathLst>
                  <a:path extrusionOk="0" h="1180" w="1013">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3" name="Google Shape;12713;p82"/>
              <p:cNvSpPr/>
              <p:nvPr/>
            </p:nvSpPr>
            <p:spPr>
              <a:xfrm>
                <a:off x="5796589" y="1500658"/>
                <a:ext cx="349024" cy="346752"/>
              </a:xfrm>
              <a:custGeom>
                <a:rect b="b" l="l" r="r" t="t"/>
                <a:pathLst>
                  <a:path extrusionOk="0" h="10836" w="10907">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714" name="Google Shape;12714;p82"/>
          <p:cNvGrpSpPr/>
          <p:nvPr/>
        </p:nvGrpSpPr>
        <p:grpSpPr>
          <a:xfrm>
            <a:off x="6867504" y="1578778"/>
            <a:ext cx="348640" cy="343296"/>
            <a:chOff x="6895373" y="1502578"/>
            <a:chExt cx="348640" cy="343296"/>
          </a:xfrm>
        </p:grpSpPr>
        <p:sp>
          <p:nvSpPr>
            <p:cNvPr id="12715" name="Google Shape;12715;p82"/>
            <p:cNvSpPr/>
            <p:nvPr/>
          </p:nvSpPr>
          <p:spPr>
            <a:xfrm>
              <a:off x="6895373" y="1502578"/>
              <a:ext cx="348640" cy="343296"/>
            </a:xfrm>
            <a:custGeom>
              <a:rect b="b" l="l" r="r" t="t"/>
              <a:pathLst>
                <a:path extrusionOk="0" h="10728" w="10895">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6" name="Google Shape;12716;p82"/>
            <p:cNvSpPr/>
            <p:nvPr/>
          </p:nvSpPr>
          <p:spPr>
            <a:xfrm>
              <a:off x="6977677" y="1667154"/>
              <a:ext cx="48416" cy="59456"/>
            </a:xfrm>
            <a:custGeom>
              <a:rect b="b" l="l" r="r" t="t"/>
              <a:pathLst>
                <a:path extrusionOk="0" h="1858" w="1513">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7" name="Google Shape;12717;p82"/>
            <p:cNvSpPr/>
            <p:nvPr/>
          </p:nvSpPr>
          <p:spPr>
            <a:xfrm>
              <a:off x="7113709" y="1667154"/>
              <a:ext cx="48800" cy="59456"/>
            </a:xfrm>
            <a:custGeom>
              <a:rect b="b" l="l" r="r" t="t"/>
              <a:pathLst>
                <a:path extrusionOk="0" h="1858" w="1525">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18" name="Google Shape;12718;p82"/>
          <p:cNvGrpSpPr/>
          <p:nvPr/>
        </p:nvGrpSpPr>
        <p:grpSpPr>
          <a:xfrm>
            <a:off x="4119728" y="1581658"/>
            <a:ext cx="347904" cy="336992"/>
            <a:chOff x="4147597" y="1505458"/>
            <a:chExt cx="347904" cy="336992"/>
          </a:xfrm>
        </p:grpSpPr>
        <p:sp>
          <p:nvSpPr>
            <p:cNvPr id="12719" name="Google Shape;12719;p82"/>
            <p:cNvSpPr/>
            <p:nvPr/>
          </p:nvSpPr>
          <p:spPr>
            <a:xfrm>
              <a:off x="4293901" y="1707410"/>
              <a:ext cx="22528" cy="15392"/>
            </a:xfrm>
            <a:custGeom>
              <a:rect b="b" l="l" r="r" t="t"/>
              <a:pathLst>
                <a:path extrusionOk="0" h="481" w="704">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0" name="Google Shape;12720;p82"/>
            <p:cNvSpPr/>
            <p:nvPr/>
          </p:nvSpPr>
          <p:spPr>
            <a:xfrm>
              <a:off x="4326669" y="1707250"/>
              <a:ext cx="22528" cy="15168"/>
            </a:xfrm>
            <a:custGeom>
              <a:rect b="b" l="l" r="r" t="t"/>
              <a:pathLst>
                <a:path extrusionOk="0" h="474" w="704">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1" name="Google Shape;12721;p82"/>
            <p:cNvSpPr/>
            <p:nvPr/>
          </p:nvSpPr>
          <p:spPr>
            <a:xfrm>
              <a:off x="4147597" y="1505458"/>
              <a:ext cx="347904" cy="336992"/>
            </a:xfrm>
            <a:custGeom>
              <a:rect b="b" l="l" r="r" t="t"/>
              <a:pathLst>
                <a:path extrusionOk="0" h="10531" w="10872">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2" name="Google Shape;12722;p82"/>
            <p:cNvSpPr/>
            <p:nvPr/>
          </p:nvSpPr>
          <p:spPr>
            <a:xfrm>
              <a:off x="4250477" y="1641618"/>
              <a:ext cx="43456" cy="48032"/>
            </a:xfrm>
            <a:custGeom>
              <a:rect b="b" l="l" r="r" t="t"/>
              <a:pathLst>
                <a:path extrusionOk="0" h="1501" w="1358">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3" name="Google Shape;12723;p82"/>
            <p:cNvSpPr/>
            <p:nvPr/>
          </p:nvSpPr>
          <p:spPr>
            <a:xfrm>
              <a:off x="4348781" y="1641618"/>
              <a:ext cx="43456" cy="48032"/>
            </a:xfrm>
            <a:custGeom>
              <a:rect b="b" l="l" r="r" t="t"/>
              <a:pathLst>
                <a:path extrusionOk="0" h="1501" w="1358">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4" name="Google Shape;12724;p82"/>
            <p:cNvSpPr/>
            <p:nvPr/>
          </p:nvSpPr>
          <p:spPr>
            <a:xfrm>
              <a:off x="4261517" y="1739922"/>
              <a:ext cx="119680" cy="59840"/>
            </a:xfrm>
            <a:custGeom>
              <a:rect b="b" l="l" r="r" t="t"/>
              <a:pathLst>
                <a:path extrusionOk="0" h="1870" w="374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5" name="Google Shape;12725;p82"/>
            <p:cNvSpPr/>
            <p:nvPr/>
          </p:nvSpPr>
          <p:spPr>
            <a:xfrm>
              <a:off x="4221517" y="1614482"/>
              <a:ext cx="199296" cy="206624"/>
            </a:xfrm>
            <a:custGeom>
              <a:rect b="b" l="l" r="r" t="t"/>
              <a:pathLst>
                <a:path extrusionOk="0" h="6457" w="6228">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26" name="Google Shape;12726;p82"/>
          <p:cNvGrpSpPr/>
          <p:nvPr/>
        </p:nvGrpSpPr>
        <p:grpSpPr>
          <a:xfrm>
            <a:off x="2471536" y="1576090"/>
            <a:ext cx="347488" cy="348256"/>
            <a:chOff x="2499405" y="1499890"/>
            <a:chExt cx="347488" cy="348256"/>
          </a:xfrm>
        </p:grpSpPr>
        <p:sp>
          <p:nvSpPr>
            <p:cNvPr id="12727" name="Google Shape;12727;p82"/>
            <p:cNvSpPr/>
            <p:nvPr/>
          </p:nvSpPr>
          <p:spPr>
            <a:xfrm>
              <a:off x="2634669" y="1725842"/>
              <a:ext cx="75840" cy="38496"/>
            </a:xfrm>
            <a:custGeom>
              <a:rect b="b" l="l" r="r" t="t"/>
              <a:pathLst>
                <a:path extrusionOk="0" h="1203" w="237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8" name="Google Shape;12728;p82"/>
            <p:cNvSpPr/>
            <p:nvPr/>
          </p:nvSpPr>
          <p:spPr>
            <a:xfrm>
              <a:off x="2596173" y="1658002"/>
              <a:ext cx="43456" cy="48416"/>
            </a:xfrm>
            <a:custGeom>
              <a:rect b="b" l="l" r="r" t="t"/>
              <a:pathLst>
                <a:path extrusionOk="0" h="1513" w="1358">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9" name="Google Shape;12729;p82"/>
            <p:cNvSpPr/>
            <p:nvPr/>
          </p:nvSpPr>
          <p:spPr>
            <a:xfrm>
              <a:off x="2705133" y="1658002"/>
              <a:ext cx="43488" cy="48416"/>
            </a:xfrm>
            <a:custGeom>
              <a:rect b="b" l="l" r="r" t="t"/>
              <a:pathLst>
                <a:path extrusionOk="0" h="1513" w="1359">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0" name="Google Shape;12730;p82"/>
            <p:cNvSpPr/>
            <p:nvPr/>
          </p:nvSpPr>
          <p:spPr>
            <a:xfrm>
              <a:off x="2499405" y="1499890"/>
              <a:ext cx="347488" cy="348256"/>
            </a:xfrm>
            <a:custGeom>
              <a:rect b="b" l="l" r="r" t="t"/>
              <a:pathLst>
                <a:path extrusionOk="0" h="10883" w="10859">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1" name="Google Shape;12731;p82"/>
            <p:cNvSpPr/>
            <p:nvPr/>
          </p:nvSpPr>
          <p:spPr>
            <a:xfrm>
              <a:off x="2667053" y="1609618"/>
              <a:ext cx="10688" cy="37760"/>
            </a:xfrm>
            <a:custGeom>
              <a:rect b="b" l="l" r="r" t="t"/>
              <a:pathLst>
                <a:path extrusionOk="0" h="1180" w="334">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32" name="Google Shape;12732;p82"/>
          <p:cNvGrpSpPr/>
          <p:nvPr/>
        </p:nvGrpSpPr>
        <p:grpSpPr>
          <a:xfrm>
            <a:off x="1928976" y="1576698"/>
            <a:ext cx="331520" cy="348032"/>
            <a:chOff x="1956845" y="1500498"/>
            <a:chExt cx="331520" cy="348032"/>
          </a:xfrm>
        </p:grpSpPr>
        <p:sp>
          <p:nvSpPr>
            <p:cNvPr id="12733" name="Google Shape;12733;p82"/>
            <p:cNvSpPr/>
            <p:nvPr/>
          </p:nvSpPr>
          <p:spPr>
            <a:xfrm>
              <a:off x="2078413" y="1736882"/>
              <a:ext cx="88800" cy="44608"/>
            </a:xfrm>
            <a:custGeom>
              <a:rect b="b" l="l" r="r" t="t"/>
              <a:pathLst>
                <a:path extrusionOk="0" h="1394" w="2775">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4" name="Google Shape;12734;p82"/>
            <p:cNvSpPr/>
            <p:nvPr/>
          </p:nvSpPr>
          <p:spPr>
            <a:xfrm>
              <a:off x="1956845" y="1500498"/>
              <a:ext cx="331520" cy="348032"/>
            </a:xfrm>
            <a:custGeom>
              <a:rect b="b" l="l" r="r" t="t"/>
              <a:pathLst>
                <a:path extrusionOk="0" h="10876" w="1036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5" name="Google Shape;12735;p82"/>
            <p:cNvSpPr/>
            <p:nvPr/>
          </p:nvSpPr>
          <p:spPr>
            <a:xfrm>
              <a:off x="2030765" y="1652690"/>
              <a:ext cx="48800" cy="59840"/>
            </a:xfrm>
            <a:custGeom>
              <a:rect b="b" l="l" r="r" t="t"/>
              <a:pathLst>
                <a:path extrusionOk="0" h="1870" w="1525">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6" name="Google Shape;12736;p82"/>
            <p:cNvSpPr/>
            <p:nvPr/>
          </p:nvSpPr>
          <p:spPr>
            <a:xfrm>
              <a:off x="2167181" y="1652690"/>
              <a:ext cx="48416" cy="59840"/>
            </a:xfrm>
            <a:custGeom>
              <a:rect b="b" l="l" r="r" t="t"/>
              <a:pathLst>
                <a:path extrusionOk="0" h="1870" w="1513">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7" name="Google Shape;12737;p82"/>
            <p:cNvSpPr/>
            <p:nvPr/>
          </p:nvSpPr>
          <p:spPr>
            <a:xfrm>
              <a:off x="2020877" y="1729234"/>
              <a:ext cx="20608" cy="15680"/>
            </a:xfrm>
            <a:custGeom>
              <a:rect b="b" l="l" r="r" t="t"/>
              <a:pathLst>
                <a:path extrusionOk="0" h="490" w="644">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8" name="Google Shape;12738;p82"/>
            <p:cNvSpPr/>
            <p:nvPr/>
          </p:nvSpPr>
          <p:spPr>
            <a:xfrm>
              <a:off x="1986189" y="1685426"/>
              <a:ext cx="27840" cy="38144"/>
            </a:xfrm>
            <a:custGeom>
              <a:rect b="b" l="l" r="r" t="t"/>
              <a:pathLst>
                <a:path extrusionOk="0" h="1192" w="87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9" name="Google Shape;12739;p82"/>
            <p:cNvSpPr/>
            <p:nvPr/>
          </p:nvSpPr>
          <p:spPr>
            <a:xfrm>
              <a:off x="2198797" y="1729234"/>
              <a:ext cx="20608" cy="15680"/>
            </a:xfrm>
            <a:custGeom>
              <a:rect b="b" l="l" r="r" t="t"/>
              <a:pathLst>
                <a:path extrusionOk="0" h="490" w="644">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0" name="Google Shape;12740;p82"/>
            <p:cNvSpPr/>
            <p:nvPr/>
          </p:nvSpPr>
          <p:spPr>
            <a:xfrm>
              <a:off x="2225453" y="1685426"/>
              <a:ext cx="28224" cy="37760"/>
            </a:xfrm>
            <a:custGeom>
              <a:rect b="b" l="l" r="r" t="t"/>
              <a:pathLst>
                <a:path extrusionOk="0" h="1180" w="882">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1" name="Google Shape;12741;p82"/>
            <p:cNvSpPr/>
            <p:nvPr/>
          </p:nvSpPr>
          <p:spPr>
            <a:xfrm>
              <a:off x="2046381" y="1573906"/>
              <a:ext cx="22528" cy="16320"/>
            </a:xfrm>
            <a:custGeom>
              <a:rect b="b" l="l" r="r" t="t"/>
              <a:pathLst>
                <a:path extrusionOk="0" h="510" w="704">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2" name="Google Shape;12742;p82"/>
            <p:cNvSpPr/>
            <p:nvPr/>
          </p:nvSpPr>
          <p:spPr>
            <a:xfrm>
              <a:off x="2078765" y="1587538"/>
              <a:ext cx="87680" cy="18304"/>
            </a:xfrm>
            <a:custGeom>
              <a:rect b="b" l="l" r="r" t="t"/>
              <a:pathLst>
                <a:path extrusionOk="0" h="572" w="274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3" name="Google Shape;12743;p82"/>
            <p:cNvSpPr/>
            <p:nvPr/>
          </p:nvSpPr>
          <p:spPr>
            <a:xfrm>
              <a:off x="2177069" y="1574130"/>
              <a:ext cx="22528" cy="16480"/>
            </a:xfrm>
            <a:custGeom>
              <a:rect b="b" l="l" r="r" t="t"/>
              <a:pathLst>
                <a:path extrusionOk="0" h="515" w="704">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4" name="Google Shape;12744;p82"/>
            <p:cNvSpPr/>
            <p:nvPr/>
          </p:nvSpPr>
          <p:spPr>
            <a:xfrm>
              <a:off x="2078413" y="1560466"/>
              <a:ext cx="88800" cy="15648"/>
            </a:xfrm>
            <a:custGeom>
              <a:rect b="b" l="l" r="r" t="t"/>
              <a:pathLst>
                <a:path extrusionOk="0" h="489" w="2775">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45" name="Google Shape;12745;p82"/>
          <p:cNvGrpSpPr/>
          <p:nvPr/>
        </p:nvGrpSpPr>
        <p:grpSpPr>
          <a:xfrm>
            <a:off x="6317744" y="1626074"/>
            <a:ext cx="348640" cy="250656"/>
            <a:chOff x="6345613" y="1549874"/>
            <a:chExt cx="348640" cy="250656"/>
          </a:xfrm>
        </p:grpSpPr>
        <p:sp>
          <p:nvSpPr>
            <p:cNvPr id="12746" name="Google Shape;12746;p82"/>
            <p:cNvSpPr/>
            <p:nvPr/>
          </p:nvSpPr>
          <p:spPr>
            <a:xfrm>
              <a:off x="6405805" y="1685810"/>
              <a:ext cx="32416" cy="32416"/>
            </a:xfrm>
            <a:custGeom>
              <a:rect b="b" l="l" r="r" t="t"/>
              <a:pathLst>
                <a:path extrusionOk="0" h="1013" w="1013">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7" name="Google Shape;12747;p82"/>
            <p:cNvSpPr/>
            <p:nvPr/>
          </p:nvSpPr>
          <p:spPr>
            <a:xfrm>
              <a:off x="6345613" y="1549874"/>
              <a:ext cx="348640" cy="250656"/>
            </a:xfrm>
            <a:custGeom>
              <a:rect b="b" l="l" r="r" t="t"/>
              <a:pathLst>
                <a:path extrusionOk="0" h="7833" w="10895">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8" name="Google Shape;12748;p82"/>
            <p:cNvSpPr/>
            <p:nvPr/>
          </p:nvSpPr>
          <p:spPr>
            <a:xfrm>
              <a:off x="6472845" y="1588626"/>
              <a:ext cx="41952" cy="38944"/>
            </a:xfrm>
            <a:custGeom>
              <a:rect b="b" l="l" r="r" t="t"/>
              <a:pathLst>
                <a:path extrusionOk="0" h="1217" w="1311">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9" name="Google Shape;12749;p82"/>
            <p:cNvSpPr/>
            <p:nvPr/>
          </p:nvSpPr>
          <p:spPr>
            <a:xfrm>
              <a:off x="6528109" y="1592402"/>
              <a:ext cx="40800" cy="23360"/>
            </a:xfrm>
            <a:custGeom>
              <a:rect b="b" l="l" r="r" t="t"/>
              <a:pathLst>
                <a:path extrusionOk="0" h="730" w="1275">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0" name="Google Shape;12750;p82"/>
            <p:cNvSpPr/>
            <p:nvPr/>
          </p:nvSpPr>
          <p:spPr>
            <a:xfrm>
              <a:off x="6581453" y="1614994"/>
              <a:ext cx="38496" cy="11040"/>
            </a:xfrm>
            <a:custGeom>
              <a:rect b="b" l="l" r="r" t="t"/>
              <a:pathLst>
                <a:path extrusionOk="0" h="345" w="1203">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1" name="Google Shape;12751;p82"/>
            <p:cNvSpPr/>
            <p:nvPr/>
          </p:nvSpPr>
          <p:spPr>
            <a:xfrm>
              <a:off x="6634765" y="1648274"/>
              <a:ext cx="25184" cy="16992"/>
            </a:xfrm>
            <a:custGeom>
              <a:rect b="b" l="l" r="r" t="t"/>
              <a:pathLst>
                <a:path extrusionOk="0" h="531" w="787">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52" name="Google Shape;12752;p82"/>
          <p:cNvGrpSpPr/>
          <p:nvPr/>
        </p:nvGrpSpPr>
        <p:grpSpPr>
          <a:xfrm>
            <a:off x="7416912" y="1583226"/>
            <a:ext cx="348640" cy="334272"/>
            <a:chOff x="7444781" y="1507026"/>
            <a:chExt cx="348640" cy="334272"/>
          </a:xfrm>
        </p:grpSpPr>
        <p:sp>
          <p:nvSpPr>
            <p:cNvPr id="12753" name="Google Shape;12753;p82"/>
            <p:cNvSpPr/>
            <p:nvPr/>
          </p:nvSpPr>
          <p:spPr>
            <a:xfrm>
              <a:off x="7575469" y="1750066"/>
              <a:ext cx="40032" cy="39424"/>
            </a:xfrm>
            <a:custGeom>
              <a:rect b="b" l="l" r="r" t="t"/>
              <a:pathLst>
                <a:path extrusionOk="0" h="1232" w="1251">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4" name="Google Shape;12754;p82"/>
            <p:cNvSpPr/>
            <p:nvPr/>
          </p:nvSpPr>
          <p:spPr>
            <a:xfrm>
              <a:off x="7623469" y="1749714"/>
              <a:ext cx="40032" cy="39776"/>
            </a:xfrm>
            <a:custGeom>
              <a:rect b="b" l="l" r="r" t="t"/>
              <a:pathLst>
                <a:path extrusionOk="0" h="1243" w="1251">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5" name="Google Shape;12755;p82"/>
            <p:cNvSpPr/>
            <p:nvPr/>
          </p:nvSpPr>
          <p:spPr>
            <a:xfrm>
              <a:off x="7537741" y="1640498"/>
              <a:ext cx="43456" cy="48032"/>
            </a:xfrm>
            <a:custGeom>
              <a:rect b="b" l="l" r="r" t="t"/>
              <a:pathLst>
                <a:path extrusionOk="0" h="1501" w="1358">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6" name="Google Shape;12756;p82"/>
            <p:cNvSpPr/>
            <p:nvPr/>
          </p:nvSpPr>
          <p:spPr>
            <a:xfrm>
              <a:off x="7657389" y="1640498"/>
              <a:ext cx="43072" cy="48032"/>
            </a:xfrm>
            <a:custGeom>
              <a:rect b="b" l="l" r="r" t="t"/>
              <a:pathLst>
                <a:path extrusionOk="0" h="1501" w="1346">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7" name="Google Shape;12757;p82"/>
            <p:cNvSpPr/>
            <p:nvPr/>
          </p:nvSpPr>
          <p:spPr>
            <a:xfrm>
              <a:off x="7444781" y="1507026"/>
              <a:ext cx="348640" cy="334272"/>
            </a:xfrm>
            <a:custGeom>
              <a:rect b="b" l="l" r="r" t="t"/>
              <a:pathLst>
                <a:path extrusionOk="0" h="10446" w="10895">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58" name="Google Shape;12758;p82"/>
          <p:cNvGrpSpPr/>
          <p:nvPr/>
        </p:nvGrpSpPr>
        <p:grpSpPr>
          <a:xfrm>
            <a:off x="7967472" y="1582938"/>
            <a:ext cx="347872" cy="334944"/>
            <a:chOff x="7995341" y="1506738"/>
            <a:chExt cx="347872" cy="334944"/>
          </a:xfrm>
        </p:grpSpPr>
        <p:sp>
          <p:nvSpPr>
            <p:cNvPr id="12759" name="Google Shape;12759;p82"/>
            <p:cNvSpPr/>
            <p:nvPr/>
          </p:nvSpPr>
          <p:spPr>
            <a:xfrm>
              <a:off x="8129837" y="1722674"/>
              <a:ext cx="33536" cy="35936"/>
            </a:xfrm>
            <a:custGeom>
              <a:rect b="b" l="l" r="r" t="t"/>
              <a:pathLst>
                <a:path extrusionOk="0" h="1123" w="1048">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0" name="Google Shape;12760;p82"/>
            <p:cNvSpPr/>
            <p:nvPr/>
          </p:nvSpPr>
          <p:spPr>
            <a:xfrm>
              <a:off x="8172877" y="1722610"/>
              <a:ext cx="35840" cy="36000"/>
            </a:xfrm>
            <a:custGeom>
              <a:rect b="b" l="l" r="r" t="t"/>
              <a:pathLst>
                <a:path extrusionOk="0" h="1125" w="112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1" name="Google Shape;12761;p82"/>
            <p:cNvSpPr/>
            <p:nvPr/>
          </p:nvSpPr>
          <p:spPr>
            <a:xfrm>
              <a:off x="7995341" y="1506738"/>
              <a:ext cx="347872" cy="334944"/>
            </a:xfrm>
            <a:custGeom>
              <a:rect b="b" l="l" r="r" t="t"/>
              <a:pathLst>
                <a:path extrusionOk="0" h="10467" w="10871">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2" name="Google Shape;12762;p82"/>
            <p:cNvSpPr/>
            <p:nvPr/>
          </p:nvSpPr>
          <p:spPr>
            <a:xfrm>
              <a:off x="8103149" y="1685426"/>
              <a:ext cx="132256" cy="123104"/>
            </a:xfrm>
            <a:custGeom>
              <a:rect b="b" l="l" r="r" t="t"/>
              <a:pathLst>
                <a:path extrusionOk="0" h="3847" w="4133">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3" name="Google Shape;12763;p82"/>
            <p:cNvSpPr/>
            <p:nvPr/>
          </p:nvSpPr>
          <p:spPr>
            <a:xfrm>
              <a:off x="8087149" y="1640498"/>
              <a:ext cx="43456" cy="48032"/>
            </a:xfrm>
            <a:custGeom>
              <a:rect b="b" l="l" r="r" t="t"/>
              <a:pathLst>
                <a:path extrusionOk="0" h="1501" w="1358">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4" name="Google Shape;12764;p82"/>
            <p:cNvSpPr/>
            <p:nvPr/>
          </p:nvSpPr>
          <p:spPr>
            <a:xfrm>
              <a:off x="8207149" y="1640498"/>
              <a:ext cx="43104" cy="48032"/>
            </a:xfrm>
            <a:custGeom>
              <a:rect b="b" l="l" r="r" t="t"/>
              <a:pathLst>
                <a:path extrusionOk="0" h="1501" w="1347">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65" name="Google Shape;12765;p82"/>
          <p:cNvGrpSpPr/>
          <p:nvPr/>
        </p:nvGrpSpPr>
        <p:grpSpPr>
          <a:xfrm>
            <a:off x="3020176" y="1599130"/>
            <a:ext cx="347872" cy="303904"/>
            <a:chOff x="3048045" y="1522930"/>
            <a:chExt cx="347872" cy="303904"/>
          </a:xfrm>
        </p:grpSpPr>
        <p:sp>
          <p:nvSpPr>
            <p:cNvPr id="12766" name="Google Shape;12766;p82"/>
            <p:cNvSpPr/>
            <p:nvPr/>
          </p:nvSpPr>
          <p:spPr>
            <a:xfrm>
              <a:off x="3137965" y="1548658"/>
              <a:ext cx="10688" cy="13760"/>
            </a:xfrm>
            <a:custGeom>
              <a:rect b="b" l="l" r="r" t="t"/>
              <a:pathLst>
                <a:path extrusionOk="0" h="430" w="334">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767" name="Google Shape;12767;p82"/>
            <p:cNvGrpSpPr/>
            <p:nvPr/>
          </p:nvGrpSpPr>
          <p:grpSpPr>
            <a:xfrm>
              <a:off x="3048045" y="1522930"/>
              <a:ext cx="347872" cy="303904"/>
              <a:chOff x="3048045" y="1522930"/>
              <a:chExt cx="347872" cy="303904"/>
            </a:xfrm>
          </p:grpSpPr>
          <p:sp>
            <p:nvSpPr>
              <p:cNvPr id="12768" name="Google Shape;12768;p82"/>
              <p:cNvSpPr/>
              <p:nvPr/>
            </p:nvSpPr>
            <p:spPr>
              <a:xfrm>
                <a:off x="3048045" y="1522930"/>
                <a:ext cx="347872" cy="303904"/>
              </a:xfrm>
              <a:custGeom>
                <a:rect b="b" l="l" r="r" t="t"/>
                <a:pathLst>
                  <a:path extrusionOk="0" h="9497" w="10871">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9" name="Google Shape;12769;p82"/>
              <p:cNvSpPr/>
              <p:nvPr/>
            </p:nvSpPr>
            <p:spPr>
              <a:xfrm>
                <a:off x="3139117" y="1621010"/>
                <a:ext cx="49152" cy="137600"/>
              </a:xfrm>
              <a:custGeom>
                <a:rect b="b" l="l" r="r" t="t"/>
                <a:pathLst>
                  <a:path extrusionOk="0" h="4300" w="1536">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770" name="Google Shape;12770;p82"/>
          <p:cNvGrpSpPr/>
          <p:nvPr/>
        </p:nvGrpSpPr>
        <p:grpSpPr>
          <a:xfrm>
            <a:off x="1105264" y="3428122"/>
            <a:ext cx="313984" cy="358560"/>
            <a:chOff x="1133133" y="3351922"/>
            <a:chExt cx="313984" cy="358560"/>
          </a:xfrm>
        </p:grpSpPr>
        <p:sp>
          <p:nvSpPr>
            <p:cNvPr id="12771" name="Google Shape;12771;p82"/>
            <p:cNvSpPr/>
            <p:nvPr/>
          </p:nvSpPr>
          <p:spPr>
            <a:xfrm>
              <a:off x="1133133" y="3351922"/>
              <a:ext cx="313984" cy="358560"/>
            </a:xfrm>
            <a:custGeom>
              <a:rect b="b" l="l" r="r" t="t"/>
              <a:pathLst>
                <a:path extrusionOk="0" h="11205" w="9812">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2" name="Google Shape;12772;p82"/>
            <p:cNvSpPr/>
            <p:nvPr/>
          </p:nvSpPr>
          <p:spPr>
            <a:xfrm>
              <a:off x="1285549" y="3414418"/>
              <a:ext cx="10304" cy="27456"/>
            </a:xfrm>
            <a:custGeom>
              <a:rect b="b" l="l" r="r" t="t"/>
              <a:pathLst>
                <a:path extrusionOk="0" h="858" w="322">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3" name="Google Shape;12773;p82"/>
            <p:cNvSpPr/>
            <p:nvPr/>
          </p:nvSpPr>
          <p:spPr>
            <a:xfrm>
              <a:off x="1285549" y="3459378"/>
              <a:ext cx="10304" cy="27072"/>
            </a:xfrm>
            <a:custGeom>
              <a:rect b="b" l="l" r="r" t="t"/>
              <a:pathLst>
                <a:path extrusionOk="0" h="846" w="322">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4" name="Google Shape;12774;p82"/>
            <p:cNvSpPr/>
            <p:nvPr/>
          </p:nvSpPr>
          <p:spPr>
            <a:xfrm>
              <a:off x="1285549" y="3503954"/>
              <a:ext cx="10304" cy="27456"/>
            </a:xfrm>
            <a:custGeom>
              <a:rect b="b" l="l" r="r" t="t"/>
              <a:pathLst>
                <a:path extrusionOk="0" h="858" w="322">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5" name="Google Shape;12775;p82"/>
            <p:cNvSpPr/>
            <p:nvPr/>
          </p:nvSpPr>
          <p:spPr>
            <a:xfrm>
              <a:off x="1167821" y="3498226"/>
              <a:ext cx="10688" cy="16416"/>
            </a:xfrm>
            <a:custGeom>
              <a:rect b="b" l="l" r="r" t="t"/>
              <a:pathLst>
                <a:path extrusionOk="0" h="513" w="334">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6" name="Google Shape;12776;p82"/>
            <p:cNvSpPr/>
            <p:nvPr/>
          </p:nvSpPr>
          <p:spPr>
            <a:xfrm>
              <a:off x="1167821" y="3537490"/>
              <a:ext cx="10688" cy="16032"/>
            </a:xfrm>
            <a:custGeom>
              <a:rect b="b" l="l" r="r" t="t"/>
              <a:pathLst>
                <a:path extrusionOk="0" h="501" w="334">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7" name="Google Shape;12777;p82"/>
            <p:cNvSpPr/>
            <p:nvPr/>
          </p:nvSpPr>
          <p:spPr>
            <a:xfrm>
              <a:off x="1167821" y="3577106"/>
              <a:ext cx="10688" cy="16032"/>
            </a:xfrm>
            <a:custGeom>
              <a:rect b="b" l="l" r="r" t="t"/>
              <a:pathLst>
                <a:path extrusionOk="0" h="501" w="334">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8" name="Google Shape;12778;p82"/>
            <p:cNvSpPr/>
            <p:nvPr/>
          </p:nvSpPr>
          <p:spPr>
            <a:xfrm>
              <a:off x="1402509" y="3493266"/>
              <a:ext cx="10688" cy="16064"/>
            </a:xfrm>
            <a:custGeom>
              <a:rect b="b" l="l" r="r" t="t"/>
              <a:pathLst>
                <a:path extrusionOk="0" h="502" w="334">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9" name="Google Shape;12779;p82"/>
            <p:cNvSpPr/>
            <p:nvPr/>
          </p:nvSpPr>
          <p:spPr>
            <a:xfrm>
              <a:off x="1393357" y="3526898"/>
              <a:ext cx="15648" cy="14432"/>
            </a:xfrm>
            <a:custGeom>
              <a:rect b="b" l="l" r="r" t="t"/>
              <a:pathLst>
                <a:path extrusionOk="0" h="451" w="489">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0" name="Google Shape;12780;p82"/>
            <p:cNvSpPr/>
            <p:nvPr/>
          </p:nvSpPr>
          <p:spPr>
            <a:xfrm>
              <a:off x="1402509" y="3453650"/>
              <a:ext cx="10688" cy="16032"/>
            </a:xfrm>
            <a:custGeom>
              <a:rect b="b" l="l" r="r" t="t"/>
              <a:pathLst>
                <a:path extrusionOk="0" h="501" w="334">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1" name="Google Shape;12781;p82"/>
            <p:cNvSpPr/>
            <p:nvPr/>
          </p:nvSpPr>
          <p:spPr>
            <a:xfrm>
              <a:off x="1171629" y="3612306"/>
              <a:ext cx="15264" cy="14752"/>
            </a:xfrm>
            <a:custGeom>
              <a:rect b="b" l="l" r="r" t="t"/>
              <a:pathLst>
                <a:path extrusionOk="0" h="461" w="477">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2" name="Google Shape;12782;p82"/>
            <p:cNvSpPr/>
            <p:nvPr/>
          </p:nvSpPr>
          <p:spPr>
            <a:xfrm>
              <a:off x="1285549" y="3548914"/>
              <a:ext cx="10304" cy="27072"/>
            </a:xfrm>
            <a:custGeom>
              <a:rect b="b" l="l" r="r" t="t"/>
              <a:pathLst>
                <a:path extrusionOk="0" h="846" w="322">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3" name="Google Shape;12783;p82"/>
            <p:cNvSpPr/>
            <p:nvPr/>
          </p:nvSpPr>
          <p:spPr>
            <a:xfrm>
              <a:off x="1285549" y="3593490"/>
              <a:ext cx="10304" cy="27456"/>
            </a:xfrm>
            <a:custGeom>
              <a:rect b="b" l="l" r="r" t="t"/>
              <a:pathLst>
                <a:path extrusionOk="0" h="858" w="322">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4" name="Google Shape;12784;p82"/>
            <p:cNvSpPr/>
            <p:nvPr/>
          </p:nvSpPr>
          <p:spPr>
            <a:xfrm>
              <a:off x="1285549" y="3638450"/>
              <a:ext cx="10304" cy="27072"/>
            </a:xfrm>
            <a:custGeom>
              <a:rect b="b" l="l" r="r" t="t"/>
              <a:pathLst>
                <a:path extrusionOk="0" h="846" w="322">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5" name="Google Shape;12785;p82"/>
            <p:cNvSpPr/>
            <p:nvPr/>
          </p:nvSpPr>
          <p:spPr>
            <a:xfrm>
              <a:off x="1201325" y="3627026"/>
              <a:ext cx="16032" cy="10304"/>
            </a:xfrm>
            <a:custGeom>
              <a:rect b="b" l="l" r="r" t="t"/>
              <a:pathLst>
                <a:path extrusionOk="0" h="322" w="501">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6" name="Google Shape;12786;p82"/>
            <p:cNvSpPr/>
            <p:nvPr/>
          </p:nvSpPr>
          <p:spPr>
            <a:xfrm>
              <a:off x="1363629" y="3537490"/>
              <a:ext cx="16032" cy="10304"/>
            </a:xfrm>
            <a:custGeom>
              <a:rect b="b" l="l" r="r" t="t"/>
              <a:pathLst>
                <a:path extrusionOk="0" h="322" w="501">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787" name="Google Shape;12787;p82"/>
          <p:cNvSpPr/>
          <p:nvPr/>
        </p:nvSpPr>
        <p:spPr>
          <a:xfrm>
            <a:off x="1681328" y="3430042"/>
            <a:ext cx="262944" cy="354720"/>
          </a:xfrm>
          <a:custGeom>
            <a:rect b="b" l="l" r="r" t="t"/>
            <a:pathLst>
              <a:path extrusionOk="0" h="11085" w="8217">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788" name="Google Shape;12788;p82"/>
          <p:cNvGrpSpPr/>
          <p:nvPr/>
        </p:nvGrpSpPr>
        <p:grpSpPr>
          <a:xfrm>
            <a:off x="2767184" y="3428794"/>
            <a:ext cx="288448" cy="357120"/>
            <a:chOff x="2795053" y="3352594"/>
            <a:chExt cx="288448" cy="357120"/>
          </a:xfrm>
        </p:grpSpPr>
        <p:sp>
          <p:nvSpPr>
            <p:cNvPr id="12789" name="Google Shape;12789;p82"/>
            <p:cNvSpPr/>
            <p:nvPr/>
          </p:nvSpPr>
          <p:spPr>
            <a:xfrm>
              <a:off x="2839629" y="3550386"/>
              <a:ext cx="19840" cy="16448"/>
            </a:xfrm>
            <a:custGeom>
              <a:rect b="b" l="l" r="r" t="t"/>
              <a:pathLst>
                <a:path extrusionOk="0" h="514" w="62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0" name="Google Shape;12790;p82"/>
            <p:cNvSpPr/>
            <p:nvPr/>
          </p:nvSpPr>
          <p:spPr>
            <a:xfrm>
              <a:off x="2865165" y="3511410"/>
              <a:ext cx="50688" cy="37536"/>
            </a:xfrm>
            <a:custGeom>
              <a:rect b="b" l="l" r="r" t="t"/>
              <a:pathLst>
                <a:path extrusionOk="0" h="1173" w="1584">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1" name="Google Shape;12791;p82"/>
            <p:cNvSpPr/>
            <p:nvPr/>
          </p:nvSpPr>
          <p:spPr>
            <a:xfrm>
              <a:off x="2795053" y="3352594"/>
              <a:ext cx="288448" cy="357120"/>
            </a:xfrm>
            <a:custGeom>
              <a:rect b="b" l="l" r="r" t="t"/>
              <a:pathLst>
                <a:path extrusionOk="0" h="11160" w="9014">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2" name="Google Shape;12792;p82"/>
            <p:cNvSpPr/>
            <p:nvPr/>
          </p:nvSpPr>
          <p:spPr>
            <a:xfrm>
              <a:off x="3019853" y="3423794"/>
              <a:ext cx="20224" cy="16576"/>
            </a:xfrm>
            <a:custGeom>
              <a:rect b="b" l="l" r="r" t="t"/>
              <a:pathLst>
                <a:path extrusionOk="0" h="518" w="632">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3" name="Google Shape;12793;p82"/>
            <p:cNvSpPr/>
            <p:nvPr/>
          </p:nvSpPr>
          <p:spPr>
            <a:xfrm>
              <a:off x="2964237" y="3441810"/>
              <a:ext cx="49920" cy="37408"/>
            </a:xfrm>
            <a:custGeom>
              <a:rect b="b" l="l" r="r" t="t"/>
              <a:pathLst>
                <a:path extrusionOk="0" h="1169" w="156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4" name="Google Shape;12794;p82"/>
            <p:cNvSpPr/>
            <p:nvPr/>
          </p:nvSpPr>
          <p:spPr>
            <a:xfrm>
              <a:off x="2867437" y="3395602"/>
              <a:ext cx="17952" cy="18848"/>
            </a:xfrm>
            <a:custGeom>
              <a:rect b="b" l="l" r="r" t="t"/>
              <a:pathLst>
                <a:path extrusionOk="0" h="589" w="561">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5" name="Google Shape;12795;p82"/>
            <p:cNvSpPr/>
            <p:nvPr/>
          </p:nvSpPr>
          <p:spPr>
            <a:xfrm>
              <a:off x="2885741" y="3421234"/>
              <a:ext cx="38496" cy="49216"/>
            </a:xfrm>
            <a:custGeom>
              <a:rect b="b" l="l" r="r" t="t"/>
              <a:pathLst>
                <a:path extrusionOk="0" h="1538" w="1203">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6" name="Google Shape;12796;p82"/>
            <p:cNvSpPr/>
            <p:nvPr/>
          </p:nvSpPr>
          <p:spPr>
            <a:xfrm>
              <a:off x="2993933" y="3576178"/>
              <a:ext cx="17952" cy="18848"/>
            </a:xfrm>
            <a:custGeom>
              <a:rect b="b" l="l" r="r" t="t"/>
              <a:pathLst>
                <a:path extrusionOk="0" h="589" w="561">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7" name="Google Shape;12797;p82"/>
            <p:cNvSpPr/>
            <p:nvPr/>
          </p:nvSpPr>
          <p:spPr>
            <a:xfrm>
              <a:off x="2954701" y="3520466"/>
              <a:ext cx="39264" cy="49056"/>
            </a:xfrm>
            <a:custGeom>
              <a:rect b="b" l="l" r="r" t="t"/>
              <a:pathLst>
                <a:path extrusionOk="0" h="1533" w="1227">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98" name="Google Shape;12798;p82"/>
          <p:cNvGrpSpPr/>
          <p:nvPr/>
        </p:nvGrpSpPr>
        <p:grpSpPr>
          <a:xfrm>
            <a:off x="2208656" y="3429402"/>
            <a:ext cx="304832" cy="356512"/>
            <a:chOff x="2236525" y="3353202"/>
            <a:chExt cx="304832" cy="356512"/>
          </a:xfrm>
        </p:grpSpPr>
        <p:sp>
          <p:nvSpPr>
            <p:cNvPr id="12799" name="Google Shape;12799;p82"/>
            <p:cNvSpPr/>
            <p:nvPr/>
          </p:nvSpPr>
          <p:spPr>
            <a:xfrm>
              <a:off x="2236525" y="3353202"/>
              <a:ext cx="304832" cy="356512"/>
            </a:xfrm>
            <a:custGeom>
              <a:rect b="b" l="l" r="r" t="t"/>
              <a:pathLst>
                <a:path extrusionOk="0" h="11141" w="9526">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0" name="Google Shape;12800;p82"/>
            <p:cNvSpPr/>
            <p:nvPr/>
          </p:nvSpPr>
          <p:spPr>
            <a:xfrm>
              <a:off x="2283373" y="3553106"/>
              <a:ext cx="16416" cy="11072"/>
            </a:xfrm>
            <a:custGeom>
              <a:rect b="b" l="l" r="r" t="t"/>
              <a:pathLst>
                <a:path extrusionOk="0" h="346" w="513">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1" name="Google Shape;12801;p82"/>
            <p:cNvSpPr/>
            <p:nvPr/>
          </p:nvSpPr>
          <p:spPr>
            <a:xfrm>
              <a:off x="2449485" y="3488658"/>
              <a:ext cx="17184" cy="12288"/>
            </a:xfrm>
            <a:custGeom>
              <a:rect b="b" l="l" r="r" t="t"/>
              <a:pathLst>
                <a:path extrusionOk="0" h="384" w="537">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02" name="Google Shape;12802;p82"/>
          <p:cNvGrpSpPr/>
          <p:nvPr/>
        </p:nvGrpSpPr>
        <p:grpSpPr>
          <a:xfrm>
            <a:off x="3882768" y="3428890"/>
            <a:ext cx="256800" cy="357024"/>
            <a:chOff x="3910637" y="3352690"/>
            <a:chExt cx="256800" cy="357024"/>
          </a:xfrm>
        </p:grpSpPr>
        <p:sp>
          <p:nvSpPr>
            <p:cNvPr id="12803" name="Google Shape;12803;p82"/>
            <p:cNvSpPr/>
            <p:nvPr/>
          </p:nvSpPr>
          <p:spPr>
            <a:xfrm>
              <a:off x="3910637" y="3352690"/>
              <a:ext cx="256800" cy="357024"/>
            </a:xfrm>
            <a:custGeom>
              <a:rect b="b" l="l" r="r" t="t"/>
              <a:pathLst>
                <a:path extrusionOk="0" h="11157" w="8025">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4" name="Google Shape;12804;p82"/>
            <p:cNvSpPr/>
            <p:nvPr/>
          </p:nvSpPr>
          <p:spPr>
            <a:xfrm>
              <a:off x="3960909" y="3498226"/>
              <a:ext cx="60992" cy="60992"/>
            </a:xfrm>
            <a:custGeom>
              <a:rect b="b" l="l" r="r" t="t"/>
              <a:pathLst>
                <a:path extrusionOk="0" h="1906" w="1906">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5" name="Google Shape;12805;p82"/>
            <p:cNvSpPr/>
            <p:nvPr/>
          </p:nvSpPr>
          <p:spPr>
            <a:xfrm>
              <a:off x="4083981" y="3408690"/>
              <a:ext cx="44224" cy="43872"/>
            </a:xfrm>
            <a:custGeom>
              <a:rect b="b" l="l" r="r" t="t"/>
              <a:pathLst>
                <a:path extrusionOk="0" h="1371" w="1382">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06" name="Google Shape;12806;p82"/>
          <p:cNvGrpSpPr/>
          <p:nvPr/>
        </p:nvGrpSpPr>
        <p:grpSpPr>
          <a:xfrm>
            <a:off x="6028560" y="3428122"/>
            <a:ext cx="360064" cy="360096"/>
            <a:chOff x="6056429" y="3351922"/>
            <a:chExt cx="360064" cy="360096"/>
          </a:xfrm>
        </p:grpSpPr>
        <p:sp>
          <p:nvSpPr>
            <p:cNvPr id="12807" name="Google Shape;12807;p82"/>
            <p:cNvSpPr/>
            <p:nvPr/>
          </p:nvSpPr>
          <p:spPr>
            <a:xfrm>
              <a:off x="6056429" y="3351922"/>
              <a:ext cx="360064" cy="360096"/>
            </a:xfrm>
            <a:custGeom>
              <a:rect b="b" l="l" r="r" t="t"/>
              <a:pathLst>
                <a:path extrusionOk="0" h="11253" w="11252">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8" name="Google Shape;12808;p82"/>
            <p:cNvSpPr/>
            <p:nvPr/>
          </p:nvSpPr>
          <p:spPr>
            <a:xfrm>
              <a:off x="6311309" y="3392306"/>
              <a:ext cx="10688" cy="21760"/>
            </a:xfrm>
            <a:custGeom>
              <a:rect b="b" l="l" r="r" t="t"/>
              <a:pathLst>
                <a:path extrusionOk="0" h="680" w="334">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9" name="Google Shape;12809;p82"/>
            <p:cNvSpPr/>
            <p:nvPr/>
          </p:nvSpPr>
          <p:spPr>
            <a:xfrm>
              <a:off x="6153197" y="3649490"/>
              <a:ext cx="10688" cy="21760"/>
            </a:xfrm>
            <a:custGeom>
              <a:rect b="b" l="l" r="r" t="t"/>
              <a:pathLst>
                <a:path extrusionOk="0" h="680" w="334">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10" name="Google Shape;12810;p82"/>
          <p:cNvGrpSpPr/>
          <p:nvPr/>
        </p:nvGrpSpPr>
        <p:grpSpPr>
          <a:xfrm>
            <a:off x="6581008" y="3429274"/>
            <a:ext cx="357408" cy="357408"/>
            <a:chOff x="6608877" y="3353074"/>
            <a:chExt cx="357408" cy="357408"/>
          </a:xfrm>
        </p:grpSpPr>
        <p:sp>
          <p:nvSpPr>
            <p:cNvPr id="12811" name="Google Shape;12811;p82"/>
            <p:cNvSpPr/>
            <p:nvPr/>
          </p:nvSpPr>
          <p:spPr>
            <a:xfrm>
              <a:off x="6608877" y="3353074"/>
              <a:ext cx="357408" cy="357408"/>
            </a:xfrm>
            <a:custGeom>
              <a:rect b="b" l="l" r="r" t="t"/>
              <a:pathLst>
                <a:path extrusionOk="0" h="11169" w="11169">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2" name="Google Shape;12812;p82"/>
            <p:cNvSpPr/>
            <p:nvPr/>
          </p:nvSpPr>
          <p:spPr>
            <a:xfrm>
              <a:off x="6770029" y="3565170"/>
              <a:ext cx="44608" cy="27968"/>
            </a:xfrm>
            <a:custGeom>
              <a:rect b="b" l="l" r="r" t="t"/>
              <a:pathLst>
                <a:path extrusionOk="0" h="874" w="1394">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3" name="Google Shape;12813;p82"/>
            <p:cNvSpPr/>
            <p:nvPr/>
          </p:nvSpPr>
          <p:spPr>
            <a:xfrm>
              <a:off x="6859949" y="3437074"/>
              <a:ext cx="24416" cy="31840"/>
            </a:xfrm>
            <a:custGeom>
              <a:rect b="b" l="l" r="r" t="t"/>
              <a:pathLst>
                <a:path extrusionOk="0" h="995" w="763">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4" name="Google Shape;12814;p82"/>
            <p:cNvSpPr/>
            <p:nvPr/>
          </p:nvSpPr>
          <p:spPr>
            <a:xfrm>
              <a:off x="6824525" y="3509426"/>
              <a:ext cx="17920" cy="28448"/>
            </a:xfrm>
            <a:custGeom>
              <a:rect b="b" l="l" r="r" t="t"/>
              <a:pathLst>
                <a:path extrusionOk="0" h="889" w="56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5" name="Google Shape;12815;p82"/>
            <p:cNvSpPr/>
            <p:nvPr/>
          </p:nvSpPr>
          <p:spPr>
            <a:xfrm>
              <a:off x="6790989" y="3541906"/>
              <a:ext cx="42688" cy="34464"/>
            </a:xfrm>
            <a:custGeom>
              <a:rect b="b" l="l" r="r" t="t"/>
              <a:pathLst>
                <a:path extrusionOk="0" h="1077" w="1334">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6" name="Google Shape;12816;p82"/>
            <p:cNvSpPr/>
            <p:nvPr/>
          </p:nvSpPr>
          <p:spPr>
            <a:xfrm>
              <a:off x="6840525" y="3544914"/>
              <a:ext cx="54112" cy="32608"/>
            </a:xfrm>
            <a:custGeom>
              <a:rect b="b" l="l" r="r" t="t"/>
              <a:pathLst>
                <a:path extrusionOk="0" h="1019" w="1691">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7" name="Google Shape;12817;p82"/>
            <p:cNvSpPr/>
            <p:nvPr/>
          </p:nvSpPr>
          <p:spPr>
            <a:xfrm>
              <a:off x="6793645" y="3582770"/>
              <a:ext cx="102144" cy="75520"/>
            </a:xfrm>
            <a:custGeom>
              <a:rect b="b" l="l" r="r" t="t"/>
              <a:pathLst>
                <a:path extrusionOk="0" h="2360" w="3192">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818" name="Google Shape;12818;p82"/>
          <p:cNvSpPr/>
          <p:nvPr/>
        </p:nvSpPr>
        <p:spPr>
          <a:xfrm>
            <a:off x="7680176" y="3427738"/>
            <a:ext cx="357408" cy="357408"/>
          </a:xfrm>
          <a:custGeom>
            <a:rect b="b" l="l" r="r" t="t"/>
            <a:pathLst>
              <a:path extrusionOk="0" h="11169" w="11169">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9" name="Google Shape;12819;p82"/>
          <p:cNvSpPr/>
          <p:nvPr/>
        </p:nvSpPr>
        <p:spPr>
          <a:xfrm>
            <a:off x="4395216" y="3429274"/>
            <a:ext cx="331872" cy="357792"/>
          </a:xfrm>
          <a:custGeom>
            <a:rect b="b" l="l" r="r" t="t"/>
            <a:pathLst>
              <a:path extrusionOk="0" h="11181" w="10371">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820" name="Google Shape;12820;p82"/>
          <p:cNvGrpSpPr/>
          <p:nvPr/>
        </p:nvGrpSpPr>
        <p:grpSpPr>
          <a:xfrm>
            <a:off x="4931664" y="3446426"/>
            <a:ext cx="357408" cy="323488"/>
            <a:chOff x="4959533" y="3370226"/>
            <a:chExt cx="357408" cy="323488"/>
          </a:xfrm>
        </p:grpSpPr>
        <p:sp>
          <p:nvSpPr>
            <p:cNvPr id="12821" name="Google Shape;12821;p82"/>
            <p:cNvSpPr/>
            <p:nvPr/>
          </p:nvSpPr>
          <p:spPr>
            <a:xfrm>
              <a:off x="4959533" y="3370226"/>
              <a:ext cx="357408" cy="323488"/>
            </a:xfrm>
            <a:custGeom>
              <a:rect b="b" l="l" r="r" t="t"/>
              <a:pathLst>
                <a:path extrusionOk="0" h="10109" w="11169">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2" name="Google Shape;12822;p82"/>
            <p:cNvSpPr/>
            <p:nvPr/>
          </p:nvSpPr>
          <p:spPr>
            <a:xfrm>
              <a:off x="5055149" y="3409458"/>
              <a:ext cx="99840" cy="88416"/>
            </a:xfrm>
            <a:custGeom>
              <a:rect b="b" l="l" r="r" t="t"/>
              <a:pathLst>
                <a:path extrusionOk="0" h="2763" w="312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23" name="Google Shape;12823;p82"/>
          <p:cNvGrpSpPr/>
          <p:nvPr/>
        </p:nvGrpSpPr>
        <p:grpSpPr>
          <a:xfrm>
            <a:off x="7130768" y="3429274"/>
            <a:ext cx="357056" cy="357408"/>
            <a:chOff x="7158637" y="3353074"/>
            <a:chExt cx="357056" cy="357408"/>
          </a:xfrm>
        </p:grpSpPr>
        <p:sp>
          <p:nvSpPr>
            <p:cNvPr id="12824" name="Google Shape;12824;p82"/>
            <p:cNvSpPr/>
            <p:nvPr/>
          </p:nvSpPr>
          <p:spPr>
            <a:xfrm>
              <a:off x="7158637" y="3353074"/>
              <a:ext cx="357056" cy="357408"/>
            </a:xfrm>
            <a:custGeom>
              <a:rect b="b" l="l" r="r" t="t"/>
              <a:pathLst>
                <a:path extrusionOk="0" h="11169" w="11158">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5" name="Google Shape;12825;p82"/>
            <p:cNvSpPr/>
            <p:nvPr/>
          </p:nvSpPr>
          <p:spPr>
            <a:xfrm>
              <a:off x="7406669" y="3594898"/>
              <a:ext cx="26336" cy="27968"/>
            </a:xfrm>
            <a:custGeom>
              <a:rect b="b" l="l" r="r" t="t"/>
              <a:pathLst>
                <a:path extrusionOk="0" h="874" w="823">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6" name="Google Shape;12826;p82"/>
            <p:cNvSpPr/>
            <p:nvPr/>
          </p:nvSpPr>
          <p:spPr>
            <a:xfrm>
              <a:off x="7229133" y="3469074"/>
              <a:ext cx="254912" cy="180832"/>
            </a:xfrm>
            <a:custGeom>
              <a:rect b="b" l="l" r="r" t="t"/>
              <a:pathLst>
                <a:path extrusionOk="0" h="5651" w="7966">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7" name="Google Shape;12827;p82"/>
            <p:cNvSpPr/>
            <p:nvPr/>
          </p:nvSpPr>
          <p:spPr>
            <a:xfrm>
              <a:off x="7409741" y="3428370"/>
              <a:ext cx="22880" cy="27616"/>
            </a:xfrm>
            <a:custGeom>
              <a:rect b="b" l="l" r="r" t="t"/>
              <a:pathLst>
                <a:path extrusionOk="0" h="863" w="715">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28" name="Google Shape;12828;p82"/>
          <p:cNvGrpSpPr/>
          <p:nvPr/>
        </p:nvGrpSpPr>
        <p:grpSpPr>
          <a:xfrm>
            <a:off x="3288400" y="3428602"/>
            <a:ext cx="344832" cy="356544"/>
            <a:chOff x="3316269" y="3352402"/>
            <a:chExt cx="344832" cy="356544"/>
          </a:xfrm>
        </p:grpSpPr>
        <p:sp>
          <p:nvSpPr>
            <p:cNvPr id="12829" name="Google Shape;12829;p82"/>
            <p:cNvSpPr/>
            <p:nvPr/>
          </p:nvSpPr>
          <p:spPr>
            <a:xfrm>
              <a:off x="3546381" y="3557138"/>
              <a:ext cx="19840" cy="16576"/>
            </a:xfrm>
            <a:custGeom>
              <a:rect b="b" l="l" r="r" t="t"/>
              <a:pathLst>
                <a:path extrusionOk="0" h="518" w="62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0" name="Google Shape;12830;p82"/>
            <p:cNvSpPr/>
            <p:nvPr/>
          </p:nvSpPr>
          <p:spPr>
            <a:xfrm>
              <a:off x="3449997" y="3423730"/>
              <a:ext cx="14496" cy="18144"/>
            </a:xfrm>
            <a:custGeom>
              <a:rect b="b" l="l" r="r" t="t"/>
              <a:pathLst>
                <a:path extrusionOk="0" h="567" w="453">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1" name="Google Shape;12831;p82"/>
            <p:cNvSpPr/>
            <p:nvPr/>
          </p:nvSpPr>
          <p:spPr>
            <a:xfrm>
              <a:off x="3316269" y="3352402"/>
              <a:ext cx="344832" cy="356544"/>
            </a:xfrm>
            <a:custGeom>
              <a:rect b="b" l="l" r="r" t="t"/>
              <a:pathLst>
                <a:path extrusionOk="0" h="11142" w="10776">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32" name="Google Shape;12832;p82"/>
          <p:cNvGrpSpPr/>
          <p:nvPr/>
        </p:nvGrpSpPr>
        <p:grpSpPr>
          <a:xfrm>
            <a:off x="5481040" y="3447706"/>
            <a:ext cx="358560" cy="319552"/>
            <a:chOff x="5508909" y="3371506"/>
            <a:chExt cx="358560" cy="319552"/>
          </a:xfrm>
        </p:grpSpPr>
        <p:sp>
          <p:nvSpPr>
            <p:cNvPr id="12833" name="Google Shape;12833;p82"/>
            <p:cNvSpPr/>
            <p:nvPr/>
          </p:nvSpPr>
          <p:spPr>
            <a:xfrm>
              <a:off x="5545485" y="3384178"/>
              <a:ext cx="57184" cy="60736"/>
            </a:xfrm>
            <a:custGeom>
              <a:rect b="b" l="l" r="r" t="t"/>
              <a:pathLst>
                <a:path extrusionOk="0" h="1898" w="1787">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4" name="Google Shape;12834;p82"/>
            <p:cNvSpPr/>
            <p:nvPr/>
          </p:nvSpPr>
          <p:spPr>
            <a:xfrm>
              <a:off x="5508909" y="3429362"/>
              <a:ext cx="53760" cy="50624"/>
            </a:xfrm>
            <a:custGeom>
              <a:rect b="b" l="l" r="r" t="t"/>
              <a:pathLst>
                <a:path extrusionOk="0" h="1582" w="168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5" name="Google Shape;12835;p82"/>
            <p:cNvSpPr/>
            <p:nvPr/>
          </p:nvSpPr>
          <p:spPr>
            <a:xfrm>
              <a:off x="5606829" y="3371506"/>
              <a:ext cx="51104" cy="63520"/>
            </a:xfrm>
            <a:custGeom>
              <a:rect b="b" l="l" r="r" t="t"/>
              <a:pathLst>
                <a:path extrusionOk="0" h="1985" w="1597">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6" name="Google Shape;12836;p82"/>
            <p:cNvSpPr/>
            <p:nvPr/>
          </p:nvSpPr>
          <p:spPr>
            <a:xfrm>
              <a:off x="5659789" y="3396786"/>
              <a:ext cx="48032" cy="55392"/>
            </a:xfrm>
            <a:custGeom>
              <a:rect b="b" l="l" r="r" t="t"/>
              <a:pathLst>
                <a:path extrusionOk="0" h="1731" w="1501">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7" name="Google Shape;12837;p82"/>
            <p:cNvSpPr/>
            <p:nvPr/>
          </p:nvSpPr>
          <p:spPr>
            <a:xfrm>
              <a:off x="5556941" y="3444402"/>
              <a:ext cx="131840" cy="93856"/>
            </a:xfrm>
            <a:custGeom>
              <a:rect b="b" l="l" r="r" t="t"/>
              <a:pathLst>
                <a:path extrusionOk="0" h="2933" w="412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8" name="Google Shape;12838;p82"/>
            <p:cNvSpPr/>
            <p:nvPr/>
          </p:nvSpPr>
          <p:spPr>
            <a:xfrm>
              <a:off x="5730285" y="3518386"/>
              <a:ext cx="50336" cy="64832"/>
            </a:xfrm>
            <a:custGeom>
              <a:rect b="b" l="l" r="r" t="t"/>
              <a:pathLst>
                <a:path extrusionOk="0" h="2026" w="1573">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9" name="Google Shape;12839;p82"/>
            <p:cNvSpPr/>
            <p:nvPr/>
          </p:nvSpPr>
          <p:spPr>
            <a:xfrm>
              <a:off x="5674669" y="3533234"/>
              <a:ext cx="49920" cy="56480"/>
            </a:xfrm>
            <a:custGeom>
              <a:rect b="b" l="l" r="r" t="t"/>
              <a:pathLst>
                <a:path extrusionOk="0" h="1765" w="156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0" name="Google Shape;12840;p82"/>
            <p:cNvSpPr/>
            <p:nvPr/>
          </p:nvSpPr>
          <p:spPr>
            <a:xfrm>
              <a:off x="5777133" y="3542162"/>
              <a:ext cx="60608" cy="57440"/>
            </a:xfrm>
            <a:custGeom>
              <a:rect b="b" l="l" r="r" t="t"/>
              <a:pathLst>
                <a:path extrusionOk="0" h="1795" w="1894">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1" name="Google Shape;12841;p82"/>
            <p:cNvSpPr/>
            <p:nvPr/>
          </p:nvSpPr>
          <p:spPr>
            <a:xfrm>
              <a:off x="5811437" y="3593426"/>
              <a:ext cx="56032" cy="47328"/>
            </a:xfrm>
            <a:custGeom>
              <a:rect b="b" l="l" r="r" t="t"/>
              <a:pathLst>
                <a:path extrusionOk="0" h="1479" w="1751">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2" name="Google Shape;12842;p82"/>
            <p:cNvSpPr/>
            <p:nvPr/>
          </p:nvSpPr>
          <p:spPr>
            <a:xfrm>
              <a:off x="5679981" y="3591218"/>
              <a:ext cx="130720" cy="99840"/>
            </a:xfrm>
            <a:custGeom>
              <a:rect b="b" l="l" r="r" t="t"/>
              <a:pathLst>
                <a:path extrusionOk="0" h="3120" w="4085">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843" name="Google Shape;12843;p82"/>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Nature Icons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2847" name="Shape 12847"/>
        <p:cNvGrpSpPr/>
        <p:nvPr/>
      </p:nvGrpSpPr>
      <p:grpSpPr>
        <a:xfrm>
          <a:off x="0" y="0"/>
          <a:ext cx="0" cy="0"/>
          <a:chOff x="0" y="0"/>
          <a:chExt cx="0" cy="0"/>
        </a:xfrm>
      </p:grpSpPr>
      <p:sp>
        <p:nvSpPr>
          <p:cNvPr id="12848" name="Google Shape;12848;p83"/>
          <p:cNvSpPr/>
          <p:nvPr/>
        </p:nvSpPr>
        <p:spPr>
          <a:xfrm>
            <a:off x="2576745" y="3893161"/>
            <a:ext cx="345674" cy="346056"/>
          </a:xfrm>
          <a:custGeom>
            <a:rect b="b" l="l" r="r" t="t"/>
            <a:pathLst>
              <a:path extrusionOk="0" h="10872" w="1086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849" name="Google Shape;12849;p83"/>
          <p:cNvGrpSpPr/>
          <p:nvPr/>
        </p:nvGrpSpPr>
        <p:grpSpPr>
          <a:xfrm>
            <a:off x="3026217" y="3893352"/>
            <a:ext cx="346056" cy="345674"/>
            <a:chOff x="3303268" y="3817349"/>
            <a:chExt cx="346056" cy="345674"/>
          </a:xfrm>
        </p:grpSpPr>
        <p:sp>
          <p:nvSpPr>
            <p:cNvPr id="12850" name="Google Shape;12850;p83"/>
            <p:cNvSpPr/>
            <p:nvPr/>
          </p:nvSpPr>
          <p:spPr>
            <a:xfrm>
              <a:off x="3303268" y="3817349"/>
              <a:ext cx="346056" cy="345674"/>
            </a:xfrm>
            <a:custGeom>
              <a:rect b="b" l="l" r="r" t="t"/>
              <a:pathLst>
                <a:path extrusionOk="0" h="10860" w="10872">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1" name="Google Shape;12851;p83"/>
            <p:cNvSpPr/>
            <p:nvPr/>
          </p:nvSpPr>
          <p:spPr>
            <a:xfrm>
              <a:off x="3368074" y="3882537"/>
              <a:ext cx="215298" cy="215298"/>
            </a:xfrm>
            <a:custGeom>
              <a:rect b="b" l="l" r="r" t="t"/>
              <a:pathLst>
                <a:path extrusionOk="0" h="6764" w="6764">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2" name="Google Shape;12852;p83"/>
            <p:cNvSpPr/>
            <p:nvPr/>
          </p:nvSpPr>
          <p:spPr>
            <a:xfrm>
              <a:off x="3418143" y="3933656"/>
              <a:ext cx="114811" cy="112742"/>
            </a:xfrm>
            <a:custGeom>
              <a:rect b="b" l="l" r="r" t="t"/>
              <a:pathLst>
                <a:path extrusionOk="0" h="3542" w="3607">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3" name="Google Shape;12853;p83"/>
            <p:cNvSpPr/>
            <p:nvPr/>
          </p:nvSpPr>
          <p:spPr>
            <a:xfrm>
              <a:off x="3519298" y="3910197"/>
              <a:ext cx="29570" cy="29220"/>
            </a:xfrm>
            <a:custGeom>
              <a:rect b="b" l="l" r="r" t="t"/>
              <a:pathLst>
                <a:path extrusionOk="0" h="918" w="929">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54" name="Google Shape;12854;p83"/>
          <p:cNvGrpSpPr/>
          <p:nvPr/>
        </p:nvGrpSpPr>
        <p:grpSpPr>
          <a:xfrm>
            <a:off x="3475306" y="3893352"/>
            <a:ext cx="346056" cy="345674"/>
            <a:chOff x="3752358" y="3817349"/>
            <a:chExt cx="346056" cy="345674"/>
          </a:xfrm>
        </p:grpSpPr>
        <p:sp>
          <p:nvSpPr>
            <p:cNvPr id="12855" name="Google Shape;12855;p83"/>
            <p:cNvSpPr/>
            <p:nvPr/>
          </p:nvSpPr>
          <p:spPr>
            <a:xfrm>
              <a:off x="3752358" y="3817349"/>
              <a:ext cx="346056" cy="345674"/>
            </a:xfrm>
            <a:custGeom>
              <a:rect b="b" l="l" r="r" t="t"/>
              <a:pathLst>
                <a:path extrusionOk="0" h="10860" w="10872">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6" name="Google Shape;12856;p83"/>
            <p:cNvSpPr/>
            <p:nvPr/>
          </p:nvSpPr>
          <p:spPr>
            <a:xfrm>
              <a:off x="3831933" y="3955682"/>
              <a:ext cx="47809" cy="120540"/>
            </a:xfrm>
            <a:custGeom>
              <a:rect b="b" l="l" r="r" t="t"/>
              <a:pathLst>
                <a:path extrusionOk="0" h="3787" w="1502">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7" name="Google Shape;12857;p83"/>
            <p:cNvSpPr/>
            <p:nvPr/>
          </p:nvSpPr>
          <p:spPr>
            <a:xfrm>
              <a:off x="3824739" y="3890112"/>
              <a:ext cx="55002" cy="55002"/>
            </a:xfrm>
            <a:custGeom>
              <a:rect b="b" l="l" r="r" t="t"/>
              <a:pathLst>
                <a:path extrusionOk="0" h="1728" w="1728">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8" name="Google Shape;12858;p83"/>
            <p:cNvSpPr/>
            <p:nvPr/>
          </p:nvSpPr>
          <p:spPr>
            <a:xfrm>
              <a:off x="3904696" y="3955682"/>
              <a:ext cx="128148" cy="120540"/>
            </a:xfrm>
            <a:custGeom>
              <a:rect b="b" l="l" r="r" t="t"/>
              <a:pathLst>
                <a:path extrusionOk="0" h="3787" w="4026">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59" name="Google Shape;12859;p83"/>
          <p:cNvGrpSpPr/>
          <p:nvPr/>
        </p:nvGrpSpPr>
        <p:grpSpPr>
          <a:xfrm>
            <a:off x="4822956" y="3893352"/>
            <a:ext cx="346024" cy="345674"/>
            <a:chOff x="5100008" y="3817349"/>
            <a:chExt cx="346024" cy="345674"/>
          </a:xfrm>
        </p:grpSpPr>
        <p:sp>
          <p:nvSpPr>
            <p:cNvPr id="12860" name="Google Shape;12860;p83"/>
            <p:cNvSpPr/>
            <p:nvPr/>
          </p:nvSpPr>
          <p:spPr>
            <a:xfrm>
              <a:off x="5100008" y="3817349"/>
              <a:ext cx="346024" cy="345674"/>
            </a:xfrm>
            <a:custGeom>
              <a:rect b="b" l="l" r="r" t="t"/>
              <a:pathLst>
                <a:path extrusionOk="0" h="10860" w="10871">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1" name="Google Shape;12861;p83"/>
            <p:cNvSpPr/>
            <p:nvPr/>
          </p:nvSpPr>
          <p:spPr>
            <a:xfrm>
              <a:off x="5150777" y="3867767"/>
              <a:ext cx="244486" cy="243690"/>
            </a:xfrm>
            <a:custGeom>
              <a:rect b="b" l="l" r="r" t="t"/>
              <a:pathLst>
                <a:path extrusionOk="0" h="7656" w="7681">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2" name="Google Shape;12862;p83"/>
            <p:cNvSpPr/>
            <p:nvPr/>
          </p:nvSpPr>
          <p:spPr>
            <a:xfrm>
              <a:off x="5201960" y="3941167"/>
              <a:ext cx="135691" cy="91097"/>
            </a:xfrm>
            <a:custGeom>
              <a:rect b="b" l="l" r="r" t="t"/>
              <a:pathLst>
                <a:path extrusionOk="0" h="2862" w="4263">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63" name="Google Shape;12863;p83"/>
          <p:cNvGrpSpPr/>
          <p:nvPr/>
        </p:nvGrpSpPr>
        <p:grpSpPr>
          <a:xfrm>
            <a:off x="5721867" y="3893352"/>
            <a:ext cx="345674" cy="345674"/>
            <a:chOff x="5998919" y="3817349"/>
            <a:chExt cx="345674" cy="345674"/>
          </a:xfrm>
        </p:grpSpPr>
        <p:sp>
          <p:nvSpPr>
            <p:cNvPr id="12864" name="Google Shape;12864;p83"/>
            <p:cNvSpPr/>
            <p:nvPr/>
          </p:nvSpPr>
          <p:spPr>
            <a:xfrm>
              <a:off x="5998919" y="3817349"/>
              <a:ext cx="345674" cy="345674"/>
            </a:xfrm>
            <a:custGeom>
              <a:rect b="b" l="l" r="r" t="t"/>
              <a:pathLst>
                <a:path extrusionOk="0" h="10860" w="1086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5" name="Google Shape;12865;p83"/>
            <p:cNvSpPr/>
            <p:nvPr/>
          </p:nvSpPr>
          <p:spPr>
            <a:xfrm>
              <a:off x="6051980" y="3874579"/>
              <a:ext cx="240698" cy="231595"/>
            </a:xfrm>
            <a:custGeom>
              <a:rect b="b" l="l" r="r" t="t"/>
              <a:pathLst>
                <a:path extrusionOk="0" h="7276" w="7562">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6" name="Google Shape;12866;p83"/>
            <p:cNvSpPr/>
            <p:nvPr/>
          </p:nvSpPr>
          <p:spPr>
            <a:xfrm>
              <a:off x="6116786" y="3928404"/>
              <a:ext cx="109941" cy="123946"/>
            </a:xfrm>
            <a:custGeom>
              <a:rect b="b" l="l" r="r" t="t"/>
              <a:pathLst>
                <a:path extrusionOk="0" h="3894" w="3454">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67" name="Google Shape;12867;p83"/>
          <p:cNvGrpSpPr/>
          <p:nvPr/>
        </p:nvGrpSpPr>
        <p:grpSpPr>
          <a:xfrm>
            <a:off x="3924396" y="3893352"/>
            <a:ext cx="346024" cy="345674"/>
            <a:chOff x="4201447" y="3817349"/>
            <a:chExt cx="346024" cy="345674"/>
          </a:xfrm>
        </p:grpSpPr>
        <p:sp>
          <p:nvSpPr>
            <p:cNvPr id="12868" name="Google Shape;12868;p83"/>
            <p:cNvSpPr/>
            <p:nvPr/>
          </p:nvSpPr>
          <p:spPr>
            <a:xfrm>
              <a:off x="4201447" y="3817349"/>
              <a:ext cx="346024" cy="345674"/>
            </a:xfrm>
            <a:custGeom>
              <a:rect b="b" l="l" r="r" t="t"/>
              <a:pathLst>
                <a:path extrusionOk="0" h="10860" w="10871">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9" name="Google Shape;12869;p83"/>
            <p:cNvSpPr/>
            <p:nvPr/>
          </p:nvSpPr>
          <p:spPr>
            <a:xfrm>
              <a:off x="4271569" y="3904531"/>
              <a:ext cx="227394" cy="185728"/>
            </a:xfrm>
            <a:custGeom>
              <a:rect b="b" l="l" r="r" t="t"/>
              <a:pathLst>
                <a:path extrusionOk="0" h="5835" w="7144">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70" name="Google Shape;12870;p83"/>
          <p:cNvGrpSpPr/>
          <p:nvPr/>
        </p:nvGrpSpPr>
        <p:grpSpPr>
          <a:xfrm>
            <a:off x="4373867" y="3893352"/>
            <a:ext cx="346024" cy="345674"/>
            <a:chOff x="4650919" y="3817349"/>
            <a:chExt cx="346024" cy="345674"/>
          </a:xfrm>
        </p:grpSpPr>
        <p:sp>
          <p:nvSpPr>
            <p:cNvPr id="12871" name="Google Shape;12871;p83"/>
            <p:cNvSpPr/>
            <p:nvPr/>
          </p:nvSpPr>
          <p:spPr>
            <a:xfrm>
              <a:off x="4650919" y="3817349"/>
              <a:ext cx="346024" cy="345674"/>
            </a:xfrm>
            <a:custGeom>
              <a:rect b="b" l="l" r="r" t="t"/>
              <a:pathLst>
                <a:path extrusionOk="0" h="10860" w="10871">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2" name="Google Shape;12872;p83"/>
            <p:cNvSpPr/>
            <p:nvPr/>
          </p:nvSpPr>
          <p:spPr>
            <a:xfrm>
              <a:off x="4701305" y="3867386"/>
              <a:ext cx="244486" cy="242958"/>
            </a:xfrm>
            <a:custGeom>
              <a:rect b="b" l="l" r="r" t="t"/>
              <a:pathLst>
                <a:path extrusionOk="0" h="7633" w="7681">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3" name="Google Shape;12873;p83"/>
            <p:cNvSpPr/>
            <p:nvPr/>
          </p:nvSpPr>
          <p:spPr>
            <a:xfrm>
              <a:off x="4749464" y="3911534"/>
              <a:ext cx="153134" cy="151065"/>
            </a:xfrm>
            <a:custGeom>
              <a:rect b="b" l="l" r="r" t="t"/>
              <a:pathLst>
                <a:path extrusionOk="0" h="4746" w="4811">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74" name="Google Shape;12874;p83"/>
          <p:cNvGrpSpPr/>
          <p:nvPr/>
        </p:nvGrpSpPr>
        <p:grpSpPr>
          <a:xfrm>
            <a:off x="5272810" y="3893352"/>
            <a:ext cx="345642" cy="345674"/>
            <a:chOff x="5549861" y="3817349"/>
            <a:chExt cx="345642" cy="345674"/>
          </a:xfrm>
        </p:grpSpPr>
        <p:sp>
          <p:nvSpPr>
            <p:cNvPr id="12875" name="Google Shape;12875;p83"/>
            <p:cNvSpPr/>
            <p:nvPr/>
          </p:nvSpPr>
          <p:spPr>
            <a:xfrm>
              <a:off x="5549861" y="3817349"/>
              <a:ext cx="345642" cy="345674"/>
            </a:xfrm>
            <a:custGeom>
              <a:rect b="b" l="l" r="r" t="t"/>
              <a:pathLst>
                <a:path extrusionOk="0" h="10860" w="10859">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6" name="Google Shape;12876;p83"/>
            <p:cNvSpPr/>
            <p:nvPr/>
          </p:nvSpPr>
          <p:spPr>
            <a:xfrm>
              <a:off x="5590763" y="3890208"/>
              <a:ext cx="262661" cy="200052"/>
            </a:xfrm>
            <a:custGeom>
              <a:rect b="b" l="l" r="r" t="t"/>
              <a:pathLst>
                <a:path extrusionOk="0" h="6285" w="8252">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7" name="Google Shape;12877;p83"/>
            <p:cNvSpPr/>
            <p:nvPr/>
          </p:nvSpPr>
          <p:spPr>
            <a:xfrm>
              <a:off x="5680587" y="3935024"/>
              <a:ext cx="105389" cy="110514"/>
            </a:xfrm>
            <a:custGeom>
              <a:rect b="b" l="l" r="r" t="t"/>
              <a:pathLst>
                <a:path extrusionOk="0" h="3472" w="3311">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78" name="Google Shape;12878;p83"/>
          <p:cNvGrpSpPr/>
          <p:nvPr/>
        </p:nvGrpSpPr>
        <p:grpSpPr>
          <a:xfrm>
            <a:off x="1281335" y="3474029"/>
            <a:ext cx="367255" cy="269855"/>
            <a:chOff x="1306445" y="3397829"/>
            <a:chExt cx="367255" cy="269855"/>
          </a:xfrm>
        </p:grpSpPr>
        <p:sp>
          <p:nvSpPr>
            <p:cNvPr id="12879" name="Google Shape;12879;p83"/>
            <p:cNvSpPr/>
            <p:nvPr/>
          </p:nvSpPr>
          <p:spPr>
            <a:xfrm>
              <a:off x="1588395" y="3513054"/>
              <a:ext cx="45517" cy="16297"/>
            </a:xfrm>
            <a:custGeom>
              <a:rect b="b" l="l" r="r" t="t"/>
              <a:pathLst>
                <a:path extrusionOk="0" h="512" w="143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0" name="Google Shape;12880;p83"/>
            <p:cNvSpPr/>
            <p:nvPr/>
          </p:nvSpPr>
          <p:spPr>
            <a:xfrm>
              <a:off x="1306445" y="3397829"/>
              <a:ext cx="367255" cy="269091"/>
            </a:xfrm>
            <a:custGeom>
              <a:rect b="b" l="l" r="r" t="t"/>
              <a:pathLst>
                <a:path extrusionOk="0" h="8454" w="11538">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1" name="Google Shape;12881;p83"/>
            <p:cNvSpPr/>
            <p:nvPr/>
          </p:nvSpPr>
          <p:spPr>
            <a:xfrm>
              <a:off x="1639960" y="3622549"/>
              <a:ext cx="10631" cy="45135"/>
            </a:xfrm>
            <a:custGeom>
              <a:rect b="b" l="l" r="r" t="t"/>
              <a:pathLst>
                <a:path extrusionOk="0" h="1418" w="334">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2" name="Google Shape;12882;p83"/>
            <p:cNvSpPr/>
            <p:nvPr/>
          </p:nvSpPr>
          <p:spPr>
            <a:xfrm>
              <a:off x="1444014" y="3446466"/>
              <a:ext cx="91734" cy="30589"/>
            </a:xfrm>
            <a:custGeom>
              <a:rect b="b" l="l" r="r" t="t"/>
              <a:pathLst>
                <a:path extrusionOk="0" h="961" w="2882">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3" name="Google Shape;12883;p83"/>
            <p:cNvSpPr/>
            <p:nvPr/>
          </p:nvSpPr>
          <p:spPr>
            <a:xfrm>
              <a:off x="1420524" y="3633944"/>
              <a:ext cx="11013" cy="33740"/>
            </a:xfrm>
            <a:custGeom>
              <a:rect b="b" l="l" r="r" t="t"/>
              <a:pathLst>
                <a:path extrusionOk="0" h="1060" w="346">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4" name="Google Shape;12884;p83"/>
            <p:cNvSpPr/>
            <p:nvPr/>
          </p:nvSpPr>
          <p:spPr>
            <a:xfrm>
              <a:off x="1547494" y="3633944"/>
              <a:ext cx="11013" cy="33740"/>
            </a:xfrm>
            <a:custGeom>
              <a:rect b="b" l="l" r="r" t="t"/>
              <a:pathLst>
                <a:path extrusionOk="0" h="1060" w="346">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85" name="Google Shape;12885;p83"/>
          <p:cNvGrpSpPr/>
          <p:nvPr/>
        </p:nvGrpSpPr>
        <p:grpSpPr>
          <a:xfrm>
            <a:off x="1756207" y="3467600"/>
            <a:ext cx="367255" cy="282364"/>
            <a:chOff x="1781317" y="3391400"/>
            <a:chExt cx="367255" cy="282364"/>
          </a:xfrm>
        </p:grpSpPr>
        <p:sp>
          <p:nvSpPr>
            <p:cNvPr id="12886" name="Google Shape;12886;p83"/>
            <p:cNvSpPr/>
            <p:nvPr/>
          </p:nvSpPr>
          <p:spPr>
            <a:xfrm>
              <a:off x="1901061" y="3639610"/>
              <a:ext cx="11013" cy="33772"/>
            </a:xfrm>
            <a:custGeom>
              <a:rect b="b" l="l" r="r" t="t"/>
              <a:pathLst>
                <a:path extrusionOk="0" h="1061" w="346">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7" name="Google Shape;12887;p83"/>
            <p:cNvSpPr/>
            <p:nvPr/>
          </p:nvSpPr>
          <p:spPr>
            <a:xfrm>
              <a:off x="2016668" y="3639610"/>
              <a:ext cx="10631" cy="33772"/>
            </a:xfrm>
            <a:custGeom>
              <a:rect b="b" l="l" r="r" t="t"/>
              <a:pathLst>
                <a:path extrusionOk="0" h="1061" w="334">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8" name="Google Shape;12888;p83"/>
            <p:cNvSpPr/>
            <p:nvPr/>
          </p:nvSpPr>
          <p:spPr>
            <a:xfrm>
              <a:off x="1820340" y="3518720"/>
              <a:ext cx="46281" cy="16329"/>
            </a:xfrm>
            <a:custGeom>
              <a:rect b="b" l="l" r="r" t="t"/>
              <a:pathLst>
                <a:path extrusionOk="0" h="513" w="1454">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9" name="Google Shape;12889;p83"/>
            <p:cNvSpPr/>
            <p:nvPr/>
          </p:nvSpPr>
          <p:spPr>
            <a:xfrm>
              <a:off x="1802898" y="3628247"/>
              <a:ext cx="11045" cy="45135"/>
            </a:xfrm>
            <a:custGeom>
              <a:rect b="b" l="l" r="r" t="t"/>
              <a:pathLst>
                <a:path extrusionOk="0" h="1418" w="347">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0" name="Google Shape;12890;p83"/>
            <p:cNvSpPr/>
            <p:nvPr/>
          </p:nvSpPr>
          <p:spPr>
            <a:xfrm>
              <a:off x="1781317" y="3391400"/>
              <a:ext cx="367255" cy="282364"/>
            </a:xfrm>
            <a:custGeom>
              <a:rect b="b" l="l" r="r" t="t"/>
              <a:pathLst>
                <a:path extrusionOk="0" h="8871" w="11538">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1" name="Google Shape;12891;p83"/>
            <p:cNvSpPr/>
            <p:nvPr/>
          </p:nvSpPr>
          <p:spPr>
            <a:xfrm>
              <a:off x="2114800" y="3635440"/>
              <a:ext cx="11045" cy="37941"/>
            </a:xfrm>
            <a:custGeom>
              <a:rect b="b" l="l" r="r" t="t"/>
              <a:pathLst>
                <a:path extrusionOk="0" h="1192" w="347">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92" name="Google Shape;12892;p83"/>
          <p:cNvGrpSpPr/>
          <p:nvPr/>
        </p:nvGrpSpPr>
        <p:grpSpPr>
          <a:xfrm>
            <a:off x="3653720" y="3447133"/>
            <a:ext cx="369164" cy="323297"/>
            <a:chOff x="3678830" y="3370933"/>
            <a:chExt cx="369164" cy="323297"/>
          </a:xfrm>
        </p:grpSpPr>
        <p:sp>
          <p:nvSpPr>
            <p:cNvPr id="12893" name="Google Shape;12893;p83"/>
            <p:cNvSpPr/>
            <p:nvPr/>
          </p:nvSpPr>
          <p:spPr>
            <a:xfrm>
              <a:off x="3678830" y="3370933"/>
              <a:ext cx="369164" cy="323297"/>
            </a:xfrm>
            <a:custGeom>
              <a:rect b="b" l="l" r="r" t="t"/>
              <a:pathLst>
                <a:path extrusionOk="0" h="10157" w="11598">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4" name="Google Shape;12894;p83"/>
            <p:cNvSpPr/>
            <p:nvPr/>
          </p:nvSpPr>
          <p:spPr>
            <a:xfrm>
              <a:off x="3713716" y="3498253"/>
              <a:ext cx="126206" cy="161092"/>
            </a:xfrm>
            <a:custGeom>
              <a:rect b="b" l="l" r="r" t="t"/>
              <a:pathLst>
                <a:path extrusionOk="0" h="5061" w="3965">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5" name="Google Shape;12895;p83"/>
            <p:cNvSpPr/>
            <p:nvPr/>
          </p:nvSpPr>
          <p:spPr>
            <a:xfrm>
              <a:off x="3863795" y="3498253"/>
              <a:ext cx="149728" cy="34154"/>
            </a:xfrm>
            <a:custGeom>
              <a:rect b="b" l="l" r="r" t="t"/>
              <a:pathLst>
                <a:path extrusionOk="0" h="1073" w="4704">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6" name="Google Shape;12896;p83"/>
            <p:cNvSpPr/>
            <p:nvPr/>
          </p:nvSpPr>
          <p:spPr>
            <a:xfrm>
              <a:off x="3863413" y="3544502"/>
              <a:ext cx="114843" cy="33740"/>
            </a:xfrm>
            <a:custGeom>
              <a:rect b="b" l="l" r="r" t="t"/>
              <a:pathLst>
                <a:path extrusionOk="0" h="1060" w="3608">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7" name="Google Shape;12897;p83"/>
            <p:cNvSpPr/>
            <p:nvPr/>
          </p:nvSpPr>
          <p:spPr>
            <a:xfrm>
              <a:off x="3863795" y="3590719"/>
              <a:ext cx="68625" cy="10663"/>
            </a:xfrm>
            <a:custGeom>
              <a:rect b="b" l="l" r="r" t="t"/>
              <a:pathLst>
                <a:path extrusionOk="0" h="335" w="2156">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8" name="Google Shape;12898;p83"/>
            <p:cNvSpPr/>
            <p:nvPr/>
          </p:nvSpPr>
          <p:spPr>
            <a:xfrm>
              <a:off x="3944897" y="3590719"/>
              <a:ext cx="33358" cy="10663"/>
            </a:xfrm>
            <a:custGeom>
              <a:rect b="b" l="l" r="r" t="t"/>
              <a:pathLst>
                <a:path extrusionOk="0" h="335" w="1048">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9" name="Google Shape;12899;p83"/>
            <p:cNvSpPr/>
            <p:nvPr/>
          </p:nvSpPr>
          <p:spPr>
            <a:xfrm>
              <a:off x="3864176" y="3625223"/>
              <a:ext cx="21995" cy="10631"/>
            </a:xfrm>
            <a:custGeom>
              <a:rect b="b" l="l" r="r" t="t"/>
              <a:pathLst>
                <a:path extrusionOk="0" h="334" w="691">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0" name="Google Shape;12900;p83"/>
            <p:cNvSpPr/>
            <p:nvPr/>
          </p:nvSpPr>
          <p:spPr>
            <a:xfrm>
              <a:off x="3898648" y="3625223"/>
              <a:ext cx="56498" cy="10631"/>
            </a:xfrm>
            <a:custGeom>
              <a:rect b="b" l="l" r="r" t="t"/>
              <a:pathLst>
                <a:path extrusionOk="0" h="334" w="1775">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1" name="Google Shape;12901;p83"/>
            <p:cNvSpPr/>
            <p:nvPr/>
          </p:nvSpPr>
          <p:spPr>
            <a:xfrm>
              <a:off x="3864176" y="3648713"/>
              <a:ext cx="21995" cy="10249"/>
            </a:xfrm>
            <a:custGeom>
              <a:rect b="b" l="l" r="r" t="t"/>
              <a:pathLst>
                <a:path extrusionOk="0" h="322" w="691">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2" name="Google Shape;12902;p83"/>
            <p:cNvSpPr/>
            <p:nvPr/>
          </p:nvSpPr>
          <p:spPr>
            <a:xfrm>
              <a:off x="3898648" y="3648713"/>
              <a:ext cx="56498" cy="10249"/>
            </a:xfrm>
            <a:custGeom>
              <a:rect b="b" l="l" r="r" t="t"/>
              <a:pathLst>
                <a:path extrusionOk="0" h="322" w="1775">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3" name="Google Shape;12903;p83"/>
            <p:cNvSpPr/>
            <p:nvPr/>
          </p:nvSpPr>
          <p:spPr>
            <a:xfrm>
              <a:off x="3858097" y="3452036"/>
              <a:ext cx="11013" cy="10249"/>
            </a:xfrm>
            <a:custGeom>
              <a:rect b="b" l="l" r="r" t="t"/>
              <a:pathLst>
                <a:path extrusionOk="0" h="322" w="346">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04" name="Google Shape;12904;p83"/>
          <p:cNvGrpSpPr/>
          <p:nvPr/>
        </p:nvGrpSpPr>
        <p:grpSpPr>
          <a:xfrm>
            <a:off x="834155" y="3424375"/>
            <a:ext cx="312316" cy="368400"/>
            <a:chOff x="859265" y="3348175"/>
            <a:chExt cx="312316" cy="368400"/>
          </a:xfrm>
        </p:grpSpPr>
        <p:sp>
          <p:nvSpPr>
            <p:cNvPr id="12905" name="Google Shape;12905;p83"/>
            <p:cNvSpPr/>
            <p:nvPr/>
          </p:nvSpPr>
          <p:spPr>
            <a:xfrm>
              <a:off x="968792" y="3507102"/>
              <a:ext cx="92498" cy="30589"/>
            </a:xfrm>
            <a:custGeom>
              <a:rect b="b" l="l" r="r" t="t"/>
              <a:pathLst>
                <a:path extrusionOk="0" h="961" w="2906">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6" name="Google Shape;12906;p83"/>
            <p:cNvSpPr/>
            <p:nvPr/>
          </p:nvSpPr>
          <p:spPr>
            <a:xfrm>
              <a:off x="911562" y="3458466"/>
              <a:ext cx="206577" cy="258109"/>
            </a:xfrm>
            <a:custGeom>
              <a:rect b="b" l="l" r="r" t="t"/>
              <a:pathLst>
                <a:path extrusionOk="0" h="8109" w="649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7" name="Google Shape;12907;p83"/>
            <p:cNvSpPr/>
            <p:nvPr/>
          </p:nvSpPr>
          <p:spPr>
            <a:xfrm>
              <a:off x="946034" y="3694580"/>
              <a:ext cx="10663" cy="21613"/>
            </a:xfrm>
            <a:custGeom>
              <a:rect b="b" l="l" r="r" t="t"/>
              <a:pathLst>
                <a:path extrusionOk="0" h="679" w="335">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8" name="Google Shape;12908;p83"/>
            <p:cNvSpPr/>
            <p:nvPr/>
          </p:nvSpPr>
          <p:spPr>
            <a:xfrm>
              <a:off x="1073004" y="3694580"/>
              <a:ext cx="10631" cy="21613"/>
            </a:xfrm>
            <a:custGeom>
              <a:rect b="b" l="l" r="r" t="t"/>
              <a:pathLst>
                <a:path extrusionOk="0" h="679" w="334">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9" name="Google Shape;12909;p83"/>
            <p:cNvSpPr/>
            <p:nvPr/>
          </p:nvSpPr>
          <p:spPr>
            <a:xfrm>
              <a:off x="859265" y="3348175"/>
              <a:ext cx="312316" cy="293759"/>
            </a:xfrm>
            <a:custGeom>
              <a:rect b="b" l="l" r="r" t="t"/>
              <a:pathLst>
                <a:path extrusionOk="0" h="9229" w="9812">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910" name="Google Shape;12910;p83"/>
          <p:cNvSpPr/>
          <p:nvPr/>
        </p:nvSpPr>
        <p:spPr>
          <a:xfrm>
            <a:off x="2231811" y="3454327"/>
            <a:ext cx="372188" cy="309260"/>
          </a:xfrm>
          <a:custGeom>
            <a:rect b="b" l="l" r="r" t="t"/>
            <a:pathLst>
              <a:path extrusionOk="0" h="9716" w="11693">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11" name="Google Shape;12911;p83"/>
          <p:cNvGrpSpPr/>
          <p:nvPr/>
        </p:nvGrpSpPr>
        <p:grpSpPr>
          <a:xfrm>
            <a:off x="2741264" y="3437213"/>
            <a:ext cx="330110" cy="308908"/>
            <a:chOff x="2766264" y="3394042"/>
            <a:chExt cx="294873" cy="275934"/>
          </a:xfrm>
        </p:grpSpPr>
        <p:sp>
          <p:nvSpPr>
            <p:cNvPr id="12912" name="Google Shape;12912;p83"/>
            <p:cNvSpPr/>
            <p:nvPr/>
          </p:nvSpPr>
          <p:spPr>
            <a:xfrm>
              <a:off x="2766264" y="3394042"/>
              <a:ext cx="253176" cy="275934"/>
            </a:xfrm>
            <a:custGeom>
              <a:rect b="b" l="l" r="r" t="t"/>
              <a:pathLst>
                <a:path extrusionOk="0" h="8669" w="7954">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3" name="Google Shape;12913;p83"/>
            <p:cNvSpPr/>
            <p:nvPr/>
          </p:nvSpPr>
          <p:spPr>
            <a:xfrm>
              <a:off x="3039143" y="3528205"/>
              <a:ext cx="21995" cy="8753"/>
            </a:xfrm>
            <a:custGeom>
              <a:rect b="b" l="l" r="r" t="t"/>
              <a:pathLst>
                <a:path extrusionOk="0" h="275" w="691">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4" name="Google Shape;12914;p83"/>
            <p:cNvSpPr/>
            <p:nvPr/>
          </p:nvSpPr>
          <p:spPr>
            <a:xfrm>
              <a:off x="3019408" y="3475622"/>
              <a:ext cx="20499" cy="18875"/>
            </a:xfrm>
            <a:custGeom>
              <a:rect b="b" l="l" r="r" t="t"/>
              <a:pathLst>
                <a:path extrusionOk="0" h="593" w="644">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5" name="Google Shape;12915;p83"/>
            <p:cNvSpPr/>
            <p:nvPr/>
          </p:nvSpPr>
          <p:spPr>
            <a:xfrm>
              <a:off x="3020554" y="3570348"/>
              <a:ext cx="19353" cy="18621"/>
            </a:xfrm>
            <a:custGeom>
              <a:rect b="b" l="l" r="r" t="t"/>
              <a:pathLst>
                <a:path extrusionOk="0" h="585" w="608">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16" name="Google Shape;12916;p83"/>
          <p:cNvGrpSpPr/>
          <p:nvPr/>
        </p:nvGrpSpPr>
        <p:grpSpPr>
          <a:xfrm>
            <a:off x="3189862" y="3435388"/>
            <a:ext cx="346406" cy="347552"/>
            <a:chOff x="3214972" y="3359188"/>
            <a:chExt cx="346406" cy="347552"/>
          </a:xfrm>
        </p:grpSpPr>
        <p:sp>
          <p:nvSpPr>
            <p:cNvPr id="12917" name="Google Shape;12917;p83"/>
            <p:cNvSpPr/>
            <p:nvPr/>
          </p:nvSpPr>
          <p:spPr>
            <a:xfrm>
              <a:off x="3301772" y="3386084"/>
              <a:ext cx="71649" cy="11395"/>
            </a:xfrm>
            <a:custGeom>
              <a:rect b="b" l="l" r="r" t="t"/>
              <a:pathLst>
                <a:path extrusionOk="0" h="358" w="2251">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8" name="Google Shape;12918;p83"/>
            <p:cNvSpPr/>
            <p:nvPr/>
          </p:nvSpPr>
          <p:spPr>
            <a:xfrm>
              <a:off x="3301772" y="3410339"/>
              <a:ext cx="131904" cy="11395"/>
            </a:xfrm>
            <a:custGeom>
              <a:rect b="b" l="l" r="r" t="t"/>
              <a:pathLst>
                <a:path extrusionOk="0" h="358" w="4144">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9" name="Google Shape;12919;p83"/>
            <p:cNvSpPr/>
            <p:nvPr/>
          </p:nvSpPr>
          <p:spPr>
            <a:xfrm>
              <a:off x="3301772" y="3484980"/>
              <a:ext cx="71649" cy="11427"/>
            </a:xfrm>
            <a:custGeom>
              <a:rect b="b" l="l" r="r" t="t"/>
              <a:pathLst>
                <a:path extrusionOk="0" h="359" w="2251">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0" name="Google Shape;12920;p83"/>
            <p:cNvSpPr/>
            <p:nvPr/>
          </p:nvSpPr>
          <p:spPr>
            <a:xfrm>
              <a:off x="3301772" y="3509234"/>
              <a:ext cx="130758" cy="11427"/>
            </a:xfrm>
            <a:custGeom>
              <a:rect b="b" l="l" r="r" t="t"/>
              <a:pathLst>
                <a:path extrusionOk="0" h="359" w="4108">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1" name="Google Shape;12921;p83"/>
            <p:cNvSpPr/>
            <p:nvPr/>
          </p:nvSpPr>
          <p:spPr>
            <a:xfrm>
              <a:off x="3301772" y="3584671"/>
              <a:ext cx="71649" cy="11395"/>
            </a:xfrm>
            <a:custGeom>
              <a:rect b="b" l="l" r="r" t="t"/>
              <a:pathLst>
                <a:path extrusionOk="0" h="358" w="2251">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2" name="Google Shape;12922;p83"/>
            <p:cNvSpPr/>
            <p:nvPr/>
          </p:nvSpPr>
          <p:spPr>
            <a:xfrm>
              <a:off x="3301772" y="3609308"/>
              <a:ext cx="129994" cy="11395"/>
            </a:xfrm>
            <a:custGeom>
              <a:rect b="b" l="l" r="r" t="t"/>
              <a:pathLst>
                <a:path extrusionOk="0" h="358" w="4084">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3" name="Google Shape;12923;p83"/>
            <p:cNvSpPr/>
            <p:nvPr/>
          </p:nvSpPr>
          <p:spPr>
            <a:xfrm>
              <a:off x="3214972" y="3458466"/>
              <a:ext cx="346406" cy="248274"/>
            </a:xfrm>
            <a:custGeom>
              <a:rect b="b" l="l" r="r" t="t"/>
              <a:pathLst>
                <a:path extrusionOk="0" h="7800" w="10883">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4" name="Google Shape;12924;p83"/>
            <p:cNvSpPr/>
            <p:nvPr/>
          </p:nvSpPr>
          <p:spPr>
            <a:xfrm>
              <a:off x="3238462" y="3380005"/>
              <a:ext cx="49305" cy="47427"/>
            </a:xfrm>
            <a:custGeom>
              <a:rect b="b" l="l" r="r" t="t"/>
              <a:pathLst>
                <a:path extrusionOk="0" h="1490" w="1549">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5" name="Google Shape;12925;p83"/>
            <p:cNvSpPr/>
            <p:nvPr/>
          </p:nvSpPr>
          <p:spPr>
            <a:xfrm>
              <a:off x="3251353" y="3380482"/>
              <a:ext cx="43607" cy="34058"/>
            </a:xfrm>
            <a:custGeom>
              <a:rect b="b" l="l" r="r" t="t"/>
              <a:pathLst>
                <a:path extrusionOk="0" h="1070" w="137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6" name="Google Shape;12926;p83"/>
            <p:cNvSpPr/>
            <p:nvPr/>
          </p:nvSpPr>
          <p:spPr>
            <a:xfrm>
              <a:off x="3238462" y="3479314"/>
              <a:ext cx="49305" cy="47395"/>
            </a:xfrm>
            <a:custGeom>
              <a:rect b="b" l="l" r="r" t="t"/>
              <a:pathLst>
                <a:path extrusionOk="0" h="1489" w="1549">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7" name="Google Shape;12927;p83"/>
            <p:cNvSpPr/>
            <p:nvPr/>
          </p:nvSpPr>
          <p:spPr>
            <a:xfrm>
              <a:off x="3251353" y="3479792"/>
              <a:ext cx="43607" cy="34408"/>
            </a:xfrm>
            <a:custGeom>
              <a:rect b="b" l="l" r="r" t="t"/>
              <a:pathLst>
                <a:path extrusionOk="0" h="1081" w="137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8" name="Google Shape;12928;p83"/>
            <p:cNvSpPr/>
            <p:nvPr/>
          </p:nvSpPr>
          <p:spPr>
            <a:xfrm>
              <a:off x="3238462" y="3578210"/>
              <a:ext cx="49305" cy="47809"/>
            </a:xfrm>
            <a:custGeom>
              <a:rect b="b" l="l" r="r" t="t"/>
              <a:pathLst>
                <a:path extrusionOk="0" h="1502" w="1549">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9" name="Google Shape;12929;p83"/>
            <p:cNvSpPr/>
            <p:nvPr/>
          </p:nvSpPr>
          <p:spPr>
            <a:xfrm>
              <a:off x="3251353" y="3579133"/>
              <a:ext cx="42843" cy="34376"/>
            </a:xfrm>
            <a:custGeom>
              <a:rect b="b" l="l" r="r" t="t"/>
              <a:pathLst>
                <a:path extrusionOk="0" h="1080" w="1346">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0" name="Google Shape;12930;p83"/>
            <p:cNvSpPr/>
            <p:nvPr/>
          </p:nvSpPr>
          <p:spPr>
            <a:xfrm>
              <a:off x="3215736" y="3359188"/>
              <a:ext cx="253558" cy="89442"/>
            </a:xfrm>
            <a:custGeom>
              <a:rect b="b" l="l" r="r" t="t"/>
              <a:pathLst>
                <a:path extrusionOk="0" h="2810" w="7966">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31" name="Google Shape;12931;p83"/>
          <p:cNvGrpSpPr/>
          <p:nvPr/>
        </p:nvGrpSpPr>
        <p:grpSpPr>
          <a:xfrm>
            <a:off x="4604196" y="3485393"/>
            <a:ext cx="367255" cy="244486"/>
            <a:chOff x="4629306" y="3409193"/>
            <a:chExt cx="367255" cy="244486"/>
          </a:xfrm>
        </p:grpSpPr>
        <p:sp>
          <p:nvSpPr>
            <p:cNvPr id="12932" name="Google Shape;12932;p83"/>
            <p:cNvSpPr/>
            <p:nvPr/>
          </p:nvSpPr>
          <p:spPr>
            <a:xfrm>
              <a:off x="4629306" y="3409193"/>
              <a:ext cx="367255" cy="244486"/>
            </a:xfrm>
            <a:custGeom>
              <a:rect b="b" l="l" r="r" t="t"/>
              <a:pathLst>
                <a:path extrusionOk="0" h="7681" w="11538">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3" name="Google Shape;12933;p83"/>
            <p:cNvSpPr/>
            <p:nvPr/>
          </p:nvSpPr>
          <p:spPr>
            <a:xfrm>
              <a:off x="4665688" y="3433447"/>
              <a:ext cx="294109" cy="195595"/>
            </a:xfrm>
            <a:custGeom>
              <a:rect b="b" l="l" r="r" t="t"/>
              <a:pathLst>
                <a:path extrusionOk="0" h="6145" w="924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4" name="Google Shape;12934;p83"/>
            <p:cNvSpPr/>
            <p:nvPr/>
          </p:nvSpPr>
          <p:spPr>
            <a:xfrm>
              <a:off x="4647895" y="3519866"/>
              <a:ext cx="11395" cy="23522"/>
            </a:xfrm>
            <a:custGeom>
              <a:rect b="b" l="l" r="r" t="t"/>
              <a:pathLst>
                <a:path extrusionOk="0" h="739" w="358">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5" name="Google Shape;12935;p83"/>
            <p:cNvSpPr/>
            <p:nvPr/>
          </p:nvSpPr>
          <p:spPr>
            <a:xfrm>
              <a:off x="4966609" y="3513404"/>
              <a:ext cx="11395" cy="36063"/>
            </a:xfrm>
            <a:custGeom>
              <a:rect b="b" l="l" r="r" t="t"/>
              <a:pathLst>
                <a:path extrusionOk="0" h="1133" w="358">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6" name="Google Shape;12936;p83"/>
            <p:cNvSpPr/>
            <p:nvPr/>
          </p:nvSpPr>
          <p:spPr>
            <a:xfrm>
              <a:off x="4966609" y="3433447"/>
              <a:ext cx="11777" cy="11395"/>
            </a:xfrm>
            <a:custGeom>
              <a:rect b="b" l="l" r="r" t="t"/>
              <a:pathLst>
                <a:path extrusionOk="0" h="358" w="37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7" name="Google Shape;12937;p83"/>
            <p:cNvSpPr/>
            <p:nvPr/>
          </p:nvSpPr>
          <p:spPr>
            <a:xfrm>
              <a:off x="4647895" y="3488799"/>
              <a:ext cx="11395" cy="17825"/>
            </a:xfrm>
            <a:custGeom>
              <a:rect b="b" l="l" r="r" t="t"/>
              <a:pathLst>
                <a:path extrusionOk="0" h="560" w="358">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8" name="Google Shape;12938;p83"/>
            <p:cNvSpPr/>
            <p:nvPr/>
          </p:nvSpPr>
          <p:spPr>
            <a:xfrm>
              <a:off x="4647895" y="3556247"/>
              <a:ext cx="11395" cy="17475"/>
            </a:xfrm>
            <a:custGeom>
              <a:rect b="b" l="l" r="r" t="t"/>
              <a:pathLst>
                <a:path extrusionOk="0" h="549" w="358">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9" name="Google Shape;12939;p83"/>
            <p:cNvSpPr/>
            <p:nvPr/>
          </p:nvSpPr>
          <p:spPr>
            <a:xfrm>
              <a:off x="4690324" y="3574804"/>
              <a:ext cx="244486" cy="36032"/>
            </a:xfrm>
            <a:custGeom>
              <a:rect b="b" l="l" r="r" t="t"/>
              <a:pathLst>
                <a:path extrusionOk="0" h="1132" w="7681">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0" name="Google Shape;12940;p83"/>
            <p:cNvSpPr/>
            <p:nvPr/>
          </p:nvSpPr>
          <p:spPr>
            <a:xfrm>
              <a:off x="4788870" y="3486635"/>
              <a:ext cx="53092" cy="52965"/>
            </a:xfrm>
            <a:custGeom>
              <a:rect b="b" l="l" r="r" t="t"/>
              <a:pathLst>
                <a:path extrusionOk="0" h="1664" w="1668">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1" name="Google Shape;12941;p83"/>
            <p:cNvSpPr/>
            <p:nvPr/>
          </p:nvSpPr>
          <p:spPr>
            <a:xfrm>
              <a:off x="4745645" y="3458084"/>
              <a:ext cx="134195" cy="109941"/>
            </a:xfrm>
            <a:custGeom>
              <a:rect b="b" l="l" r="r" t="t"/>
              <a:pathLst>
                <a:path extrusionOk="0" h="3454" w="4216">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42" name="Google Shape;12942;p83"/>
          <p:cNvGrpSpPr/>
          <p:nvPr/>
        </p:nvGrpSpPr>
        <p:grpSpPr>
          <a:xfrm>
            <a:off x="4168380" y="3426284"/>
            <a:ext cx="289939" cy="334661"/>
            <a:chOff x="4193490" y="3350084"/>
            <a:chExt cx="289939" cy="334661"/>
          </a:xfrm>
        </p:grpSpPr>
        <p:sp>
          <p:nvSpPr>
            <p:cNvPr id="12943" name="Google Shape;12943;p83"/>
            <p:cNvSpPr/>
            <p:nvPr/>
          </p:nvSpPr>
          <p:spPr>
            <a:xfrm>
              <a:off x="4193490" y="3350084"/>
              <a:ext cx="246364" cy="150110"/>
            </a:xfrm>
            <a:custGeom>
              <a:rect b="b" l="l" r="r" t="t"/>
              <a:pathLst>
                <a:path extrusionOk="0" h="4716" w="774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4" name="Google Shape;12944;p83"/>
            <p:cNvSpPr/>
            <p:nvPr/>
          </p:nvSpPr>
          <p:spPr>
            <a:xfrm>
              <a:off x="4193872" y="3405023"/>
              <a:ext cx="9517" cy="44753"/>
            </a:xfrm>
            <a:custGeom>
              <a:rect b="b" l="l" r="r" t="t"/>
              <a:pathLst>
                <a:path extrusionOk="0" h="1406" w="299">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5" name="Google Shape;12945;p83"/>
            <p:cNvSpPr/>
            <p:nvPr/>
          </p:nvSpPr>
          <p:spPr>
            <a:xfrm>
              <a:off x="4275356" y="3444460"/>
              <a:ext cx="128116" cy="9485"/>
            </a:xfrm>
            <a:custGeom>
              <a:rect b="b" l="l" r="r" t="t"/>
              <a:pathLst>
                <a:path extrusionOk="0" h="298" w="4025">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6" name="Google Shape;12946;p83"/>
            <p:cNvSpPr/>
            <p:nvPr/>
          </p:nvSpPr>
          <p:spPr>
            <a:xfrm>
              <a:off x="4275356" y="3463781"/>
              <a:ext cx="128116" cy="9485"/>
            </a:xfrm>
            <a:custGeom>
              <a:rect b="b" l="l" r="r" t="t"/>
              <a:pathLst>
                <a:path extrusionOk="0" h="298" w="4025">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7" name="Google Shape;12947;p83"/>
            <p:cNvSpPr/>
            <p:nvPr/>
          </p:nvSpPr>
          <p:spPr>
            <a:xfrm>
              <a:off x="4223442" y="3439527"/>
              <a:ext cx="38673" cy="38673"/>
            </a:xfrm>
            <a:custGeom>
              <a:rect b="b" l="l" r="r" t="t"/>
              <a:pathLst>
                <a:path extrusionOk="0" h="1215" w="1215">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8" name="Google Shape;12948;p83"/>
            <p:cNvSpPr/>
            <p:nvPr/>
          </p:nvSpPr>
          <p:spPr>
            <a:xfrm>
              <a:off x="4275356" y="3525913"/>
              <a:ext cx="128116" cy="9517"/>
            </a:xfrm>
            <a:custGeom>
              <a:rect b="b" l="l" r="r" t="t"/>
              <a:pathLst>
                <a:path extrusionOk="0" h="299" w="4025">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9" name="Google Shape;12949;p83"/>
            <p:cNvSpPr/>
            <p:nvPr/>
          </p:nvSpPr>
          <p:spPr>
            <a:xfrm>
              <a:off x="4275356" y="3544884"/>
              <a:ext cx="128116" cy="9485"/>
            </a:xfrm>
            <a:custGeom>
              <a:rect b="b" l="l" r="r" t="t"/>
              <a:pathLst>
                <a:path extrusionOk="0" h="298" w="4025">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0" name="Google Shape;12950;p83"/>
            <p:cNvSpPr/>
            <p:nvPr/>
          </p:nvSpPr>
          <p:spPr>
            <a:xfrm>
              <a:off x="4223442" y="3521011"/>
              <a:ext cx="38673" cy="38673"/>
            </a:xfrm>
            <a:custGeom>
              <a:rect b="b" l="l" r="r" t="t"/>
              <a:pathLst>
                <a:path extrusionOk="0" h="1215" w="1215">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1" name="Google Shape;12951;p83"/>
            <p:cNvSpPr/>
            <p:nvPr/>
          </p:nvSpPr>
          <p:spPr>
            <a:xfrm>
              <a:off x="4223442" y="3602464"/>
              <a:ext cx="38673" cy="38705"/>
            </a:xfrm>
            <a:custGeom>
              <a:rect b="b" l="l" r="r" t="t"/>
              <a:pathLst>
                <a:path extrusionOk="0" h="1216" w="1215">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2" name="Google Shape;12952;p83"/>
            <p:cNvSpPr/>
            <p:nvPr/>
          </p:nvSpPr>
          <p:spPr>
            <a:xfrm>
              <a:off x="4193872" y="3460375"/>
              <a:ext cx="289558" cy="224370"/>
            </a:xfrm>
            <a:custGeom>
              <a:rect b="b" l="l" r="r" t="t"/>
              <a:pathLst>
                <a:path extrusionOk="0" h="7049" w="9097">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53" name="Google Shape;12953;p83"/>
          <p:cNvGrpSpPr/>
          <p:nvPr/>
        </p:nvGrpSpPr>
        <p:grpSpPr>
          <a:xfrm>
            <a:off x="6508171" y="3427430"/>
            <a:ext cx="357037" cy="357005"/>
            <a:chOff x="6533281" y="3351230"/>
            <a:chExt cx="357037" cy="357005"/>
          </a:xfrm>
        </p:grpSpPr>
        <p:sp>
          <p:nvSpPr>
            <p:cNvPr id="12954" name="Google Shape;12954;p83"/>
            <p:cNvSpPr/>
            <p:nvPr/>
          </p:nvSpPr>
          <p:spPr>
            <a:xfrm>
              <a:off x="6533281" y="3351230"/>
              <a:ext cx="357037" cy="357005"/>
            </a:xfrm>
            <a:custGeom>
              <a:rect b="b" l="l" r="r" t="t"/>
              <a:pathLst>
                <a:path extrusionOk="0" h="11216" w="11217">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5" name="Google Shape;12955;p83"/>
            <p:cNvSpPr/>
            <p:nvPr/>
          </p:nvSpPr>
          <p:spPr>
            <a:xfrm>
              <a:off x="6570427" y="3388344"/>
              <a:ext cx="282364" cy="282396"/>
            </a:xfrm>
            <a:custGeom>
              <a:rect b="b" l="l" r="r" t="t"/>
              <a:pathLst>
                <a:path extrusionOk="0" h="8872" w="8871">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6" name="Google Shape;12956;p83"/>
            <p:cNvSpPr/>
            <p:nvPr/>
          </p:nvSpPr>
          <p:spPr>
            <a:xfrm>
              <a:off x="6676166" y="3494083"/>
              <a:ext cx="71267" cy="71299"/>
            </a:xfrm>
            <a:custGeom>
              <a:rect b="b" l="l" r="r" t="t"/>
              <a:pathLst>
                <a:path extrusionOk="0" h="2240" w="2239">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57" name="Google Shape;12957;p83"/>
          <p:cNvGrpSpPr/>
          <p:nvPr/>
        </p:nvGrpSpPr>
        <p:grpSpPr>
          <a:xfrm>
            <a:off x="6033331" y="3427430"/>
            <a:ext cx="357387" cy="357005"/>
            <a:chOff x="6058441" y="3351230"/>
            <a:chExt cx="357387" cy="357005"/>
          </a:xfrm>
        </p:grpSpPr>
        <p:sp>
          <p:nvSpPr>
            <p:cNvPr id="12958" name="Google Shape;12958;p83"/>
            <p:cNvSpPr/>
            <p:nvPr/>
          </p:nvSpPr>
          <p:spPr>
            <a:xfrm>
              <a:off x="6058441" y="3351230"/>
              <a:ext cx="357387" cy="357005"/>
            </a:xfrm>
            <a:custGeom>
              <a:rect b="b" l="l" r="r" t="t"/>
              <a:pathLst>
                <a:path extrusionOk="0" h="11216" w="11228">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9" name="Google Shape;12959;p83"/>
            <p:cNvSpPr/>
            <p:nvPr/>
          </p:nvSpPr>
          <p:spPr>
            <a:xfrm>
              <a:off x="6111120" y="3403527"/>
              <a:ext cx="252030" cy="252030"/>
            </a:xfrm>
            <a:custGeom>
              <a:rect b="b" l="l" r="r" t="t"/>
              <a:pathLst>
                <a:path extrusionOk="0" h="7918" w="7918">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60" name="Google Shape;12960;p83"/>
          <p:cNvGrpSpPr/>
          <p:nvPr/>
        </p:nvGrpSpPr>
        <p:grpSpPr>
          <a:xfrm>
            <a:off x="7932373" y="3427048"/>
            <a:ext cx="357387" cy="357387"/>
            <a:chOff x="7957483" y="3350848"/>
            <a:chExt cx="357387" cy="357387"/>
          </a:xfrm>
        </p:grpSpPr>
        <p:sp>
          <p:nvSpPr>
            <p:cNvPr id="12961" name="Google Shape;12961;p83"/>
            <p:cNvSpPr/>
            <p:nvPr/>
          </p:nvSpPr>
          <p:spPr>
            <a:xfrm>
              <a:off x="8025312" y="3410721"/>
              <a:ext cx="71649" cy="71267"/>
            </a:xfrm>
            <a:custGeom>
              <a:rect b="b" l="l" r="r" t="t"/>
              <a:pathLst>
                <a:path extrusionOk="0" h="2239" w="2251">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2" name="Google Shape;12962;p83"/>
            <p:cNvSpPr/>
            <p:nvPr/>
          </p:nvSpPr>
          <p:spPr>
            <a:xfrm>
              <a:off x="8191306" y="3380768"/>
              <a:ext cx="70917" cy="71299"/>
            </a:xfrm>
            <a:custGeom>
              <a:rect b="b" l="l" r="r" t="t"/>
              <a:pathLst>
                <a:path extrusionOk="0" h="2240" w="2228">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3" name="Google Shape;12963;p83"/>
            <p:cNvSpPr/>
            <p:nvPr/>
          </p:nvSpPr>
          <p:spPr>
            <a:xfrm>
              <a:off x="7957483" y="3350848"/>
              <a:ext cx="357387" cy="357387"/>
            </a:xfrm>
            <a:custGeom>
              <a:rect b="b" l="l" r="r" t="t"/>
              <a:pathLst>
                <a:path extrusionOk="0" h="11228" w="11228">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64" name="Google Shape;12964;p83"/>
          <p:cNvGrpSpPr/>
          <p:nvPr/>
        </p:nvGrpSpPr>
        <p:grpSpPr>
          <a:xfrm>
            <a:off x="6982661" y="3427430"/>
            <a:ext cx="357387" cy="357005"/>
            <a:chOff x="7007771" y="3351230"/>
            <a:chExt cx="357387" cy="357005"/>
          </a:xfrm>
        </p:grpSpPr>
        <p:sp>
          <p:nvSpPr>
            <p:cNvPr id="12965" name="Google Shape;12965;p83"/>
            <p:cNvSpPr/>
            <p:nvPr/>
          </p:nvSpPr>
          <p:spPr>
            <a:xfrm>
              <a:off x="7007771" y="3351230"/>
              <a:ext cx="357387" cy="357005"/>
            </a:xfrm>
            <a:custGeom>
              <a:rect b="b" l="l" r="r" t="t"/>
              <a:pathLst>
                <a:path extrusionOk="0" h="11216" w="11228">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6" name="Google Shape;12966;p83"/>
            <p:cNvSpPr/>
            <p:nvPr/>
          </p:nvSpPr>
          <p:spPr>
            <a:xfrm>
              <a:off x="7060450" y="3456206"/>
              <a:ext cx="80371" cy="124710"/>
            </a:xfrm>
            <a:custGeom>
              <a:rect b="b" l="l" r="r" t="t"/>
              <a:pathLst>
                <a:path extrusionOk="0" h="3918" w="2525">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7" name="Google Shape;12967;p83"/>
            <p:cNvSpPr/>
            <p:nvPr/>
          </p:nvSpPr>
          <p:spPr>
            <a:xfrm>
              <a:off x="7203303" y="3456206"/>
              <a:ext cx="80753" cy="124710"/>
            </a:xfrm>
            <a:custGeom>
              <a:rect b="b" l="l" r="r" t="t"/>
              <a:pathLst>
                <a:path extrusionOk="0" h="3918" w="2537">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8" name="Google Shape;12968;p83"/>
            <p:cNvSpPr/>
            <p:nvPr/>
          </p:nvSpPr>
          <p:spPr>
            <a:xfrm>
              <a:off x="7151388" y="3478518"/>
              <a:ext cx="33772" cy="102015"/>
            </a:xfrm>
            <a:custGeom>
              <a:rect b="b" l="l" r="r" t="t"/>
              <a:pathLst>
                <a:path extrusionOk="0" h="3205" w="1061">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9" name="Google Shape;12969;p83"/>
            <p:cNvSpPr/>
            <p:nvPr/>
          </p:nvSpPr>
          <p:spPr>
            <a:xfrm>
              <a:off x="7293891" y="3508884"/>
              <a:ext cx="41729" cy="41697"/>
            </a:xfrm>
            <a:custGeom>
              <a:rect b="b" l="l" r="r" t="t"/>
              <a:pathLst>
                <a:path extrusionOk="0" h="1310" w="1311">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70" name="Google Shape;12970;p83"/>
          <p:cNvGrpSpPr/>
          <p:nvPr/>
        </p:nvGrpSpPr>
        <p:grpSpPr>
          <a:xfrm>
            <a:off x="5083620" y="3427430"/>
            <a:ext cx="357005" cy="357005"/>
            <a:chOff x="5108729" y="3351230"/>
            <a:chExt cx="357005" cy="357005"/>
          </a:xfrm>
        </p:grpSpPr>
        <p:sp>
          <p:nvSpPr>
            <p:cNvPr id="12971" name="Google Shape;12971;p83"/>
            <p:cNvSpPr/>
            <p:nvPr/>
          </p:nvSpPr>
          <p:spPr>
            <a:xfrm>
              <a:off x="5108729" y="3351230"/>
              <a:ext cx="357005" cy="357005"/>
            </a:xfrm>
            <a:custGeom>
              <a:rect b="b" l="l" r="r" t="t"/>
              <a:pathLst>
                <a:path extrusionOk="0" h="11216" w="11216">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2" name="Google Shape;12972;p83"/>
            <p:cNvSpPr/>
            <p:nvPr/>
          </p:nvSpPr>
          <p:spPr>
            <a:xfrm>
              <a:off x="5163668" y="3402381"/>
              <a:ext cx="244104" cy="233473"/>
            </a:xfrm>
            <a:custGeom>
              <a:rect b="b" l="l" r="r" t="t"/>
              <a:pathLst>
                <a:path extrusionOk="0" h="7335" w="7669">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73" name="Google Shape;12973;p83"/>
          <p:cNvGrpSpPr/>
          <p:nvPr/>
        </p:nvGrpSpPr>
        <p:grpSpPr>
          <a:xfrm>
            <a:off x="5558459" y="3427430"/>
            <a:ext cx="357419" cy="357005"/>
            <a:chOff x="5583569" y="3351230"/>
            <a:chExt cx="357419" cy="357005"/>
          </a:xfrm>
        </p:grpSpPr>
        <p:sp>
          <p:nvSpPr>
            <p:cNvPr id="12974" name="Google Shape;12974;p83"/>
            <p:cNvSpPr/>
            <p:nvPr/>
          </p:nvSpPr>
          <p:spPr>
            <a:xfrm>
              <a:off x="5583569" y="3351230"/>
              <a:ext cx="357419" cy="357005"/>
            </a:xfrm>
            <a:custGeom>
              <a:rect b="b" l="l" r="r" t="t"/>
              <a:pathLst>
                <a:path extrusionOk="0" h="11216" w="11229">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5" name="Google Shape;12975;p83"/>
            <p:cNvSpPr/>
            <p:nvPr/>
          </p:nvSpPr>
          <p:spPr>
            <a:xfrm>
              <a:off x="5658625" y="3403527"/>
              <a:ext cx="172073" cy="243690"/>
            </a:xfrm>
            <a:custGeom>
              <a:rect b="b" l="l" r="r" t="t"/>
              <a:pathLst>
                <a:path extrusionOk="0" h="7656" w="5406">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76" name="Google Shape;12976;p83"/>
          <p:cNvGrpSpPr/>
          <p:nvPr/>
        </p:nvGrpSpPr>
        <p:grpSpPr>
          <a:xfrm>
            <a:off x="7457119" y="3427430"/>
            <a:ext cx="357419" cy="357005"/>
            <a:chOff x="7482229" y="3351230"/>
            <a:chExt cx="357419" cy="357005"/>
          </a:xfrm>
        </p:grpSpPr>
        <p:sp>
          <p:nvSpPr>
            <p:cNvPr id="12977" name="Google Shape;12977;p83"/>
            <p:cNvSpPr/>
            <p:nvPr/>
          </p:nvSpPr>
          <p:spPr>
            <a:xfrm>
              <a:off x="7482229" y="3351230"/>
              <a:ext cx="357419" cy="357005"/>
            </a:xfrm>
            <a:custGeom>
              <a:rect b="b" l="l" r="r" t="t"/>
              <a:pathLst>
                <a:path extrusionOk="0" h="11216" w="11229">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8" name="Google Shape;12978;p83"/>
            <p:cNvSpPr/>
            <p:nvPr/>
          </p:nvSpPr>
          <p:spPr>
            <a:xfrm>
              <a:off x="7592138" y="3605616"/>
              <a:ext cx="137983" cy="32530"/>
            </a:xfrm>
            <a:custGeom>
              <a:rect b="b" l="l" r="r" t="t"/>
              <a:pathLst>
                <a:path extrusionOk="0" h="1022" w="4335">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9" name="Google Shape;12979;p83"/>
            <p:cNvSpPr/>
            <p:nvPr/>
          </p:nvSpPr>
          <p:spPr>
            <a:xfrm>
              <a:off x="7513709" y="3387962"/>
              <a:ext cx="295987" cy="282014"/>
            </a:xfrm>
            <a:custGeom>
              <a:rect b="b" l="l" r="r" t="t"/>
              <a:pathLst>
                <a:path extrusionOk="0" h="8860" w="9299">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0" name="Google Shape;12980;p83"/>
            <p:cNvSpPr/>
            <p:nvPr/>
          </p:nvSpPr>
          <p:spPr>
            <a:xfrm>
              <a:off x="7580393" y="3516460"/>
              <a:ext cx="56880" cy="56880"/>
            </a:xfrm>
            <a:custGeom>
              <a:rect b="b" l="l" r="r" t="t"/>
              <a:pathLst>
                <a:path extrusionOk="0" h="1787" w="1787">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1" name="Google Shape;12981;p83"/>
            <p:cNvSpPr/>
            <p:nvPr/>
          </p:nvSpPr>
          <p:spPr>
            <a:xfrm>
              <a:off x="7685750" y="3516460"/>
              <a:ext cx="56880" cy="56880"/>
            </a:xfrm>
            <a:custGeom>
              <a:rect b="b" l="l" r="r" t="t"/>
              <a:pathLst>
                <a:path extrusionOk="0" h="1787" w="1787">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82" name="Google Shape;12982;p83"/>
          <p:cNvGrpSpPr/>
          <p:nvPr/>
        </p:nvGrpSpPr>
        <p:grpSpPr>
          <a:xfrm>
            <a:off x="3739375" y="2966882"/>
            <a:ext cx="222874" cy="345737"/>
            <a:chOff x="3764485" y="2890682"/>
            <a:chExt cx="222874" cy="345737"/>
          </a:xfrm>
        </p:grpSpPr>
        <p:sp>
          <p:nvSpPr>
            <p:cNvPr id="12983" name="Google Shape;12983;p83"/>
            <p:cNvSpPr/>
            <p:nvPr/>
          </p:nvSpPr>
          <p:spPr>
            <a:xfrm>
              <a:off x="3764485" y="2890682"/>
              <a:ext cx="222874" cy="345737"/>
            </a:xfrm>
            <a:custGeom>
              <a:rect b="b" l="l" r="r" t="t"/>
              <a:pathLst>
                <a:path extrusionOk="0" h="10862" w="7002">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4" name="Google Shape;12984;p83"/>
            <p:cNvSpPr/>
            <p:nvPr/>
          </p:nvSpPr>
          <p:spPr>
            <a:xfrm>
              <a:off x="3913799" y="2948231"/>
              <a:ext cx="20499" cy="14960"/>
            </a:xfrm>
            <a:custGeom>
              <a:rect b="b" l="l" r="r" t="t"/>
              <a:pathLst>
                <a:path extrusionOk="0" h="470" w="644">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5" name="Google Shape;12985;p83"/>
            <p:cNvSpPr/>
            <p:nvPr/>
          </p:nvSpPr>
          <p:spPr>
            <a:xfrm>
              <a:off x="3841418" y="2956315"/>
              <a:ext cx="10631" cy="15947"/>
            </a:xfrm>
            <a:custGeom>
              <a:rect b="b" l="l" r="r" t="t"/>
              <a:pathLst>
                <a:path extrusionOk="0" h="501" w="334">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86" name="Google Shape;12986;p83"/>
          <p:cNvGrpSpPr/>
          <p:nvPr/>
        </p:nvGrpSpPr>
        <p:grpSpPr>
          <a:xfrm>
            <a:off x="2213507" y="2984331"/>
            <a:ext cx="422596" cy="310382"/>
            <a:chOff x="2278533" y="2937377"/>
            <a:chExt cx="346788" cy="254704"/>
          </a:xfrm>
        </p:grpSpPr>
        <p:sp>
          <p:nvSpPr>
            <p:cNvPr id="12987" name="Google Shape;12987;p83"/>
            <p:cNvSpPr/>
            <p:nvPr/>
          </p:nvSpPr>
          <p:spPr>
            <a:xfrm>
              <a:off x="2317557" y="2958607"/>
              <a:ext cx="270619" cy="184200"/>
            </a:xfrm>
            <a:custGeom>
              <a:rect b="b" l="l" r="r" t="t"/>
              <a:pathLst>
                <a:path extrusionOk="0" h="5787" w="8502">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8" name="Google Shape;12988;p83"/>
            <p:cNvSpPr/>
            <p:nvPr/>
          </p:nvSpPr>
          <p:spPr>
            <a:xfrm>
              <a:off x="2278533" y="2937377"/>
              <a:ext cx="346788" cy="254704"/>
            </a:xfrm>
            <a:custGeom>
              <a:rect b="b" l="l" r="r" t="t"/>
              <a:pathLst>
                <a:path extrusionOk="0" h="8002" w="10895">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989" name="Google Shape;12989;p83"/>
          <p:cNvSpPr/>
          <p:nvPr/>
        </p:nvSpPr>
        <p:spPr>
          <a:xfrm>
            <a:off x="3202753" y="2967328"/>
            <a:ext cx="347552" cy="346438"/>
          </a:xfrm>
          <a:custGeom>
            <a:rect b="b" l="l" r="r" t="t"/>
            <a:pathLst>
              <a:path extrusionOk="0" h="10884" w="10919">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90" name="Google Shape;12990;p83"/>
          <p:cNvGrpSpPr/>
          <p:nvPr/>
        </p:nvGrpSpPr>
        <p:grpSpPr>
          <a:xfrm>
            <a:off x="1811527" y="2967710"/>
            <a:ext cx="286152" cy="346438"/>
            <a:chOff x="1836637" y="2891510"/>
            <a:chExt cx="286152" cy="346438"/>
          </a:xfrm>
        </p:grpSpPr>
        <p:sp>
          <p:nvSpPr>
            <p:cNvPr id="12991" name="Google Shape;12991;p83"/>
            <p:cNvSpPr/>
            <p:nvPr/>
          </p:nvSpPr>
          <p:spPr>
            <a:xfrm>
              <a:off x="1836637" y="3059413"/>
              <a:ext cx="286152" cy="178534"/>
            </a:xfrm>
            <a:custGeom>
              <a:rect b="b" l="l" r="r" t="t"/>
              <a:pathLst>
                <a:path extrusionOk="0" h="5609" w="899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2" name="Google Shape;12992;p83"/>
            <p:cNvSpPr/>
            <p:nvPr/>
          </p:nvSpPr>
          <p:spPr>
            <a:xfrm>
              <a:off x="1917740" y="2891510"/>
              <a:ext cx="119394" cy="161474"/>
            </a:xfrm>
            <a:custGeom>
              <a:rect b="b" l="l" r="r" t="t"/>
              <a:pathLst>
                <a:path extrusionOk="0" h="5073" w="3751">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3" name="Google Shape;12993;p83"/>
            <p:cNvSpPr/>
            <p:nvPr/>
          </p:nvSpPr>
          <p:spPr>
            <a:xfrm>
              <a:off x="1960933" y="3027201"/>
              <a:ext cx="32244" cy="10249"/>
            </a:xfrm>
            <a:custGeom>
              <a:rect b="b" l="l" r="r" t="t"/>
              <a:pathLst>
                <a:path extrusionOk="0" h="322" w="1013">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94" name="Google Shape;12994;p83"/>
          <p:cNvGrpSpPr/>
          <p:nvPr/>
        </p:nvGrpSpPr>
        <p:grpSpPr>
          <a:xfrm>
            <a:off x="5560751" y="2982129"/>
            <a:ext cx="379764" cy="337684"/>
            <a:chOff x="5585861" y="2905929"/>
            <a:chExt cx="379764" cy="337684"/>
          </a:xfrm>
        </p:grpSpPr>
        <p:sp>
          <p:nvSpPr>
            <p:cNvPr id="12995" name="Google Shape;12995;p83"/>
            <p:cNvSpPr/>
            <p:nvPr/>
          </p:nvSpPr>
          <p:spPr>
            <a:xfrm>
              <a:off x="5609734" y="3198096"/>
              <a:ext cx="11395" cy="45517"/>
            </a:xfrm>
            <a:custGeom>
              <a:rect b="b" l="l" r="r" t="t"/>
              <a:pathLst>
                <a:path extrusionOk="0" h="1430" w="358">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6" name="Google Shape;12996;p83"/>
            <p:cNvSpPr/>
            <p:nvPr/>
          </p:nvSpPr>
          <p:spPr>
            <a:xfrm>
              <a:off x="5585861" y="3048431"/>
              <a:ext cx="205431" cy="195182"/>
            </a:xfrm>
            <a:custGeom>
              <a:rect b="b" l="l" r="r" t="t"/>
              <a:pathLst>
                <a:path extrusionOk="0" h="6132" w="6454">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7" name="Google Shape;12997;p83"/>
            <p:cNvSpPr/>
            <p:nvPr/>
          </p:nvSpPr>
          <p:spPr>
            <a:xfrm>
              <a:off x="5740078" y="2905929"/>
              <a:ext cx="225547" cy="189516"/>
            </a:xfrm>
            <a:custGeom>
              <a:rect b="b" l="l" r="r" t="t"/>
              <a:pathLst>
                <a:path extrusionOk="0" h="5954" w="7086">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8" name="Google Shape;12998;p83"/>
            <p:cNvSpPr/>
            <p:nvPr/>
          </p:nvSpPr>
          <p:spPr>
            <a:xfrm>
              <a:off x="5793902" y="2928464"/>
              <a:ext cx="131553" cy="130598"/>
            </a:xfrm>
            <a:custGeom>
              <a:rect b="b" l="l" r="r" t="t"/>
              <a:pathLst>
                <a:path extrusionOk="0" h="4103" w="4133">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99" name="Google Shape;12999;p83"/>
          <p:cNvGrpSpPr/>
          <p:nvPr/>
        </p:nvGrpSpPr>
        <p:grpSpPr>
          <a:xfrm>
            <a:off x="1302566" y="2986680"/>
            <a:ext cx="347934" cy="310024"/>
            <a:chOff x="1327676" y="2910480"/>
            <a:chExt cx="347934" cy="310024"/>
          </a:xfrm>
        </p:grpSpPr>
        <p:sp>
          <p:nvSpPr>
            <p:cNvPr id="13000" name="Google Shape;13000;p83"/>
            <p:cNvSpPr/>
            <p:nvPr/>
          </p:nvSpPr>
          <p:spPr>
            <a:xfrm>
              <a:off x="1367081" y="3067370"/>
              <a:ext cx="43257" cy="15565"/>
            </a:xfrm>
            <a:custGeom>
              <a:rect b="b" l="l" r="r" t="t"/>
              <a:pathLst>
                <a:path extrusionOk="0" h="489" w="1359">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1" name="Google Shape;13001;p83"/>
            <p:cNvSpPr/>
            <p:nvPr/>
          </p:nvSpPr>
          <p:spPr>
            <a:xfrm>
              <a:off x="1350402" y="3170436"/>
              <a:ext cx="10663" cy="48541"/>
            </a:xfrm>
            <a:custGeom>
              <a:rect b="b" l="l" r="r" t="t"/>
              <a:pathLst>
                <a:path extrusionOk="0" h="1525" w="335">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2" name="Google Shape;13002;p83"/>
            <p:cNvSpPr/>
            <p:nvPr/>
          </p:nvSpPr>
          <p:spPr>
            <a:xfrm>
              <a:off x="1327676" y="3040187"/>
              <a:ext cx="201643" cy="180317"/>
            </a:xfrm>
            <a:custGeom>
              <a:rect b="b" l="l" r="r" t="t"/>
              <a:pathLst>
                <a:path extrusionOk="0" h="5665" w="6335">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3" name="Google Shape;13003;p83"/>
            <p:cNvSpPr/>
            <p:nvPr/>
          </p:nvSpPr>
          <p:spPr>
            <a:xfrm>
              <a:off x="1470179" y="2910480"/>
              <a:ext cx="205431" cy="173601"/>
            </a:xfrm>
            <a:custGeom>
              <a:rect b="b" l="l" r="r" t="t"/>
              <a:pathLst>
                <a:path extrusionOk="0" h="5454" w="6454">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4" name="Google Shape;13004;p83"/>
            <p:cNvSpPr/>
            <p:nvPr/>
          </p:nvSpPr>
          <p:spPr>
            <a:xfrm>
              <a:off x="1497075" y="2942692"/>
              <a:ext cx="152370" cy="96668"/>
            </a:xfrm>
            <a:custGeom>
              <a:rect b="b" l="l" r="r" t="t"/>
              <a:pathLst>
                <a:path extrusionOk="0" h="3037" w="4787">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005" name="Google Shape;13005;p83"/>
          <p:cNvSpPr/>
          <p:nvPr/>
        </p:nvSpPr>
        <p:spPr>
          <a:xfrm>
            <a:off x="2760857" y="3271272"/>
            <a:ext cx="10663" cy="32244"/>
          </a:xfrm>
          <a:custGeom>
            <a:rect b="b" l="l" r="r" t="t"/>
            <a:pathLst>
              <a:path extrusionOk="0" h="1013" w="335">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006" name="Google Shape;13006;p83"/>
          <p:cNvGrpSpPr/>
          <p:nvPr/>
        </p:nvGrpSpPr>
        <p:grpSpPr>
          <a:xfrm>
            <a:off x="2728291" y="2945764"/>
            <a:ext cx="382828" cy="358601"/>
            <a:chOff x="2753373" y="2902523"/>
            <a:chExt cx="347552" cy="325557"/>
          </a:xfrm>
        </p:grpSpPr>
        <p:sp>
          <p:nvSpPr>
            <p:cNvPr id="13007" name="Google Shape;13007;p83"/>
            <p:cNvSpPr/>
            <p:nvPr/>
          </p:nvSpPr>
          <p:spPr>
            <a:xfrm>
              <a:off x="2807962" y="3018575"/>
              <a:ext cx="86418" cy="29506"/>
            </a:xfrm>
            <a:custGeom>
              <a:rect b="b" l="l" r="r" t="t"/>
              <a:pathLst>
                <a:path extrusionOk="0" h="927" w="2715">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8" name="Google Shape;13008;p83"/>
            <p:cNvSpPr/>
            <p:nvPr/>
          </p:nvSpPr>
          <p:spPr>
            <a:xfrm>
              <a:off x="2753373" y="2973376"/>
              <a:ext cx="195213" cy="254704"/>
            </a:xfrm>
            <a:custGeom>
              <a:rect b="b" l="l" r="r" t="t"/>
              <a:pathLst>
                <a:path extrusionOk="0" h="8002" w="6133">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9" name="Google Shape;13009;p83"/>
            <p:cNvSpPr/>
            <p:nvPr/>
          </p:nvSpPr>
          <p:spPr>
            <a:xfrm>
              <a:off x="2905361" y="3195072"/>
              <a:ext cx="10631" cy="32244"/>
            </a:xfrm>
            <a:custGeom>
              <a:rect b="b" l="l" r="r" t="t"/>
              <a:pathLst>
                <a:path extrusionOk="0" h="1013" w="334">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0" name="Google Shape;13010;p83"/>
            <p:cNvSpPr/>
            <p:nvPr/>
          </p:nvSpPr>
          <p:spPr>
            <a:xfrm>
              <a:off x="2939069" y="2934735"/>
              <a:ext cx="161856" cy="169049"/>
            </a:xfrm>
            <a:custGeom>
              <a:rect b="b" l="l" r="r" t="t"/>
              <a:pathLst>
                <a:path extrusionOk="0" h="5311" w="5085">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1" name="Google Shape;13011;p83"/>
            <p:cNvSpPr/>
            <p:nvPr/>
          </p:nvSpPr>
          <p:spPr>
            <a:xfrm>
              <a:off x="3002379" y="2902523"/>
              <a:ext cx="32244" cy="96668"/>
            </a:xfrm>
            <a:custGeom>
              <a:rect b="b" l="l" r="r" t="t"/>
              <a:pathLst>
                <a:path extrusionOk="0" h="3037" w="1013">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2" name="Google Shape;13012;p83"/>
            <p:cNvSpPr/>
            <p:nvPr/>
          </p:nvSpPr>
          <p:spPr>
            <a:xfrm>
              <a:off x="3003143" y="3005206"/>
              <a:ext cx="32244" cy="32244"/>
            </a:xfrm>
            <a:custGeom>
              <a:rect b="b" l="l" r="r" t="t"/>
              <a:pathLst>
                <a:path extrusionOk="0" h="1013" w="1013">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13" name="Google Shape;13013;p83"/>
          <p:cNvGrpSpPr/>
          <p:nvPr/>
        </p:nvGrpSpPr>
        <p:grpSpPr>
          <a:xfrm>
            <a:off x="823906" y="2979455"/>
            <a:ext cx="356655" cy="335425"/>
            <a:chOff x="849016" y="2903255"/>
            <a:chExt cx="356655" cy="335425"/>
          </a:xfrm>
        </p:grpSpPr>
        <p:sp>
          <p:nvSpPr>
            <p:cNvPr id="13014" name="Google Shape;13014;p83"/>
            <p:cNvSpPr/>
            <p:nvPr/>
          </p:nvSpPr>
          <p:spPr>
            <a:xfrm>
              <a:off x="849016" y="2903255"/>
              <a:ext cx="356655" cy="335425"/>
            </a:xfrm>
            <a:custGeom>
              <a:rect b="b" l="l" r="r" t="t"/>
              <a:pathLst>
                <a:path extrusionOk="0" h="10538" w="11205">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5" name="Google Shape;13015;p83"/>
            <p:cNvSpPr/>
            <p:nvPr/>
          </p:nvSpPr>
          <p:spPr>
            <a:xfrm>
              <a:off x="1137046" y="2932825"/>
              <a:ext cx="43607" cy="43607"/>
            </a:xfrm>
            <a:custGeom>
              <a:rect b="b" l="l" r="r" t="t"/>
              <a:pathLst>
                <a:path extrusionOk="0" h="1370" w="137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6" name="Google Shape;13016;p83"/>
            <p:cNvSpPr/>
            <p:nvPr/>
          </p:nvSpPr>
          <p:spPr>
            <a:xfrm>
              <a:off x="1080579" y="2932825"/>
              <a:ext cx="43607" cy="43607"/>
            </a:xfrm>
            <a:custGeom>
              <a:rect b="b" l="l" r="r" t="t"/>
              <a:pathLst>
                <a:path extrusionOk="0" h="1370" w="137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7" name="Google Shape;13017;p83"/>
            <p:cNvSpPr/>
            <p:nvPr/>
          </p:nvSpPr>
          <p:spPr>
            <a:xfrm>
              <a:off x="879350" y="2949122"/>
              <a:ext cx="187988" cy="10631"/>
            </a:xfrm>
            <a:custGeom>
              <a:rect b="b" l="l" r="r" t="t"/>
              <a:pathLst>
                <a:path extrusionOk="0" h="334" w="5906">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8" name="Google Shape;13018;p83"/>
            <p:cNvSpPr/>
            <p:nvPr/>
          </p:nvSpPr>
          <p:spPr>
            <a:xfrm>
              <a:off x="1137046" y="3050309"/>
              <a:ext cx="43607" cy="43607"/>
            </a:xfrm>
            <a:custGeom>
              <a:rect b="b" l="l" r="r" t="t"/>
              <a:pathLst>
                <a:path extrusionOk="0" h="1370" w="137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9" name="Google Shape;13019;p83"/>
            <p:cNvSpPr/>
            <p:nvPr/>
          </p:nvSpPr>
          <p:spPr>
            <a:xfrm>
              <a:off x="1080579" y="3050309"/>
              <a:ext cx="43607" cy="43607"/>
            </a:xfrm>
            <a:custGeom>
              <a:rect b="b" l="l" r="r" t="t"/>
              <a:pathLst>
                <a:path extrusionOk="0" h="1370" w="137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0" name="Google Shape;13020;p83"/>
            <p:cNvSpPr/>
            <p:nvPr/>
          </p:nvSpPr>
          <p:spPr>
            <a:xfrm>
              <a:off x="879350" y="3066988"/>
              <a:ext cx="187988" cy="10249"/>
            </a:xfrm>
            <a:custGeom>
              <a:rect b="b" l="l" r="r" t="t"/>
              <a:pathLst>
                <a:path extrusionOk="0" h="322" w="5906">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1" name="Google Shape;13021;p83"/>
            <p:cNvSpPr/>
            <p:nvPr/>
          </p:nvSpPr>
          <p:spPr>
            <a:xfrm>
              <a:off x="1137046" y="3167794"/>
              <a:ext cx="43607" cy="43607"/>
            </a:xfrm>
            <a:custGeom>
              <a:rect b="b" l="l" r="r" t="t"/>
              <a:pathLst>
                <a:path extrusionOk="0" h="1370" w="137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2" name="Google Shape;13022;p83"/>
            <p:cNvSpPr/>
            <p:nvPr/>
          </p:nvSpPr>
          <p:spPr>
            <a:xfrm>
              <a:off x="1080579" y="3167794"/>
              <a:ext cx="43607" cy="43607"/>
            </a:xfrm>
            <a:custGeom>
              <a:rect b="b" l="l" r="r" t="t"/>
              <a:pathLst>
                <a:path extrusionOk="0" h="1370" w="137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3" name="Google Shape;13023;p83"/>
            <p:cNvSpPr/>
            <p:nvPr/>
          </p:nvSpPr>
          <p:spPr>
            <a:xfrm>
              <a:off x="879350" y="3184473"/>
              <a:ext cx="187988" cy="10249"/>
            </a:xfrm>
            <a:custGeom>
              <a:rect b="b" l="l" r="r" t="t"/>
              <a:pathLst>
                <a:path extrusionOk="0" h="322" w="5906">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4" name="Google Shape;13024;p83"/>
            <p:cNvSpPr/>
            <p:nvPr/>
          </p:nvSpPr>
          <p:spPr>
            <a:xfrm>
              <a:off x="879350" y="3083285"/>
              <a:ext cx="25432" cy="10631"/>
            </a:xfrm>
            <a:custGeom>
              <a:rect b="b" l="l" r="r" t="t"/>
              <a:pathLst>
                <a:path extrusionOk="0" h="334" w="799">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25" name="Google Shape;13025;p83"/>
          <p:cNvGrpSpPr/>
          <p:nvPr/>
        </p:nvGrpSpPr>
        <p:grpSpPr>
          <a:xfrm>
            <a:off x="4185823" y="3002977"/>
            <a:ext cx="280072" cy="275520"/>
            <a:chOff x="4210933" y="2926777"/>
            <a:chExt cx="280072" cy="275520"/>
          </a:xfrm>
        </p:grpSpPr>
        <p:sp>
          <p:nvSpPr>
            <p:cNvPr id="13026" name="Google Shape;13026;p83"/>
            <p:cNvSpPr/>
            <p:nvPr/>
          </p:nvSpPr>
          <p:spPr>
            <a:xfrm>
              <a:off x="4490623" y="2970352"/>
              <a:ext cx="32" cy="414"/>
            </a:xfrm>
            <a:custGeom>
              <a:rect b="b" l="l" r="r" t="t"/>
              <a:pathLst>
                <a:path extrusionOk="0" h="13" w="1">
                  <a:moveTo>
                    <a:pt x="0" y="0"/>
                  </a:moveTo>
                  <a:cubicBezTo>
                    <a:pt x="0" y="12"/>
                    <a:pt x="0"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7" name="Google Shape;13027;p83"/>
            <p:cNvSpPr/>
            <p:nvPr/>
          </p:nvSpPr>
          <p:spPr>
            <a:xfrm>
              <a:off x="4489859" y="2969589"/>
              <a:ext cx="32" cy="32"/>
            </a:xfrm>
            <a:custGeom>
              <a:rect b="b" l="l" r="r" t="t"/>
              <a:pathLst>
                <a:path extrusionOk="0" h="1" w="1">
                  <a:moveTo>
                    <a:pt x="0"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8" name="Google Shape;13028;p83"/>
            <p:cNvSpPr/>
            <p:nvPr/>
          </p:nvSpPr>
          <p:spPr>
            <a:xfrm>
              <a:off x="4210933" y="2944952"/>
              <a:ext cx="280072" cy="257346"/>
            </a:xfrm>
            <a:custGeom>
              <a:rect b="b" l="l" r="r" t="t"/>
              <a:pathLst>
                <a:path extrusionOk="0" h="8085" w="8799">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9" name="Google Shape;13029;p83"/>
            <p:cNvSpPr/>
            <p:nvPr/>
          </p:nvSpPr>
          <p:spPr>
            <a:xfrm>
              <a:off x="4212047" y="2926777"/>
              <a:ext cx="144826" cy="234619"/>
            </a:xfrm>
            <a:custGeom>
              <a:rect b="b" l="l" r="r" t="t"/>
              <a:pathLst>
                <a:path extrusionOk="0" h="7371" w="455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0" name="Google Shape;13030;p83"/>
            <p:cNvSpPr/>
            <p:nvPr/>
          </p:nvSpPr>
          <p:spPr>
            <a:xfrm>
              <a:off x="4246550" y="2996103"/>
              <a:ext cx="28074" cy="28106"/>
            </a:xfrm>
            <a:custGeom>
              <a:rect b="b" l="l" r="r" t="t"/>
              <a:pathLst>
                <a:path extrusionOk="0" h="883" w="882">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1" name="Google Shape;13031;p83"/>
            <p:cNvSpPr/>
            <p:nvPr/>
          </p:nvSpPr>
          <p:spPr>
            <a:xfrm>
              <a:off x="4285956" y="3015456"/>
              <a:ext cx="97814" cy="8753"/>
            </a:xfrm>
            <a:custGeom>
              <a:rect b="b" l="l" r="r" t="t"/>
              <a:pathLst>
                <a:path extrusionOk="0" h="275" w="3073">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2" name="Google Shape;13032;p83"/>
            <p:cNvSpPr/>
            <p:nvPr/>
          </p:nvSpPr>
          <p:spPr>
            <a:xfrm>
              <a:off x="4285956" y="3001800"/>
              <a:ext cx="30366" cy="8753"/>
            </a:xfrm>
            <a:custGeom>
              <a:rect b="b" l="l" r="r" t="t"/>
              <a:pathLst>
                <a:path extrusionOk="0" h="275" w="954">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3" name="Google Shape;13033;p83"/>
            <p:cNvSpPr/>
            <p:nvPr/>
          </p:nvSpPr>
          <p:spPr>
            <a:xfrm>
              <a:off x="4246550" y="3060177"/>
              <a:ext cx="28074" cy="28074"/>
            </a:xfrm>
            <a:custGeom>
              <a:rect b="b" l="l" r="r" t="t"/>
              <a:pathLst>
                <a:path extrusionOk="0" h="882" w="882">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4" name="Google Shape;13034;p83"/>
            <p:cNvSpPr/>
            <p:nvPr/>
          </p:nvSpPr>
          <p:spPr>
            <a:xfrm>
              <a:off x="4285956" y="3080261"/>
              <a:ext cx="97814" cy="8371"/>
            </a:xfrm>
            <a:custGeom>
              <a:rect b="b" l="l" r="r" t="t"/>
              <a:pathLst>
                <a:path extrusionOk="0" h="263" w="3073">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5" name="Google Shape;13035;p83"/>
            <p:cNvSpPr/>
            <p:nvPr/>
          </p:nvSpPr>
          <p:spPr>
            <a:xfrm>
              <a:off x="4285956" y="3066224"/>
              <a:ext cx="30366" cy="8753"/>
            </a:xfrm>
            <a:custGeom>
              <a:rect b="b" l="l" r="r" t="t"/>
              <a:pathLst>
                <a:path extrusionOk="0" h="275" w="954">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6" name="Google Shape;13036;p83"/>
            <p:cNvSpPr/>
            <p:nvPr/>
          </p:nvSpPr>
          <p:spPr>
            <a:xfrm>
              <a:off x="4246550" y="3124601"/>
              <a:ext cx="28074" cy="28074"/>
            </a:xfrm>
            <a:custGeom>
              <a:rect b="b" l="l" r="r" t="t"/>
              <a:pathLst>
                <a:path extrusionOk="0" h="882" w="882">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7" name="Google Shape;13037;p83"/>
            <p:cNvSpPr/>
            <p:nvPr/>
          </p:nvSpPr>
          <p:spPr>
            <a:xfrm>
              <a:off x="4285956" y="3143921"/>
              <a:ext cx="97814" cy="8753"/>
            </a:xfrm>
            <a:custGeom>
              <a:rect b="b" l="l" r="r" t="t"/>
              <a:pathLst>
                <a:path extrusionOk="0" h="275" w="3073">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8" name="Google Shape;13038;p83"/>
            <p:cNvSpPr/>
            <p:nvPr/>
          </p:nvSpPr>
          <p:spPr>
            <a:xfrm>
              <a:off x="4285956" y="3130266"/>
              <a:ext cx="30366" cy="8371"/>
            </a:xfrm>
            <a:custGeom>
              <a:rect b="b" l="l" r="r" t="t"/>
              <a:pathLst>
                <a:path extrusionOk="0" h="263" w="954">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39" name="Google Shape;13039;p83"/>
          <p:cNvGrpSpPr/>
          <p:nvPr/>
        </p:nvGrpSpPr>
        <p:grpSpPr>
          <a:xfrm>
            <a:off x="4642106" y="2991582"/>
            <a:ext cx="320273" cy="318395"/>
            <a:chOff x="4667216" y="2915382"/>
            <a:chExt cx="320273" cy="318395"/>
          </a:xfrm>
        </p:grpSpPr>
        <p:sp>
          <p:nvSpPr>
            <p:cNvPr id="13040" name="Google Shape;13040;p83"/>
            <p:cNvSpPr/>
            <p:nvPr/>
          </p:nvSpPr>
          <p:spPr>
            <a:xfrm>
              <a:off x="4686154" y="2938140"/>
              <a:ext cx="166789" cy="163734"/>
            </a:xfrm>
            <a:custGeom>
              <a:rect b="b" l="l" r="r" t="t"/>
              <a:pathLst>
                <a:path extrusionOk="0" h="5144" w="524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1" name="Google Shape;13041;p83"/>
            <p:cNvSpPr/>
            <p:nvPr/>
          </p:nvSpPr>
          <p:spPr>
            <a:xfrm>
              <a:off x="4667216" y="2915382"/>
              <a:ext cx="320273" cy="318395"/>
            </a:xfrm>
            <a:custGeom>
              <a:rect b="b" l="l" r="r" t="t"/>
              <a:pathLst>
                <a:path extrusionOk="0" h="10003" w="10062">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2" name="Google Shape;13042;p83"/>
            <p:cNvSpPr/>
            <p:nvPr/>
          </p:nvSpPr>
          <p:spPr>
            <a:xfrm>
              <a:off x="4733899" y="2960772"/>
              <a:ext cx="75469" cy="86546"/>
            </a:xfrm>
            <a:custGeom>
              <a:rect b="b" l="l" r="r" t="t"/>
              <a:pathLst>
                <a:path extrusionOk="0" h="2719" w="2371">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3" name="Google Shape;13043;p83"/>
            <p:cNvSpPr/>
            <p:nvPr/>
          </p:nvSpPr>
          <p:spPr>
            <a:xfrm>
              <a:off x="4755894" y="3048431"/>
              <a:ext cx="31098" cy="32244"/>
            </a:xfrm>
            <a:custGeom>
              <a:rect b="b" l="l" r="r" t="t"/>
              <a:pathLst>
                <a:path extrusionOk="0" h="1013" w="977">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44" name="Google Shape;13044;p83"/>
          <p:cNvGrpSpPr/>
          <p:nvPr/>
        </p:nvGrpSpPr>
        <p:grpSpPr>
          <a:xfrm>
            <a:off x="5145370" y="3010839"/>
            <a:ext cx="261929" cy="280550"/>
            <a:chOff x="5170480" y="2934639"/>
            <a:chExt cx="261929" cy="280550"/>
          </a:xfrm>
        </p:grpSpPr>
        <p:sp>
          <p:nvSpPr>
            <p:cNvPr id="13045" name="Google Shape;13045;p83"/>
            <p:cNvSpPr/>
            <p:nvPr/>
          </p:nvSpPr>
          <p:spPr>
            <a:xfrm>
              <a:off x="5170480" y="2934639"/>
              <a:ext cx="243340" cy="280550"/>
            </a:xfrm>
            <a:custGeom>
              <a:rect b="b" l="l" r="r" t="t"/>
              <a:pathLst>
                <a:path extrusionOk="0" h="8814" w="7645">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6" name="Google Shape;13046;p83"/>
            <p:cNvSpPr/>
            <p:nvPr/>
          </p:nvSpPr>
          <p:spPr>
            <a:xfrm>
              <a:off x="5217493" y="3007116"/>
              <a:ext cx="34122" cy="34122"/>
            </a:xfrm>
            <a:custGeom>
              <a:rect b="b" l="l" r="r" t="t"/>
              <a:pathLst>
                <a:path extrusionOk="0" h="1072" w="1072">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7" name="Google Shape;13047;p83"/>
            <p:cNvSpPr/>
            <p:nvPr/>
          </p:nvSpPr>
          <p:spPr>
            <a:xfrm>
              <a:off x="5264474" y="3007116"/>
              <a:ext cx="26196" cy="8371"/>
            </a:xfrm>
            <a:custGeom>
              <a:rect b="b" l="l" r="r" t="t"/>
              <a:pathLst>
                <a:path extrusionOk="0" h="263" w="823">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8" name="Google Shape;13048;p83"/>
            <p:cNvSpPr/>
            <p:nvPr/>
          </p:nvSpPr>
          <p:spPr>
            <a:xfrm>
              <a:off x="5264856" y="3029079"/>
              <a:ext cx="86068" cy="8371"/>
            </a:xfrm>
            <a:custGeom>
              <a:rect b="b" l="l" r="r" t="t"/>
              <a:pathLst>
                <a:path extrusionOk="0" h="263" w="2704">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9" name="Google Shape;13049;p83"/>
            <p:cNvSpPr/>
            <p:nvPr/>
          </p:nvSpPr>
          <p:spPr>
            <a:xfrm>
              <a:off x="5227710" y="3062819"/>
              <a:ext cx="51565" cy="8753"/>
            </a:xfrm>
            <a:custGeom>
              <a:rect b="b" l="l" r="r" t="t"/>
              <a:pathLst>
                <a:path extrusionOk="0" h="275" w="162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0" name="Google Shape;13050;p83"/>
            <p:cNvSpPr/>
            <p:nvPr/>
          </p:nvSpPr>
          <p:spPr>
            <a:xfrm>
              <a:off x="5196644" y="3182945"/>
              <a:ext cx="42461" cy="8371"/>
            </a:xfrm>
            <a:custGeom>
              <a:rect b="b" l="l" r="r" t="t"/>
              <a:pathLst>
                <a:path extrusionOk="0" h="263" w="1334">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1" name="Google Shape;13051;p83"/>
            <p:cNvSpPr/>
            <p:nvPr/>
          </p:nvSpPr>
          <p:spPr>
            <a:xfrm>
              <a:off x="5210299" y="3013928"/>
              <a:ext cx="222110" cy="201261"/>
            </a:xfrm>
            <a:custGeom>
              <a:rect b="b" l="l" r="r" t="t"/>
              <a:pathLst>
                <a:path extrusionOk="0" h="6323" w="6978">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52" name="Google Shape;13052;p83"/>
          <p:cNvGrpSpPr/>
          <p:nvPr/>
        </p:nvGrpSpPr>
        <p:grpSpPr>
          <a:xfrm>
            <a:off x="6044313" y="2968091"/>
            <a:ext cx="362321" cy="364231"/>
            <a:chOff x="6069423" y="2891892"/>
            <a:chExt cx="362321" cy="364231"/>
          </a:xfrm>
        </p:grpSpPr>
        <p:sp>
          <p:nvSpPr>
            <p:cNvPr id="13053" name="Google Shape;13053;p83"/>
            <p:cNvSpPr/>
            <p:nvPr/>
          </p:nvSpPr>
          <p:spPr>
            <a:xfrm>
              <a:off x="6069423" y="2891892"/>
              <a:ext cx="278958" cy="278958"/>
            </a:xfrm>
            <a:custGeom>
              <a:rect b="b" l="l" r="r" t="t"/>
              <a:pathLst>
                <a:path extrusionOk="0" h="8764" w="8764">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4" name="Google Shape;13054;p83"/>
            <p:cNvSpPr/>
            <p:nvPr/>
          </p:nvSpPr>
          <p:spPr>
            <a:xfrm>
              <a:off x="6161507" y="2967679"/>
              <a:ext cx="111851" cy="97432"/>
            </a:xfrm>
            <a:custGeom>
              <a:rect b="b" l="l" r="r" t="t"/>
              <a:pathLst>
                <a:path extrusionOk="0" h="3061" w="3514">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5" name="Google Shape;13055;p83"/>
            <p:cNvSpPr/>
            <p:nvPr/>
          </p:nvSpPr>
          <p:spPr>
            <a:xfrm>
              <a:off x="6144828" y="3007848"/>
              <a:ext cx="105389" cy="88742"/>
            </a:xfrm>
            <a:custGeom>
              <a:rect b="b" l="l" r="r" t="t"/>
              <a:pathLst>
                <a:path extrusionOk="0" h="2788" w="3311">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6" name="Google Shape;13056;p83"/>
            <p:cNvSpPr/>
            <p:nvPr/>
          </p:nvSpPr>
          <p:spPr>
            <a:xfrm>
              <a:off x="6245633" y="3069248"/>
              <a:ext cx="186110" cy="186874"/>
            </a:xfrm>
            <a:custGeom>
              <a:rect b="b" l="l" r="r" t="t"/>
              <a:pathLst>
                <a:path extrusionOk="0" h="5871" w="5847">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7" name="Google Shape;13057;p83"/>
            <p:cNvSpPr/>
            <p:nvPr/>
          </p:nvSpPr>
          <p:spPr>
            <a:xfrm>
              <a:off x="6305888" y="3129884"/>
              <a:ext cx="64488" cy="64456"/>
            </a:xfrm>
            <a:custGeom>
              <a:rect b="b" l="l" r="r" t="t"/>
              <a:pathLst>
                <a:path extrusionOk="0" h="2025" w="2026">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8" name="Google Shape;13058;p83"/>
            <p:cNvSpPr/>
            <p:nvPr/>
          </p:nvSpPr>
          <p:spPr>
            <a:xfrm>
              <a:off x="6173634" y="2997631"/>
              <a:ext cx="70153" cy="70153"/>
            </a:xfrm>
            <a:custGeom>
              <a:rect b="b" l="l" r="r" t="t"/>
              <a:pathLst>
                <a:path extrusionOk="0" h="2204" w="2204">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59" name="Google Shape;13059;p83"/>
          <p:cNvGrpSpPr/>
          <p:nvPr/>
        </p:nvGrpSpPr>
        <p:grpSpPr>
          <a:xfrm>
            <a:off x="6546845" y="2995370"/>
            <a:ext cx="308878" cy="311170"/>
            <a:chOff x="6571955" y="2919170"/>
            <a:chExt cx="308878" cy="311170"/>
          </a:xfrm>
        </p:grpSpPr>
        <p:sp>
          <p:nvSpPr>
            <p:cNvPr id="13060" name="Google Shape;13060;p83"/>
            <p:cNvSpPr/>
            <p:nvPr/>
          </p:nvSpPr>
          <p:spPr>
            <a:xfrm>
              <a:off x="6571955" y="2919170"/>
              <a:ext cx="245982" cy="237675"/>
            </a:xfrm>
            <a:custGeom>
              <a:rect b="b" l="l" r="r" t="t"/>
              <a:pathLst>
                <a:path extrusionOk="0" h="7467" w="7728">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1" name="Google Shape;13061;p83"/>
            <p:cNvSpPr/>
            <p:nvPr/>
          </p:nvSpPr>
          <p:spPr>
            <a:xfrm>
              <a:off x="6708760" y="3206436"/>
              <a:ext cx="33740" cy="9517"/>
            </a:xfrm>
            <a:custGeom>
              <a:rect b="b" l="l" r="r" t="t"/>
              <a:pathLst>
                <a:path extrusionOk="0" h="299" w="106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2" name="Google Shape;13062;p83"/>
            <p:cNvSpPr/>
            <p:nvPr/>
          </p:nvSpPr>
          <p:spPr>
            <a:xfrm>
              <a:off x="6604549" y="2993079"/>
              <a:ext cx="59904" cy="51565"/>
            </a:xfrm>
            <a:custGeom>
              <a:rect b="b" l="l" r="r" t="t"/>
              <a:pathLst>
                <a:path extrusionOk="0" h="1620" w="1882">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3" name="Google Shape;13063;p83"/>
            <p:cNvSpPr/>
            <p:nvPr/>
          </p:nvSpPr>
          <p:spPr>
            <a:xfrm>
              <a:off x="6634469" y="2991933"/>
              <a:ext cx="246364" cy="238407"/>
            </a:xfrm>
            <a:custGeom>
              <a:rect b="b" l="l" r="r" t="t"/>
              <a:pathLst>
                <a:path extrusionOk="0" h="7490" w="774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4" name="Google Shape;13064;p83"/>
            <p:cNvSpPr/>
            <p:nvPr/>
          </p:nvSpPr>
          <p:spPr>
            <a:xfrm>
              <a:off x="6790627" y="3057885"/>
              <a:ext cx="52329" cy="60668"/>
            </a:xfrm>
            <a:custGeom>
              <a:rect b="b" l="l" r="r" t="t"/>
              <a:pathLst>
                <a:path extrusionOk="0" h="1906" w="1644">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5" name="Google Shape;13065;p83"/>
            <p:cNvSpPr/>
            <p:nvPr/>
          </p:nvSpPr>
          <p:spPr>
            <a:xfrm>
              <a:off x="6712166" y="2975286"/>
              <a:ext cx="73941" cy="9485"/>
            </a:xfrm>
            <a:custGeom>
              <a:rect b="b" l="l" r="r" t="t"/>
              <a:pathLst>
                <a:path extrusionOk="0" h="298" w="2323">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6" name="Google Shape;13066;p83"/>
            <p:cNvSpPr/>
            <p:nvPr/>
          </p:nvSpPr>
          <p:spPr>
            <a:xfrm>
              <a:off x="6712166" y="2993461"/>
              <a:ext cx="73941" cy="9517"/>
            </a:xfrm>
            <a:custGeom>
              <a:rect b="b" l="l" r="r" t="t"/>
              <a:pathLst>
                <a:path extrusionOk="0" h="299" w="2323">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7" name="Google Shape;13067;p83"/>
            <p:cNvSpPr/>
            <p:nvPr/>
          </p:nvSpPr>
          <p:spPr>
            <a:xfrm>
              <a:off x="6712166" y="3012050"/>
              <a:ext cx="73941" cy="9485"/>
            </a:xfrm>
            <a:custGeom>
              <a:rect b="b" l="l" r="r" t="t"/>
              <a:pathLst>
                <a:path extrusionOk="0" h="298" w="2323">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8" name="Google Shape;13068;p83"/>
            <p:cNvSpPr/>
            <p:nvPr/>
          </p:nvSpPr>
          <p:spPr>
            <a:xfrm>
              <a:off x="6662511" y="3103752"/>
              <a:ext cx="73941" cy="27310"/>
            </a:xfrm>
            <a:custGeom>
              <a:rect b="b" l="l" r="r" t="t"/>
              <a:pathLst>
                <a:path extrusionOk="0" h="858" w="2323">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9" name="Google Shape;13069;p83"/>
            <p:cNvSpPr/>
            <p:nvPr/>
          </p:nvSpPr>
          <p:spPr>
            <a:xfrm>
              <a:off x="6662893" y="3140134"/>
              <a:ext cx="73941" cy="9485"/>
            </a:xfrm>
            <a:custGeom>
              <a:rect b="b" l="l" r="r" t="t"/>
              <a:pathLst>
                <a:path extrusionOk="0" h="298" w="2323">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70" name="Google Shape;13070;p83"/>
          <p:cNvGrpSpPr/>
          <p:nvPr/>
        </p:nvGrpSpPr>
        <p:grpSpPr>
          <a:xfrm>
            <a:off x="7474944" y="3010935"/>
            <a:ext cx="350576" cy="280454"/>
            <a:chOff x="7500054" y="2934735"/>
            <a:chExt cx="350576" cy="280454"/>
          </a:xfrm>
        </p:grpSpPr>
        <p:sp>
          <p:nvSpPr>
            <p:cNvPr id="13071" name="Google Shape;13071;p83"/>
            <p:cNvSpPr/>
            <p:nvPr/>
          </p:nvSpPr>
          <p:spPr>
            <a:xfrm>
              <a:off x="7571671" y="2959371"/>
              <a:ext cx="191426" cy="10249"/>
            </a:xfrm>
            <a:custGeom>
              <a:rect b="b" l="l" r="r" t="t"/>
              <a:pathLst>
                <a:path extrusionOk="0" h="322" w="6014">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2" name="Google Shape;13072;p83"/>
            <p:cNvSpPr/>
            <p:nvPr/>
          </p:nvSpPr>
          <p:spPr>
            <a:xfrm>
              <a:off x="7500054" y="2934735"/>
              <a:ext cx="350576" cy="280454"/>
            </a:xfrm>
            <a:custGeom>
              <a:rect b="b" l="l" r="r" t="t"/>
              <a:pathLst>
                <a:path extrusionOk="0" h="8811" w="11014">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3" name="Google Shape;13073;p83"/>
            <p:cNvSpPr/>
            <p:nvPr/>
          </p:nvSpPr>
          <p:spPr>
            <a:xfrm>
              <a:off x="7539459" y="3074564"/>
              <a:ext cx="82663" cy="10249"/>
            </a:xfrm>
            <a:custGeom>
              <a:rect b="b" l="l" r="r" t="t"/>
              <a:pathLst>
                <a:path extrusionOk="0" h="322" w="2597">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4" name="Google Shape;13074;p83"/>
            <p:cNvSpPr/>
            <p:nvPr/>
          </p:nvSpPr>
          <p:spPr>
            <a:xfrm>
              <a:off x="7539459" y="3099582"/>
              <a:ext cx="82663" cy="10249"/>
            </a:xfrm>
            <a:custGeom>
              <a:rect b="b" l="l" r="r" t="t"/>
              <a:pathLst>
                <a:path extrusionOk="0" h="322" w="2597">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5" name="Google Shape;13075;p83"/>
            <p:cNvSpPr/>
            <p:nvPr/>
          </p:nvSpPr>
          <p:spPr>
            <a:xfrm>
              <a:off x="7539459" y="3124601"/>
              <a:ext cx="82663" cy="10631"/>
            </a:xfrm>
            <a:custGeom>
              <a:rect b="b" l="l" r="r" t="t"/>
              <a:pathLst>
                <a:path extrusionOk="0" h="334" w="2597">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6" name="Google Shape;13076;p83"/>
            <p:cNvSpPr/>
            <p:nvPr/>
          </p:nvSpPr>
          <p:spPr>
            <a:xfrm>
              <a:off x="7539459" y="3149587"/>
              <a:ext cx="82663" cy="10663"/>
            </a:xfrm>
            <a:custGeom>
              <a:rect b="b" l="l" r="r" t="t"/>
              <a:pathLst>
                <a:path extrusionOk="0" h="335" w="2597">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7" name="Google Shape;13077;p83"/>
            <p:cNvSpPr/>
            <p:nvPr/>
          </p:nvSpPr>
          <p:spPr>
            <a:xfrm>
              <a:off x="7539459" y="3174988"/>
              <a:ext cx="82663" cy="10281"/>
            </a:xfrm>
            <a:custGeom>
              <a:rect b="b" l="l" r="r" t="t"/>
              <a:pathLst>
                <a:path extrusionOk="0" h="323" w="2597">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8" name="Google Shape;13078;p83"/>
            <p:cNvSpPr/>
            <p:nvPr/>
          </p:nvSpPr>
          <p:spPr>
            <a:xfrm>
              <a:off x="7539459" y="3011286"/>
              <a:ext cx="220614" cy="47395"/>
            </a:xfrm>
            <a:custGeom>
              <a:rect b="b" l="l" r="r" t="t"/>
              <a:pathLst>
                <a:path extrusionOk="0" h="1489" w="6931">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79" name="Google Shape;13079;p83"/>
          <p:cNvGrpSpPr/>
          <p:nvPr/>
        </p:nvGrpSpPr>
        <p:grpSpPr>
          <a:xfrm>
            <a:off x="6987570" y="2950862"/>
            <a:ext cx="332012" cy="355454"/>
            <a:chOff x="7055134" y="2919170"/>
            <a:chExt cx="290321" cy="310820"/>
          </a:xfrm>
        </p:grpSpPr>
        <p:sp>
          <p:nvSpPr>
            <p:cNvPr id="13080" name="Google Shape;13080;p83"/>
            <p:cNvSpPr/>
            <p:nvPr/>
          </p:nvSpPr>
          <p:spPr>
            <a:xfrm>
              <a:off x="7102497" y="2970989"/>
              <a:ext cx="191044" cy="259001"/>
            </a:xfrm>
            <a:custGeom>
              <a:rect b="b" l="l" r="r" t="t"/>
              <a:pathLst>
                <a:path extrusionOk="0" h="8137" w="6002">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1" name="Google Shape;13081;p83"/>
            <p:cNvSpPr/>
            <p:nvPr/>
          </p:nvSpPr>
          <p:spPr>
            <a:xfrm>
              <a:off x="7304872" y="3059413"/>
              <a:ext cx="40583" cy="9485"/>
            </a:xfrm>
            <a:custGeom>
              <a:rect b="b" l="l" r="r" t="t"/>
              <a:pathLst>
                <a:path extrusionOk="0" h="298" w="1275">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2" name="Google Shape;13082;p83"/>
            <p:cNvSpPr/>
            <p:nvPr/>
          </p:nvSpPr>
          <p:spPr>
            <a:xfrm>
              <a:off x="7055134" y="3059413"/>
              <a:ext cx="41347" cy="9485"/>
            </a:xfrm>
            <a:custGeom>
              <a:rect b="b" l="l" r="r" t="t"/>
              <a:pathLst>
                <a:path extrusionOk="0" h="298" w="1299">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3" name="Google Shape;13083;p83"/>
            <p:cNvSpPr/>
            <p:nvPr/>
          </p:nvSpPr>
          <p:spPr>
            <a:xfrm>
              <a:off x="7195727" y="2919170"/>
              <a:ext cx="9517" cy="40583"/>
            </a:xfrm>
            <a:custGeom>
              <a:rect b="b" l="l" r="r" t="t"/>
              <a:pathLst>
                <a:path extrusionOk="0" h="1275" w="299">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4" name="Google Shape;13084;p83"/>
            <p:cNvSpPr/>
            <p:nvPr/>
          </p:nvSpPr>
          <p:spPr>
            <a:xfrm>
              <a:off x="7185128" y="3007116"/>
              <a:ext cx="30334" cy="92880"/>
            </a:xfrm>
            <a:custGeom>
              <a:rect b="b" l="l" r="r" t="t"/>
              <a:pathLst>
                <a:path extrusionOk="0" h="2918" w="953">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5" name="Google Shape;13085;p83"/>
            <p:cNvSpPr/>
            <p:nvPr/>
          </p:nvSpPr>
          <p:spPr>
            <a:xfrm>
              <a:off x="7187770" y="3111328"/>
              <a:ext cx="25814" cy="25814"/>
            </a:xfrm>
            <a:custGeom>
              <a:rect b="b" l="l" r="r" t="t"/>
              <a:pathLst>
                <a:path extrusionOk="0" h="811" w="811">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6" name="Google Shape;13086;p83"/>
            <p:cNvSpPr/>
            <p:nvPr/>
          </p:nvSpPr>
          <p:spPr>
            <a:xfrm>
              <a:off x="7249552" y="2951477"/>
              <a:ext cx="18971" cy="23077"/>
            </a:xfrm>
            <a:custGeom>
              <a:rect b="b" l="l" r="r" t="t"/>
              <a:pathLst>
                <a:path extrusionOk="0" h="725" w="596">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7" name="Google Shape;13087;p83"/>
            <p:cNvSpPr/>
            <p:nvPr/>
          </p:nvSpPr>
          <p:spPr>
            <a:xfrm>
              <a:off x="7132831" y="3153852"/>
              <a:ext cx="18589" cy="22695"/>
            </a:xfrm>
            <a:custGeom>
              <a:rect b="b" l="l" r="r" t="t"/>
              <a:pathLst>
                <a:path extrusionOk="0" h="713" w="584">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8" name="Google Shape;13088;p83"/>
            <p:cNvSpPr/>
            <p:nvPr/>
          </p:nvSpPr>
          <p:spPr>
            <a:xfrm>
              <a:off x="7132449" y="2951477"/>
              <a:ext cx="18971" cy="23077"/>
            </a:xfrm>
            <a:custGeom>
              <a:rect b="b" l="l" r="r" t="t"/>
              <a:pathLst>
                <a:path extrusionOk="0" h="725" w="596">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9" name="Google Shape;13089;p83"/>
            <p:cNvSpPr/>
            <p:nvPr/>
          </p:nvSpPr>
          <p:spPr>
            <a:xfrm>
              <a:off x="7249552" y="3153852"/>
              <a:ext cx="18971" cy="22695"/>
            </a:xfrm>
            <a:custGeom>
              <a:rect b="b" l="l" r="r" t="t"/>
              <a:pathLst>
                <a:path extrusionOk="0" h="713" w="596">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0" name="Google Shape;13090;p83"/>
            <p:cNvSpPr/>
            <p:nvPr/>
          </p:nvSpPr>
          <p:spPr>
            <a:xfrm>
              <a:off x="7289721" y="3113969"/>
              <a:ext cx="24286" cy="17093"/>
            </a:xfrm>
            <a:custGeom>
              <a:rect b="b" l="l" r="r" t="t"/>
              <a:pathLst>
                <a:path extrusionOk="0" h="537" w="763">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1" name="Google Shape;13091;p83"/>
            <p:cNvSpPr/>
            <p:nvPr/>
          </p:nvSpPr>
          <p:spPr>
            <a:xfrm>
              <a:off x="7086964" y="2996931"/>
              <a:ext cx="24668" cy="17411"/>
            </a:xfrm>
            <a:custGeom>
              <a:rect b="b" l="l" r="r" t="t"/>
              <a:pathLst>
                <a:path extrusionOk="0" h="547" w="775">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2" name="Google Shape;13092;p83"/>
            <p:cNvSpPr/>
            <p:nvPr/>
          </p:nvSpPr>
          <p:spPr>
            <a:xfrm>
              <a:off x="7289339" y="2996931"/>
              <a:ext cx="24668" cy="17411"/>
            </a:xfrm>
            <a:custGeom>
              <a:rect b="b" l="l" r="r" t="t"/>
              <a:pathLst>
                <a:path extrusionOk="0" h="547" w="775">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3" name="Google Shape;13093;p83"/>
            <p:cNvSpPr/>
            <p:nvPr/>
          </p:nvSpPr>
          <p:spPr>
            <a:xfrm>
              <a:off x="7086964" y="3113587"/>
              <a:ext cx="24668" cy="17093"/>
            </a:xfrm>
            <a:custGeom>
              <a:rect b="b" l="l" r="r" t="t"/>
              <a:pathLst>
                <a:path extrusionOk="0" h="537" w="775">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94" name="Google Shape;13094;p83"/>
          <p:cNvGrpSpPr/>
          <p:nvPr/>
        </p:nvGrpSpPr>
        <p:grpSpPr>
          <a:xfrm>
            <a:off x="7960033" y="2976813"/>
            <a:ext cx="330109" cy="347552"/>
            <a:chOff x="7985143" y="2900613"/>
            <a:chExt cx="330109" cy="347552"/>
          </a:xfrm>
        </p:grpSpPr>
        <p:sp>
          <p:nvSpPr>
            <p:cNvPr id="13095" name="Google Shape;13095;p83"/>
            <p:cNvSpPr/>
            <p:nvPr/>
          </p:nvSpPr>
          <p:spPr>
            <a:xfrm>
              <a:off x="8143943" y="3145449"/>
              <a:ext cx="13273" cy="10631"/>
            </a:xfrm>
            <a:custGeom>
              <a:rect b="b" l="l" r="r" t="t"/>
              <a:pathLst>
                <a:path extrusionOk="0" h="334" w="417">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6" name="Google Shape;13096;p83"/>
            <p:cNvSpPr/>
            <p:nvPr/>
          </p:nvSpPr>
          <p:spPr>
            <a:xfrm>
              <a:off x="8163264" y="3005970"/>
              <a:ext cx="32" cy="32"/>
            </a:xfrm>
            <a:custGeom>
              <a:rect b="b" l="l" r="r" t="t"/>
              <a:pathLst>
                <a:path extrusionOk="0" h="1" w="1">
                  <a:moveTo>
                    <a:pt x="1" y="1"/>
                  </a:moveTo>
                  <a:lnTo>
                    <a:pt x="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7" name="Google Shape;13097;p83"/>
            <p:cNvSpPr/>
            <p:nvPr/>
          </p:nvSpPr>
          <p:spPr>
            <a:xfrm>
              <a:off x="8163264" y="3005970"/>
              <a:ext cx="5347" cy="11013"/>
            </a:xfrm>
            <a:custGeom>
              <a:rect b="b" l="l" r="r" t="t"/>
              <a:pathLst>
                <a:path extrusionOk="0" h="346" w="168">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8" name="Google Shape;13098;p83"/>
            <p:cNvSpPr/>
            <p:nvPr/>
          </p:nvSpPr>
          <p:spPr>
            <a:xfrm>
              <a:off x="8163264" y="3005588"/>
              <a:ext cx="32" cy="414"/>
            </a:xfrm>
            <a:custGeom>
              <a:rect b="b" l="l" r="r" t="t"/>
              <a:pathLst>
                <a:path extrusionOk="0" h="13" w="1">
                  <a:moveTo>
                    <a:pt x="1" y="1"/>
                  </a:moveTo>
                  <a:cubicBezTo>
                    <a:pt x="1" y="13"/>
                    <a:pt x="1" y="13"/>
                    <a:pt x="1" y="1"/>
                  </a:cubicBezTo>
                  <a:cubicBezTo>
                    <a:pt x="1" y="13"/>
                    <a:pt x="1" y="13"/>
                    <a:pt x="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9" name="Google Shape;13099;p83"/>
            <p:cNvSpPr/>
            <p:nvPr/>
          </p:nvSpPr>
          <p:spPr>
            <a:xfrm>
              <a:off x="8168579" y="3016952"/>
              <a:ext cx="32" cy="796"/>
            </a:xfrm>
            <a:custGeom>
              <a:rect b="b" l="l" r="r" t="t"/>
              <a:pathLst>
                <a:path extrusionOk="0" h="25" w="1">
                  <a:moveTo>
                    <a:pt x="0" y="1"/>
                  </a:moveTo>
                  <a:cubicBezTo>
                    <a:pt x="0" y="25"/>
                    <a:pt x="0" y="25"/>
                    <a:pt x="0" y="1"/>
                  </a:cubicBezTo>
                  <a:cubicBezTo>
                    <a:pt x="0" y="25"/>
                    <a:pt x="0" y="25"/>
                    <a:pt x="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0" name="Google Shape;13100;p83"/>
            <p:cNvSpPr/>
            <p:nvPr/>
          </p:nvSpPr>
          <p:spPr>
            <a:xfrm>
              <a:off x="7985143" y="2900613"/>
              <a:ext cx="330109" cy="347552"/>
            </a:xfrm>
            <a:custGeom>
              <a:rect b="b" l="l" r="r" t="t"/>
              <a:pathLst>
                <a:path extrusionOk="0" h="10919" w="10371">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1" name="Google Shape;13101;p83"/>
            <p:cNvSpPr/>
            <p:nvPr/>
          </p:nvSpPr>
          <p:spPr>
            <a:xfrm>
              <a:off x="8168579" y="3016952"/>
              <a:ext cx="32" cy="32"/>
            </a:xfrm>
            <a:custGeom>
              <a:rect b="b" l="l" r="r" t="t"/>
              <a:pathLst>
                <a:path extrusionOk="0" h="1" w="1">
                  <a:moveTo>
                    <a:pt x="0" y="1"/>
                  </a:moveTo>
                  <a:lnTo>
                    <a:pt x="0"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2" name="Google Shape;13102;p83"/>
            <p:cNvSpPr/>
            <p:nvPr/>
          </p:nvSpPr>
          <p:spPr>
            <a:xfrm>
              <a:off x="8168579" y="3017715"/>
              <a:ext cx="32" cy="32"/>
            </a:xfrm>
            <a:custGeom>
              <a:rect b="b" l="l" r="r" t="t"/>
              <a:pathLst>
                <a:path extrusionOk="0" h="1" w="1">
                  <a:moveTo>
                    <a:pt x="0" y="1"/>
                  </a:move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03" name="Google Shape;13103;p83"/>
          <p:cNvGrpSpPr/>
          <p:nvPr/>
        </p:nvGrpSpPr>
        <p:grpSpPr>
          <a:xfrm>
            <a:off x="7965731" y="2511426"/>
            <a:ext cx="354363" cy="353631"/>
            <a:chOff x="7990840" y="2435226"/>
            <a:chExt cx="354363" cy="353631"/>
          </a:xfrm>
        </p:grpSpPr>
        <p:sp>
          <p:nvSpPr>
            <p:cNvPr id="13104" name="Google Shape;13104;p83"/>
            <p:cNvSpPr/>
            <p:nvPr/>
          </p:nvSpPr>
          <p:spPr>
            <a:xfrm>
              <a:off x="7990840" y="2435226"/>
              <a:ext cx="354363" cy="353631"/>
            </a:xfrm>
            <a:custGeom>
              <a:rect b="b" l="l" r="r" t="t"/>
              <a:pathLst>
                <a:path extrusionOk="0" h="11110" w="11133">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5" name="Google Shape;13105;p83"/>
            <p:cNvSpPr/>
            <p:nvPr/>
          </p:nvSpPr>
          <p:spPr>
            <a:xfrm>
              <a:off x="8190160" y="2704158"/>
              <a:ext cx="61814" cy="45644"/>
            </a:xfrm>
            <a:custGeom>
              <a:rect b="b" l="l" r="r" t="t"/>
              <a:pathLst>
                <a:path extrusionOk="0" h="1434" w="1942">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6" name="Google Shape;13106;p83"/>
            <p:cNvSpPr/>
            <p:nvPr/>
          </p:nvSpPr>
          <p:spPr>
            <a:xfrm>
              <a:off x="8162882" y="2684201"/>
              <a:ext cx="22026" cy="18239"/>
            </a:xfrm>
            <a:custGeom>
              <a:rect b="b" l="l" r="r" t="t"/>
              <a:pathLst>
                <a:path extrusionOk="0" h="573" w="692">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07" name="Google Shape;13107;p83"/>
          <p:cNvGrpSpPr/>
          <p:nvPr/>
        </p:nvGrpSpPr>
        <p:grpSpPr>
          <a:xfrm>
            <a:off x="1792207" y="2556530"/>
            <a:ext cx="350958" cy="263043"/>
            <a:chOff x="1817317" y="2480330"/>
            <a:chExt cx="350958" cy="263043"/>
          </a:xfrm>
        </p:grpSpPr>
        <p:sp>
          <p:nvSpPr>
            <p:cNvPr id="13108" name="Google Shape;13108;p83"/>
            <p:cNvSpPr/>
            <p:nvPr/>
          </p:nvSpPr>
          <p:spPr>
            <a:xfrm>
              <a:off x="1817317" y="2480330"/>
              <a:ext cx="350958" cy="191426"/>
            </a:xfrm>
            <a:custGeom>
              <a:rect b="b" l="l" r="r" t="t"/>
              <a:pathLst>
                <a:path extrusionOk="0" h="6014" w="11026">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9" name="Google Shape;13109;p83"/>
            <p:cNvSpPr/>
            <p:nvPr/>
          </p:nvSpPr>
          <p:spPr>
            <a:xfrm>
              <a:off x="1926844" y="2568626"/>
              <a:ext cx="131140" cy="174747"/>
            </a:xfrm>
            <a:custGeom>
              <a:rect b="b" l="l" r="r" t="t"/>
              <a:pathLst>
                <a:path extrusionOk="0" h="5490" w="412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0" name="Google Shape;13110;p83"/>
            <p:cNvSpPr/>
            <p:nvPr/>
          </p:nvSpPr>
          <p:spPr>
            <a:xfrm>
              <a:off x="1965485" y="2639893"/>
              <a:ext cx="55002" cy="70885"/>
            </a:xfrm>
            <a:custGeom>
              <a:rect b="b" l="l" r="r" t="t"/>
              <a:pathLst>
                <a:path extrusionOk="0" h="2227" w="1728">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1" name="Google Shape;13111;p83"/>
            <p:cNvSpPr/>
            <p:nvPr/>
          </p:nvSpPr>
          <p:spPr>
            <a:xfrm>
              <a:off x="1965103" y="2503406"/>
              <a:ext cx="43989" cy="31162"/>
            </a:xfrm>
            <a:custGeom>
              <a:rect b="b" l="l" r="r" t="t"/>
              <a:pathLst>
                <a:path extrusionOk="0" h="979" w="1382">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2" name="Google Shape;13112;p83"/>
            <p:cNvSpPr/>
            <p:nvPr/>
          </p:nvSpPr>
          <p:spPr>
            <a:xfrm>
              <a:off x="2052668" y="2537369"/>
              <a:ext cx="34504" cy="30175"/>
            </a:xfrm>
            <a:custGeom>
              <a:rect b="b" l="l" r="r" t="t"/>
              <a:pathLst>
                <a:path extrusionOk="0" h="948" w="1084">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13" name="Google Shape;13113;p83"/>
          <p:cNvGrpSpPr/>
          <p:nvPr/>
        </p:nvGrpSpPr>
        <p:grpSpPr>
          <a:xfrm>
            <a:off x="1316617" y="2559549"/>
            <a:ext cx="419913" cy="308109"/>
            <a:chOff x="1341727" y="2483349"/>
            <a:chExt cx="419913" cy="308109"/>
          </a:xfrm>
        </p:grpSpPr>
        <p:sp>
          <p:nvSpPr>
            <p:cNvPr id="13114" name="Google Shape;13114;p83"/>
            <p:cNvSpPr/>
            <p:nvPr/>
          </p:nvSpPr>
          <p:spPr>
            <a:xfrm>
              <a:off x="1623896" y="2522310"/>
              <a:ext cx="53488" cy="18605"/>
            </a:xfrm>
            <a:custGeom>
              <a:rect b="b" l="l" r="r" t="t"/>
              <a:pathLst>
                <a:path extrusionOk="0" h="489" w="1406">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5" name="Google Shape;13115;p83"/>
            <p:cNvSpPr/>
            <p:nvPr/>
          </p:nvSpPr>
          <p:spPr>
            <a:xfrm>
              <a:off x="1341727" y="2483349"/>
              <a:ext cx="419913" cy="308109"/>
            </a:xfrm>
            <a:custGeom>
              <a:rect b="b" l="l" r="r" t="t"/>
              <a:pathLst>
                <a:path extrusionOk="0" h="8098" w="11038">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6" name="Google Shape;13116;p83"/>
            <p:cNvSpPr/>
            <p:nvPr/>
          </p:nvSpPr>
          <p:spPr>
            <a:xfrm>
              <a:off x="1611228" y="2679979"/>
              <a:ext cx="12250" cy="12708"/>
            </a:xfrm>
            <a:custGeom>
              <a:rect b="b" l="l" r="r" t="t"/>
              <a:pathLst>
                <a:path extrusionOk="0" h="334" w="322">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17" name="Google Shape;13117;p83"/>
          <p:cNvGrpSpPr/>
          <p:nvPr/>
        </p:nvGrpSpPr>
        <p:grpSpPr>
          <a:xfrm>
            <a:off x="829222" y="2523936"/>
            <a:ext cx="376358" cy="330109"/>
            <a:chOff x="854332" y="2447736"/>
            <a:chExt cx="376358" cy="330109"/>
          </a:xfrm>
        </p:grpSpPr>
        <p:sp>
          <p:nvSpPr>
            <p:cNvPr id="13118" name="Google Shape;13118;p83"/>
            <p:cNvSpPr/>
            <p:nvPr/>
          </p:nvSpPr>
          <p:spPr>
            <a:xfrm>
              <a:off x="854332" y="2483353"/>
              <a:ext cx="376358" cy="294491"/>
            </a:xfrm>
            <a:custGeom>
              <a:rect b="b" l="l" r="r" t="t"/>
              <a:pathLst>
                <a:path extrusionOk="0" h="9252" w="11824">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9" name="Google Shape;13119;p83"/>
            <p:cNvSpPr/>
            <p:nvPr/>
          </p:nvSpPr>
          <p:spPr>
            <a:xfrm>
              <a:off x="983561" y="2677389"/>
              <a:ext cx="23140" cy="11395"/>
            </a:xfrm>
            <a:custGeom>
              <a:rect b="b" l="l" r="r" t="t"/>
              <a:pathLst>
                <a:path extrusionOk="0" h="358" w="727">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0" name="Google Shape;13120;p83"/>
            <p:cNvSpPr/>
            <p:nvPr/>
          </p:nvSpPr>
          <p:spPr>
            <a:xfrm>
              <a:off x="1030925" y="2447736"/>
              <a:ext cx="187638" cy="183086"/>
            </a:xfrm>
            <a:custGeom>
              <a:rect b="b" l="l" r="r" t="t"/>
              <a:pathLst>
                <a:path extrusionOk="0" h="5752" w="5895">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1" name="Google Shape;13121;p83"/>
            <p:cNvSpPr/>
            <p:nvPr/>
          </p:nvSpPr>
          <p:spPr>
            <a:xfrm>
              <a:off x="1066574" y="2483353"/>
              <a:ext cx="28806" cy="11045"/>
            </a:xfrm>
            <a:custGeom>
              <a:rect b="b" l="l" r="r" t="t"/>
              <a:pathLst>
                <a:path extrusionOk="0" h="347" w="905">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2" name="Google Shape;13122;p83"/>
            <p:cNvSpPr/>
            <p:nvPr/>
          </p:nvSpPr>
          <p:spPr>
            <a:xfrm>
              <a:off x="1107126" y="2483353"/>
              <a:ext cx="76201" cy="11045"/>
            </a:xfrm>
            <a:custGeom>
              <a:rect b="b" l="l" r="r" t="t"/>
              <a:pathLst>
                <a:path extrusionOk="0" h="347" w="2394">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3" name="Google Shape;13123;p83"/>
            <p:cNvSpPr/>
            <p:nvPr/>
          </p:nvSpPr>
          <p:spPr>
            <a:xfrm>
              <a:off x="1065810" y="2512542"/>
              <a:ext cx="117516" cy="11395"/>
            </a:xfrm>
            <a:custGeom>
              <a:rect b="b" l="l" r="r" t="t"/>
              <a:pathLst>
                <a:path extrusionOk="0" h="358" w="3692">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4" name="Google Shape;13124;p83"/>
            <p:cNvSpPr/>
            <p:nvPr/>
          </p:nvSpPr>
          <p:spPr>
            <a:xfrm>
              <a:off x="1065810" y="2542112"/>
              <a:ext cx="76583" cy="11395"/>
            </a:xfrm>
            <a:custGeom>
              <a:rect b="b" l="l" r="r" t="t"/>
              <a:pathLst>
                <a:path extrusionOk="0" h="358" w="2406">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5" name="Google Shape;13125;p83"/>
            <p:cNvSpPr/>
            <p:nvPr/>
          </p:nvSpPr>
          <p:spPr>
            <a:xfrm>
              <a:off x="1154489" y="2542112"/>
              <a:ext cx="28838" cy="11395"/>
            </a:xfrm>
            <a:custGeom>
              <a:rect b="b" l="l" r="r" t="t"/>
              <a:pathLst>
                <a:path extrusionOk="0" h="358" w="906">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26" name="Google Shape;13126;p83"/>
          <p:cNvGrpSpPr/>
          <p:nvPr/>
        </p:nvGrpSpPr>
        <p:grpSpPr>
          <a:xfrm>
            <a:off x="4181653" y="2527151"/>
            <a:ext cx="322151" cy="322374"/>
            <a:chOff x="4206763" y="2450951"/>
            <a:chExt cx="322151" cy="322374"/>
          </a:xfrm>
        </p:grpSpPr>
        <p:sp>
          <p:nvSpPr>
            <p:cNvPr id="13127" name="Google Shape;13127;p83"/>
            <p:cNvSpPr/>
            <p:nvPr/>
          </p:nvSpPr>
          <p:spPr>
            <a:xfrm>
              <a:off x="4206763" y="2571650"/>
              <a:ext cx="322151" cy="201675"/>
            </a:xfrm>
            <a:custGeom>
              <a:rect b="b" l="l" r="r" t="t"/>
              <a:pathLst>
                <a:path extrusionOk="0" h="6336" w="10121">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8" name="Google Shape;13128;p83"/>
            <p:cNvSpPr/>
            <p:nvPr/>
          </p:nvSpPr>
          <p:spPr>
            <a:xfrm>
              <a:off x="4210933" y="2450951"/>
              <a:ext cx="308878" cy="185537"/>
            </a:xfrm>
            <a:custGeom>
              <a:rect b="b" l="l" r="r" t="t"/>
              <a:pathLst>
                <a:path extrusionOk="0" h="5829" w="9704">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29" name="Google Shape;13129;p83"/>
          <p:cNvGrpSpPr/>
          <p:nvPr/>
        </p:nvGrpSpPr>
        <p:grpSpPr>
          <a:xfrm>
            <a:off x="7491236" y="2526259"/>
            <a:ext cx="327976" cy="324316"/>
            <a:chOff x="7528096" y="2450059"/>
            <a:chExt cx="327976" cy="324316"/>
          </a:xfrm>
        </p:grpSpPr>
        <p:sp>
          <p:nvSpPr>
            <p:cNvPr id="13130" name="Google Shape;13130;p83"/>
            <p:cNvSpPr/>
            <p:nvPr/>
          </p:nvSpPr>
          <p:spPr>
            <a:xfrm>
              <a:off x="7569411" y="2697187"/>
              <a:ext cx="26928" cy="25623"/>
            </a:xfrm>
            <a:custGeom>
              <a:rect b="b" l="l" r="r" t="t"/>
              <a:pathLst>
                <a:path extrusionOk="0" h="805" w="846">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1" name="Google Shape;13131;p83"/>
            <p:cNvSpPr/>
            <p:nvPr/>
          </p:nvSpPr>
          <p:spPr>
            <a:xfrm>
              <a:off x="7600859" y="2728667"/>
              <a:ext cx="26578" cy="25591"/>
            </a:xfrm>
            <a:custGeom>
              <a:rect b="b" l="l" r="r" t="t"/>
              <a:pathLst>
                <a:path extrusionOk="0" h="804" w="835">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2" name="Google Shape;13132;p83"/>
            <p:cNvSpPr/>
            <p:nvPr/>
          </p:nvSpPr>
          <p:spPr>
            <a:xfrm>
              <a:off x="7585326" y="2713102"/>
              <a:ext cx="26546" cy="25241"/>
            </a:xfrm>
            <a:custGeom>
              <a:rect b="b" l="l" r="r" t="t"/>
              <a:pathLst>
                <a:path extrusionOk="0" h="793" w="834">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3" name="Google Shape;13133;p83"/>
            <p:cNvSpPr/>
            <p:nvPr/>
          </p:nvSpPr>
          <p:spPr>
            <a:xfrm>
              <a:off x="7528096" y="2450059"/>
              <a:ext cx="327976" cy="324316"/>
            </a:xfrm>
            <a:custGeom>
              <a:rect b="b" l="l" r="r" t="t"/>
              <a:pathLst>
                <a:path extrusionOk="0" h="10189" w="10304">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4" name="Google Shape;13134;p83"/>
            <p:cNvSpPr/>
            <p:nvPr/>
          </p:nvSpPr>
          <p:spPr>
            <a:xfrm>
              <a:off x="7712296" y="2525528"/>
              <a:ext cx="79989" cy="60954"/>
            </a:xfrm>
            <a:custGeom>
              <a:rect b="b" l="l" r="r" t="t"/>
              <a:pathLst>
                <a:path extrusionOk="0" h="1915" w="2513">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35" name="Google Shape;13135;p83"/>
          <p:cNvGrpSpPr/>
          <p:nvPr/>
        </p:nvGrpSpPr>
        <p:grpSpPr>
          <a:xfrm>
            <a:off x="7052019" y="2588742"/>
            <a:ext cx="282364" cy="198619"/>
            <a:chOff x="7077129" y="2512542"/>
            <a:chExt cx="282364" cy="198619"/>
          </a:xfrm>
        </p:grpSpPr>
        <p:sp>
          <p:nvSpPr>
            <p:cNvPr id="13136" name="Google Shape;13136;p83"/>
            <p:cNvSpPr/>
            <p:nvPr/>
          </p:nvSpPr>
          <p:spPr>
            <a:xfrm>
              <a:off x="7304872" y="2551533"/>
              <a:ext cx="25050" cy="19416"/>
            </a:xfrm>
            <a:custGeom>
              <a:rect b="b" l="l" r="r" t="t"/>
              <a:pathLst>
                <a:path extrusionOk="0" h="610" w="787">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7" name="Google Shape;13137;p83"/>
            <p:cNvSpPr/>
            <p:nvPr/>
          </p:nvSpPr>
          <p:spPr>
            <a:xfrm>
              <a:off x="7129043" y="2512542"/>
              <a:ext cx="164879" cy="42875"/>
            </a:xfrm>
            <a:custGeom>
              <a:rect b="b" l="l" r="r" t="t"/>
              <a:pathLst>
                <a:path extrusionOk="0" h="1347" w="518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8" name="Google Shape;13138;p83"/>
            <p:cNvSpPr/>
            <p:nvPr/>
          </p:nvSpPr>
          <p:spPr>
            <a:xfrm>
              <a:off x="7077129" y="2536796"/>
              <a:ext cx="282364" cy="174365"/>
            </a:xfrm>
            <a:custGeom>
              <a:rect b="b" l="l" r="r" t="t"/>
              <a:pathLst>
                <a:path extrusionOk="0" h="5478" w="8871">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9" name="Google Shape;13139;p83"/>
            <p:cNvSpPr/>
            <p:nvPr/>
          </p:nvSpPr>
          <p:spPr>
            <a:xfrm>
              <a:off x="7153680" y="2560255"/>
              <a:ext cx="129230" cy="127129"/>
            </a:xfrm>
            <a:custGeom>
              <a:rect b="b" l="l" r="r" t="t"/>
              <a:pathLst>
                <a:path extrusionOk="0" h="3994" w="406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0" name="Google Shape;13140;p83"/>
            <p:cNvSpPr/>
            <p:nvPr/>
          </p:nvSpPr>
          <p:spPr>
            <a:xfrm>
              <a:off x="7183982" y="2590239"/>
              <a:ext cx="68244" cy="68244"/>
            </a:xfrm>
            <a:custGeom>
              <a:rect b="b" l="l" r="r" t="t"/>
              <a:pathLst>
                <a:path extrusionOk="0" h="2144" w="2144">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1" name="Google Shape;13141;p83"/>
            <p:cNvSpPr/>
            <p:nvPr/>
          </p:nvSpPr>
          <p:spPr>
            <a:xfrm>
              <a:off x="7225297" y="2595904"/>
              <a:ext cx="20880" cy="20880"/>
            </a:xfrm>
            <a:custGeom>
              <a:rect b="b" l="l" r="r" t="t"/>
              <a:pathLst>
                <a:path extrusionOk="0" h="656" w="656">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42" name="Google Shape;13142;p83"/>
          <p:cNvGrpSpPr/>
          <p:nvPr/>
        </p:nvGrpSpPr>
        <p:grpSpPr>
          <a:xfrm>
            <a:off x="3700351" y="2520912"/>
            <a:ext cx="334279" cy="334661"/>
            <a:chOff x="3725461" y="2444712"/>
            <a:chExt cx="334279" cy="334661"/>
          </a:xfrm>
        </p:grpSpPr>
        <p:sp>
          <p:nvSpPr>
            <p:cNvPr id="13143" name="Google Shape;13143;p83"/>
            <p:cNvSpPr/>
            <p:nvPr/>
          </p:nvSpPr>
          <p:spPr>
            <a:xfrm>
              <a:off x="3939200" y="2554239"/>
              <a:ext cx="53092" cy="53092"/>
            </a:xfrm>
            <a:custGeom>
              <a:rect b="b" l="l" r="r" t="t"/>
              <a:pathLst>
                <a:path extrusionOk="0" h="1668" w="1668">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4" name="Google Shape;13144;p83"/>
            <p:cNvSpPr/>
            <p:nvPr/>
          </p:nvSpPr>
          <p:spPr>
            <a:xfrm>
              <a:off x="3941078" y="2618281"/>
              <a:ext cx="68625" cy="49305"/>
            </a:xfrm>
            <a:custGeom>
              <a:rect b="b" l="l" r="r" t="t"/>
              <a:pathLst>
                <a:path extrusionOk="0" h="1549" w="2156">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5" name="Google Shape;13145;p83"/>
            <p:cNvSpPr/>
            <p:nvPr/>
          </p:nvSpPr>
          <p:spPr>
            <a:xfrm>
              <a:off x="3775116" y="2618281"/>
              <a:ext cx="68625" cy="49305"/>
            </a:xfrm>
            <a:custGeom>
              <a:rect b="b" l="l" r="r" t="t"/>
              <a:pathLst>
                <a:path extrusionOk="0" h="1549" w="2156">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6" name="Google Shape;13146;p83"/>
            <p:cNvSpPr/>
            <p:nvPr/>
          </p:nvSpPr>
          <p:spPr>
            <a:xfrm>
              <a:off x="3793291" y="2554239"/>
              <a:ext cx="53092" cy="53092"/>
            </a:xfrm>
            <a:custGeom>
              <a:rect b="b" l="l" r="r" t="t"/>
              <a:pathLst>
                <a:path extrusionOk="0" h="1668" w="1668">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7" name="Google Shape;13147;p83"/>
            <p:cNvSpPr/>
            <p:nvPr/>
          </p:nvSpPr>
          <p:spPr>
            <a:xfrm>
              <a:off x="3858097" y="2540584"/>
              <a:ext cx="69007" cy="69007"/>
            </a:xfrm>
            <a:custGeom>
              <a:rect b="b" l="l" r="r" t="t"/>
              <a:pathLst>
                <a:path extrusionOk="0" h="2168" w="2168">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8" name="Google Shape;13148;p83"/>
            <p:cNvSpPr/>
            <p:nvPr/>
          </p:nvSpPr>
          <p:spPr>
            <a:xfrm>
              <a:off x="3834224" y="2620159"/>
              <a:ext cx="116752" cy="63342"/>
            </a:xfrm>
            <a:custGeom>
              <a:rect b="b" l="l" r="r" t="t"/>
              <a:pathLst>
                <a:path extrusionOk="0" h="1990" w="3668">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9" name="Google Shape;13149;p83"/>
            <p:cNvSpPr/>
            <p:nvPr/>
          </p:nvSpPr>
          <p:spPr>
            <a:xfrm>
              <a:off x="3725461" y="2444712"/>
              <a:ext cx="334279" cy="334661"/>
            </a:xfrm>
            <a:custGeom>
              <a:rect b="b" l="l" r="r" t="t"/>
              <a:pathLst>
                <a:path extrusionOk="0" h="10514" w="10502">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50" name="Google Shape;13150;p83"/>
          <p:cNvGrpSpPr/>
          <p:nvPr/>
        </p:nvGrpSpPr>
        <p:grpSpPr>
          <a:xfrm>
            <a:off x="6552128" y="2533421"/>
            <a:ext cx="332019" cy="310788"/>
            <a:chOff x="6577238" y="2457221"/>
            <a:chExt cx="332019" cy="310788"/>
          </a:xfrm>
        </p:grpSpPr>
        <p:sp>
          <p:nvSpPr>
            <p:cNvPr id="13151" name="Google Shape;13151;p83"/>
            <p:cNvSpPr/>
            <p:nvPr/>
          </p:nvSpPr>
          <p:spPr>
            <a:xfrm>
              <a:off x="6577238" y="2457221"/>
              <a:ext cx="332019" cy="310788"/>
            </a:xfrm>
            <a:custGeom>
              <a:rect b="b" l="l" r="r" t="t"/>
              <a:pathLst>
                <a:path extrusionOk="0" h="9764" w="10431">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2" name="Google Shape;13152;p83"/>
            <p:cNvSpPr/>
            <p:nvPr/>
          </p:nvSpPr>
          <p:spPr>
            <a:xfrm>
              <a:off x="6723529" y="2512542"/>
              <a:ext cx="38705" cy="39055"/>
            </a:xfrm>
            <a:custGeom>
              <a:rect b="b" l="l" r="r" t="t"/>
              <a:pathLst>
                <a:path extrusionOk="0" h="1227" w="1216">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3" name="Google Shape;13153;p83"/>
            <p:cNvSpPr/>
            <p:nvPr/>
          </p:nvSpPr>
          <p:spPr>
            <a:xfrm>
              <a:off x="6662893" y="2597050"/>
              <a:ext cx="169813" cy="108031"/>
            </a:xfrm>
            <a:custGeom>
              <a:rect b="b" l="l" r="r" t="t"/>
              <a:pathLst>
                <a:path extrusionOk="0" h="3394" w="5335">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4" name="Google Shape;13154;p83"/>
            <p:cNvSpPr/>
            <p:nvPr/>
          </p:nvSpPr>
          <p:spPr>
            <a:xfrm>
              <a:off x="6639402" y="2589188"/>
              <a:ext cx="32244" cy="31384"/>
            </a:xfrm>
            <a:custGeom>
              <a:rect b="b" l="l" r="r" t="t"/>
              <a:pathLst>
                <a:path extrusionOk="0" h="986" w="1013">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5" name="Google Shape;13155;p83"/>
            <p:cNvSpPr/>
            <p:nvPr/>
          </p:nvSpPr>
          <p:spPr>
            <a:xfrm>
              <a:off x="6820547" y="2673315"/>
              <a:ext cx="32244" cy="31034"/>
            </a:xfrm>
            <a:custGeom>
              <a:rect b="b" l="l" r="r" t="t"/>
              <a:pathLst>
                <a:path extrusionOk="0" h="975" w="1013">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6" name="Google Shape;13156;p83"/>
            <p:cNvSpPr/>
            <p:nvPr/>
          </p:nvSpPr>
          <p:spPr>
            <a:xfrm>
              <a:off x="6730341" y="2603607"/>
              <a:ext cx="32244" cy="31384"/>
            </a:xfrm>
            <a:custGeom>
              <a:rect b="b" l="l" r="r" t="t"/>
              <a:pathLst>
                <a:path extrusionOk="0" h="986" w="1013">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57" name="Google Shape;13157;p83"/>
          <p:cNvGrpSpPr/>
          <p:nvPr/>
        </p:nvGrpSpPr>
        <p:grpSpPr>
          <a:xfrm>
            <a:off x="2793451" y="2515978"/>
            <a:ext cx="247892" cy="346024"/>
            <a:chOff x="2818561" y="2439778"/>
            <a:chExt cx="247892" cy="346024"/>
          </a:xfrm>
        </p:grpSpPr>
        <p:sp>
          <p:nvSpPr>
            <p:cNvPr id="13158" name="Google Shape;13158;p83"/>
            <p:cNvSpPr/>
            <p:nvPr/>
          </p:nvSpPr>
          <p:spPr>
            <a:xfrm>
              <a:off x="2818561" y="2439778"/>
              <a:ext cx="247892" cy="346024"/>
            </a:xfrm>
            <a:custGeom>
              <a:rect b="b" l="l" r="r" t="t"/>
              <a:pathLst>
                <a:path extrusionOk="0" h="10871" w="7788">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9" name="Google Shape;13159;p83"/>
            <p:cNvSpPr/>
            <p:nvPr/>
          </p:nvSpPr>
          <p:spPr>
            <a:xfrm>
              <a:off x="2939833" y="2603066"/>
              <a:ext cx="11395" cy="18652"/>
            </a:xfrm>
            <a:custGeom>
              <a:rect b="b" l="l" r="r" t="t"/>
              <a:pathLst>
                <a:path extrusionOk="0" h="586" w="358">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0" name="Google Shape;13160;p83"/>
            <p:cNvSpPr/>
            <p:nvPr/>
          </p:nvSpPr>
          <p:spPr>
            <a:xfrm>
              <a:off x="2963706" y="2653103"/>
              <a:ext cx="19735" cy="14101"/>
            </a:xfrm>
            <a:custGeom>
              <a:rect b="b" l="l" r="r" t="t"/>
              <a:pathLst>
                <a:path extrusionOk="0" h="443" w="62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1" name="Google Shape;13161;p83"/>
            <p:cNvSpPr/>
            <p:nvPr/>
          </p:nvSpPr>
          <p:spPr>
            <a:xfrm>
              <a:off x="2948555" y="2577443"/>
              <a:ext cx="17093" cy="16615"/>
            </a:xfrm>
            <a:custGeom>
              <a:rect b="b" l="l" r="r" t="t"/>
              <a:pathLst>
                <a:path extrusionOk="0" h="522" w="537">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2" name="Google Shape;13162;p83"/>
            <p:cNvSpPr/>
            <p:nvPr/>
          </p:nvSpPr>
          <p:spPr>
            <a:xfrm>
              <a:off x="2943621" y="2631299"/>
              <a:ext cx="16329" cy="17697"/>
            </a:xfrm>
            <a:custGeom>
              <a:rect b="b" l="l" r="r" t="t"/>
              <a:pathLst>
                <a:path extrusionOk="0" h="556" w="513">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3" name="Google Shape;13163;p83"/>
            <p:cNvSpPr/>
            <p:nvPr/>
          </p:nvSpPr>
          <p:spPr>
            <a:xfrm>
              <a:off x="3019408" y="2638907"/>
              <a:ext cx="16711" cy="16170"/>
            </a:xfrm>
            <a:custGeom>
              <a:rect b="b" l="l" r="r" t="t"/>
              <a:pathLst>
                <a:path extrusionOk="0" h="508" w="525">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4" name="Google Shape;13164;p83"/>
            <p:cNvSpPr/>
            <p:nvPr/>
          </p:nvSpPr>
          <p:spPr>
            <a:xfrm>
              <a:off x="3033063" y="2611087"/>
              <a:ext cx="12159" cy="18971"/>
            </a:xfrm>
            <a:custGeom>
              <a:rect b="b" l="l" r="r" t="t"/>
              <a:pathLst>
                <a:path extrusionOk="0" h="596" w="382">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5" name="Google Shape;13165;p83"/>
            <p:cNvSpPr/>
            <p:nvPr/>
          </p:nvSpPr>
          <p:spPr>
            <a:xfrm>
              <a:off x="3024342" y="2583363"/>
              <a:ext cx="15947" cy="17888"/>
            </a:xfrm>
            <a:custGeom>
              <a:rect b="b" l="l" r="r" t="t"/>
              <a:pathLst>
                <a:path extrusionOk="0" h="562" w="501">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6" name="Google Shape;13166;p83"/>
            <p:cNvSpPr/>
            <p:nvPr/>
          </p:nvSpPr>
          <p:spPr>
            <a:xfrm>
              <a:off x="2992894" y="2655808"/>
              <a:ext cx="19735" cy="12159"/>
            </a:xfrm>
            <a:custGeom>
              <a:rect b="b" l="l" r="r" t="t"/>
              <a:pathLst>
                <a:path extrusionOk="0" h="382" w="62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7" name="Google Shape;13167;p83"/>
            <p:cNvSpPr/>
            <p:nvPr/>
          </p:nvSpPr>
          <p:spPr>
            <a:xfrm>
              <a:off x="3000469" y="2566366"/>
              <a:ext cx="20117" cy="13655"/>
            </a:xfrm>
            <a:custGeom>
              <a:rect b="b" l="l" r="r" t="t"/>
              <a:pathLst>
                <a:path extrusionOk="0" h="429" w="632">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8" name="Google Shape;13168;p83"/>
            <p:cNvSpPr/>
            <p:nvPr/>
          </p:nvSpPr>
          <p:spPr>
            <a:xfrm>
              <a:off x="2972045" y="2565188"/>
              <a:ext cx="18971" cy="12191"/>
            </a:xfrm>
            <a:custGeom>
              <a:rect b="b" l="l" r="r" t="t"/>
              <a:pathLst>
                <a:path extrusionOk="0" h="383" w="596">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9" name="Google Shape;13169;p83"/>
            <p:cNvSpPr/>
            <p:nvPr/>
          </p:nvSpPr>
          <p:spPr>
            <a:xfrm>
              <a:off x="2976597" y="2586451"/>
              <a:ext cx="32244" cy="61814"/>
            </a:xfrm>
            <a:custGeom>
              <a:rect b="b" l="l" r="r" t="t"/>
              <a:pathLst>
                <a:path extrusionOk="0" h="1942" w="1013">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70" name="Google Shape;13170;p83"/>
          <p:cNvGrpSpPr/>
          <p:nvPr/>
        </p:nvGrpSpPr>
        <p:grpSpPr>
          <a:xfrm>
            <a:off x="3182668" y="2550832"/>
            <a:ext cx="419933" cy="275170"/>
            <a:chOff x="3207778" y="2474632"/>
            <a:chExt cx="419933" cy="275170"/>
          </a:xfrm>
        </p:grpSpPr>
        <p:sp>
          <p:nvSpPr>
            <p:cNvPr id="13171" name="Google Shape;13171;p83"/>
            <p:cNvSpPr/>
            <p:nvPr/>
          </p:nvSpPr>
          <p:spPr>
            <a:xfrm>
              <a:off x="3207778" y="2474632"/>
              <a:ext cx="419933" cy="275170"/>
            </a:xfrm>
            <a:custGeom>
              <a:rect b="b" l="l" r="r" t="t"/>
              <a:pathLst>
                <a:path extrusionOk="0" h="8645" w="13193">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2" name="Google Shape;13172;p83"/>
            <p:cNvSpPr/>
            <p:nvPr/>
          </p:nvSpPr>
          <p:spPr>
            <a:xfrm>
              <a:off x="3449559" y="2493985"/>
              <a:ext cx="46663" cy="98546"/>
            </a:xfrm>
            <a:custGeom>
              <a:rect b="b" l="l" r="r" t="t"/>
              <a:pathLst>
                <a:path extrusionOk="0" h="3096" w="1466">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3" name="Google Shape;13173;p83"/>
            <p:cNvSpPr/>
            <p:nvPr/>
          </p:nvSpPr>
          <p:spPr>
            <a:xfrm>
              <a:off x="3247566" y="2507226"/>
              <a:ext cx="51565" cy="71681"/>
            </a:xfrm>
            <a:custGeom>
              <a:rect b="b" l="l" r="r" t="t"/>
              <a:pathLst>
                <a:path extrusionOk="0" h="2252" w="162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4" name="Google Shape;13174;p83"/>
            <p:cNvSpPr/>
            <p:nvPr/>
          </p:nvSpPr>
          <p:spPr>
            <a:xfrm>
              <a:off x="3312754" y="2507990"/>
              <a:ext cx="45135" cy="71299"/>
            </a:xfrm>
            <a:custGeom>
              <a:rect b="b" l="l" r="r" t="t"/>
              <a:pathLst>
                <a:path extrusionOk="0" h="2240" w="1418">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5" name="Google Shape;13175;p83"/>
            <p:cNvSpPr/>
            <p:nvPr/>
          </p:nvSpPr>
          <p:spPr>
            <a:xfrm>
              <a:off x="3372626" y="2507194"/>
              <a:ext cx="65602" cy="71395"/>
            </a:xfrm>
            <a:custGeom>
              <a:rect b="b" l="l" r="r" t="t"/>
              <a:pathLst>
                <a:path extrusionOk="0" h="2243" w="2061">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6" name="Google Shape;13176;p83"/>
            <p:cNvSpPr/>
            <p:nvPr/>
          </p:nvSpPr>
          <p:spPr>
            <a:xfrm>
              <a:off x="3247566" y="2632286"/>
              <a:ext cx="97432" cy="12541"/>
            </a:xfrm>
            <a:custGeom>
              <a:rect b="b" l="l" r="r" t="t"/>
              <a:pathLst>
                <a:path extrusionOk="0" h="394" w="3061">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7" name="Google Shape;13177;p83"/>
            <p:cNvSpPr/>
            <p:nvPr/>
          </p:nvSpPr>
          <p:spPr>
            <a:xfrm>
              <a:off x="3371862" y="2632286"/>
              <a:ext cx="124360" cy="12541"/>
            </a:xfrm>
            <a:custGeom>
              <a:rect b="b" l="l" r="r" t="t"/>
              <a:pathLst>
                <a:path extrusionOk="0" h="394" w="3907">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8" name="Google Shape;13178;p83"/>
            <p:cNvSpPr/>
            <p:nvPr/>
          </p:nvSpPr>
          <p:spPr>
            <a:xfrm>
              <a:off x="3247566" y="2665262"/>
              <a:ext cx="51565" cy="12159"/>
            </a:xfrm>
            <a:custGeom>
              <a:rect b="b" l="l" r="r" t="t"/>
              <a:pathLst>
                <a:path extrusionOk="0" h="382" w="162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9" name="Google Shape;13179;p83"/>
            <p:cNvSpPr/>
            <p:nvPr/>
          </p:nvSpPr>
          <p:spPr>
            <a:xfrm>
              <a:off x="3247566" y="2697856"/>
              <a:ext cx="97432" cy="12159"/>
            </a:xfrm>
            <a:custGeom>
              <a:rect b="b" l="l" r="r" t="t"/>
              <a:pathLst>
                <a:path extrusionOk="0" h="382" w="3061">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0" name="Google Shape;13180;p83"/>
            <p:cNvSpPr/>
            <p:nvPr/>
          </p:nvSpPr>
          <p:spPr>
            <a:xfrm>
              <a:off x="3312754" y="2665262"/>
              <a:ext cx="32244" cy="12159"/>
            </a:xfrm>
            <a:custGeom>
              <a:rect b="b" l="l" r="r" t="t"/>
              <a:pathLst>
                <a:path extrusionOk="0" h="382" w="1013">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1" name="Google Shape;13181;p83"/>
            <p:cNvSpPr/>
            <p:nvPr/>
          </p:nvSpPr>
          <p:spPr>
            <a:xfrm>
              <a:off x="3371862" y="2665262"/>
              <a:ext cx="58408" cy="12159"/>
            </a:xfrm>
            <a:custGeom>
              <a:rect b="b" l="l" r="r" t="t"/>
              <a:pathLst>
                <a:path extrusionOk="0" h="382" w="1835">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2" name="Google Shape;13182;p83"/>
            <p:cNvSpPr/>
            <p:nvPr/>
          </p:nvSpPr>
          <p:spPr>
            <a:xfrm>
              <a:off x="3444625" y="2665262"/>
              <a:ext cx="51596" cy="12159"/>
            </a:xfrm>
            <a:custGeom>
              <a:rect b="b" l="l" r="r" t="t"/>
              <a:pathLst>
                <a:path extrusionOk="0" h="382" w="1621">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3" name="Google Shape;13183;p83"/>
            <p:cNvSpPr/>
            <p:nvPr/>
          </p:nvSpPr>
          <p:spPr>
            <a:xfrm>
              <a:off x="3371862" y="2697856"/>
              <a:ext cx="84922" cy="12159"/>
            </a:xfrm>
            <a:custGeom>
              <a:rect b="b" l="l" r="r" t="t"/>
              <a:pathLst>
                <a:path extrusionOk="0" h="382" w="2668">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4" name="Google Shape;13184;p83"/>
            <p:cNvSpPr/>
            <p:nvPr/>
          </p:nvSpPr>
          <p:spPr>
            <a:xfrm>
              <a:off x="3470408" y="2697856"/>
              <a:ext cx="25814" cy="12159"/>
            </a:xfrm>
            <a:custGeom>
              <a:rect b="b" l="l" r="r" t="t"/>
              <a:pathLst>
                <a:path extrusionOk="0" h="382" w="811">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85" name="Google Shape;13185;p83"/>
          <p:cNvGrpSpPr/>
          <p:nvPr/>
        </p:nvGrpSpPr>
        <p:grpSpPr>
          <a:xfrm>
            <a:off x="6074265" y="2532275"/>
            <a:ext cx="337684" cy="314194"/>
            <a:chOff x="6099375" y="2456075"/>
            <a:chExt cx="337684" cy="314194"/>
          </a:xfrm>
        </p:grpSpPr>
        <p:sp>
          <p:nvSpPr>
            <p:cNvPr id="13186" name="Google Shape;13186;p83"/>
            <p:cNvSpPr/>
            <p:nvPr/>
          </p:nvSpPr>
          <p:spPr>
            <a:xfrm>
              <a:off x="6099375" y="2456075"/>
              <a:ext cx="337684" cy="314194"/>
            </a:xfrm>
            <a:custGeom>
              <a:rect b="b" l="l" r="r" t="t"/>
              <a:pathLst>
                <a:path extrusionOk="0" h="9871" w="10609">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7" name="Google Shape;13187;p83"/>
            <p:cNvSpPr/>
            <p:nvPr/>
          </p:nvSpPr>
          <p:spPr>
            <a:xfrm>
              <a:off x="6306652" y="2638748"/>
              <a:ext cx="59904" cy="59522"/>
            </a:xfrm>
            <a:custGeom>
              <a:rect b="b" l="l" r="r" t="t"/>
              <a:pathLst>
                <a:path extrusionOk="0" h="1870" w="1882">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88" name="Google Shape;13188;p83"/>
          <p:cNvGrpSpPr/>
          <p:nvPr/>
        </p:nvGrpSpPr>
        <p:grpSpPr>
          <a:xfrm>
            <a:off x="2287513" y="2544784"/>
            <a:ext cx="312698" cy="286534"/>
            <a:chOff x="2312623" y="2468584"/>
            <a:chExt cx="312698" cy="286534"/>
          </a:xfrm>
        </p:grpSpPr>
        <p:sp>
          <p:nvSpPr>
            <p:cNvPr id="13189" name="Google Shape;13189;p83"/>
            <p:cNvSpPr/>
            <p:nvPr/>
          </p:nvSpPr>
          <p:spPr>
            <a:xfrm>
              <a:off x="2416866" y="2706195"/>
              <a:ext cx="34122" cy="34154"/>
            </a:xfrm>
            <a:custGeom>
              <a:rect b="b" l="l" r="r" t="t"/>
              <a:pathLst>
                <a:path extrusionOk="0" h="1073" w="1072">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0" name="Google Shape;13190;p83"/>
            <p:cNvSpPr/>
            <p:nvPr/>
          </p:nvSpPr>
          <p:spPr>
            <a:xfrm>
              <a:off x="2527126" y="2706195"/>
              <a:ext cx="34536" cy="34154"/>
            </a:xfrm>
            <a:custGeom>
              <a:rect b="b" l="l" r="r" t="t"/>
              <a:pathLst>
                <a:path extrusionOk="0" h="1073" w="1085">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1" name="Google Shape;13191;p83"/>
            <p:cNvSpPr/>
            <p:nvPr/>
          </p:nvSpPr>
          <p:spPr>
            <a:xfrm>
              <a:off x="2312623" y="2468584"/>
              <a:ext cx="312698" cy="286534"/>
            </a:xfrm>
            <a:custGeom>
              <a:rect b="b" l="l" r="r" t="t"/>
              <a:pathLst>
                <a:path extrusionOk="0" h="9002" w="9824">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92" name="Google Shape;13192;p83"/>
          <p:cNvGrpSpPr/>
          <p:nvPr/>
        </p:nvGrpSpPr>
        <p:grpSpPr>
          <a:xfrm>
            <a:off x="5593695" y="2517124"/>
            <a:ext cx="345292" cy="342618"/>
            <a:chOff x="5618805" y="2440924"/>
            <a:chExt cx="345292" cy="342618"/>
          </a:xfrm>
        </p:grpSpPr>
        <p:sp>
          <p:nvSpPr>
            <p:cNvPr id="13193" name="Google Shape;13193;p83"/>
            <p:cNvSpPr/>
            <p:nvPr/>
          </p:nvSpPr>
          <p:spPr>
            <a:xfrm>
              <a:off x="5742751" y="2440924"/>
              <a:ext cx="221346" cy="222110"/>
            </a:xfrm>
            <a:custGeom>
              <a:rect b="b" l="l" r="r" t="t"/>
              <a:pathLst>
                <a:path extrusionOk="0" h="6978" w="6954">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4" name="Google Shape;13194;p83"/>
            <p:cNvSpPr/>
            <p:nvPr/>
          </p:nvSpPr>
          <p:spPr>
            <a:xfrm>
              <a:off x="5810581" y="2523905"/>
              <a:ext cx="11395" cy="11395"/>
            </a:xfrm>
            <a:custGeom>
              <a:rect b="b" l="l" r="r" t="t"/>
              <a:pathLst>
                <a:path extrusionOk="0" h="358" w="358">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5" name="Google Shape;13195;p83"/>
            <p:cNvSpPr/>
            <p:nvPr/>
          </p:nvSpPr>
          <p:spPr>
            <a:xfrm>
              <a:off x="5884490" y="2523905"/>
              <a:ext cx="11395" cy="11395"/>
            </a:xfrm>
            <a:custGeom>
              <a:rect b="b" l="l" r="r" t="t"/>
              <a:pathLst>
                <a:path extrusionOk="0" h="358" w="358">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6" name="Google Shape;13196;p83"/>
            <p:cNvSpPr/>
            <p:nvPr/>
          </p:nvSpPr>
          <p:spPr>
            <a:xfrm>
              <a:off x="5847727" y="2523905"/>
              <a:ext cx="11395" cy="11395"/>
            </a:xfrm>
            <a:custGeom>
              <a:rect b="b" l="l" r="r" t="t"/>
              <a:pathLst>
                <a:path extrusionOk="0" h="358" w="358">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7" name="Google Shape;13197;p83"/>
            <p:cNvSpPr/>
            <p:nvPr/>
          </p:nvSpPr>
          <p:spPr>
            <a:xfrm>
              <a:off x="5618805" y="2516616"/>
              <a:ext cx="270269" cy="266926"/>
            </a:xfrm>
            <a:custGeom>
              <a:rect b="b" l="l" r="r" t="t"/>
              <a:pathLst>
                <a:path extrusionOk="0" h="8386" w="8491">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98" name="Google Shape;13198;p83"/>
          <p:cNvGrpSpPr/>
          <p:nvPr/>
        </p:nvGrpSpPr>
        <p:grpSpPr>
          <a:xfrm>
            <a:off x="4628069" y="2522790"/>
            <a:ext cx="377886" cy="331255"/>
            <a:chOff x="4653179" y="2446590"/>
            <a:chExt cx="377886" cy="331255"/>
          </a:xfrm>
        </p:grpSpPr>
        <p:sp>
          <p:nvSpPr>
            <p:cNvPr id="13199" name="Google Shape;13199;p83"/>
            <p:cNvSpPr/>
            <p:nvPr/>
          </p:nvSpPr>
          <p:spPr>
            <a:xfrm>
              <a:off x="4767639" y="2584541"/>
              <a:ext cx="145941" cy="109177"/>
            </a:xfrm>
            <a:custGeom>
              <a:rect b="b" l="l" r="r" t="t"/>
              <a:pathLst>
                <a:path extrusionOk="0" h="3430" w="4585">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0" name="Google Shape;13200;p83"/>
            <p:cNvSpPr/>
            <p:nvPr/>
          </p:nvSpPr>
          <p:spPr>
            <a:xfrm>
              <a:off x="4794918" y="2446590"/>
              <a:ext cx="96286" cy="53856"/>
            </a:xfrm>
            <a:custGeom>
              <a:rect b="b" l="l" r="r" t="t"/>
              <a:pathLst>
                <a:path extrusionOk="0" h="1692" w="3025">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1" name="Google Shape;13201;p83"/>
            <p:cNvSpPr/>
            <p:nvPr/>
          </p:nvSpPr>
          <p:spPr>
            <a:xfrm>
              <a:off x="4816530" y="2465179"/>
              <a:ext cx="53856" cy="32244"/>
            </a:xfrm>
            <a:custGeom>
              <a:rect b="b" l="l" r="r" t="t"/>
              <a:pathLst>
                <a:path extrusionOk="0" h="1013" w="1692">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2" name="Google Shape;13202;p83"/>
            <p:cNvSpPr/>
            <p:nvPr/>
          </p:nvSpPr>
          <p:spPr>
            <a:xfrm>
              <a:off x="4653179" y="2522409"/>
              <a:ext cx="377886" cy="255436"/>
            </a:xfrm>
            <a:custGeom>
              <a:rect b="b" l="l" r="r" t="t"/>
              <a:pathLst>
                <a:path extrusionOk="0" h="8025" w="11872">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03" name="Google Shape;13203;p83"/>
          <p:cNvGrpSpPr/>
          <p:nvPr/>
        </p:nvGrpSpPr>
        <p:grpSpPr>
          <a:xfrm>
            <a:off x="5159407" y="2535681"/>
            <a:ext cx="252062" cy="305122"/>
            <a:chOff x="5184517" y="2459481"/>
            <a:chExt cx="252062" cy="305122"/>
          </a:xfrm>
        </p:grpSpPr>
        <p:sp>
          <p:nvSpPr>
            <p:cNvPr id="13204" name="Google Shape;13204;p83"/>
            <p:cNvSpPr/>
            <p:nvPr/>
          </p:nvSpPr>
          <p:spPr>
            <a:xfrm>
              <a:off x="5383486" y="2674747"/>
              <a:ext cx="13273" cy="13305"/>
            </a:xfrm>
            <a:custGeom>
              <a:rect b="b" l="l" r="r" t="t"/>
              <a:pathLst>
                <a:path extrusionOk="0" h="418" w="417">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5" name="Google Shape;13205;p83"/>
            <p:cNvSpPr/>
            <p:nvPr/>
          </p:nvSpPr>
          <p:spPr>
            <a:xfrm>
              <a:off x="5350128" y="2724402"/>
              <a:ext cx="11395" cy="11395"/>
            </a:xfrm>
            <a:custGeom>
              <a:rect b="b" l="l" r="r" t="t"/>
              <a:pathLst>
                <a:path extrusionOk="0" h="358" w="358">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6" name="Google Shape;13206;p83"/>
            <p:cNvSpPr/>
            <p:nvPr/>
          </p:nvSpPr>
          <p:spPr>
            <a:xfrm>
              <a:off x="5254638" y="2666376"/>
              <a:ext cx="11395" cy="11427"/>
            </a:xfrm>
            <a:custGeom>
              <a:rect b="b" l="l" r="r" t="t"/>
              <a:pathLst>
                <a:path extrusionOk="0" h="359" w="358">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7" name="Google Shape;13207;p83"/>
            <p:cNvSpPr/>
            <p:nvPr/>
          </p:nvSpPr>
          <p:spPr>
            <a:xfrm>
              <a:off x="5273959" y="2724402"/>
              <a:ext cx="11395" cy="11395"/>
            </a:xfrm>
            <a:custGeom>
              <a:rect b="b" l="l" r="r" t="t"/>
              <a:pathLst>
                <a:path extrusionOk="0" h="358" w="358">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8" name="Google Shape;13208;p83"/>
            <p:cNvSpPr/>
            <p:nvPr/>
          </p:nvSpPr>
          <p:spPr>
            <a:xfrm>
              <a:off x="5308049" y="2678917"/>
              <a:ext cx="14451" cy="14037"/>
            </a:xfrm>
            <a:custGeom>
              <a:rect b="b" l="l" r="r" t="t"/>
              <a:pathLst>
                <a:path extrusionOk="0" h="441" w="454">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9" name="Google Shape;13209;p83"/>
            <p:cNvSpPr/>
            <p:nvPr/>
          </p:nvSpPr>
          <p:spPr>
            <a:xfrm>
              <a:off x="5184517" y="2459481"/>
              <a:ext cx="252062" cy="305122"/>
            </a:xfrm>
            <a:custGeom>
              <a:rect b="b" l="l" r="r" t="t"/>
              <a:pathLst>
                <a:path extrusionOk="0" h="9586" w="7919">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10" name="Google Shape;13210;p83"/>
          <p:cNvSpPr/>
          <p:nvPr/>
        </p:nvSpPr>
        <p:spPr>
          <a:xfrm>
            <a:off x="1775910" y="2046804"/>
            <a:ext cx="354363" cy="354395"/>
          </a:xfrm>
          <a:custGeom>
            <a:rect b="b" l="l" r="r" t="t"/>
            <a:pathLst>
              <a:path extrusionOk="0" h="11134" w="11133">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211" name="Google Shape;13211;p83"/>
          <p:cNvGrpSpPr/>
          <p:nvPr/>
        </p:nvGrpSpPr>
        <p:grpSpPr>
          <a:xfrm>
            <a:off x="6130349" y="2045308"/>
            <a:ext cx="249770" cy="363849"/>
            <a:chOff x="6155459" y="1969108"/>
            <a:chExt cx="249770" cy="363849"/>
          </a:xfrm>
        </p:grpSpPr>
        <p:sp>
          <p:nvSpPr>
            <p:cNvPr id="13212" name="Google Shape;13212;p83"/>
            <p:cNvSpPr/>
            <p:nvPr/>
          </p:nvSpPr>
          <p:spPr>
            <a:xfrm>
              <a:off x="6195628" y="1969108"/>
              <a:ext cx="169813" cy="227012"/>
            </a:xfrm>
            <a:custGeom>
              <a:rect b="b" l="l" r="r" t="t"/>
              <a:pathLst>
                <a:path extrusionOk="0" h="7132" w="5335">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3" name="Google Shape;13213;p83"/>
            <p:cNvSpPr/>
            <p:nvPr/>
          </p:nvSpPr>
          <p:spPr>
            <a:xfrm>
              <a:off x="6275585" y="2146083"/>
              <a:ext cx="10249" cy="50037"/>
            </a:xfrm>
            <a:custGeom>
              <a:rect b="b" l="l" r="r" t="t"/>
              <a:pathLst>
                <a:path extrusionOk="0" h="1572" w="322">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4" name="Google Shape;13214;p83"/>
            <p:cNvSpPr/>
            <p:nvPr/>
          </p:nvSpPr>
          <p:spPr>
            <a:xfrm>
              <a:off x="6223671" y="2157446"/>
              <a:ext cx="10631" cy="38673"/>
            </a:xfrm>
            <a:custGeom>
              <a:rect b="b" l="l" r="r" t="t"/>
              <a:pathLst>
                <a:path extrusionOk="0" h="1215" w="334">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5" name="Google Shape;13215;p83"/>
            <p:cNvSpPr/>
            <p:nvPr/>
          </p:nvSpPr>
          <p:spPr>
            <a:xfrm>
              <a:off x="6326736" y="2157446"/>
              <a:ext cx="10281" cy="38673"/>
            </a:xfrm>
            <a:custGeom>
              <a:rect b="b" l="l" r="r" t="t"/>
              <a:pathLst>
                <a:path extrusionOk="0" h="1215" w="323">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6" name="Google Shape;13216;p83"/>
            <p:cNvSpPr/>
            <p:nvPr/>
          </p:nvSpPr>
          <p:spPr>
            <a:xfrm>
              <a:off x="6264222" y="2299949"/>
              <a:ext cx="33008" cy="33008"/>
            </a:xfrm>
            <a:custGeom>
              <a:rect b="b" l="l" r="r" t="t"/>
              <a:pathLst>
                <a:path extrusionOk="0" h="1037" w="1037">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7" name="Google Shape;13217;p83"/>
            <p:cNvSpPr/>
            <p:nvPr/>
          </p:nvSpPr>
          <p:spPr>
            <a:xfrm>
              <a:off x="6155459" y="2299949"/>
              <a:ext cx="33358" cy="33008"/>
            </a:xfrm>
            <a:custGeom>
              <a:rect b="b" l="l" r="r" t="t"/>
              <a:pathLst>
                <a:path extrusionOk="0" h="1037" w="1048">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8" name="Google Shape;13218;p83"/>
            <p:cNvSpPr/>
            <p:nvPr/>
          </p:nvSpPr>
          <p:spPr>
            <a:xfrm>
              <a:off x="6372221" y="2299949"/>
              <a:ext cx="33008" cy="33008"/>
            </a:xfrm>
            <a:custGeom>
              <a:rect b="b" l="l" r="r" t="t"/>
              <a:pathLst>
                <a:path extrusionOk="0" h="1037" w="1037">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9" name="Google Shape;13219;p83"/>
            <p:cNvSpPr/>
            <p:nvPr/>
          </p:nvSpPr>
          <p:spPr>
            <a:xfrm>
              <a:off x="6185379" y="2208597"/>
              <a:ext cx="189134" cy="84763"/>
            </a:xfrm>
            <a:custGeom>
              <a:rect b="b" l="l" r="r" t="t"/>
              <a:pathLst>
                <a:path extrusionOk="0" h="2663" w="5942">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0" name="Google Shape;13220;p83"/>
            <p:cNvSpPr/>
            <p:nvPr/>
          </p:nvSpPr>
          <p:spPr>
            <a:xfrm>
              <a:off x="6246397" y="2010773"/>
              <a:ext cx="69007" cy="25814"/>
            </a:xfrm>
            <a:custGeom>
              <a:rect b="b" l="l" r="r" t="t"/>
              <a:pathLst>
                <a:path extrusionOk="0" h="811" w="2168">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21" name="Google Shape;13221;p83"/>
          <p:cNvGrpSpPr/>
          <p:nvPr/>
        </p:nvGrpSpPr>
        <p:grpSpPr>
          <a:xfrm>
            <a:off x="2254919" y="2046804"/>
            <a:ext cx="353631" cy="354395"/>
            <a:chOff x="2280029" y="1970604"/>
            <a:chExt cx="353631" cy="354395"/>
          </a:xfrm>
        </p:grpSpPr>
        <p:sp>
          <p:nvSpPr>
            <p:cNvPr id="13222" name="Google Shape;13222;p83"/>
            <p:cNvSpPr/>
            <p:nvPr/>
          </p:nvSpPr>
          <p:spPr>
            <a:xfrm>
              <a:off x="2309981" y="2069086"/>
              <a:ext cx="323679" cy="255913"/>
            </a:xfrm>
            <a:custGeom>
              <a:rect b="b" l="l" r="r" t="t"/>
              <a:pathLst>
                <a:path extrusionOk="0" h="8040" w="10169">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3" name="Google Shape;13223;p83"/>
            <p:cNvSpPr/>
            <p:nvPr/>
          </p:nvSpPr>
          <p:spPr>
            <a:xfrm>
              <a:off x="2280029" y="1970604"/>
              <a:ext cx="322565" cy="255468"/>
            </a:xfrm>
            <a:custGeom>
              <a:rect b="b" l="l" r="r" t="t"/>
              <a:pathLst>
                <a:path extrusionOk="0" h="8026" w="10134">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4" name="Google Shape;13224;p83"/>
            <p:cNvSpPr/>
            <p:nvPr/>
          </p:nvSpPr>
          <p:spPr>
            <a:xfrm>
              <a:off x="2411169" y="2064598"/>
              <a:ext cx="17093" cy="26928"/>
            </a:xfrm>
            <a:custGeom>
              <a:rect b="b" l="l" r="r" t="t"/>
              <a:pathLst>
                <a:path extrusionOk="0" h="846" w="537">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5" name="Google Shape;13225;p83"/>
            <p:cNvSpPr/>
            <p:nvPr/>
          </p:nvSpPr>
          <p:spPr>
            <a:xfrm>
              <a:off x="2323254" y="2017458"/>
              <a:ext cx="267213" cy="264316"/>
            </a:xfrm>
            <a:custGeom>
              <a:rect b="b" l="l" r="r" t="t"/>
              <a:pathLst>
                <a:path extrusionOk="0" h="8304" w="8395">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26" name="Google Shape;13226;p83"/>
          <p:cNvGrpSpPr/>
          <p:nvPr/>
        </p:nvGrpSpPr>
        <p:grpSpPr>
          <a:xfrm>
            <a:off x="8039990" y="2076374"/>
            <a:ext cx="255086" cy="301685"/>
            <a:chOff x="8065100" y="2000174"/>
            <a:chExt cx="255086" cy="301685"/>
          </a:xfrm>
        </p:grpSpPr>
        <p:sp>
          <p:nvSpPr>
            <p:cNvPr id="13227" name="Google Shape;13227;p83"/>
            <p:cNvSpPr/>
            <p:nvPr/>
          </p:nvSpPr>
          <p:spPr>
            <a:xfrm>
              <a:off x="8085185" y="2151016"/>
              <a:ext cx="65220" cy="150842"/>
            </a:xfrm>
            <a:custGeom>
              <a:rect b="b" l="l" r="r" t="t"/>
              <a:pathLst>
                <a:path extrusionOk="0" h="4739" w="2049">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8" name="Google Shape;13228;p83"/>
            <p:cNvSpPr/>
            <p:nvPr/>
          </p:nvSpPr>
          <p:spPr>
            <a:xfrm>
              <a:off x="8161004" y="2151016"/>
              <a:ext cx="65188" cy="150842"/>
            </a:xfrm>
            <a:custGeom>
              <a:rect b="b" l="l" r="r" t="t"/>
              <a:pathLst>
                <a:path extrusionOk="0" h="4739" w="2048">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9" name="Google Shape;13229;p83"/>
            <p:cNvSpPr/>
            <p:nvPr/>
          </p:nvSpPr>
          <p:spPr>
            <a:xfrm>
              <a:off x="8236791" y="2151016"/>
              <a:ext cx="65220" cy="150842"/>
            </a:xfrm>
            <a:custGeom>
              <a:rect b="b" l="l" r="r" t="t"/>
              <a:pathLst>
                <a:path extrusionOk="0" h="4739" w="2049">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0" name="Google Shape;13230;p83"/>
            <p:cNvSpPr/>
            <p:nvPr/>
          </p:nvSpPr>
          <p:spPr>
            <a:xfrm>
              <a:off x="8065100" y="2000174"/>
              <a:ext cx="255086" cy="178916"/>
            </a:xfrm>
            <a:custGeom>
              <a:rect b="b" l="l" r="r" t="t"/>
              <a:pathLst>
                <a:path extrusionOk="0" h="5621" w="8014">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31" name="Google Shape;13231;p83"/>
          <p:cNvGrpSpPr/>
          <p:nvPr/>
        </p:nvGrpSpPr>
        <p:grpSpPr>
          <a:xfrm>
            <a:off x="6608595" y="2045308"/>
            <a:ext cx="249420" cy="363849"/>
            <a:chOff x="6633705" y="1969108"/>
            <a:chExt cx="249420" cy="363849"/>
          </a:xfrm>
        </p:grpSpPr>
        <p:sp>
          <p:nvSpPr>
            <p:cNvPr id="13232" name="Google Shape;13232;p83"/>
            <p:cNvSpPr/>
            <p:nvPr/>
          </p:nvSpPr>
          <p:spPr>
            <a:xfrm>
              <a:off x="6678426" y="1969108"/>
              <a:ext cx="159214" cy="238407"/>
            </a:xfrm>
            <a:custGeom>
              <a:rect b="b" l="l" r="r" t="t"/>
              <a:pathLst>
                <a:path extrusionOk="0" h="7490" w="5002">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3" name="Google Shape;13233;p83"/>
            <p:cNvSpPr/>
            <p:nvPr/>
          </p:nvSpPr>
          <p:spPr>
            <a:xfrm>
              <a:off x="6753481" y="2168809"/>
              <a:ext cx="10249" cy="38705"/>
            </a:xfrm>
            <a:custGeom>
              <a:rect b="b" l="l" r="r" t="t"/>
              <a:pathLst>
                <a:path extrusionOk="0" h="1216" w="322">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4" name="Google Shape;13234;p83"/>
            <p:cNvSpPr/>
            <p:nvPr/>
          </p:nvSpPr>
          <p:spPr>
            <a:xfrm>
              <a:off x="6707614" y="2180173"/>
              <a:ext cx="10631" cy="27342"/>
            </a:xfrm>
            <a:custGeom>
              <a:rect b="b" l="l" r="r" t="t"/>
              <a:pathLst>
                <a:path extrusionOk="0" h="859" w="334">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5" name="Google Shape;13235;p83"/>
            <p:cNvSpPr/>
            <p:nvPr/>
          </p:nvSpPr>
          <p:spPr>
            <a:xfrm>
              <a:off x="6798966" y="2180173"/>
              <a:ext cx="10249" cy="27342"/>
            </a:xfrm>
            <a:custGeom>
              <a:rect b="b" l="l" r="r" t="t"/>
              <a:pathLst>
                <a:path extrusionOk="0" h="859" w="322">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6" name="Google Shape;13236;p83"/>
            <p:cNvSpPr/>
            <p:nvPr/>
          </p:nvSpPr>
          <p:spPr>
            <a:xfrm>
              <a:off x="6742118" y="2299949"/>
              <a:ext cx="32976" cy="33008"/>
            </a:xfrm>
            <a:custGeom>
              <a:rect b="b" l="l" r="r" t="t"/>
              <a:pathLst>
                <a:path extrusionOk="0" h="1037" w="1036">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7" name="Google Shape;13237;p83"/>
            <p:cNvSpPr/>
            <p:nvPr/>
          </p:nvSpPr>
          <p:spPr>
            <a:xfrm>
              <a:off x="6633705" y="2299949"/>
              <a:ext cx="33008" cy="33008"/>
            </a:xfrm>
            <a:custGeom>
              <a:rect b="b" l="l" r="r" t="t"/>
              <a:pathLst>
                <a:path extrusionOk="0" h="1037" w="1037">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8" name="Google Shape;13238;p83"/>
            <p:cNvSpPr/>
            <p:nvPr/>
          </p:nvSpPr>
          <p:spPr>
            <a:xfrm>
              <a:off x="6850117" y="2299949"/>
              <a:ext cx="33008" cy="33008"/>
            </a:xfrm>
            <a:custGeom>
              <a:rect b="b" l="l" r="r" t="t"/>
              <a:pathLst>
                <a:path extrusionOk="0" h="1037" w="1037">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9" name="Google Shape;13239;p83"/>
            <p:cNvSpPr/>
            <p:nvPr/>
          </p:nvSpPr>
          <p:spPr>
            <a:xfrm>
              <a:off x="6664039" y="2219610"/>
              <a:ext cx="188370" cy="73750"/>
            </a:xfrm>
            <a:custGeom>
              <a:rect b="b" l="l" r="r" t="t"/>
              <a:pathLst>
                <a:path extrusionOk="0" h="2317" w="5918">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40" name="Google Shape;13240;p83"/>
          <p:cNvGrpSpPr/>
          <p:nvPr/>
        </p:nvGrpSpPr>
        <p:grpSpPr>
          <a:xfrm>
            <a:off x="5185921" y="2045308"/>
            <a:ext cx="226661" cy="363467"/>
            <a:chOff x="5211031" y="1969108"/>
            <a:chExt cx="226661" cy="363467"/>
          </a:xfrm>
        </p:grpSpPr>
        <p:sp>
          <p:nvSpPr>
            <p:cNvPr id="13241" name="Google Shape;13241;p83"/>
            <p:cNvSpPr/>
            <p:nvPr/>
          </p:nvSpPr>
          <p:spPr>
            <a:xfrm>
              <a:off x="5211031" y="1969108"/>
              <a:ext cx="226661" cy="363467"/>
            </a:xfrm>
            <a:custGeom>
              <a:rect b="b" l="l" r="r" t="t"/>
              <a:pathLst>
                <a:path extrusionOk="0" h="11419" w="7121">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2" name="Google Shape;13242;p83"/>
            <p:cNvSpPr/>
            <p:nvPr/>
          </p:nvSpPr>
          <p:spPr>
            <a:xfrm>
              <a:off x="5250468" y="2060046"/>
              <a:ext cx="147819" cy="107649"/>
            </a:xfrm>
            <a:custGeom>
              <a:rect b="b" l="l" r="r" t="t"/>
              <a:pathLst>
                <a:path extrusionOk="0" h="3382" w="4644">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43" name="Google Shape;13243;p83"/>
          <p:cNvGrpSpPr/>
          <p:nvPr/>
        </p:nvGrpSpPr>
        <p:grpSpPr>
          <a:xfrm>
            <a:off x="3687842" y="2046804"/>
            <a:ext cx="354363" cy="354395"/>
            <a:chOff x="3712952" y="1970604"/>
            <a:chExt cx="354363" cy="354395"/>
          </a:xfrm>
        </p:grpSpPr>
        <p:sp>
          <p:nvSpPr>
            <p:cNvPr id="13244" name="Google Shape;13244;p83"/>
            <p:cNvSpPr/>
            <p:nvPr/>
          </p:nvSpPr>
          <p:spPr>
            <a:xfrm>
              <a:off x="3868314" y="2281360"/>
              <a:ext cx="43639" cy="43639"/>
            </a:xfrm>
            <a:custGeom>
              <a:rect b="b" l="l" r="r" t="t"/>
              <a:pathLst>
                <a:path extrusionOk="0" h="1371" w="1371">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5" name="Google Shape;13245;p83"/>
            <p:cNvSpPr/>
            <p:nvPr/>
          </p:nvSpPr>
          <p:spPr>
            <a:xfrm>
              <a:off x="3940346" y="2120300"/>
              <a:ext cx="54970" cy="55002"/>
            </a:xfrm>
            <a:custGeom>
              <a:rect b="b" l="l" r="r" t="t"/>
              <a:pathLst>
                <a:path extrusionOk="0" h="1728" w="1727">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6" name="Google Shape;13246;p83"/>
            <p:cNvSpPr/>
            <p:nvPr/>
          </p:nvSpPr>
          <p:spPr>
            <a:xfrm>
              <a:off x="3784952" y="2120300"/>
              <a:ext cx="54970" cy="55002"/>
            </a:xfrm>
            <a:custGeom>
              <a:rect b="b" l="l" r="r" t="t"/>
              <a:pathLst>
                <a:path extrusionOk="0" h="1728" w="1727">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7" name="Google Shape;13247;p83"/>
            <p:cNvSpPr/>
            <p:nvPr/>
          </p:nvSpPr>
          <p:spPr>
            <a:xfrm>
              <a:off x="3712952" y="2281360"/>
              <a:ext cx="44371" cy="43639"/>
            </a:xfrm>
            <a:custGeom>
              <a:rect b="b" l="l" r="r" t="t"/>
              <a:pathLst>
                <a:path extrusionOk="0" h="1371" w="1394">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8" name="Google Shape;13248;p83"/>
            <p:cNvSpPr/>
            <p:nvPr/>
          </p:nvSpPr>
          <p:spPr>
            <a:xfrm>
              <a:off x="4023708" y="2281360"/>
              <a:ext cx="43607" cy="43639"/>
            </a:xfrm>
            <a:custGeom>
              <a:rect b="b" l="l" r="r" t="t"/>
              <a:pathLst>
                <a:path extrusionOk="0" h="1371" w="137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9" name="Google Shape;13249;p83"/>
            <p:cNvSpPr/>
            <p:nvPr/>
          </p:nvSpPr>
          <p:spPr>
            <a:xfrm>
              <a:off x="3852049" y="1970604"/>
              <a:ext cx="76583" cy="76965"/>
            </a:xfrm>
            <a:custGeom>
              <a:rect b="b" l="l" r="r" t="t"/>
              <a:pathLst>
                <a:path extrusionOk="0" h="2418" w="2406">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0" name="Google Shape;13250;p83"/>
            <p:cNvSpPr/>
            <p:nvPr/>
          </p:nvSpPr>
          <p:spPr>
            <a:xfrm>
              <a:off x="3746310" y="2187016"/>
              <a:ext cx="132667" cy="88710"/>
            </a:xfrm>
            <a:custGeom>
              <a:rect b="b" l="l" r="r" t="t"/>
              <a:pathLst>
                <a:path extrusionOk="0" h="2787" w="4168">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1" name="Google Shape;13251;p83"/>
            <p:cNvSpPr/>
            <p:nvPr/>
          </p:nvSpPr>
          <p:spPr>
            <a:xfrm>
              <a:off x="3831583" y="2059664"/>
              <a:ext cx="117485" cy="54748"/>
            </a:xfrm>
            <a:custGeom>
              <a:rect b="b" l="l" r="r" t="t"/>
              <a:pathLst>
                <a:path extrusionOk="0" h="1720" w="3691">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2" name="Google Shape;13252;p83"/>
            <p:cNvSpPr/>
            <p:nvPr/>
          </p:nvSpPr>
          <p:spPr>
            <a:xfrm>
              <a:off x="3901672" y="2187016"/>
              <a:ext cx="132285" cy="88997"/>
            </a:xfrm>
            <a:custGeom>
              <a:rect b="b" l="l" r="r" t="t"/>
              <a:pathLst>
                <a:path extrusionOk="0" h="2796" w="4156">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53" name="Google Shape;13253;p83"/>
          <p:cNvGrpSpPr/>
          <p:nvPr/>
        </p:nvGrpSpPr>
        <p:grpSpPr>
          <a:xfrm>
            <a:off x="3210329" y="2046804"/>
            <a:ext cx="354363" cy="354745"/>
            <a:chOff x="3235438" y="1970604"/>
            <a:chExt cx="354363" cy="354745"/>
          </a:xfrm>
        </p:grpSpPr>
        <p:sp>
          <p:nvSpPr>
            <p:cNvPr id="13254" name="Google Shape;13254;p83"/>
            <p:cNvSpPr/>
            <p:nvPr/>
          </p:nvSpPr>
          <p:spPr>
            <a:xfrm>
              <a:off x="3235438" y="2125712"/>
              <a:ext cx="132667" cy="199288"/>
            </a:xfrm>
            <a:custGeom>
              <a:rect b="b" l="l" r="r" t="t"/>
              <a:pathLst>
                <a:path extrusionOk="0" h="6261" w="4168">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5" name="Google Shape;13255;p83"/>
            <p:cNvSpPr/>
            <p:nvPr/>
          </p:nvSpPr>
          <p:spPr>
            <a:xfrm>
              <a:off x="3257433" y="2292373"/>
              <a:ext cx="10249" cy="32626"/>
            </a:xfrm>
            <a:custGeom>
              <a:rect b="b" l="l" r="r" t="t"/>
              <a:pathLst>
                <a:path extrusionOk="0" h="1025" w="322">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6" name="Google Shape;13256;p83"/>
            <p:cNvSpPr/>
            <p:nvPr/>
          </p:nvSpPr>
          <p:spPr>
            <a:xfrm>
              <a:off x="3335098" y="2292373"/>
              <a:ext cx="10281" cy="32626"/>
            </a:xfrm>
            <a:custGeom>
              <a:rect b="b" l="l" r="r" t="t"/>
              <a:pathLst>
                <a:path extrusionOk="0" h="1025" w="323">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7" name="Google Shape;13257;p83"/>
            <p:cNvSpPr/>
            <p:nvPr/>
          </p:nvSpPr>
          <p:spPr>
            <a:xfrm>
              <a:off x="3490110" y="2163685"/>
              <a:ext cx="55734" cy="18430"/>
            </a:xfrm>
            <a:custGeom>
              <a:rect b="b" l="l" r="r" t="t"/>
              <a:pathLst>
                <a:path extrusionOk="0" h="579" w="1751">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8" name="Google Shape;13258;p83"/>
            <p:cNvSpPr/>
            <p:nvPr/>
          </p:nvSpPr>
          <p:spPr>
            <a:xfrm>
              <a:off x="3445771" y="2131664"/>
              <a:ext cx="144031" cy="192953"/>
            </a:xfrm>
            <a:custGeom>
              <a:rect b="b" l="l" r="r" t="t"/>
              <a:pathLst>
                <a:path extrusionOk="0" h="6062" w="4525">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9" name="Google Shape;13259;p83"/>
            <p:cNvSpPr/>
            <p:nvPr/>
          </p:nvSpPr>
          <p:spPr>
            <a:xfrm>
              <a:off x="3473813" y="2287058"/>
              <a:ext cx="10631" cy="38291"/>
            </a:xfrm>
            <a:custGeom>
              <a:rect b="b" l="l" r="r" t="t"/>
              <a:pathLst>
                <a:path extrusionOk="0" h="1203" w="334">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0" name="Google Shape;13260;p83"/>
            <p:cNvSpPr/>
            <p:nvPr/>
          </p:nvSpPr>
          <p:spPr>
            <a:xfrm>
              <a:off x="3551128" y="2287058"/>
              <a:ext cx="10249" cy="38291"/>
            </a:xfrm>
            <a:custGeom>
              <a:rect b="b" l="l" r="r" t="t"/>
              <a:pathLst>
                <a:path extrusionOk="0" h="1203" w="322">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1" name="Google Shape;13261;p83"/>
            <p:cNvSpPr/>
            <p:nvPr/>
          </p:nvSpPr>
          <p:spPr>
            <a:xfrm>
              <a:off x="3290377" y="1970604"/>
              <a:ext cx="221378" cy="185346"/>
            </a:xfrm>
            <a:custGeom>
              <a:rect b="b" l="l" r="r" t="t"/>
              <a:pathLst>
                <a:path extrusionOk="0" h="5823" w="6955">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2" name="Google Shape;13262;p83"/>
            <p:cNvSpPr/>
            <p:nvPr/>
          </p:nvSpPr>
          <p:spPr>
            <a:xfrm>
              <a:off x="3329432" y="2004344"/>
              <a:ext cx="26928" cy="10249"/>
            </a:xfrm>
            <a:custGeom>
              <a:rect b="b" l="l" r="r" t="t"/>
              <a:pathLst>
                <a:path extrusionOk="0" h="322" w="846">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3" name="Google Shape;13263;p83"/>
            <p:cNvSpPr/>
            <p:nvPr/>
          </p:nvSpPr>
          <p:spPr>
            <a:xfrm>
              <a:off x="3368074" y="2004344"/>
              <a:ext cx="82663" cy="10249"/>
            </a:xfrm>
            <a:custGeom>
              <a:rect b="b" l="l" r="r" t="t"/>
              <a:pathLst>
                <a:path extrusionOk="0" h="322" w="2597">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4" name="Google Shape;13264;p83"/>
            <p:cNvSpPr/>
            <p:nvPr/>
          </p:nvSpPr>
          <p:spPr>
            <a:xfrm>
              <a:off x="3329432" y="2031622"/>
              <a:ext cx="121304" cy="10631"/>
            </a:xfrm>
            <a:custGeom>
              <a:rect b="b" l="l" r="r" t="t"/>
              <a:pathLst>
                <a:path extrusionOk="0" h="334" w="3811">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5" name="Google Shape;13265;p83"/>
            <p:cNvSpPr/>
            <p:nvPr/>
          </p:nvSpPr>
          <p:spPr>
            <a:xfrm>
              <a:off x="3329432" y="2059664"/>
              <a:ext cx="82249" cy="10663"/>
            </a:xfrm>
            <a:custGeom>
              <a:rect b="b" l="l" r="r" t="t"/>
              <a:pathLst>
                <a:path extrusionOk="0" h="335" w="2584">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6" name="Google Shape;13266;p83"/>
            <p:cNvSpPr/>
            <p:nvPr/>
          </p:nvSpPr>
          <p:spPr>
            <a:xfrm>
              <a:off x="3423777" y="2059664"/>
              <a:ext cx="26960" cy="10663"/>
            </a:xfrm>
            <a:custGeom>
              <a:rect b="b" l="l" r="r" t="t"/>
              <a:pathLst>
                <a:path extrusionOk="0" h="335" w="847">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67" name="Google Shape;13267;p83"/>
          <p:cNvGrpSpPr/>
          <p:nvPr/>
        </p:nvGrpSpPr>
        <p:grpSpPr>
          <a:xfrm>
            <a:off x="1304475" y="2066125"/>
            <a:ext cx="341472" cy="335074"/>
            <a:chOff x="1329585" y="1989925"/>
            <a:chExt cx="341472" cy="335074"/>
          </a:xfrm>
        </p:grpSpPr>
        <p:sp>
          <p:nvSpPr>
            <p:cNvPr id="13268" name="Google Shape;13268;p83"/>
            <p:cNvSpPr/>
            <p:nvPr/>
          </p:nvSpPr>
          <p:spPr>
            <a:xfrm>
              <a:off x="1562263" y="2097956"/>
              <a:ext cx="108795" cy="226661"/>
            </a:xfrm>
            <a:custGeom>
              <a:rect b="b" l="l" r="r" t="t"/>
              <a:pathLst>
                <a:path extrusionOk="0" h="7121" w="3418">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9" name="Google Shape;13269;p83"/>
            <p:cNvSpPr/>
            <p:nvPr/>
          </p:nvSpPr>
          <p:spPr>
            <a:xfrm>
              <a:off x="1406137" y="1989925"/>
              <a:ext cx="198587" cy="335074"/>
            </a:xfrm>
            <a:custGeom>
              <a:rect b="b" l="l" r="r" t="t"/>
              <a:pathLst>
                <a:path extrusionOk="0" h="10527" w="6239">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0" name="Google Shape;13270;p83"/>
            <p:cNvSpPr/>
            <p:nvPr/>
          </p:nvSpPr>
          <p:spPr>
            <a:xfrm>
              <a:off x="1329585" y="2127494"/>
              <a:ext cx="108795" cy="197123"/>
            </a:xfrm>
            <a:custGeom>
              <a:rect b="b" l="l" r="r" t="t"/>
              <a:pathLst>
                <a:path extrusionOk="0" h="6193" w="3418">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71" name="Google Shape;13271;p83"/>
          <p:cNvGrpSpPr/>
          <p:nvPr/>
        </p:nvGrpSpPr>
        <p:grpSpPr>
          <a:xfrm>
            <a:off x="5566761" y="2066106"/>
            <a:ext cx="416649" cy="325597"/>
            <a:chOff x="5626763" y="2013829"/>
            <a:chExt cx="351722" cy="274788"/>
          </a:xfrm>
        </p:grpSpPr>
        <p:sp>
          <p:nvSpPr>
            <p:cNvPr id="13272" name="Google Shape;13272;p83"/>
            <p:cNvSpPr/>
            <p:nvPr/>
          </p:nvSpPr>
          <p:spPr>
            <a:xfrm>
              <a:off x="5626763" y="2013829"/>
              <a:ext cx="351722" cy="274788"/>
            </a:xfrm>
            <a:custGeom>
              <a:rect b="b" l="l" r="r" t="t"/>
              <a:pathLst>
                <a:path extrusionOk="0" h="8633" w="1105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3" name="Google Shape;13273;p83"/>
            <p:cNvSpPr/>
            <p:nvPr/>
          </p:nvSpPr>
          <p:spPr>
            <a:xfrm>
              <a:off x="5784799" y="2125234"/>
              <a:ext cx="33390" cy="70503"/>
            </a:xfrm>
            <a:custGeom>
              <a:rect b="b" l="l" r="r" t="t"/>
              <a:pathLst>
                <a:path extrusionOk="0" h="2215" w="1049">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4" name="Google Shape;13274;p83"/>
            <p:cNvSpPr/>
            <p:nvPr/>
          </p:nvSpPr>
          <p:spPr>
            <a:xfrm>
              <a:off x="5824236" y="2097956"/>
              <a:ext cx="33740" cy="97782"/>
            </a:xfrm>
            <a:custGeom>
              <a:rect b="b" l="l" r="r" t="t"/>
              <a:pathLst>
                <a:path extrusionOk="0" h="3072" w="106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5" name="Google Shape;13275;p83"/>
            <p:cNvSpPr/>
            <p:nvPr/>
          </p:nvSpPr>
          <p:spPr>
            <a:xfrm>
              <a:off x="5864024" y="2111961"/>
              <a:ext cx="33740" cy="83426"/>
            </a:xfrm>
            <a:custGeom>
              <a:rect b="b" l="l" r="r" t="t"/>
              <a:pathLst>
                <a:path extrusionOk="0" h="2621" w="106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6" name="Google Shape;13276;p83"/>
            <p:cNvSpPr/>
            <p:nvPr/>
          </p:nvSpPr>
          <p:spPr>
            <a:xfrm>
              <a:off x="5904193" y="2065744"/>
              <a:ext cx="33390" cy="129644"/>
            </a:xfrm>
            <a:custGeom>
              <a:rect b="b" l="l" r="r" t="t"/>
              <a:pathLst>
                <a:path extrusionOk="0" h="4073" w="1049">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7" name="Google Shape;13277;p83"/>
            <p:cNvSpPr/>
            <p:nvPr/>
          </p:nvSpPr>
          <p:spPr>
            <a:xfrm>
              <a:off x="5713563" y="2080131"/>
              <a:ext cx="40965" cy="11395"/>
            </a:xfrm>
            <a:custGeom>
              <a:rect b="b" l="l" r="r" t="t"/>
              <a:pathLst>
                <a:path extrusionOk="0" h="358" w="1287">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8" name="Google Shape;13278;p83"/>
            <p:cNvSpPr/>
            <p:nvPr/>
          </p:nvSpPr>
          <p:spPr>
            <a:xfrm>
              <a:off x="5713945" y="2097574"/>
              <a:ext cx="56880" cy="11395"/>
            </a:xfrm>
            <a:custGeom>
              <a:rect b="b" l="l" r="r" t="t"/>
              <a:pathLst>
                <a:path extrusionOk="0" h="358" w="1787">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9" name="Google Shape;13279;p83"/>
            <p:cNvSpPr/>
            <p:nvPr/>
          </p:nvSpPr>
          <p:spPr>
            <a:xfrm>
              <a:off x="5713945" y="2114985"/>
              <a:ext cx="56880" cy="11427"/>
            </a:xfrm>
            <a:custGeom>
              <a:rect b="b" l="l" r="r" t="t"/>
              <a:pathLst>
                <a:path extrusionOk="0" h="359" w="1787">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0" name="Google Shape;13280;p83"/>
            <p:cNvSpPr/>
            <p:nvPr/>
          </p:nvSpPr>
          <p:spPr>
            <a:xfrm>
              <a:off x="5713945" y="2132810"/>
              <a:ext cx="56880" cy="11013"/>
            </a:xfrm>
            <a:custGeom>
              <a:rect b="b" l="l" r="r" t="t"/>
              <a:pathLst>
                <a:path extrusionOk="0" h="346" w="1787">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1" name="Google Shape;13281;p83"/>
            <p:cNvSpPr/>
            <p:nvPr/>
          </p:nvSpPr>
          <p:spPr>
            <a:xfrm>
              <a:off x="5663526" y="2182464"/>
              <a:ext cx="69389" cy="68625"/>
            </a:xfrm>
            <a:custGeom>
              <a:rect b="b" l="l" r="r" t="t"/>
              <a:pathLst>
                <a:path extrusionOk="0" h="2156" w="218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82" name="Google Shape;13282;p83"/>
          <p:cNvGrpSpPr/>
          <p:nvPr/>
        </p:nvGrpSpPr>
        <p:grpSpPr>
          <a:xfrm>
            <a:off x="7551495" y="2060077"/>
            <a:ext cx="276698" cy="333133"/>
            <a:chOff x="7576605" y="1983877"/>
            <a:chExt cx="276698" cy="333133"/>
          </a:xfrm>
        </p:grpSpPr>
        <p:sp>
          <p:nvSpPr>
            <p:cNvPr id="13283" name="Google Shape;13283;p83"/>
            <p:cNvSpPr/>
            <p:nvPr/>
          </p:nvSpPr>
          <p:spPr>
            <a:xfrm>
              <a:off x="7576605" y="1983877"/>
              <a:ext cx="276698" cy="333133"/>
            </a:xfrm>
            <a:custGeom>
              <a:rect b="b" l="l" r="r" t="t"/>
              <a:pathLst>
                <a:path extrusionOk="0" h="10466" w="8693">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4" name="Google Shape;13284;p83"/>
            <p:cNvSpPr/>
            <p:nvPr/>
          </p:nvSpPr>
          <p:spPr>
            <a:xfrm>
              <a:off x="7670981" y="2041871"/>
              <a:ext cx="87182" cy="83076"/>
            </a:xfrm>
            <a:custGeom>
              <a:rect b="b" l="l" r="r" t="t"/>
              <a:pathLst>
                <a:path extrusionOk="0" h="2610" w="2739">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85" name="Google Shape;13285;p83"/>
          <p:cNvGrpSpPr/>
          <p:nvPr/>
        </p:nvGrpSpPr>
        <p:grpSpPr>
          <a:xfrm>
            <a:off x="828458" y="2051738"/>
            <a:ext cx="337334" cy="353599"/>
            <a:chOff x="853568" y="1975538"/>
            <a:chExt cx="337334" cy="353599"/>
          </a:xfrm>
        </p:grpSpPr>
        <p:sp>
          <p:nvSpPr>
            <p:cNvPr id="13286" name="Google Shape;13286;p83"/>
            <p:cNvSpPr/>
            <p:nvPr/>
          </p:nvSpPr>
          <p:spPr>
            <a:xfrm>
              <a:off x="853568" y="1975538"/>
              <a:ext cx="337334" cy="353599"/>
            </a:xfrm>
            <a:custGeom>
              <a:rect b="b" l="l" r="r" t="t"/>
              <a:pathLst>
                <a:path extrusionOk="0" h="11109" w="10598">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7" name="Google Shape;13287;p83"/>
            <p:cNvSpPr/>
            <p:nvPr/>
          </p:nvSpPr>
          <p:spPr>
            <a:xfrm>
              <a:off x="938458" y="2136979"/>
              <a:ext cx="166789" cy="76742"/>
            </a:xfrm>
            <a:custGeom>
              <a:rect b="b" l="l" r="r" t="t"/>
              <a:pathLst>
                <a:path extrusionOk="0" h="2411" w="524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8" name="Google Shape;13288;p83"/>
            <p:cNvSpPr/>
            <p:nvPr/>
          </p:nvSpPr>
          <p:spPr>
            <a:xfrm>
              <a:off x="938840" y="2227377"/>
              <a:ext cx="166407" cy="76774"/>
            </a:xfrm>
            <a:custGeom>
              <a:rect b="b" l="l" r="r" t="t"/>
              <a:pathLst>
                <a:path extrusionOk="0" h="2412" w="5228">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9" name="Google Shape;13289;p83"/>
            <p:cNvSpPr/>
            <p:nvPr/>
          </p:nvSpPr>
          <p:spPr>
            <a:xfrm>
              <a:off x="1007052" y="2185106"/>
              <a:ext cx="19003" cy="70153"/>
            </a:xfrm>
            <a:custGeom>
              <a:rect b="b" l="l" r="r" t="t"/>
              <a:pathLst>
                <a:path extrusionOk="0" h="2204" w="597">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90" name="Google Shape;13290;p83"/>
          <p:cNvGrpSpPr/>
          <p:nvPr/>
        </p:nvGrpSpPr>
        <p:grpSpPr>
          <a:xfrm>
            <a:off x="2733192" y="2085828"/>
            <a:ext cx="327085" cy="277080"/>
            <a:chOff x="2770052" y="2009628"/>
            <a:chExt cx="327085" cy="277080"/>
          </a:xfrm>
        </p:grpSpPr>
        <p:sp>
          <p:nvSpPr>
            <p:cNvPr id="13291" name="Google Shape;13291;p83"/>
            <p:cNvSpPr/>
            <p:nvPr/>
          </p:nvSpPr>
          <p:spPr>
            <a:xfrm>
              <a:off x="2770052" y="2023537"/>
              <a:ext cx="327085" cy="263170"/>
            </a:xfrm>
            <a:custGeom>
              <a:rect b="b" l="l" r="r" t="t"/>
              <a:pathLst>
                <a:path extrusionOk="0" h="8268" w="10276">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2" name="Google Shape;13292;p83"/>
            <p:cNvSpPr/>
            <p:nvPr/>
          </p:nvSpPr>
          <p:spPr>
            <a:xfrm>
              <a:off x="3059960" y="2009628"/>
              <a:ext cx="37177" cy="26960"/>
            </a:xfrm>
            <a:custGeom>
              <a:rect b="b" l="l" r="r" t="t"/>
              <a:pathLst>
                <a:path extrusionOk="0" h="847" w="1168">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93" name="Google Shape;13293;p83"/>
          <p:cNvSpPr/>
          <p:nvPr/>
        </p:nvSpPr>
        <p:spPr>
          <a:xfrm>
            <a:off x="7034958" y="2065329"/>
            <a:ext cx="354363" cy="324093"/>
          </a:xfrm>
          <a:custGeom>
            <a:rect b="b" l="l" r="r" t="t"/>
            <a:pathLst>
              <a:path extrusionOk="0" h="10182" w="11133">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294" name="Google Shape;13294;p83"/>
          <p:cNvGrpSpPr/>
          <p:nvPr/>
        </p:nvGrpSpPr>
        <p:grpSpPr>
          <a:xfrm>
            <a:off x="4170289" y="2046804"/>
            <a:ext cx="344878" cy="343573"/>
            <a:chOff x="4195399" y="1970604"/>
            <a:chExt cx="344878" cy="343573"/>
          </a:xfrm>
        </p:grpSpPr>
        <p:sp>
          <p:nvSpPr>
            <p:cNvPr id="13295" name="Google Shape;13295;p83"/>
            <p:cNvSpPr/>
            <p:nvPr/>
          </p:nvSpPr>
          <p:spPr>
            <a:xfrm>
              <a:off x="4195399" y="1970604"/>
              <a:ext cx="344878" cy="343573"/>
            </a:xfrm>
            <a:custGeom>
              <a:rect b="b" l="l" r="r" t="t"/>
              <a:pathLst>
                <a:path extrusionOk="0" h="10794" w="10835">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6" name="Google Shape;13296;p83"/>
            <p:cNvSpPr/>
            <p:nvPr/>
          </p:nvSpPr>
          <p:spPr>
            <a:xfrm>
              <a:off x="4311356" y="1993458"/>
              <a:ext cx="206959" cy="197378"/>
            </a:xfrm>
            <a:custGeom>
              <a:rect b="b" l="l" r="r" t="t"/>
              <a:pathLst>
                <a:path extrusionOk="0" h="6201" w="6502">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7" name="Google Shape;13297;p83"/>
            <p:cNvSpPr/>
            <p:nvPr/>
          </p:nvSpPr>
          <p:spPr>
            <a:xfrm>
              <a:off x="4372374" y="2030476"/>
              <a:ext cx="94026" cy="114493"/>
            </a:xfrm>
            <a:custGeom>
              <a:rect b="b" l="l" r="r" t="t"/>
              <a:pathLst>
                <a:path extrusionOk="0" h="3597" w="2954">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8" name="Google Shape;13298;p83"/>
            <p:cNvSpPr/>
            <p:nvPr/>
          </p:nvSpPr>
          <p:spPr>
            <a:xfrm>
              <a:off x="4426167" y="2098561"/>
              <a:ext cx="114111" cy="113474"/>
            </a:xfrm>
            <a:custGeom>
              <a:rect b="b" l="l" r="r" t="t"/>
              <a:pathLst>
                <a:path extrusionOk="0" h="3565" w="3585">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99" name="Google Shape;13299;p83"/>
          <p:cNvGrpSpPr/>
          <p:nvPr/>
        </p:nvGrpSpPr>
        <p:grpSpPr>
          <a:xfrm>
            <a:off x="4649681" y="2053647"/>
            <a:ext cx="344528" cy="344114"/>
            <a:chOff x="4674791" y="1977447"/>
            <a:chExt cx="344528" cy="344114"/>
          </a:xfrm>
        </p:grpSpPr>
        <p:sp>
          <p:nvSpPr>
            <p:cNvPr id="13300" name="Google Shape;13300;p83"/>
            <p:cNvSpPr/>
            <p:nvPr/>
          </p:nvSpPr>
          <p:spPr>
            <a:xfrm>
              <a:off x="4696022" y="1996768"/>
              <a:ext cx="29570" cy="29220"/>
            </a:xfrm>
            <a:custGeom>
              <a:rect b="b" l="l" r="r" t="t"/>
              <a:pathLst>
                <a:path extrusionOk="0" h="918" w="929">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1" name="Google Shape;13301;p83"/>
            <p:cNvSpPr/>
            <p:nvPr/>
          </p:nvSpPr>
          <p:spPr>
            <a:xfrm>
              <a:off x="4733899" y="1996768"/>
              <a:ext cx="29602" cy="29220"/>
            </a:xfrm>
            <a:custGeom>
              <a:rect b="b" l="l" r="r" t="t"/>
              <a:pathLst>
                <a:path extrusionOk="0" h="918" w="93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2" name="Google Shape;13302;p83"/>
            <p:cNvSpPr/>
            <p:nvPr/>
          </p:nvSpPr>
          <p:spPr>
            <a:xfrm>
              <a:off x="4771809" y="1996768"/>
              <a:ext cx="29602" cy="29220"/>
            </a:xfrm>
            <a:custGeom>
              <a:rect b="b" l="l" r="r" t="t"/>
              <a:pathLst>
                <a:path extrusionOk="0" h="918" w="93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3" name="Google Shape;13303;p83"/>
            <p:cNvSpPr/>
            <p:nvPr/>
          </p:nvSpPr>
          <p:spPr>
            <a:xfrm>
              <a:off x="4674791" y="1977447"/>
              <a:ext cx="344528" cy="344114"/>
            </a:xfrm>
            <a:custGeom>
              <a:rect b="b" l="l" r="r" t="t"/>
              <a:pathLst>
                <a:path extrusionOk="0" h="10811" w="10824">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4" name="Google Shape;13304;p83"/>
            <p:cNvSpPr/>
            <p:nvPr/>
          </p:nvSpPr>
          <p:spPr>
            <a:xfrm>
              <a:off x="4696022" y="2073160"/>
              <a:ext cx="13655" cy="27469"/>
            </a:xfrm>
            <a:custGeom>
              <a:rect b="b" l="l" r="r" t="t"/>
              <a:pathLst>
                <a:path extrusionOk="0" h="863" w="429">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5" name="Google Shape;13305;p83"/>
            <p:cNvSpPr/>
            <p:nvPr/>
          </p:nvSpPr>
          <p:spPr>
            <a:xfrm>
              <a:off x="4711173" y="2279419"/>
              <a:ext cx="28456" cy="10695"/>
            </a:xfrm>
            <a:custGeom>
              <a:rect b="b" l="l" r="r" t="t"/>
              <a:pathLst>
                <a:path extrusionOk="0" h="336" w="894">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6" name="Google Shape;13306;p83"/>
            <p:cNvSpPr/>
            <p:nvPr/>
          </p:nvSpPr>
          <p:spPr>
            <a:xfrm>
              <a:off x="4714197" y="2064216"/>
              <a:ext cx="28456" cy="10631"/>
            </a:xfrm>
            <a:custGeom>
              <a:rect b="b" l="l" r="r" t="t"/>
              <a:pathLst>
                <a:path extrusionOk="0" h="334" w="894">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7" name="Google Shape;13307;p83"/>
            <p:cNvSpPr/>
            <p:nvPr/>
          </p:nvSpPr>
          <p:spPr>
            <a:xfrm>
              <a:off x="4747173" y="2279482"/>
              <a:ext cx="28456" cy="10631"/>
            </a:xfrm>
            <a:custGeom>
              <a:rect b="b" l="l" r="r" t="t"/>
              <a:pathLst>
                <a:path extrusionOk="0" h="334" w="894">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8" name="Google Shape;13308;p83"/>
            <p:cNvSpPr/>
            <p:nvPr/>
          </p:nvSpPr>
          <p:spPr>
            <a:xfrm>
              <a:off x="4750196" y="2064216"/>
              <a:ext cx="28456" cy="10631"/>
            </a:xfrm>
            <a:custGeom>
              <a:rect b="b" l="l" r="r" t="t"/>
              <a:pathLst>
                <a:path extrusionOk="0" h="334" w="894">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9" name="Google Shape;13309;p83"/>
            <p:cNvSpPr/>
            <p:nvPr/>
          </p:nvSpPr>
          <p:spPr>
            <a:xfrm>
              <a:off x="4696022" y="2107791"/>
              <a:ext cx="10631" cy="28838"/>
            </a:xfrm>
            <a:custGeom>
              <a:rect b="b" l="l" r="r" t="t"/>
              <a:pathLst>
                <a:path extrusionOk="0" h="906" w="334">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0" name="Google Shape;13310;p83"/>
            <p:cNvSpPr/>
            <p:nvPr/>
          </p:nvSpPr>
          <p:spPr>
            <a:xfrm>
              <a:off x="4695640" y="2251058"/>
              <a:ext cx="12541" cy="28074"/>
            </a:xfrm>
            <a:custGeom>
              <a:rect b="b" l="l" r="r" t="t"/>
              <a:pathLst>
                <a:path extrusionOk="0" h="882" w="394">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1" name="Google Shape;13311;p83"/>
            <p:cNvSpPr/>
            <p:nvPr/>
          </p:nvSpPr>
          <p:spPr>
            <a:xfrm>
              <a:off x="4782790" y="2279482"/>
              <a:ext cx="28456" cy="10631"/>
            </a:xfrm>
            <a:custGeom>
              <a:rect b="b" l="l" r="r" t="t"/>
              <a:pathLst>
                <a:path extrusionOk="0" h="334" w="894">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2" name="Google Shape;13312;p83"/>
            <p:cNvSpPr/>
            <p:nvPr/>
          </p:nvSpPr>
          <p:spPr>
            <a:xfrm>
              <a:off x="4696022" y="2143409"/>
              <a:ext cx="10631" cy="28456"/>
            </a:xfrm>
            <a:custGeom>
              <a:rect b="b" l="l" r="r" t="t"/>
              <a:pathLst>
                <a:path extrusionOk="0" h="894" w="334">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3" name="Google Shape;13313;p83"/>
            <p:cNvSpPr/>
            <p:nvPr/>
          </p:nvSpPr>
          <p:spPr>
            <a:xfrm>
              <a:off x="4696022" y="2215440"/>
              <a:ext cx="10631" cy="28074"/>
            </a:xfrm>
            <a:custGeom>
              <a:rect b="b" l="l" r="r" t="t"/>
              <a:pathLst>
                <a:path extrusionOk="0" h="882" w="334">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4" name="Google Shape;13314;p83"/>
            <p:cNvSpPr/>
            <p:nvPr/>
          </p:nvSpPr>
          <p:spPr>
            <a:xfrm>
              <a:off x="4696022" y="2179441"/>
              <a:ext cx="10631" cy="28424"/>
            </a:xfrm>
            <a:custGeom>
              <a:rect b="b" l="l" r="r" t="t"/>
              <a:pathLst>
                <a:path extrusionOk="0" h="893" w="334">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5" name="Google Shape;13315;p83"/>
            <p:cNvSpPr/>
            <p:nvPr/>
          </p:nvSpPr>
          <p:spPr>
            <a:xfrm>
              <a:off x="4854790" y="2146847"/>
              <a:ext cx="10281" cy="28456"/>
            </a:xfrm>
            <a:custGeom>
              <a:rect b="b" l="l" r="r" t="t"/>
              <a:pathLst>
                <a:path extrusionOk="0" h="894" w="323">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6" name="Google Shape;13316;p83"/>
            <p:cNvSpPr/>
            <p:nvPr/>
          </p:nvSpPr>
          <p:spPr>
            <a:xfrm>
              <a:off x="4854790" y="2110847"/>
              <a:ext cx="10281" cy="28424"/>
            </a:xfrm>
            <a:custGeom>
              <a:rect b="b" l="l" r="r" t="t"/>
              <a:pathLst>
                <a:path extrusionOk="0" h="893" w="323">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7" name="Google Shape;13317;p83"/>
            <p:cNvSpPr/>
            <p:nvPr/>
          </p:nvSpPr>
          <p:spPr>
            <a:xfrm>
              <a:off x="4854790" y="2182846"/>
              <a:ext cx="10281" cy="28456"/>
            </a:xfrm>
            <a:custGeom>
              <a:rect b="b" l="l" r="r" t="t"/>
              <a:pathLst>
                <a:path extrusionOk="0" h="894" w="323">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8" name="Google Shape;13318;p83"/>
            <p:cNvSpPr/>
            <p:nvPr/>
          </p:nvSpPr>
          <p:spPr>
            <a:xfrm>
              <a:off x="4852912" y="2075738"/>
              <a:ext cx="12159" cy="27915"/>
            </a:xfrm>
            <a:custGeom>
              <a:rect b="b" l="l" r="r" t="t"/>
              <a:pathLst>
                <a:path extrusionOk="0" h="877" w="382">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9" name="Google Shape;13319;p83"/>
            <p:cNvSpPr/>
            <p:nvPr/>
          </p:nvSpPr>
          <p:spPr>
            <a:xfrm>
              <a:off x="4854790" y="2218464"/>
              <a:ext cx="10281" cy="28456"/>
            </a:xfrm>
            <a:custGeom>
              <a:rect b="b" l="l" r="r" t="t"/>
              <a:pathLst>
                <a:path extrusionOk="0" h="894" w="323">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0" name="Google Shape;13320;p83"/>
            <p:cNvSpPr/>
            <p:nvPr/>
          </p:nvSpPr>
          <p:spPr>
            <a:xfrm>
              <a:off x="4821464" y="2064598"/>
              <a:ext cx="29188" cy="10249"/>
            </a:xfrm>
            <a:custGeom>
              <a:rect b="b" l="l" r="r" t="t"/>
              <a:pathLst>
                <a:path extrusionOk="0" h="322" w="917">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1" name="Google Shape;13321;p83"/>
            <p:cNvSpPr/>
            <p:nvPr/>
          </p:nvSpPr>
          <p:spPr>
            <a:xfrm>
              <a:off x="4785464" y="2064216"/>
              <a:ext cx="28456" cy="10631"/>
            </a:xfrm>
            <a:custGeom>
              <a:rect b="b" l="l" r="r" t="t"/>
              <a:pathLst>
                <a:path extrusionOk="0" h="334" w="894">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2" name="Google Shape;13322;p83"/>
            <p:cNvSpPr/>
            <p:nvPr/>
          </p:nvSpPr>
          <p:spPr>
            <a:xfrm>
              <a:off x="4818790" y="2279482"/>
              <a:ext cx="28456" cy="10631"/>
            </a:xfrm>
            <a:custGeom>
              <a:rect b="b" l="l" r="r" t="t"/>
              <a:pathLst>
                <a:path extrusionOk="0" h="334" w="894">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3" name="Google Shape;13323;p83"/>
            <p:cNvSpPr/>
            <p:nvPr/>
          </p:nvSpPr>
          <p:spPr>
            <a:xfrm>
              <a:off x="4851002" y="2253700"/>
              <a:ext cx="14069" cy="28074"/>
            </a:xfrm>
            <a:custGeom>
              <a:rect b="b" l="l" r="r" t="t"/>
              <a:pathLst>
                <a:path extrusionOk="0" h="882" w="442">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4" name="Google Shape;13324;p83"/>
            <p:cNvSpPr/>
            <p:nvPr/>
          </p:nvSpPr>
          <p:spPr>
            <a:xfrm>
              <a:off x="4883596" y="2064980"/>
              <a:ext cx="107299" cy="99310"/>
            </a:xfrm>
            <a:custGeom>
              <a:rect b="b" l="l" r="r" t="t"/>
              <a:pathLst>
                <a:path extrusionOk="0" h="3120" w="3371">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5" name="Google Shape;13325;p83"/>
            <p:cNvSpPr/>
            <p:nvPr/>
          </p:nvSpPr>
          <p:spPr>
            <a:xfrm>
              <a:off x="4882864" y="2190422"/>
              <a:ext cx="107267" cy="99692"/>
            </a:xfrm>
            <a:custGeom>
              <a:rect b="b" l="l" r="r" t="t"/>
              <a:pathLst>
                <a:path extrusionOk="0" h="3132" w="337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26" name="Google Shape;13326;p83"/>
          <p:cNvGrpSpPr/>
          <p:nvPr/>
        </p:nvGrpSpPr>
        <p:grpSpPr>
          <a:xfrm>
            <a:off x="6058700" y="1623497"/>
            <a:ext cx="382819" cy="310788"/>
            <a:chOff x="6083810" y="1547297"/>
            <a:chExt cx="382819" cy="310788"/>
          </a:xfrm>
        </p:grpSpPr>
        <p:sp>
          <p:nvSpPr>
            <p:cNvPr id="13327" name="Google Shape;13327;p83"/>
            <p:cNvSpPr/>
            <p:nvPr/>
          </p:nvSpPr>
          <p:spPr>
            <a:xfrm>
              <a:off x="6083810" y="1547297"/>
              <a:ext cx="382819" cy="310788"/>
            </a:xfrm>
            <a:custGeom>
              <a:rect b="b" l="l" r="r" t="t"/>
              <a:pathLst>
                <a:path extrusionOk="0" h="9764" w="12027">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8" name="Google Shape;13328;p83"/>
            <p:cNvSpPr/>
            <p:nvPr/>
          </p:nvSpPr>
          <p:spPr>
            <a:xfrm>
              <a:off x="6106950" y="1606787"/>
              <a:ext cx="334661" cy="11395"/>
            </a:xfrm>
            <a:custGeom>
              <a:rect b="b" l="l" r="r" t="t"/>
              <a:pathLst>
                <a:path extrusionOk="0" h="358" w="10514">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9" name="Google Shape;13329;p83"/>
            <p:cNvSpPr/>
            <p:nvPr/>
          </p:nvSpPr>
          <p:spPr>
            <a:xfrm>
              <a:off x="6124743" y="1655296"/>
              <a:ext cx="47427" cy="11395"/>
            </a:xfrm>
            <a:custGeom>
              <a:rect b="b" l="l" r="r" t="t"/>
              <a:pathLst>
                <a:path extrusionOk="0" h="358" w="149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0" name="Google Shape;13330;p83"/>
            <p:cNvSpPr/>
            <p:nvPr/>
          </p:nvSpPr>
          <p:spPr>
            <a:xfrm>
              <a:off x="6208520" y="1655296"/>
              <a:ext cx="47395" cy="11395"/>
            </a:xfrm>
            <a:custGeom>
              <a:rect b="b" l="l" r="r" t="t"/>
              <a:pathLst>
                <a:path extrusionOk="0" h="358" w="1489">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1" name="Google Shape;13331;p83"/>
            <p:cNvSpPr/>
            <p:nvPr/>
          </p:nvSpPr>
          <p:spPr>
            <a:xfrm>
              <a:off x="6376391" y="1655296"/>
              <a:ext cx="47395" cy="11395"/>
            </a:xfrm>
            <a:custGeom>
              <a:rect b="b" l="l" r="r" t="t"/>
              <a:pathLst>
                <a:path extrusionOk="0" h="358" w="1489">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2" name="Google Shape;13332;p83"/>
            <p:cNvSpPr/>
            <p:nvPr/>
          </p:nvSpPr>
          <p:spPr>
            <a:xfrm>
              <a:off x="6124743" y="1703041"/>
              <a:ext cx="47427" cy="11427"/>
            </a:xfrm>
            <a:custGeom>
              <a:rect b="b" l="l" r="r" t="t"/>
              <a:pathLst>
                <a:path extrusionOk="0" h="359" w="149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3" name="Google Shape;13333;p83"/>
            <p:cNvSpPr/>
            <p:nvPr/>
          </p:nvSpPr>
          <p:spPr>
            <a:xfrm>
              <a:off x="6292646" y="1703041"/>
              <a:ext cx="47395" cy="11427"/>
            </a:xfrm>
            <a:custGeom>
              <a:rect b="b" l="l" r="r" t="t"/>
              <a:pathLst>
                <a:path extrusionOk="0" h="359" w="1489">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4" name="Google Shape;13334;p83"/>
            <p:cNvSpPr/>
            <p:nvPr/>
          </p:nvSpPr>
          <p:spPr>
            <a:xfrm>
              <a:off x="6124743" y="1750818"/>
              <a:ext cx="47427" cy="11395"/>
            </a:xfrm>
            <a:custGeom>
              <a:rect b="b" l="l" r="r" t="t"/>
              <a:pathLst>
                <a:path extrusionOk="0" h="358" w="149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5" name="Google Shape;13335;p83"/>
            <p:cNvSpPr/>
            <p:nvPr/>
          </p:nvSpPr>
          <p:spPr>
            <a:xfrm>
              <a:off x="6208520" y="1750818"/>
              <a:ext cx="47395" cy="11395"/>
            </a:xfrm>
            <a:custGeom>
              <a:rect b="b" l="l" r="r" t="t"/>
              <a:pathLst>
                <a:path extrusionOk="0" h="358" w="1489">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6" name="Google Shape;13336;p83"/>
            <p:cNvSpPr/>
            <p:nvPr/>
          </p:nvSpPr>
          <p:spPr>
            <a:xfrm>
              <a:off x="6376391" y="1750818"/>
              <a:ext cx="47395" cy="11395"/>
            </a:xfrm>
            <a:custGeom>
              <a:rect b="b" l="l" r="r" t="t"/>
              <a:pathLst>
                <a:path extrusionOk="0" h="358" w="1489">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7" name="Google Shape;13337;p83"/>
            <p:cNvSpPr/>
            <p:nvPr/>
          </p:nvSpPr>
          <p:spPr>
            <a:xfrm>
              <a:off x="6208520" y="1798563"/>
              <a:ext cx="47395" cy="11395"/>
            </a:xfrm>
            <a:custGeom>
              <a:rect b="b" l="l" r="r" t="t"/>
              <a:pathLst>
                <a:path extrusionOk="0" h="358" w="1489">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8" name="Google Shape;13338;p83"/>
            <p:cNvSpPr/>
            <p:nvPr/>
          </p:nvSpPr>
          <p:spPr>
            <a:xfrm>
              <a:off x="6292646" y="1798563"/>
              <a:ext cx="47395" cy="11395"/>
            </a:xfrm>
            <a:custGeom>
              <a:rect b="b" l="l" r="r" t="t"/>
              <a:pathLst>
                <a:path extrusionOk="0" h="358" w="1489">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9" name="Google Shape;13339;p83"/>
            <p:cNvSpPr/>
            <p:nvPr/>
          </p:nvSpPr>
          <p:spPr>
            <a:xfrm>
              <a:off x="6376391" y="1798563"/>
              <a:ext cx="47395" cy="11395"/>
            </a:xfrm>
            <a:custGeom>
              <a:rect b="b" l="l" r="r" t="t"/>
              <a:pathLst>
                <a:path extrusionOk="0" h="358" w="1489">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0" name="Google Shape;13340;p83"/>
            <p:cNvSpPr/>
            <p:nvPr/>
          </p:nvSpPr>
          <p:spPr>
            <a:xfrm>
              <a:off x="6207756" y="1690723"/>
              <a:ext cx="48923" cy="35108"/>
            </a:xfrm>
            <a:custGeom>
              <a:rect b="b" l="l" r="r" t="t"/>
              <a:pathLst>
                <a:path extrusionOk="0" h="1103" w="1537">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1" name="Google Shape;13341;p83"/>
            <p:cNvSpPr/>
            <p:nvPr/>
          </p:nvSpPr>
          <p:spPr>
            <a:xfrm>
              <a:off x="6376009" y="1690723"/>
              <a:ext cx="48159" cy="35108"/>
            </a:xfrm>
            <a:custGeom>
              <a:rect b="b" l="l" r="r" t="t"/>
              <a:pathLst>
                <a:path extrusionOk="0" h="1103" w="1513">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2" name="Google Shape;13342;p83"/>
            <p:cNvSpPr/>
            <p:nvPr/>
          </p:nvSpPr>
          <p:spPr>
            <a:xfrm>
              <a:off x="6291500" y="1738595"/>
              <a:ext cx="48923" cy="34981"/>
            </a:xfrm>
            <a:custGeom>
              <a:rect b="b" l="l" r="r" t="t"/>
              <a:pathLst>
                <a:path extrusionOk="0" h="1099" w="1537">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3" name="Google Shape;13343;p83"/>
            <p:cNvSpPr/>
            <p:nvPr/>
          </p:nvSpPr>
          <p:spPr>
            <a:xfrm>
              <a:off x="6123629" y="1786627"/>
              <a:ext cx="48891" cy="34695"/>
            </a:xfrm>
            <a:custGeom>
              <a:rect b="b" l="l" r="r" t="t"/>
              <a:pathLst>
                <a:path extrusionOk="0" h="1090" w="1536">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4" name="Google Shape;13344;p83"/>
            <p:cNvSpPr/>
            <p:nvPr/>
          </p:nvSpPr>
          <p:spPr>
            <a:xfrm>
              <a:off x="6291500" y="1642978"/>
              <a:ext cx="48923" cy="34727"/>
            </a:xfrm>
            <a:custGeom>
              <a:rect b="b" l="l" r="r" t="t"/>
              <a:pathLst>
                <a:path extrusionOk="0" h="1091" w="1537">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45" name="Google Shape;13345;p83"/>
          <p:cNvGrpSpPr/>
          <p:nvPr/>
        </p:nvGrpSpPr>
        <p:grpSpPr>
          <a:xfrm>
            <a:off x="6533190" y="1614393"/>
            <a:ext cx="382788" cy="328613"/>
            <a:chOff x="6558300" y="1538193"/>
            <a:chExt cx="382788" cy="328613"/>
          </a:xfrm>
        </p:grpSpPr>
        <p:sp>
          <p:nvSpPr>
            <p:cNvPr id="13346" name="Google Shape;13346;p83"/>
            <p:cNvSpPr/>
            <p:nvPr/>
          </p:nvSpPr>
          <p:spPr>
            <a:xfrm>
              <a:off x="6558300" y="1538193"/>
              <a:ext cx="382788" cy="328613"/>
            </a:xfrm>
            <a:custGeom>
              <a:rect b="b" l="l" r="r" t="t"/>
              <a:pathLst>
                <a:path extrusionOk="0" h="10324" w="12026">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7" name="Google Shape;13347;p83"/>
            <p:cNvSpPr/>
            <p:nvPr/>
          </p:nvSpPr>
          <p:spPr>
            <a:xfrm>
              <a:off x="6714426" y="1699635"/>
              <a:ext cx="70917" cy="34536"/>
            </a:xfrm>
            <a:custGeom>
              <a:rect b="b" l="l" r="r" t="t"/>
              <a:pathLst>
                <a:path extrusionOk="0" h="1085" w="2228">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48" name="Google Shape;13348;p83"/>
          <p:cNvGrpSpPr/>
          <p:nvPr/>
        </p:nvGrpSpPr>
        <p:grpSpPr>
          <a:xfrm>
            <a:off x="5168892" y="1587497"/>
            <a:ext cx="259605" cy="346024"/>
            <a:chOff x="5194002" y="1511297"/>
            <a:chExt cx="259605" cy="346024"/>
          </a:xfrm>
        </p:grpSpPr>
        <p:sp>
          <p:nvSpPr>
            <p:cNvPr id="13349" name="Google Shape;13349;p83"/>
            <p:cNvSpPr/>
            <p:nvPr/>
          </p:nvSpPr>
          <p:spPr>
            <a:xfrm>
              <a:off x="5216729" y="1543636"/>
              <a:ext cx="169431" cy="159436"/>
            </a:xfrm>
            <a:custGeom>
              <a:rect b="b" l="l" r="r" t="t"/>
              <a:pathLst>
                <a:path extrusionOk="0" h="5009" w="5323">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0" name="Google Shape;13350;p83"/>
            <p:cNvSpPr/>
            <p:nvPr/>
          </p:nvSpPr>
          <p:spPr>
            <a:xfrm>
              <a:off x="5194002" y="1511297"/>
              <a:ext cx="259605" cy="346024"/>
            </a:xfrm>
            <a:custGeom>
              <a:rect b="b" l="l" r="r" t="t"/>
              <a:pathLst>
                <a:path extrusionOk="0" h="10871" w="8156">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1" name="Google Shape;13351;p83"/>
            <p:cNvSpPr/>
            <p:nvPr/>
          </p:nvSpPr>
          <p:spPr>
            <a:xfrm>
              <a:off x="5296304" y="1607105"/>
              <a:ext cx="55002" cy="17156"/>
            </a:xfrm>
            <a:custGeom>
              <a:rect b="b" l="l" r="r" t="t"/>
              <a:pathLst>
                <a:path extrusionOk="0" h="539" w="1728">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2" name="Google Shape;13352;p83"/>
            <p:cNvSpPr/>
            <p:nvPr/>
          </p:nvSpPr>
          <p:spPr>
            <a:xfrm>
              <a:off x="5260686" y="1576103"/>
              <a:ext cx="169813" cy="162970"/>
            </a:xfrm>
            <a:custGeom>
              <a:rect b="b" l="l" r="r" t="t"/>
              <a:pathLst>
                <a:path extrusionOk="0" h="5120" w="5335">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53" name="Google Shape;13353;p83"/>
          <p:cNvGrpSpPr/>
          <p:nvPr/>
        </p:nvGrpSpPr>
        <p:grpSpPr>
          <a:xfrm>
            <a:off x="1369631" y="1588261"/>
            <a:ext cx="252444" cy="351722"/>
            <a:chOff x="1394741" y="1512061"/>
            <a:chExt cx="252444" cy="351722"/>
          </a:xfrm>
        </p:grpSpPr>
        <p:sp>
          <p:nvSpPr>
            <p:cNvPr id="13354" name="Google Shape;13354;p83"/>
            <p:cNvSpPr/>
            <p:nvPr/>
          </p:nvSpPr>
          <p:spPr>
            <a:xfrm>
              <a:off x="1394741" y="1512061"/>
              <a:ext cx="252444" cy="351722"/>
            </a:xfrm>
            <a:custGeom>
              <a:rect b="b" l="l" r="r" t="t"/>
              <a:pathLst>
                <a:path extrusionOk="0" h="11050" w="7931">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5" name="Google Shape;13355;p83"/>
            <p:cNvSpPr/>
            <p:nvPr/>
          </p:nvSpPr>
          <p:spPr>
            <a:xfrm>
              <a:off x="1515282" y="1534024"/>
              <a:ext cx="10631" cy="10281"/>
            </a:xfrm>
            <a:custGeom>
              <a:rect b="b" l="l" r="r" t="t"/>
              <a:pathLst>
                <a:path extrusionOk="0" h="323" w="334">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6" name="Google Shape;13356;p83"/>
            <p:cNvSpPr/>
            <p:nvPr/>
          </p:nvSpPr>
          <p:spPr>
            <a:xfrm>
              <a:off x="1415972" y="1556018"/>
              <a:ext cx="208486" cy="274406"/>
            </a:xfrm>
            <a:custGeom>
              <a:rect b="b" l="l" r="r" t="t"/>
              <a:pathLst>
                <a:path extrusionOk="0" h="8621" w="655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7" name="Google Shape;13357;p83"/>
            <p:cNvSpPr/>
            <p:nvPr/>
          </p:nvSpPr>
          <p:spPr>
            <a:xfrm>
              <a:off x="1449330" y="1665927"/>
              <a:ext cx="31862" cy="32244"/>
            </a:xfrm>
            <a:custGeom>
              <a:rect b="b" l="l" r="r" t="t"/>
              <a:pathLst>
                <a:path extrusionOk="0" h="1013" w="1001">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8" name="Google Shape;13358;p83"/>
            <p:cNvSpPr/>
            <p:nvPr/>
          </p:nvSpPr>
          <p:spPr>
            <a:xfrm>
              <a:off x="1449330" y="1715168"/>
              <a:ext cx="31862" cy="32244"/>
            </a:xfrm>
            <a:custGeom>
              <a:rect b="b" l="l" r="r" t="t"/>
              <a:pathLst>
                <a:path extrusionOk="0" h="1013" w="1001">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9" name="Google Shape;13359;p83"/>
            <p:cNvSpPr/>
            <p:nvPr/>
          </p:nvSpPr>
          <p:spPr>
            <a:xfrm>
              <a:off x="1449330" y="1765205"/>
              <a:ext cx="31862" cy="31862"/>
            </a:xfrm>
            <a:custGeom>
              <a:rect b="b" l="l" r="r" t="t"/>
              <a:pathLst>
                <a:path extrusionOk="0" h="1001" w="1001">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0" name="Google Shape;13360;p83"/>
            <p:cNvSpPr/>
            <p:nvPr/>
          </p:nvSpPr>
          <p:spPr>
            <a:xfrm>
              <a:off x="1493287" y="1665927"/>
              <a:ext cx="59522" cy="10631"/>
            </a:xfrm>
            <a:custGeom>
              <a:rect b="b" l="l" r="r" t="t"/>
              <a:pathLst>
                <a:path extrusionOk="0" h="334" w="187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1" name="Google Shape;13361;p83"/>
            <p:cNvSpPr/>
            <p:nvPr/>
          </p:nvSpPr>
          <p:spPr>
            <a:xfrm>
              <a:off x="1493287" y="1687890"/>
              <a:ext cx="98578" cy="10281"/>
            </a:xfrm>
            <a:custGeom>
              <a:rect b="b" l="l" r="r" t="t"/>
              <a:pathLst>
                <a:path extrusionOk="0" h="323" w="3097">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2" name="Google Shape;13362;p83"/>
            <p:cNvSpPr/>
            <p:nvPr/>
          </p:nvSpPr>
          <p:spPr>
            <a:xfrm>
              <a:off x="1493287" y="1715168"/>
              <a:ext cx="59522" cy="10663"/>
            </a:xfrm>
            <a:custGeom>
              <a:rect b="b" l="l" r="r" t="t"/>
              <a:pathLst>
                <a:path extrusionOk="0" h="335" w="187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3" name="Google Shape;13363;p83"/>
            <p:cNvSpPr/>
            <p:nvPr/>
          </p:nvSpPr>
          <p:spPr>
            <a:xfrm>
              <a:off x="1493287" y="1737545"/>
              <a:ext cx="98578" cy="10631"/>
            </a:xfrm>
            <a:custGeom>
              <a:rect b="b" l="l" r="r" t="t"/>
              <a:pathLst>
                <a:path extrusionOk="0" h="334" w="3097">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4" name="Google Shape;13364;p83"/>
            <p:cNvSpPr/>
            <p:nvPr/>
          </p:nvSpPr>
          <p:spPr>
            <a:xfrm>
              <a:off x="1493287" y="1765205"/>
              <a:ext cx="59522" cy="10249"/>
            </a:xfrm>
            <a:custGeom>
              <a:rect b="b" l="l" r="r" t="t"/>
              <a:pathLst>
                <a:path extrusionOk="0" h="322" w="187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5" name="Google Shape;13365;p83"/>
            <p:cNvSpPr/>
            <p:nvPr/>
          </p:nvSpPr>
          <p:spPr>
            <a:xfrm>
              <a:off x="1493287" y="1786818"/>
              <a:ext cx="98578" cy="10631"/>
            </a:xfrm>
            <a:custGeom>
              <a:rect b="b" l="l" r="r" t="t"/>
              <a:pathLst>
                <a:path extrusionOk="0" h="334" w="3097">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6" name="Google Shape;13366;p83"/>
            <p:cNvSpPr/>
            <p:nvPr/>
          </p:nvSpPr>
          <p:spPr>
            <a:xfrm>
              <a:off x="1493287" y="1583679"/>
              <a:ext cx="98578" cy="10249"/>
            </a:xfrm>
            <a:custGeom>
              <a:rect b="b" l="l" r="r" t="t"/>
              <a:pathLst>
                <a:path extrusionOk="0" h="322" w="3097">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7" name="Google Shape;13367;p83"/>
            <p:cNvSpPr/>
            <p:nvPr/>
          </p:nvSpPr>
          <p:spPr>
            <a:xfrm>
              <a:off x="1449330" y="1632951"/>
              <a:ext cx="142535" cy="10249"/>
            </a:xfrm>
            <a:custGeom>
              <a:rect b="b" l="l" r="r" t="t"/>
              <a:pathLst>
                <a:path extrusionOk="0" h="322" w="4478">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8" name="Google Shape;13368;p83"/>
            <p:cNvSpPr/>
            <p:nvPr/>
          </p:nvSpPr>
          <p:spPr>
            <a:xfrm>
              <a:off x="1493287" y="1605291"/>
              <a:ext cx="26928" cy="10631"/>
            </a:xfrm>
            <a:custGeom>
              <a:rect b="b" l="l" r="r" t="t"/>
              <a:pathLst>
                <a:path extrusionOk="0" h="334" w="846">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9" name="Google Shape;13369;p83"/>
            <p:cNvSpPr/>
            <p:nvPr/>
          </p:nvSpPr>
          <p:spPr>
            <a:xfrm>
              <a:off x="1531579" y="1605291"/>
              <a:ext cx="26928" cy="10631"/>
            </a:xfrm>
            <a:custGeom>
              <a:rect b="b" l="l" r="r" t="t"/>
              <a:pathLst>
                <a:path extrusionOk="0" h="334" w="846">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0" name="Google Shape;13370;p83"/>
            <p:cNvSpPr/>
            <p:nvPr/>
          </p:nvSpPr>
          <p:spPr>
            <a:xfrm>
              <a:off x="1449712" y="1583679"/>
              <a:ext cx="32244" cy="32244"/>
            </a:xfrm>
            <a:custGeom>
              <a:rect b="b" l="l" r="r" t="t"/>
              <a:pathLst>
                <a:path extrusionOk="0" h="1013" w="1013">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71" name="Google Shape;13371;p83"/>
          <p:cNvGrpSpPr/>
          <p:nvPr/>
        </p:nvGrpSpPr>
        <p:grpSpPr>
          <a:xfrm>
            <a:off x="829986" y="1580685"/>
            <a:ext cx="380910" cy="339594"/>
            <a:chOff x="855096" y="1504485"/>
            <a:chExt cx="380910" cy="339594"/>
          </a:xfrm>
        </p:grpSpPr>
        <p:sp>
          <p:nvSpPr>
            <p:cNvPr id="13372" name="Google Shape;13372;p83"/>
            <p:cNvSpPr/>
            <p:nvPr/>
          </p:nvSpPr>
          <p:spPr>
            <a:xfrm>
              <a:off x="1092707" y="1504485"/>
              <a:ext cx="107299" cy="136837"/>
            </a:xfrm>
            <a:custGeom>
              <a:rect b="b" l="l" r="r" t="t"/>
              <a:pathLst>
                <a:path extrusionOk="0" h="4299" w="3371">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3" name="Google Shape;13373;p83"/>
            <p:cNvSpPr/>
            <p:nvPr/>
          </p:nvSpPr>
          <p:spPr>
            <a:xfrm>
              <a:off x="855096" y="1521896"/>
              <a:ext cx="214152" cy="322183"/>
            </a:xfrm>
            <a:custGeom>
              <a:rect b="b" l="l" r="r" t="t"/>
              <a:pathLst>
                <a:path extrusionOk="0" h="10122" w="6728">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4" name="Google Shape;13374;p83"/>
            <p:cNvSpPr/>
            <p:nvPr/>
          </p:nvSpPr>
          <p:spPr>
            <a:xfrm>
              <a:off x="896411" y="1808780"/>
              <a:ext cx="11395" cy="34918"/>
            </a:xfrm>
            <a:custGeom>
              <a:rect b="b" l="l" r="r" t="t"/>
              <a:pathLst>
                <a:path extrusionOk="0" h="1097" w="358">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5" name="Google Shape;13375;p83"/>
            <p:cNvSpPr/>
            <p:nvPr/>
          </p:nvSpPr>
          <p:spPr>
            <a:xfrm>
              <a:off x="1015391" y="1808780"/>
              <a:ext cx="11395" cy="34918"/>
            </a:xfrm>
            <a:custGeom>
              <a:rect b="b" l="l" r="r" t="t"/>
              <a:pathLst>
                <a:path extrusionOk="0" h="1097" w="358">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6" name="Google Shape;13376;p83"/>
            <p:cNvSpPr/>
            <p:nvPr/>
          </p:nvSpPr>
          <p:spPr>
            <a:xfrm>
              <a:off x="1057471" y="1522660"/>
              <a:ext cx="178534" cy="186110"/>
            </a:xfrm>
            <a:custGeom>
              <a:rect b="b" l="l" r="r" t="t"/>
              <a:pathLst>
                <a:path extrusionOk="0" h="5847" w="5609">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77" name="Google Shape;13377;p83"/>
          <p:cNvGrpSpPr/>
          <p:nvPr/>
        </p:nvGrpSpPr>
        <p:grpSpPr>
          <a:xfrm>
            <a:off x="1794466" y="1587879"/>
            <a:ext cx="352103" cy="352103"/>
            <a:chOff x="1819576" y="1511679"/>
            <a:chExt cx="352103" cy="352103"/>
          </a:xfrm>
        </p:grpSpPr>
        <p:sp>
          <p:nvSpPr>
            <p:cNvPr id="13378" name="Google Shape;13378;p83"/>
            <p:cNvSpPr/>
            <p:nvPr/>
          </p:nvSpPr>
          <p:spPr>
            <a:xfrm>
              <a:off x="1819576" y="1511679"/>
              <a:ext cx="352103" cy="352103"/>
            </a:xfrm>
            <a:custGeom>
              <a:rect b="b" l="l" r="r" t="t"/>
              <a:pathLst>
                <a:path extrusionOk="0" h="11062" w="11062">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9" name="Google Shape;13379;p83"/>
            <p:cNvSpPr/>
            <p:nvPr/>
          </p:nvSpPr>
          <p:spPr>
            <a:xfrm>
              <a:off x="1885146" y="1578204"/>
              <a:ext cx="182322" cy="180603"/>
            </a:xfrm>
            <a:custGeom>
              <a:rect b="b" l="l" r="r" t="t"/>
              <a:pathLst>
                <a:path extrusionOk="0" h="5674" w="5728">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0" name="Google Shape;13380;p83"/>
            <p:cNvSpPr/>
            <p:nvPr/>
          </p:nvSpPr>
          <p:spPr>
            <a:xfrm>
              <a:off x="1923820" y="1610193"/>
              <a:ext cx="183054" cy="186874"/>
            </a:xfrm>
            <a:custGeom>
              <a:rect b="b" l="l" r="r" t="t"/>
              <a:pathLst>
                <a:path extrusionOk="0" h="5871" w="5751">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1" name="Google Shape;13381;p83"/>
            <p:cNvSpPr/>
            <p:nvPr/>
          </p:nvSpPr>
          <p:spPr>
            <a:xfrm>
              <a:off x="1974207" y="1638617"/>
              <a:ext cx="43989" cy="15597"/>
            </a:xfrm>
            <a:custGeom>
              <a:rect b="b" l="l" r="r" t="t"/>
              <a:pathLst>
                <a:path extrusionOk="0" h="490" w="1382">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82" name="Google Shape;13382;p83"/>
          <p:cNvGrpSpPr/>
          <p:nvPr/>
        </p:nvGrpSpPr>
        <p:grpSpPr>
          <a:xfrm>
            <a:off x="5595987" y="1576961"/>
            <a:ext cx="371424" cy="355446"/>
            <a:chOff x="5621097" y="1500761"/>
            <a:chExt cx="371424" cy="355446"/>
          </a:xfrm>
        </p:grpSpPr>
        <p:sp>
          <p:nvSpPr>
            <p:cNvPr id="13383" name="Google Shape;13383;p83"/>
            <p:cNvSpPr/>
            <p:nvPr/>
          </p:nvSpPr>
          <p:spPr>
            <a:xfrm>
              <a:off x="5621097" y="1539721"/>
              <a:ext cx="324061" cy="316486"/>
            </a:xfrm>
            <a:custGeom>
              <a:rect b="b" l="l" r="r" t="t"/>
              <a:pathLst>
                <a:path extrusionOk="0" h="9943" w="10181">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4" name="Google Shape;13384;p83"/>
            <p:cNvSpPr/>
            <p:nvPr/>
          </p:nvSpPr>
          <p:spPr>
            <a:xfrm>
              <a:off x="5669606" y="1500761"/>
              <a:ext cx="322915" cy="316390"/>
            </a:xfrm>
            <a:custGeom>
              <a:rect b="b" l="l" r="r" t="t"/>
              <a:pathLst>
                <a:path extrusionOk="0" h="9940" w="10145">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85" name="Google Shape;13385;p83"/>
          <p:cNvGrpSpPr/>
          <p:nvPr/>
        </p:nvGrpSpPr>
        <p:grpSpPr>
          <a:xfrm>
            <a:off x="4645129" y="1617799"/>
            <a:ext cx="359679" cy="321833"/>
            <a:chOff x="4670239" y="1541599"/>
            <a:chExt cx="359679" cy="321833"/>
          </a:xfrm>
        </p:grpSpPr>
        <p:sp>
          <p:nvSpPr>
            <p:cNvPr id="13386" name="Google Shape;13386;p83"/>
            <p:cNvSpPr/>
            <p:nvPr/>
          </p:nvSpPr>
          <p:spPr>
            <a:xfrm>
              <a:off x="4818790" y="1606787"/>
              <a:ext cx="28838" cy="49687"/>
            </a:xfrm>
            <a:custGeom>
              <a:rect b="b" l="l" r="r" t="t"/>
              <a:pathLst>
                <a:path extrusionOk="0" h="1561" w="906">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7" name="Google Shape;13387;p83"/>
            <p:cNvSpPr/>
            <p:nvPr/>
          </p:nvSpPr>
          <p:spPr>
            <a:xfrm>
              <a:off x="4875256" y="1557896"/>
              <a:ext cx="82281" cy="82663"/>
            </a:xfrm>
            <a:custGeom>
              <a:rect b="b" l="l" r="r" t="t"/>
              <a:pathLst>
                <a:path extrusionOk="0" h="2597" w="2585">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8" name="Google Shape;13388;p83"/>
            <p:cNvSpPr/>
            <p:nvPr/>
          </p:nvSpPr>
          <p:spPr>
            <a:xfrm>
              <a:off x="4775215" y="1541599"/>
              <a:ext cx="199001" cy="147850"/>
            </a:xfrm>
            <a:custGeom>
              <a:rect b="b" l="l" r="r" t="t"/>
              <a:pathLst>
                <a:path extrusionOk="0" h="4645" w="6252">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9" name="Google Shape;13389;p83"/>
            <p:cNvSpPr/>
            <p:nvPr/>
          </p:nvSpPr>
          <p:spPr>
            <a:xfrm>
              <a:off x="4901803" y="1574957"/>
              <a:ext cx="28838" cy="50069"/>
            </a:xfrm>
            <a:custGeom>
              <a:rect b="b" l="l" r="r" t="t"/>
              <a:pathLst>
                <a:path extrusionOk="0" h="1573" w="906">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0" name="Google Shape;13390;p83"/>
            <p:cNvSpPr/>
            <p:nvPr/>
          </p:nvSpPr>
          <p:spPr>
            <a:xfrm>
              <a:off x="4670239" y="1657269"/>
              <a:ext cx="359679" cy="206163"/>
            </a:xfrm>
            <a:custGeom>
              <a:rect b="b" l="l" r="r" t="t"/>
              <a:pathLst>
                <a:path extrusionOk="0" h="6477" w="1130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91" name="Google Shape;13391;p83"/>
          <p:cNvGrpSpPr/>
          <p:nvPr/>
        </p:nvGrpSpPr>
        <p:grpSpPr>
          <a:xfrm>
            <a:off x="4187319" y="1578585"/>
            <a:ext cx="321037" cy="353822"/>
            <a:chOff x="4212429" y="1502385"/>
            <a:chExt cx="321037" cy="353822"/>
          </a:xfrm>
        </p:grpSpPr>
        <p:sp>
          <p:nvSpPr>
            <p:cNvPr id="13392" name="Google Shape;13392;p83"/>
            <p:cNvSpPr/>
            <p:nvPr/>
          </p:nvSpPr>
          <p:spPr>
            <a:xfrm>
              <a:off x="4310592" y="1585938"/>
              <a:ext cx="125092" cy="163001"/>
            </a:xfrm>
            <a:custGeom>
              <a:rect b="b" l="l" r="r" t="t"/>
              <a:pathLst>
                <a:path extrusionOk="0" h="5121" w="393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3" name="Google Shape;13393;p83"/>
            <p:cNvSpPr/>
            <p:nvPr/>
          </p:nvSpPr>
          <p:spPr>
            <a:xfrm>
              <a:off x="4248428" y="1536124"/>
              <a:ext cx="253972" cy="152179"/>
            </a:xfrm>
            <a:custGeom>
              <a:rect b="b" l="l" r="r" t="t"/>
              <a:pathLst>
                <a:path extrusionOk="0" h="4781" w="7979">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4" name="Google Shape;13394;p83"/>
            <p:cNvSpPr/>
            <p:nvPr/>
          </p:nvSpPr>
          <p:spPr>
            <a:xfrm>
              <a:off x="4248428" y="1633270"/>
              <a:ext cx="238407" cy="187288"/>
            </a:xfrm>
            <a:custGeom>
              <a:rect b="b" l="l" r="r" t="t"/>
              <a:pathLst>
                <a:path extrusionOk="0" h="5884" w="749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5" name="Google Shape;13395;p83"/>
            <p:cNvSpPr/>
            <p:nvPr/>
          </p:nvSpPr>
          <p:spPr>
            <a:xfrm>
              <a:off x="4212429" y="1502385"/>
              <a:ext cx="321037" cy="353822"/>
            </a:xfrm>
            <a:custGeom>
              <a:rect b="b" l="l" r="r" t="t"/>
              <a:pathLst>
                <a:path extrusionOk="0" h="11116" w="10086">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96" name="Google Shape;13396;p83"/>
          <p:cNvGrpSpPr/>
          <p:nvPr/>
        </p:nvGrpSpPr>
        <p:grpSpPr>
          <a:xfrm>
            <a:off x="2277678" y="1582181"/>
            <a:ext cx="336188" cy="335425"/>
            <a:chOff x="2302788" y="1505981"/>
            <a:chExt cx="336188" cy="335425"/>
          </a:xfrm>
        </p:grpSpPr>
        <p:sp>
          <p:nvSpPr>
            <p:cNvPr id="13397" name="Google Shape;13397;p83"/>
            <p:cNvSpPr/>
            <p:nvPr/>
          </p:nvSpPr>
          <p:spPr>
            <a:xfrm>
              <a:off x="2302788" y="1505981"/>
              <a:ext cx="336188" cy="335425"/>
            </a:xfrm>
            <a:custGeom>
              <a:rect b="b" l="l" r="r" t="t"/>
              <a:pathLst>
                <a:path extrusionOk="0" h="10538" w="10562">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8" name="Google Shape;13398;p83"/>
            <p:cNvSpPr/>
            <p:nvPr/>
          </p:nvSpPr>
          <p:spPr>
            <a:xfrm>
              <a:off x="2327806" y="1530618"/>
              <a:ext cx="287266" cy="286916"/>
            </a:xfrm>
            <a:custGeom>
              <a:rect b="b" l="l" r="r" t="t"/>
              <a:pathLst>
                <a:path extrusionOk="0" h="9014" w="9025">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9" name="Google Shape;13399;p83"/>
            <p:cNvSpPr/>
            <p:nvPr/>
          </p:nvSpPr>
          <p:spPr>
            <a:xfrm>
              <a:off x="2352061" y="1669333"/>
              <a:ext cx="16679" cy="9485"/>
            </a:xfrm>
            <a:custGeom>
              <a:rect b="b" l="l" r="r" t="t"/>
              <a:pathLst>
                <a:path extrusionOk="0" h="298" w="524">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0" name="Google Shape;13400;p83"/>
            <p:cNvSpPr/>
            <p:nvPr/>
          </p:nvSpPr>
          <p:spPr>
            <a:xfrm>
              <a:off x="2466871" y="1554490"/>
              <a:ext cx="123946" cy="124328"/>
            </a:xfrm>
            <a:custGeom>
              <a:rect b="b" l="l" r="r" t="t"/>
              <a:pathLst>
                <a:path extrusionOk="0" h="3906" w="3894">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1" name="Google Shape;13401;p83"/>
            <p:cNvSpPr/>
            <p:nvPr/>
          </p:nvSpPr>
          <p:spPr>
            <a:xfrm>
              <a:off x="2466107" y="1776950"/>
              <a:ext cx="9517" cy="16711"/>
            </a:xfrm>
            <a:custGeom>
              <a:rect b="b" l="l" r="r" t="t"/>
              <a:pathLst>
                <a:path extrusionOk="0" h="525" w="299">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2" name="Google Shape;13402;p83"/>
            <p:cNvSpPr/>
            <p:nvPr/>
          </p:nvSpPr>
          <p:spPr>
            <a:xfrm>
              <a:off x="2384272" y="1587944"/>
              <a:ext cx="16329" cy="15087"/>
            </a:xfrm>
            <a:custGeom>
              <a:rect b="b" l="l" r="r" t="t"/>
              <a:pathLst>
                <a:path extrusionOk="0" h="474" w="513">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3" name="Google Shape;13403;p83"/>
            <p:cNvSpPr/>
            <p:nvPr/>
          </p:nvSpPr>
          <p:spPr>
            <a:xfrm>
              <a:off x="2541544" y="1745216"/>
              <a:ext cx="15565" cy="15087"/>
            </a:xfrm>
            <a:custGeom>
              <a:rect b="b" l="l" r="r" t="t"/>
              <a:pathLst>
                <a:path extrusionOk="0" h="474" w="489">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4" name="Google Shape;13404;p83"/>
            <p:cNvSpPr/>
            <p:nvPr/>
          </p:nvSpPr>
          <p:spPr>
            <a:xfrm>
              <a:off x="2541544" y="1587944"/>
              <a:ext cx="16329" cy="15087"/>
            </a:xfrm>
            <a:custGeom>
              <a:rect b="b" l="l" r="r" t="t"/>
              <a:pathLst>
                <a:path extrusionOk="0" h="474" w="513">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5" name="Google Shape;13405;p83"/>
            <p:cNvSpPr/>
            <p:nvPr/>
          </p:nvSpPr>
          <p:spPr>
            <a:xfrm>
              <a:off x="2384654" y="1744452"/>
              <a:ext cx="15947" cy="15469"/>
            </a:xfrm>
            <a:custGeom>
              <a:rect b="b" l="l" r="r" t="t"/>
              <a:pathLst>
                <a:path extrusionOk="0" h="486" w="501">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6" name="Google Shape;13406;p83"/>
            <p:cNvSpPr/>
            <p:nvPr/>
          </p:nvSpPr>
          <p:spPr>
            <a:xfrm>
              <a:off x="2360018" y="1624548"/>
              <a:ext cx="18207" cy="12605"/>
            </a:xfrm>
            <a:custGeom>
              <a:rect b="b" l="l" r="r" t="t"/>
              <a:pathLst>
                <a:path extrusionOk="0" h="396" w="572">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7" name="Google Shape;13407;p83"/>
            <p:cNvSpPr/>
            <p:nvPr/>
          </p:nvSpPr>
          <p:spPr>
            <a:xfrm>
              <a:off x="2564271" y="1711126"/>
              <a:ext cx="17475" cy="12796"/>
            </a:xfrm>
            <a:custGeom>
              <a:rect b="b" l="l" r="r" t="t"/>
              <a:pathLst>
                <a:path extrusionOk="0" h="402" w="549">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8" name="Google Shape;13408;p83"/>
            <p:cNvSpPr/>
            <p:nvPr/>
          </p:nvSpPr>
          <p:spPr>
            <a:xfrm>
              <a:off x="2507805" y="1563912"/>
              <a:ext cx="14069" cy="16392"/>
            </a:xfrm>
            <a:custGeom>
              <a:rect b="b" l="l" r="r" t="t"/>
              <a:pathLst>
                <a:path extrusionOk="0" h="515" w="442">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9" name="Google Shape;13409;p83"/>
            <p:cNvSpPr/>
            <p:nvPr/>
          </p:nvSpPr>
          <p:spPr>
            <a:xfrm>
              <a:off x="2420654" y="1767974"/>
              <a:ext cx="14419" cy="16583"/>
            </a:xfrm>
            <a:custGeom>
              <a:rect b="b" l="l" r="r" t="t"/>
              <a:pathLst>
                <a:path extrusionOk="0" h="521" w="453">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0" name="Google Shape;13410;p83"/>
            <p:cNvSpPr/>
            <p:nvPr/>
          </p:nvSpPr>
          <p:spPr>
            <a:xfrm>
              <a:off x="2422532" y="1562448"/>
              <a:ext cx="14451" cy="17093"/>
            </a:xfrm>
            <a:custGeom>
              <a:rect b="b" l="l" r="r" t="t"/>
              <a:pathLst>
                <a:path extrusionOk="0" h="537" w="454">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1" name="Google Shape;13411;p83"/>
            <p:cNvSpPr/>
            <p:nvPr/>
          </p:nvSpPr>
          <p:spPr>
            <a:xfrm>
              <a:off x="2505545" y="1768770"/>
              <a:ext cx="14037" cy="16552"/>
            </a:xfrm>
            <a:custGeom>
              <a:rect b="b" l="l" r="r" t="t"/>
              <a:pathLst>
                <a:path extrusionOk="0" h="520" w="441">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2" name="Google Shape;13412;p83"/>
            <p:cNvSpPr/>
            <p:nvPr/>
          </p:nvSpPr>
          <p:spPr>
            <a:xfrm>
              <a:off x="2565417" y="1625885"/>
              <a:ext cx="17825" cy="13146"/>
            </a:xfrm>
            <a:custGeom>
              <a:rect b="b" l="l" r="r" t="t"/>
              <a:pathLst>
                <a:path extrusionOk="0" h="413" w="56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3" name="Google Shape;13413;p83"/>
            <p:cNvSpPr/>
            <p:nvPr/>
          </p:nvSpPr>
          <p:spPr>
            <a:xfrm>
              <a:off x="2359254" y="1709312"/>
              <a:ext cx="17825" cy="12732"/>
            </a:xfrm>
            <a:custGeom>
              <a:rect b="b" l="l" r="r" t="t"/>
              <a:pathLst>
                <a:path extrusionOk="0" h="400" w="56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14" name="Google Shape;13414;p83"/>
          <p:cNvGrpSpPr/>
          <p:nvPr/>
        </p:nvGrpSpPr>
        <p:grpSpPr>
          <a:xfrm>
            <a:off x="2755191" y="1598096"/>
            <a:ext cx="333133" cy="321037"/>
            <a:chOff x="2780301" y="1521896"/>
            <a:chExt cx="333133" cy="321037"/>
          </a:xfrm>
        </p:grpSpPr>
        <p:sp>
          <p:nvSpPr>
            <p:cNvPr id="13415" name="Google Shape;13415;p83"/>
            <p:cNvSpPr/>
            <p:nvPr/>
          </p:nvSpPr>
          <p:spPr>
            <a:xfrm>
              <a:off x="3009573" y="1542745"/>
              <a:ext cx="72031" cy="9517"/>
            </a:xfrm>
            <a:custGeom>
              <a:rect b="b" l="l" r="r" t="t"/>
              <a:pathLst>
                <a:path extrusionOk="0" h="299" w="2263">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6" name="Google Shape;13416;p83"/>
            <p:cNvSpPr/>
            <p:nvPr/>
          </p:nvSpPr>
          <p:spPr>
            <a:xfrm>
              <a:off x="2967876" y="1542745"/>
              <a:ext cx="30366" cy="9517"/>
            </a:xfrm>
            <a:custGeom>
              <a:rect b="b" l="l" r="r" t="t"/>
              <a:pathLst>
                <a:path extrusionOk="0" h="299" w="954">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7" name="Google Shape;13417;p83"/>
            <p:cNvSpPr/>
            <p:nvPr/>
          </p:nvSpPr>
          <p:spPr>
            <a:xfrm>
              <a:off x="3061870" y="1563594"/>
              <a:ext cx="19735" cy="9517"/>
            </a:xfrm>
            <a:custGeom>
              <a:rect b="b" l="l" r="r" t="t"/>
              <a:pathLst>
                <a:path extrusionOk="0" h="299" w="62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8" name="Google Shape;13418;p83"/>
            <p:cNvSpPr/>
            <p:nvPr/>
          </p:nvSpPr>
          <p:spPr>
            <a:xfrm>
              <a:off x="2967876" y="1563594"/>
              <a:ext cx="82663" cy="9517"/>
            </a:xfrm>
            <a:custGeom>
              <a:rect b="b" l="l" r="r" t="t"/>
              <a:pathLst>
                <a:path extrusionOk="0" h="299" w="2597">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9" name="Google Shape;13419;p83"/>
            <p:cNvSpPr/>
            <p:nvPr/>
          </p:nvSpPr>
          <p:spPr>
            <a:xfrm>
              <a:off x="2936809" y="1521896"/>
              <a:ext cx="176625" cy="96286"/>
            </a:xfrm>
            <a:custGeom>
              <a:rect b="b" l="l" r="r" t="t"/>
              <a:pathLst>
                <a:path extrusionOk="0" h="3025" w="5549">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0" name="Google Shape;13420;p83"/>
            <p:cNvSpPr/>
            <p:nvPr/>
          </p:nvSpPr>
          <p:spPr>
            <a:xfrm>
              <a:off x="2811367" y="1767115"/>
              <a:ext cx="72413" cy="9485"/>
            </a:xfrm>
            <a:custGeom>
              <a:rect b="b" l="l" r="r" t="t"/>
              <a:pathLst>
                <a:path extrusionOk="0" h="298" w="2275">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1" name="Google Shape;13421;p83"/>
            <p:cNvSpPr/>
            <p:nvPr/>
          </p:nvSpPr>
          <p:spPr>
            <a:xfrm>
              <a:off x="2894730" y="1767115"/>
              <a:ext cx="20117" cy="9485"/>
            </a:xfrm>
            <a:custGeom>
              <a:rect b="b" l="l" r="r" t="t"/>
              <a:pathLst>
                <a:path extrusionOk="0" h="298" w="632">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2" name="Google Shape;13422;p83"/>
            <p:cNvSpPr/>
            <p:nvPr/>
          </p:nvSpPr>
          <p:spPr>
            <a:xfrm>
              <a:off x="2811367" y="1787932"/>
              <a:ext cx="20117" cy="9517"/>
            </a:xfrm>
            <a:custGeom>
              <a:rect b="b" l="l" r="r" t="t"/>
              <a:pathLst>
                <a:path extrusionOk="0" h="299" w="632">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3" name="Google Shape;13423;p83"/>
            <p:cNvSpPr/>
            <p:nvPr/>
          </p:nvSpPr>
          <p:spPr>
            <a:xfrm>
              <a:off x="2842815" y="1787932"/>
              <a:ext cx="72031" cy="9517"/>
            </a:xfrm>
            <a:custGeom>
              <a:rect b="b" l="l" r="r" t="t"/>
              <a:pathLst>
                <a:path extrusionOk="0" h="299" w="2263">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4" name="Google Shape;13424;p83"/>
            <p:cNvSpPr/>
            <p:nvPr/>
          </p:nvSpPr>
          <p:spPr>
            <a:xfrm>
              <a:off x="2780301" y="1746266"/>
              <a:ext cx="166375" cy="96668"/>
            </a:xfrm>
            <a:custGeom>
              <a:rect b="b" l="l" r="r" t="t"/>
              <a:pathLst>
                <a:path extrusionOk="0" h="3037" w="5227">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5" name="Google Shape;13425;p83"/>
            <p:cNvSpPr/>
            <p:nvPr/>
          </p:nvSpPr>
          <p:spPr>
            <a:xfrm>
              <a:off x="3020172" y="1720102"/>
              <a:ext cx="61432" cy="9517"/>
            </a:xfrm>
            <a:custGeom>
              <a:rect b="b" l="l" r="r" t="t"/>
              <a:pathLst>
                <a:path extrusionOk="0" h="299" w="193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6" name="Google Shape;13426;p83"/>
            <p:cNvSpPr/>
            <p:nvPr/>
          </p:nvSpPr>
          <p:spPr>
            <a:xfrm>
              <a:off x="2988724" y="1720102"/>
              <a:ext cx="19735" cy="9517"/>
            </a:xfrm>
            <a:custGeom>
              <a:rect b="b" l="l" r="r" t="t"/>
              <a:pathLst>
                <a:path extrusionOk="0" h="299" w="62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7" name="Google Shape;13427;p83"/>
            <p:cNvSpPr/>
            <p:nvPr/>
          </p:nvSpPr>
          <p:spPr>
            <a:xfrm>
              <a:off x="2957658" y="1699253"/>
              <a:ext cx="155776" cy="75087"/>
            </a:xfrm>
            <a:custGeom>
              <a:rect b="b" l="l" r="r" t="t"/>
              <a:pathLst>
                <a:path extrusionOk="0" h="2359" w="4894">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8" name="Google Shape;13428;p83"/>
            <p:cNvSpPr/>
            <p:nvPr/>
          </p:nvSpPr>
          <p:spPr>
            <a:xfrm>
              <a:off x="2811367" y="1626108"/>
              <a:ext cx="72413" cy="9517"/>
            </a:xfrm>
            <a:custGeom>
              <a:rect b="b" l="l" r="r" t="t"/>
              <a:pathLst>
                <a:path extrusionOk="0" h="299" w="2275">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9" name="Google Shape;13429;p83"/>
            <p:cNvSpPr/>
            <p:nvPr/>
          </p:nvSpPr>
          <p:spPr>
            <a:xfrm>
              <a:off x="2895112" y="1626108"/>
              <a:ext cx="30366" cy="9517"/>
            </a:xfrm>
            <a:custGeom>
              <a:rect b="b" l="l" r="r" t="t"/>
              <a:pathLst>
                <a:path extrusionOk="0" h="299" w="954">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0" name="Google Shape;13430;p83"/>
            <p:cNvSpPr/>
            <p:nvPr/>
          </p:nvSpPr>
          <p:spPr>
            <a:xfrm>
              <a:off x="2811367" y="1667805"/>
              <a:ext cx="72413" cy="9517"/>
            </a:xfrm>
            <a:custGeom>
              <a:rect b="b" l="l" r="r" t="t"/>
              <a:pathLst>
                <a:path extrusionOk="0" h="299" w="2275">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1" name="Google Shape;13431;p83"/>
            <p:cNvSpPr/>
            <p:nvPr/>
          </p:nvSpPr>
          <p:spPr>
            <a:xfrm>
              <a:off x="2895112" y="1667805"/>
              <a:ext cx="30366" cy="9517"/>
            </a:xfrm>
            <a:custGeom>
              <a:rect b="b" l="l" r="r" t="t"/>
              <a:pathLst>
                <a:path extrusionOk="0" h="299" w="954">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2" name="Google Shape;13432;p83"/>
            <p:cNvSpPr/>
            <p:nvPr/>
          </p:nvSpPr>
          <p:spPr>
            <a:xfrm>
              <a:off x="2811367" y="1646957"/>
              <a:ext cx="20117" cy="9517"/>
            </a:xfrm>
            <a:custGeom>
              <a:rect b="b" l="l" r="r" t="t"/>
              <a:pathLst>
                <a:path extrusionOk="0" h="299" w="632">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3" name="Google Shape;13433;p83"/>
            <p:cNvSpPr/>
            <p:nvPr/>
          </p:nvSpPr>
          <p:spPr>
            <a:xfrm>
              <a:off x="2842815" y="1646957"/>
              <a:ext cx="82663" cy="9517"/>
            </a:xfrm>
            <a:custGeom>
              <a:rect b="b" l="l" r="r" t="t"/>
              <a:pathLst>
                <a:path extrusionOk="0" h="299" w="2597">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4" name="Google Shape;13434;p83"/>
            <p:cNvSpPr/>
            <p:nvPr/>
          </p:nvSpPr>
          <p:spPr>
            <a:xfrm>
              <a:off x="2780301" y="1605291"/>
              <a:ext cx="176625" cy="117516"/>
            </a:xfrm>
            <a:custGeom>
              <a:rect b="b" l="l" r="r" t="t"/>
              <a:pathLst>
                <a:path extrusionOk="0" h="3692" w="5549">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35" name="Google Shape;13435;p83"/>
          <p:cNvGrpSpPr/>
          <p:nvPr/>
        </p:nvGrpSpPr>
        <p:grpSpPr>
          <a:xfrm>
            <a:off x="3291049" y="1591285"/>
            <a:ext cx="211892" cy="339594"/>
            <a:chOff x="3316159" y="1515085"/>
            <a:chExt cx="211892" cy="339594"/>
          </a:xfrm>
        </p:grpSpPr>
        <p:sp>
          <p:nvSpPr>
            <p:cNvPr id="13436" name="Google Shape;13436;p83"/>
            <p:cNvSpPr/>
            <p:nvPr/>
          </p:nvSpPr>
          <p:spPr>
            <a:xfrm>
              <a:off x="3358621" y="1823199"/>
              <a:ext cx="15183" cy="9485"/>
            </a:xfrm>
            <a:custGeom>
              <a:rect b="b" l="l" r="r" t="t"/>
              <a:pathLst>
                <a:path extrusionOk="0" h="298" w="477">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7" name="Google Shape;13437;p83"/>
            <p:cNvSpPr/>
            <p:nvPr/>
          </p:nvSpPr>
          <p:spPr>
            <a:xfrm>
              <a:off x="3427946" y="1823199"/>
              <a:ext cx="15215" cy="9485"/>
            </a:xfrm>
            <a:custGeom>
              <a:rect b="b" l="l" r="r" t="t"/>
              <a:pathLst>
                <a:path extrusionOk="0" h="298" w="478">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8" name="Google Shape;13438;p83"/>
            <p:cNvSpPr/>
            <p:nvPr/>
          </p:nvSpPr>
          <p:spPr>
            <a:xfrm>
              <a:off x="3385135" y="1823199"/>
              <a:ext cx="31480" cy="9485"/>
            </a:xfrm>
            <a:custGeom>
              <a:rect b="b" l="l" r="r" t="t"/>
              <a:pathLst>
                <a:path extrusionOk="0" h="298" w="989">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39" name="Google Shape;13439;p83"/>
            <p:cNvGrpSpPr/>
            <p:nvPr/>
          </p:nvGrpSpPr>
          <p:grpSpPr>
            <a:xfrm>
              <a:off x="3316159" y="1515085"/>
              <a:ext cx="211892" cy="339594"/>
              <a:chOff x="3316159" y="1515085"/>
              <a:chExt cx="211892" cy="339594"/>
            </a:xfrm>
          </p:grpSpPr>
          <p:sp>
            <p:nvSpPr>
              <p:cNvPr id="13440" name="Google Shape;13440;p83"/>
              <p:cNvSpPr/>
              <p:nvPr/>
            </p:nvSpPr>
            <p:spPr>
              <a:xfrm>
                <a:off x="3316159" y="1557514"/>
                <a:ext cx="169049" cy="297165"/>
              </a:xfrm>
              <a:custGeom>
                <a:rect b="b" l="l" r="r" t="t"/>
                <a:pathLst>
                  <a:path extrusionOk="0" h="9336" w="5311">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1" name="Google Shape;13441;p83"/>
              <p:cNvSpPr/>
              <p:nvPr/>
            </p:nvSpPr>
            <p:spPr>
              <a:xfrm>
                <a:off x="3337772" y="1610161"/>
                <a:ext cx="132667" cy="127415"/>
              </a:xfrm>
              <a:custGeom>
                <a:rect b="b" l="l" r="r" t="t"/>
                <a:pathLst>
                  <a:path extrusionOk="0" h="4003" w="4168">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2" name="Google Shape;13442;p83"/>
              <p:cNvSpPr/>
              <p:nvPr/>
            </p:nvSpPr>
            <p:spPr>
              <a:xfrm>
                <a:off x="3343056" y="1749290"/>
                <a:ext cx="41729" cy="41729"/>
              </a:xfrm>
              <a:custGeom>
                <a:rect b="b" l="l" r="r" t="t"/>
                <a:pathLst>
                  <a:path extrusionOk="0" h="1311" w="1311">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3" name="Google Shape;13443;p83"/>
              <p:cNvSpPr/>
              <p:nvPr/>
            </p:nvSpPr>
            <p:spPr>
              <a:xfrm>
                <a:off x="3417347" y="1749290"/>
                <a:ext cx="41729" cy="41729"/>
              </a:xfrm>
              <a:custGeom>
                <a:rect b="b" l="l" r="r" t="t"/>
                <a:pathLst>
                  <a:path extrusionOk="0" h="1311" w="1311">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4" name="Google Shape;13444;p83"/>
              <p:cNvSpPr/>
              <p:nvPr/>
            </p:nvSpPr>
            <p:spPr>
              <a:xfrm>
                <a:off x="3464710" y="1536315"/>
                <a:ext cx="41729" cy="41315"/>
              </a:xfrm>
              <a:custGeom>
                <a:rect b="b" l="l" r="r" t="t"/>
                <a:pathLst>
                  <a:path extrusionOk="0" h="1298" w="1311">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5" name="Google Shape;13445;p83"/>
              <p:cNvSpPr/>
              <p:nvPr/>
            </p:nvSpPr>
            <p:spPr>
              <a:xfrm>
                <a:off x="3464710" y="1515085"/>
                <a:ext cx="63342" cy="62546"/>
              </a:xfrm>
              <a:custGeom>
                <a:rect b="b" l="l" r="r" t="t"/>
                <a:pathLst>
                  <a:path extrusionOk="0" h="1965" w="199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446" name="Google Shape;13446;p83"/>
          <p:cNvGrpSpPr/>
          <p:nvPr/>
        </p:nvGrpSpPr>
        <p:grpSpPr>
          <a:xfrm>
            <a:off x="3691248" y="1620855"/>
            <a:ext cx="361971" cy="314958"/>
            <a:chOff x="3716358" y="1544655"/>
            <a:chExt cx="361971" cy="314958"/>
          </a:xfrm>
        </p:grpSpPr>
        <p:sp>
          <p:nvSpPr>
            <p:cNvPr id="13447" name="Google Shape;13447;p83"/>
            <p:cNvSpPr/>
            <p:nvPr/>
          </p:nvSpPr>
          <p:spPr>
            <a:xfrm>
              <a:off x="3767509" y="1646957"/>
              <a:ext cx="231213" cy="10663"/>
            </a:xfrm>
            <a:custGeom>
              <a:rect b="b" l="l" r="r" t="t"/>
              <a:pathLst>
                <a:path extrusionOk="0" h="335" w="7264">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8" name="Google Shape;13448;p83"/>
            <p:cNvSpPr/>
            <p:nvPr/>
          </p:nvSpPr>
          <p:spPr>
            <a:xfrm>
              <a:off x="3767509" y="1618532"/>
              <a:ext cx="152020" cy="10663"/>
            </a:xfrm>
            <a:custGeom>
              <a:rect b="b" l="l" r="r" t="t"/>
              <a:pathLst>
                <a:path extrusionOk="0" h="335" w="4776">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9" name="Google Shape;13449;p83"/>
            <p:cNvSpPr/>
            <p:nvPr/>
          </p:nvSpPr>
          <p:spPr>
            <a:xfrm>
              <a:off x="3931624" y="1618532"/>
              <a:ext cx="67098" cy="10663"/>
            </a:xfrm>
            <a:custGeom>
              <a:rect b="b" l="l" r="r" t="t"/>
              <a:pathLst>
                <a:path extrusionOk="0" h="335" w="2108">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0" name="Google Shape;13450;p83"/>
            <p:cNvSpPr/>
            <p:nvPr/>
          </p:nvSpPr>
          <p:spPr>
            <a:xfrm>
              <a:off x="3767509" y="1590108"/>
              <a:ext cx="39087" cy="10663"/>
            </a:xfrm>
            <a:custGeom>
              <a:rect b="b" l="l" r="r" t="t"/>
              <a:pathLst>
                <a:path extrusionOk="0" h="335" w="1228">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1" name="Google Shape;13451;p83"/>
            <p:cNvSpPr/>
            <p:nvPr/>
          </p:nvSpPr>
          <p:spPr>
            <a:xfrm>
              <a:off x="3818309" y="1590108"/>
              <a:ext cx="180412" cy="10663"/>
            </a:xfrm>
            <a:custGeom>
              <a:rect b="b" l="l" r="r" t="t"/>
              <a:pathLst>
                <a:path extrusionOk="0" h="335" w="5668">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52" name="Google Shape;13452;p83"/>
            <p:cNvGrpSpPr/>
            <p:nvPr/>
          </p:nvGrpSpPr>
          <p:grpSpPr>
            <a:xfrm>
              <a:off x="3716358" y="1544655"/>
              <a:ext cx="361971" cy="314958"/>
              <a:chOff x="3716358" y="1544655"/>
              <a:chExt cx="361971" cy="314958"/>
            </a:xfrm>
          </p:grpSpPr>
          <p:sp>
            <p:nvSpPr>
              <p:cNvPr id="13453" name="Google Shape;13453;p83"/>
              <p:cNvSpPr/>
              <p:nvPr/>
            </p:nvSpPr>
            <p:spPr>
              <a:xfrm>
                <a:off x="3767509" y="1675381"/>
                <a:ext cx="84540" cy="10663"/>
              </a:xfrm>
              <a:custGeom>
                <a:rect b="b" l="l" r="r" t="t"/>
                <a:pathLst>
                  <a:path extrusionOk="0" h="335" w="2656">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4" name="Google Shape;13454;p83"/>
              <p:cNvSpPr/>
              <p:nvPr/>
            </p:nvSpPr>
            <p:spPr>
              <a:xfrm>
                <a:off x="3875158" y="1675381"/>
                <a:ext cx="123564" cy="10663"/>
              </a:xfrm>
              <a:custGeom>
                <a:rect b="b" l="l" r="r" t="t"/>
                <a:pathLst>
                  <a:path extrusionOk="0" h="335" w="3882">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5" name="Google Shape;13455;p83"/>
              <p:cNvSpPr/>
              <p:nvPr/>
            </p:nvSpPr>
            <p:spPr>
              <a:xfrm>
                <a:off x="3767509" y="1703423"/>
                <a:ext cx="174747" cy="10663"/>
              </a:xfrm>
              <a:custGeom>
                <a:rect b="b" l="l" r="r" t="t"/>
                <a:pathLst>
                  <a:path extrusionOk="0" h="335" w="549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6" name="Google Shape;13456;p83"/>
              <p:cNvSpPr/>
              <p:nvPr/>
            </p:nvSpPr>
            <p:spPr>
              <a:xfrm>
                <a:off x="3954351" y="1703423"/>
                <a:ext cx="44371" cy="10663"/>
              </a:xfrm>
              <a:custGeom>
                <a:rect b="b" l="l" r="r" t="t"/>
                <a:pathLst>
                  <a:path extrusionOk="0" h="335" w="1394">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7" name="Google Shape;13457;p83"/>
              <p:cNvSpPr/>
              <p:nvPr/>
            </p:nvSpPr>
            <p:spPr>
              <a:xfrm>
                <a:off x="3716358" y="1544655"/>
                <a:ext cx="361971" cy="314958"/>
              </a:xfrm>
              <a:custGeom>
                <a:rect b="b" l="l" r="r" t="t"/>
                <a:pathLst>
                  <a:path extrusionOk="0" h="9895" w="11372">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458" name="Google Shape;13458;p83"/>
          <p:cNvGrpSpPr/>
          <p:nvPr/>
        </p:nvGrpSpPr>
        <p:grpSpPr>
          <a:xfrm>
            <a:off x="6986814" y="1633752"/>
            <a:ext cx="499533" cy="305136"/>
            <a:chOff x="7009649" y="1541981"/>
            <a:chExt cx="524940" cy="320655"/>
          </a:xfrm>
        </p:grpSpPr>
        <p:sp>
          <p:nvSpPr>
            <p:cNvPr id="13459" name="Google Shape;13459;p83"/>
            <p:cNvSpPr/>
            <p:nvPr/>
          </p:nvSpPr>
          <p:spPr>
            <a:xfrm>
              <a:off x="7009649" y="1541981"/>
              <a:ext cx="524940" cy="320655"/>
            </a:xfrm>
            <a:custGeom>
              <a:rect b="b" l="l" r="r" t="t"/>
              <a:pathLst>
                <a:path extrusionOk="0" h="10074" w="16492">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0" name="Google Shape;13460;p83"/>
            <p:cNvSpPr/>
            <p:nvPr/>
          </p:nvSpPr>
          <p:spPr>
            <a:xfrm>
              <a:off x="7110104" y="1604909"/>
              <a:ext cx="61782" cy="41697"/>
            </a:xfrm>
            <a:custGeom>
              <a:rect b="b" l="l" r="r" t="t"/>
              <a:pathLst>
                <a:path extrusionOk="0" h="1310" w="1941">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1" name="Google Shape;13461;p83"/>
            <p:cNvSpPr/>
            <p:nvPr/>
          </p:nvSpPr>
          <p:spPr>
            <a:xfrm>
              <a:off x="7110455" y="1655296"/>
              <a:ext cx="96700" cy="15183"/>
            </a:xfrm>
            <a:custGeom>
              <a:rect b="b" l="l" r="r" t="t"/>
              <a:pathLst>
                <a:path extrusionOk="0" h="477" w="3038">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2" name="Google Shape;13462;p83"/>
            <p:cNvSpPr/>
            <p:nvPr/>
          </p:nvSpPr>
          <p:spPr>
            <a:xfrm>
              <a:off x="7146104" y="1676909"/>
              <a:ext cx="61050" cy="41729"/>
            </a:xfrm>
            <a:custGeom>
              <a:rect b="b" l="l" r="r" t="t"/>
              <a:pathLst>
                <a:path extrusionOk="0" h="1311" w="1918">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3" name="Google Shape;13463;p83"/>
            <p:cNvSpPr/>
            <p:nvPr/>
          </p:nvSpPr>
          <p:spPr>
            <a:xfrm>
              <a:off x="7110455" y="1726563"/>
              <a:ext cx="96700" cy="15183"/>
            </a:xfrm>
            <a:custGeom>
              <a:rect b="b" l="l" r="r" t="t"/>
              <a:pathLst>
                <a:path extrusionOk="0" h="477" w="3038">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4" name="Google Shape;13464;p83"/>
            <p:cNvSpPr/>
            <p:nvPr/>
          </p:nvSpPr>
          <p:spPr>
            <a:xfrm>
              <a:off x="7262825" y="1636739"/>
              <a:ext cx="48541" cy="80371"/>
            </a:xfrm>
            <a:custGeom>
              <a:rect b="b" l="l" r="r" t="t"/>
              <a:pathLst>
                <a:path extrusionOk="0" h="2525" w="1525">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5" name="Google Shape;13465;p83"/>
            <p:cNvSpPr/>
            <p:nvPr/>
          </p:nvSpPr>
          <p:spPr>
            <a:xfrm>
              <a:off x="7380691" y="1636357"/>
              <a:ext cx="48891" cy="80371"/>
            </a:xfrm>
            <a:custGeom>
              <a:rect b="b" l="l" r="r" t="t"/>
              <a:pathLst>
                <a:path extrusionOk="0" h="2525" w="1536">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6" name="Google Shape;13466;p83"/>
            <p:cNvSpPr/>
            <p:nvPr/>
          </p:nvSpPr>
          <p:spPr>
            <a:xfrm>
              <a:off x="7321933" y="1626744"/>
              <a:ext cx="48923" cy="99851"/>
            </a:xfrm>
            <a:custGeom>
              <a:rect b="b" l="l" r="r" t="t"/>
              <a:pathLst>
                <a:path extrusionOk="0" h="3137" w="1537">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67" name="Google Shape;13467;p83"/>
          <p:cNvGrpSpPr/>
          <p:nvPr/>
        </p:nvGrpSpPr>
        <p:grpSpPr>
          <a:xfrm>
            <a:off x="8008924" y="1594309"/>
            <a:ext cx="282746" cy="340358"/>
            <a:chOff x="8034034" y="1518109"/>
            <a:chExt cx="282746" cy="340358"/>
          </a:xfrm>
        </p:grpSpPr>
        <p:sp>
          <p:nvSpPr>
            <p:cNvPr id="13468" name="Google Shape;13468;p83"/>
            <p:cNvSpPr/>
            <p:nvPr/>
          </p:nvSpPr>
          <p:spPr>
            <a:xfrm>
              <a:off x="8034034" y="1518109"/>
              <a:ext cx="282746" cy="340358"/>
            </a:xfrm>
            <a:custGeom>
              <a:rect b="b" l="l" r="r" t="t"/>
              <a:pathLst>
                <a:path extrusionOk="0" h="10693" w="8883">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9" name="Google Shape;13469;p83"/>
            <p:cNvSpPr/>
            <p:nvPr/>
          </p:nvSpPr>
          <p:spPr>
            <a:xfrm>
              <a:off x="8161736" y="1632569"/>
              <a:ext cx="28456" cy="173601"/>
            </a:xfrm>
            <a:custGeom>
              <a:rect b="b" l="l" r="r" t="t"/>
              <a:pathLst>
                <a:path extrusionOk="0" h="5454" w="894">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0" name="Google Shape;13470;p83"/>
            <p:cNvSpPr/>
            <p:nvPr/>
          </p:nvSpPr>
          <p:spPr>
            <a:xfrm>
              <a:off x="8214796" y="1632951"/>
              <a:ext cx="33008" cy="173601"/>
            </a:xfrm>
            <a:custGeom>
              <a:rect b="b" l="l" r="r" t="t"/>
              <a:pathLst>
                <a:path extrusionOk="0" h="5454" w="1037">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1" name="Google Shape;13471;p83"/>
            <p:cNvSpPr/>
            <p:nvPr/>
          </p:nvSpPr>
          <p:spPr>
            <a:xfrm>
              <a:off x="8103391" y="1632569"/>
              <a:ext cx="33390" cy="173601"/>
            </a:xfrm>
            <a:custGeom>
              <a:rect b="b" l="l" r="r" t="t"/>
              <a:pathLst>
                <a:path extrusionOk="0" h="5454" w="1049">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72" name="Google Shape;13472;p83"/>
          <p:cNvGrpSpPr/>
          <p:nvPr/>
        </p:nvGrpSpPr>
        <p:grpSpPr>
          <a:xfrm>
            <a:off x="7557192" y="1576134"/>
            <a:ext cx="369133" cy="360411"/>
            <a:chOff x="7582302" y="1499934"/>
            <a:chExt cx="369133" cy="360411"/>
          </a:xfrm>
        </p:grpSpPr>
        <p:sp>
          <p:nvSpPr>
            <p:cNvPr id="13473" name="Google Shape;13473;p83"/>
            <p:cNvSpPr/>
            <p:nvPr/>
          </p:nvSpPr>
          <p:spPr>
            <a:xfrm>
              <a:off x="7582302" y="1499934"/>
              <a:ext cx="369133" cy="360411"/>
            </a:xfrm>
            <a:custGeom>
              <a:rect b="b" l="l" r="r" t="t"/>
              <a:pathLst>
                <a:path extrusionOk="0" h="11323" w="11597">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4" name="Google Shape;13474;p83"/>
            <p:cNvSpPr/>
            <p:nvPr/>
          </p:nvSpPr>
          <p:spPr>
            <a:xfrm>
              <a:off x="7850598" y="1634829"/>
              <a:ext cx="77729" cy="51214"/>
            </a:xfrm>
            <a:custGeom>
              <a:rect b="b" l="l" r="r" t="t"/>
              <a:pathLst>
                <a:path extrusionOk="0" h="1609" w="2442">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5" name="Google Shape;13475;p83"/>
            <p:cNvSpPr/>
            <p:nvPr/>
          </p:nvSpPr>
          <p:spPr>
            <a:xfrm>
              <a:off x="7753962" y="1635593"/>
              <a:ext cx="70917" cy="48541"/>
            </a:xfrm>
            <a:custGeom>
              <a:rect b="b" l="l" r="r" t="t"/>
              <a:pathLst>
                <a:path extrusionOk="0" h="1525" w="2228">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6" name="Google Shape;13476;p83"/>
            <p:cNvSpPr/>
            <p:nvPr/>
          </p:nvSpPr>
          <p:spPr>
            <a:xfrm>
              <a:off x="7750174" y="1695465"/>
              <a:ext cx="180794" cy="31862"/>
            </a:xfrm>
            <a:custGeom>
              <a:rect b="b" l="l" r="r" t="t"/>
              <a:pathLst>
                <a:path extrusionOk="0" h="1001" w="568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7" name="Google Shape;13477;p83"/>
            <p:cNvSpPr/>
            <p:nvPr/>
          </p:nvSpPr>
          <p:spPr>
            <a:xfrm>
              <a:off x="7613750" y="1535424"/>
              <a:ext cx="43225" cy="32371"/>
            </a:xfrm>
            <a:custGeom>
              <a:rect b="b" l="l" r="r" t="t"/>
              <a:pathLst>
                <a:path extrusionOk="0" h="1017" w="1358">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78" name="Google Shape;13478;p83"/>
          <p:cNvGrpSpPr/>
          <p:nvPr/>
        </p:nvGrpSpPr>
        <p:grpSpPr>
          <a:xfrm>
            <a:off x="6170979" y="3893352"/>
            <a:ext cx="346056" cy="345674"/>
            <a:chOff x="2238181" y="4120624"/>
            <a:chExt cx="346056" cy="345674"/>
          </a:xfrm>
        </p:grpSpPr>
        <p:grpSp>
          <p:nvGrpSpPr>
            <p:cNvPr id="13479" name="Google Shape;13479;p83"/>
            <p:cNvGrpSpPr/>
            <p:nvPr/>
          </p:nvGrpSpPr>
          <p:grpSpPr>
            <a:xfrm>
              <a:off x="2309155" y="4177413"/>
              <a:ext cx="203862" cy="231903"/>
              <a:chOff x="1512725" y="258500"/>
              <a:chExt cx="4570900" cy="5199625"/>
            </a:xfrm>
          </p:grpSpPr>
          <p:sp>
            <p:nvSpPr>
              <p:cNvPr id="13480" name="Google Shape;13480;p83"/>
              <p:cNvSpPr/>
              <p:nvPr/>
            </p:nvSpPr>
            <p:spPr>
              <a:xfrm>
                <a:off x="1512725" y="2700900"/>
                <a:ext cx="2654475" cy="2757225"/>
              </a:xfrm>
              <a:custGeom>
                <a:rect b="b" l="l" r="r" t="t"/>
                <a:pathLst>
                  <a:path extrusionOk="0" h="110289" w="106179">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1" name="Google Shape;13481;p83"/>
              <p:cNvSpPr/>
              <p:nvPr/>
            </p:nvSpPr>
            <p:spPr>
              <a:xfrm>
                <a:off x="2323325" y="258500"/>
                <a:ext cx="3760300" cy="4390225"/>
              </a:xfrm>
              <a:custGeom>
                <a:rect b="b" l="l" r="r" t="t"/>
                <a:pathLst>
                  <a:path extrusionOk="0" h="175609" w="150412">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82" name="Google Shape;13482;p83"/>
            <p:cNvSpPr/>
            <p:nvPr/>
          </p:nvSpPr>
          <p:spPr>
            <a:xfrm>
              <a:off x="2238181" y="4120624"/>
              <a:ext cx="346056" cy="345674"/>
            </a:xfrm>
            <a:custGeom>
              <a:rect b="b" l="l" r="r" t="t"/>
              <a:pathLst>
                <a:path extrusionOk="0" h="10860" w="10872">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83" name="Google Shape;13483;p83"/>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SEO &amp; Marketing Icons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E2A47"/>
        </a:solidFill>
      </p:bgPr>
    </p:bg>
    <p:spTree>
      <p:nvGrpSpPr>
        <p:cNvPr id="13487" name="Shape 13487"/>
        <p:cNvGrpSpPr/>
        <p:nvPr/>
      </p:nvGrpSpPr>
      <p:grpSpPr>
        <a:xfrm>
          <a:off x="0" y="0"/>
          <a:ext cx="0" cy="0"/>
          <a:chOff x="0" y="0"/>
          <a:chExt cx="0" cy="0"/>
        </a:xfrm>
      </p:grpSpPr>
      <p:pic>
        <p:nvPicPr>
          <p:cNvPr id="13488" name="Google Shape;13488;p84">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aunch Product Crowdfunding Pitch Deck by Slidesgo">
  <a:themeElements>
    <a:clrScheme name="Simple Light">
      <a:dk1>
        <a:srgbClr val="191919"/>
      </a:dk1>
      <a:lt1>
        <a:srgbClr val="FFFFFF"/>
      </a:lt1>
      <a:dk2>
        <a:srgbClr val="002080"/>
      </a:dk2>
      <a:lt2>
        <a:srgbClr val="0336D0"/>
      </a:lt2>
      <a:accent1>
        <a:srgbClr val="1382DB"/>
      </a:accent1>
      <a:accent2>
        <a:srgbClr val="1FC2E1"/>
      </a:accent2>
      <a:accent3>
        <a:srgbClr val="08E0DB"/>
      </a:accent3>
      <a:accent4>
        <a:srgbClr val="03FCD5"/>
      </a:accent4>
      <a:accent5>
        <a:srgbClr val="FFFFFF"/>
      </a:accent5>
      <a:accent6>
        <a:srgbClr val="FFFFFF"/>
      </a:accent6>
      <a:hlink>
        <a:srgbClr val="19191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