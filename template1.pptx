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  <p:embeddedFont>
      <p:font typeface="Nunito Light" pitchFamily="2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269175"/>
            <a:ext cx="7704000" cy="3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4" name="Google Shape;24;p4"/>
          <p:cNvGrpSpPr/>
          <p:nvPr/>
        </p:nvGrpSpPr>
        <p:grpSpPr>
          <a:xfrm>
            <a:off x="7845966" y="4050781"/>
            <a:ext cx="1775083" cy="1748694"/>
            <a:chOff x="4757800" y="3823757"/>
            <a:chExt cx="2394232" cy="2358638"/>
          </a:xfrm>
        </p:grpSpPr>
        <p:grpSp>
          <p:nvGrpSpPr>
            <p:cNvPr id="25" name="Google Shape;25;p4"/>
            <p:cNvGrpSpPr/>
            <p:nvPr/>
          </p:nvGrpSpPr>
          <p:grpSpPr>
            <a:xfrm rot="2700000">
              <a:off x="4974332" y="4166770"/>
              <a:ext cx="1045765" cy="1045615"/>
              <a:chOff x="3741950" y="353925"/>
              <a:chExt cx="1045775" cy="1045625"/>
            </a:xfrm>
          </p:grpSpPr>
          <p:sp>
            <p:nvSpPr>
              <p:cNvPr id="26" name="Google Shape;26;p4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4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4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" name="Google Shape;29;p4"/>
            <p:cNvSpPr/>
            <p:nvPr/>
          </p:nvSpPr>
          <p:spPr>
            <a:xfrm rot="2700000">
              <a:off x="5143783" y="41641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3" r:id="rId4"/>
    <p:sldLayoutId id="214748367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260700" y="4633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33"/>
          <p:cNvGrpSpPr/>
          <p:nvPr/>
        </p:nvGrpSpPr>
        <p:grpSpPr>
          <a:xfrm flipH="1">
            <a:off x="-140916" y="0"/>
            <a:ext cx="1590595" cy="875375"/>
            <a:chOff x="6456464" y="3575600"/>
            <a:chExt cx="1004100" cy="552601"/>
          </a:xfrm>
        </p:grpSpPr>
        <p:sp>
          <p:nvSpPr>
            <p:cNvPr id="307" name="Google Shape;307;p33"/>
            <p:cNvSpPr/>
            <p:nvPr/>
          </p:nvSpPr>
          <p:spPr>
            <a:xfrm>
              <a:off x="6456464" y="3575601"/>
              <a:ext cx="1004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" name="Google Shape;309;p33"/>
          <p:cNvGrpSpPr/>
          <p:nvPr/>
        </p:nvGrpSpPr>
        <p:grpSpPr>
          <a:xfrm flipH="1">
            <a:off x="-140916" y="4435994"/>
            <a:ext cx="1249832" cy="707506"/>
            <a:chOff x="6456475" y="3575600"/>
            <a:chExt cx="976202" cy="552609"/>
          </a:xfrm>
        </p:grpSpPr>
        <p:sp>
          <p:nvSpPr>
            <p:cNvPr id="310" name="Google Shape;310;p33"/>
            <p:cNvSpPr/>
            <p:nvPr/>
          </p:nvSpPr>
          <p:spPr>
            <a:xfrm>
              <a:off x="6456477" y="3575609"/>
              <a:ext cx="976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33"/>
          <p:cNvSpPr txBox="1">
            <a:spLocks noGrp="1"/>
          </p:cNvSpPr>
          <p:nvPr>
            <p:ph type="title"/>
          </p:nvPr>
        </p:nvSpPr>
        <p:spPr>
          <a:xfrm>
            <a:off x="755169" y="15133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Demo Page</a:t>
            </a:r>
            <a:endParaRPr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559E72-DB84-E5C6-656F-C96959A56B45}"/>
              </a:ext>
            </a:extLst>
          </p:cNvPr>
          <p:cNvSpPr txBox="1"/>
          <p:nvPr/>
        </p:nvSpPr>
        <p:spPr>
          <a:xfrm>
            <a:off x="1011975" y="1040054"/>
            <a:ext cx="7418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191919"/>
                </a:solidFill>
                <a:latin typeface="Albert Sans"/>
                <a:ea typeface="Albert Sans"/>
                <a:cs typeface="Albert Sans"/>
                <a:sym typeface="Albert Sans"/>
              </a:rPr>
              <a:t>Demo Body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</Words>
  <Application>Microsoft Office PowerPoint</Application>
  <PresentationFormat>On-screen Show (16:9)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Nunito Light</vt:lpstr>
      <vt:lpstr>Albert Sans</vt:lpstr>
      <vt:lpstr>Arial</vt:lpstr>
      <vt:lpstr>Launch Product Crowdfunding Pitch Deck by Slidesgo</vt:lpstr>
      <vt:lpstr>Launch Product Crowdfunding Pitch Deck</vt:lpstr>
      <vt:lpstr>Demo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7</cp:revision>
  <dcterms:modified xsi:type="dcterms:W3CDTF">2025-08-30T19:57:42Z</dcterms:modified>
</cp:coreProperties>
</file>