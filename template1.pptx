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Albert Sans" panose="020B0604020202020204" charset="0"/>
      <p:regular r:id="rId5"/>
      <p:bold r:id="rId6"/>
      <p:italic r:id="rId7"/>
      <p:boldItalic r:id="rId8"/>
    </p:embeddedFont>
    <p:embeddedFont>
      <p:font typeface="Nunito Light" pitchFamily="2" charset="0"/>
      <p:regular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  <p15:guide id="3" pos="449">
          <p15:clr>
            <a:srgbClr val="747775"/>
          </p15:clr>
        </p15:guide>
        <p15:guide id="4" pos="5306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E733ACE-D28B-45FE-A9BC-BD882C99EDB6}">
  <a:tblStyle styleId="{FE733ACE-D28B-45FE-A9BC-BD882C99EDB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874" y="58"/>
      </p:cViewPr>
      <p:guideLst>
        <p:guide orient="horz" pos="1620"/>
        <p:guide pos="2880"/>
        <p:guide pos="449"/>
        <p:guide pos="53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viewProps" Target="viewProps.xml"/><Relationship Id="rId5" Type="http://schemas.openxmlformats.org/officeDocument/2006/relationships/font" Target="fonts/font1.fntdata"/><Relationship Id="rId10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9" name="Google Shape;279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558022" y="6920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720000" y="1269175"/>
            <a:ext cx="7704000" cy="39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 sz="12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24" name="Google Shape;24;p4"/>
          <p:cNvGrpSpPr/>
          <p:nvPr/>
        </p:nvGrpSpPr>
        <p:grpSpPr>
          <a:xfrm>
            <a:off x="7845966" y="4050781"/>
            <a:ext cx="1775083" cy="1748694"/>
            <a:chOff x="4757800" y="3823757"/>
            <a:chExt cx="2394232" cy="2358638"/>
          </a:xfrm>
        </p:grpSpPr>
        <p:grpSp>
          <p:nvGrpSpPr>
            <p:cNvPr id="25" name="Google Shape;25;p4"/>
            <p:cNvGrpSpPr/>
            <p:nvPr/>
          </p:nvGrpSpPr>
          <p:grpSpPr>
            <a:xfrm rot="2700000">
              <a:off x="4974332" y="4166770"/>
              <a:ext cx="1045765" cy="1045615"/>
              <a:chOff x="3741950" y="353925"/>
              <a:chExt cx="1045775" cy="1045625"/>
            </a:xfrm>
          </p:grpSpPr>
          <p:sp>
            <p:nvSpPr>
              <p:cNvPr id="26" name="Google Shape;26;p4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27;p4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28;p4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" name="Google Shape;29;p4"/>
            <p:cNvSpPr/>
            <p:nvPr/>
          </p:nvSpPr>
          <p:spPr>
            <a:xfrm rot="2700000">
              <a:off x="5143783" y="41641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6" name="Google Shape;246;p27"/>
          <p:cNvGrpSpPr/>
          <p:nvPr/>
        </p:nvGrpSpPr>
        <p:grpSpPr>
          <a:xfrm rot="10800000" flipH="1">
            <a:off x="8331027" y="3471397"/>
            <a:ext cx="4357122" cy="707497"/>
            <a:chOff x="6456475" y="3575600"/>
            <a:chExt cx="3403204" cy="552603"/>
          </a:xfrm>
        </p:grpSpPr>
        <p:sp>
          <p:nvSpPr>
            <p:cNvPr id="247" name="Google Shape;247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49" name="Google Shape;249;p27"/>
          <p:cNvGrpSpPr/>
          <p:nvPr/>
        </p:nvGrpSpPr>
        <p:grpSpPr>
          <a:xfrm rot="10800000" flipH="1">
            <a:off x="7315681" y="4178885"/>
            <a:ext cx="5455165" cy="875381"/>
            <a:chOff x="6456469" y="3575596"/>
            <a:chExt cx="3443700" cy="552604"/>
          </a:xfrm>
        </p:grpSpPr>
        <p:sp>
          <p:nvSpPr>
            <p:cNvPr id="250" name="Google Shape;250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2" name="Google Shape;252;p27"/>
          <p:cNvGrpSpPr/>
          <p:nvPr/>
        </p:nvGrpSpPr>
        <p:grpSpPr>
          <a:xfrm flipH="1">
            <a:off x="-3486996" y="942843"/>
            <a:ext cx="4357122" cy="707497"/>
            <a:chOff x="6456475" y="3575600"/>
            <a:chExt cx="3403204" cy="552603"/>
          </a:xfrm>
        </p:grpSpPr>
        <p:sp>
          <p:nvSpPr>
            <p:cNvPr id="253" name="Google Shape;253;p27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55" name="Google Shape;255;p27"/>
          <p:cNvGrpSpPr/>
          <p:nvPr/>
        </p:nvGrpSpPr>
        <p:grpSpPr>
          <a:xfrm flipH="1">
            <a:off x="-3569694" y="67472"/>
            <a:ext cx="5455165" cy="875381"/>
            <a:chOff x="6456469" y="3575596"/>
            <a:chExt cx="3443700" cy="552604"/>
          </a:xfrm>
        </p:grpSpPr>
        <p:sp>
          <p:nvSpPr>
            <p:cNvPr id="256" name="Google Shape;256;p27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27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28"/>
          <p:cNvGrpSpPr/>
          <p:nvPr/>
        </p:nvGrpSpPr>
        <p:grpSpPr>
          <a:xfrm rot="5400000">
            <a:off x="6537771" y="4976418"/>
            <a:ext cx="4357122" cy="707497"/>
            <a:chOff x="6456475" y="3575600"/>
            <a:chExt cx="3403204" cy="552603"/>
          </a:xfrm>
        </p:grpSpPr>
        <p:sp>
          <p:nvSpPr>
            <p:cNvPr id="260" name="Google Shape;260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2" name="Google Shape;262;p28"/>
          <p:cNvGrpSpPr/>
          <p:nvPr/>
        </p:nvGrpSpPr>
        <p:grpSpPr>
          <a:xfrm rot="5400000">
            <a:off x="6129289" y="5745840"/>
            <a:ext cx="3759089" cy="707494"/>
            <a:chOff x="6456475" y="3575600"/>
            <a:chExt cx="2936100" cy="552600"/>
          </a:xfrm>
        </p:grpSpPr>
        <p:sp>
          <p:nvSpPr>
            <p:cNvPr id="263" name="Google Shape;263;p28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5" name="Google Shape;265;p28"/>
          <p:cNvGrpSpPr/>
          <p:nvPr/>
        </p:nvGrpSpPr>
        <p:grpSpPr>
          <a:xfrm rot="-5400000">
            <a:off x="-887968" y="-1051338"/>
            <a:ext cx="4357122" cy="707497"/>
            <a:chOff x="6456475" y="3575600"/>
            <a:chExt cx="3403204" cy="552603"/>
          </a:xfrm>
        </p:grpSpPr>
        <p:sp>
          <p:nvSpPr>
            <p:cNvPr id="266" name="Google Shape;266;p28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68" name="Google Shape;268;p28"/>
          <p:cNvGrpSpPr/>
          <p:nvPr/>
        </p:nvGrpSpPr>
        <p:grpSpPr>
          <a:xfrm rot="-5400000">
            <a:off x="-2228419" y="-668956"/>
            <a:ext cx="5455165" cy="875381"/>
            <a:chOff x="6456469" y="3575596"/>
            <a:chExt cx="3443700" cy="552604"/>
          </a:xfrm>
        </p:grpSpPr>
        <p:sp>
          <p:nvSpPr>
            <p:cNvPr id="269" name="Google Shape;269;p28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28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"/>
              <a:buNone/>
              <a:defRPr sz="35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Albert Sans SemiBold"/>
              <a:buNone/>
              <a:defRPr sz="3500">
                <a:solidFill>
                  <a:schemeClr val="dk1"/>
                </a:solidFill>
                <a:latin typeface="Albert Sans SemiBold"/>
                <a:ea typeface="Albert Sans SemiBold"/>
                <a:cs typeface="Albert Sans SemiBold"/>
                <a:sym typeface="Albert Sans SemiBol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●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lbert Sans"/>
              <a:buChar char="○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Albert Sans"/>
              <a:buChar char="■"/>
              <a:defRPr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8" r:id="rId3"/>
    <p:sldLayoutId id="2147483673" r:id="rId4"/>
    <p:sldLayoutId id="2147483674" r:id="rId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32"/>
          <p:cNvSpPr txBox="1">
            <a:spLocks noGrp="1"/>
          </p:cNvSpPr>
          <p:nvPr>
            <p:ph type="ctrTitle"/>
          </p:nvPr>
        </p:nvSpPr>
        <p:spPr>
          <a:xfrm>
            <a:off x="260700" y="463300"/>
            <a:ext cx="6176700" cy="358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5400" dirty="0"/>
              <a:t>Launch Product Crowdfunding Pitch Deck</a:t>
            </a:r>
            <a:endParaRPr sz="5400" dirty="0"/>
          </a:p>
        </p:txBody>
      </p:sp>
      <p:sp>
        <p:nvSpPr>
          <p:cNvPr id="282" name="Google Shape;282;p32"/>
          <p:cNvSpPr txBox="1">
            <a:spLocks noGrp="1"/>
          </p:cNvSpPr>
          <p:nvPr>
            <p:ph type="subTitle" idx="1"/>
          </p:nvPr>
        </p:nvSpPr>
        <p:spPr>
          <a:xfrm>
            <a:off x="260700" y="420440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Here is where your presentation begins</a:t>
            </a:r>
            <a:endParaRPr dirty="0"/>
          </a:p>
        </p:txBody>
      </p:sp>
      <p:grpSp>
        <p:nvGrpSpPr>
          <p:cNvPr id="283" name="Google Shape;283;p32"/>
          <p:cNvGrpSpPr/>
          <p:nvPr/>
        </p:nvGrpSpPr>
        <p:grpSpPr>
          <a:xfrm>
            <a:off x="5482795" y="1103972"/>
            <a:ext cx="4357122" cy="707497"/>
            <a:chOff x="6456475" y="3575600"/>
            <a:chExt cx="3403204" cy="552603"/>
          </a:xfrm>
        </p:grpSpPr>
        <p:sp>
          <p:nvSpPr>
            <p:cNvPr id="284" name="Google Shape;284;p32"/>
            <p:cNvSpPr/>
            <p:nvPr/>
          </p:nvSpPr>
          <p:spPr>
            <a:xfrm>
              <a:off x="6456479" y="3575603"/>
              <a:ext cx="3403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2"/>
          <p:cNvGrpSpPr/>
          <p:nvPr/>
        </p:nvGrpSpPr>
        <p:grpSpPr>
          <a:xfrm>
            <a:off x="4467450" y="228600"/>
            <a:ext cx="5455165" cy="875381"/>
            <a:chOff x="6456469" y="3575596"/>
            <a:chExt cx="3443700" cy="552604"/>
          </a:xfrm>
        </p:grpSpPr>
        <p:sp>
          <p:nvSpPr>
            <p:cNvPr id="287" name="Google Shape;287;p32"/>
            <p:cNvSpPr/>
            <p:nvPr/>
          </p:nvSpPr>
          <p:spPr>
            <a:xfrm>
              <a:off x="6456469" y="3575596"/>
              <a:ext cx="34437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" name="Google Shape;289;p32"/>
          <p:cNvGrpSpPr/>
          <p:nvPr/>
        </p:nvGrpSpPr>
        <p:grpSpPr>
          <a:xfrm>
            <a:off x="7518600" y="1769557"/>
            <a:ext cx="2394232" cy="2358638"/>
            <a:chOff x="7518600" y="1769557"/>
            <a:chExt cx="2394232" cy="2358638"/>
          </a:xfrm>
        </p:grpSpPr>
        <p:grpSp>
          <p:nvGrpSpPr>
            <p:cNvPr id="290" name="Google Shape;290;p32"/>
            <p:cNvGrpSpPr/>
            <p:nvPr/>
          </p:nvGrpSpPr>
          <p:grpSpPr>
            <a:xfrm rot="2700000">
              <a:off x="7735132" y="2112570"/>
              <a:ext cx="1045765" cy="1045615"/>
              <a:chOff x="3741950" y="353925"/>
              <a:chExt cx="1045775" cy="1045625"/>
            </a:xfrm>
          </p:grpSpPr>
          <p:sp>
            <p:nvSpPr>
              <p:cNvPr id="291" name="Google Shape;291;p32"/>
              <p:cNvSpPr/>
              <p:nvPr/>
            </p:nvSpPr>
            <p:spPr>
              <a:xfrm>
                <a:off x="3741950" y="1372675"/>
                <a:ext cx="26325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53" h="1075" extrusionOk="0">
                    <a:moveTo>
                      <a:pt x="526" y="1"/>
                    </a:moveTo>
                    <a:cubicBezTo>
                      <a:pt x="491" y="1"/>
                      <a:pt x="455" y="8"/>
                      <a:pt x="427" y="22"/>
                    </a:cubicBezTo>
                    <a:cubicBezTo>
                      <a:pt x="398" y="22"/>
                      <a:pt x="370" y="22"/>
                      <a:pt x="313" y="50"/>
                    </a:cubicBezTo>
                    <a:cubicBezTo>
                      <a:pt x="284" y="50"/>
                      <a:pt x="256" y="79"/>
                      <a:pt x="228" y="107"/>
                    </a:cubicBezTo>
                    <a:cubicBezTo>
                      <a:pt x="199" y="107"/>
                      <a:pt x="171" y="136"/>
                      <a:pt x="142" y="164"/>
                    </a:cubicBezTo>
                    <a:cubicBezTo>
                      <a:pt x="57" y="249"/>
                      <a:pt x="0" y="392"/>
                      <a:pt x="0" y="534"/>
                    </a:cubicBezTo>
                    <a:cubicBezTo>
                      <a:pt x="0" y="676"/>
                      <a:pt x="57" y="818"/>
                      <a:pt x="142" y="903"/>
                    </a:cubicBezTo>
                    <a:cubicBezTo>
                      <a:pt x="171" y="932"/>
                      <a:pt x="199" y="960"/>
                      <a:pt x="228" y="989"/>
                    </a:cubicBezTo>
                    <a:cubicBezTo>
                      <a:pt x="256" y="989"/>
                      <a:pt x="284" y="1017"/>
                      <a:pt x="313" y="1046"/>
                    </a:cubicBezTo>
                    <a:cubicBezTo>
                      <a:pt x="370" y="1046"/>
                      <a:pt x="398" y="1046"/>
                      <a:pt x="427" y="1074"/>
                    </a:cubicBezTo>
                    <a:lnTo>
                      <a:pt x="626" y="1074"/>
                    </a:lnTo>
                    <a:cubicBezTo>
                      <a:pt x="654" y="1046"/>
                      <a:pt x="711" y="1046"/>
                      <a:pt x="739" y="1046"/>
                    </a:cubicBezTo>
                    <a:cubicBezTo>
                      <a:pt x="768" y="1017"/>
                      <a:pt x="796" y="989"/>
                      <a:pt x="825" y="989"/>
                    </a:cubicBezTo>
                    <a:cubicBezTo>
                      <a:pt x="853" y="960"/>
                      <a:pt x="882" y="932"/>
                      <a:pt x="910" y="903"/>
                    </a:cubicBezTo>
                    <a:cubicBezTo>
                      <a:pt x="938" y="903"/>
                      <a:pt x="938" y="875"/>
                      <a:pt x="967" y="847"/>
                    </a:cubicBezTo>
                    <a:cubicBezTo>
                      <a:pt x="995" y="818"/>
                      <a:pt x="995" y="790"/>
                      <a:pt x="1024" y="733"/>
                    </a:cubicBezTo>
                    <a:cubicBezTo>
                      <a:pt x="1024" y="704"/>
                      <a:pt x="1052" y="676"/>
                      <a:pt x="1052" y="648"/>
                    </a:cubicBezTo>
                    <a:cubicBezTo>
                      <a:pt x="1052" y="619"/>
                      <a:pt x="1052" y="562"/>
                      <a:pt x="1052" y="534"/>
                    </a:cubicBezTo>
                    <a:cubicBezTo>
                      <a:pt x="1052" y="392"/>
                      <a:pt x="995" y="249"/>
                      <a:pt x="910" y="164"/>
                    </a:cubicBezTo>
                    <a:cubicBezTo>
                      <a:pt x="882" y="136"/>
                      <a:pt x="853" y="107"/>
                      <a:pt x="825" y="107"/>
                    </a:cubicBezTo>
                    <a:cubicBezTo>
                      <a:pt x="796" y="79"/>
                      <a:pt x="768" y="50"/>
                      <a:pt x="739" y="50"/>
                    </a:cubicBezTo>
                    <a:cubicBezTo>
                      <a:pt x="711" y="22"/>
                      <a:pt x="654" y="22"/>
                      <a:pt x="626" y="22"/>
                    </a:cubicBezTo>
                    <a:cubicBezTo>
                      <a:pt x="597" y="8"/>
                      <a:pt x="562" y="1"/>
                      <a:pt x="526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2" name="Google Shape;292;p32"/>
              <p:cNvSpPr/>
              <p:nvPr/>
            </p:nvSpPr>
            <p:spPr>
              <a:xfrm>
                <a:off x="3804500" y="417550"/>
                <a:ext cx="920650" cy="918000"/>
              </a:xfrm>
              <a:custGeom>
                <a:avLst/>
                <a:gdLst/>
                <a:ahLst/>
                <a:cxnLst/>
                <a:rect l="l" t="t" r="r" b="b"/>
                <a:pathLst>
                  <a:path w="36826" h="36720" extrusionOk="0">
                    <a:moveTo>
                      <a:pt x="36232" y="1"/>
                    </a:moveTo>
                    <a:cubicBezTo>
                      <a:pt x="36094" y="1"/>
                      <a:pt x="35959" y="51"/>
                      <a:pt x="35859" y="150"/>
                    </a:cubicBezTo>
                    <a:cubicBezTo>
                      <a:pt x="35660" y="378"/>
                      <a:pt x="35660" y="690"/>
                      <a:pt x="35859" y="918"/>
                    </a:cubicBezTo>
                    <a:cubicBezTo>
                      <a:pt x="35973" y="1003"/>
                      <a:pt x="36115" y="1060"/>
                      <a:pt x="36229" y="1060"/>
                    </a:cubicBezTo>
                    <a:cubicBezTo>
                      <a:pt x="36371" y="1060"/>
                      <a:pt x="36513" y="1003"/>
                      <a:pt x="36627" y="918"/>
                    </a:cubicBezTo>
                    <a:cubicBezTo>
                      <a:pt x="36826" y="690"/>
                      <a:pt x="36826" y="378"/>
                      <a:pt x="36627" y="150"/>
                    </a:cubicBezTo>
                    <a:cubicBezTo>
                      <a:pt x="36513" y="51"/>
                      <a:pt x="36371" y="1"/>
                      <a:pt x="36232" y="1"/>
                    </a:cubicBezTo>
                    <a:close/>
                    <a:moveTo>
                      <a:pt x="33694" y="2560"/>
                    </a:moveTo>
                    <a:cubicBezTo>
                      <a:pt x="33556" y="2560"/>
                      <a:pt x="33414" y="2610"/>
                      <a:pt x="33300" y="2709"/>
                    </a:cubicBezTo>
                    <a:cubicBezTo>
                      <a:pt x="33101" y="2909"/>
                      <a:pt x="33101" y="3250"/>
                      <a:pt x="33300" y="3449"/>
                    </a:cubicBezTo>
                    <a:cubicBezTo>
                      <a:pt x="33414" y="3563"/>
                      <a:pt x="33556" y="3619"/>
                      <a:pt x="33698" y="3619"/>
                    </a:cubicBezTo>
                    <a:cubicBezTo>
                      <a:pt x="33840" y="3619"/>
                      <a:pt x="33954" y="3563"/>
                      <a:pt x="34068" y="3449"/>
                    </a:cubicBezTo>
                    <a:cubicBezTo>
                      <a:pt x="34267" y="3250"/>
                      <a:pt x="34267" y="2909"/>
                      <a:pt x="34068" y="2709"/>
                    </a:cubicBezTo>
                    <a:cubicBezTo>
                      <a:pt x="33968" y="2610"/>
                      <a:pt x="33833" y="2560"/>
                      <a:pt x="33694" y="2560"/>
                    </a:cubicBezTo>
                    <a:close/>
                    <a:moveTo>
                      <a:pt x="31139" y="5091"/>
                    </a:moveTo>
                    <a:cubicBezTo>
                      <a:pt x="31004" y="5091"/>
                      <a:pt x="30869" y="5141"/>
                      <a:pt x="30769" y="5240"/>
                    </a:cubicBezTo>
                    <a:cubicBezTo>
                      <a:pt x="30570" y="5468"/>
                      <a:pt x="30570" y="5809"/>
                      <a:pt x="30769" y="6008"/>
                    </a:cubicBezTo>
                    <a:cubicBezTo>
                      <a:pt x="30883" y="6122"/>
                      <a:pt x="30996" y="6150"/>
                      <a:pt x="31139" y="6150"/>
                    </a:cubicBezTo>
                    <a:cubicBezTo>
                      <a:pt x="31281" y="6150"/>
                      <a:pt x="31423" y="6122"/>
                      <a:pt x="31508" y="6008"/>
                    </a:cubicBezTo>
                    <a:cubicBezTo>
                      <a:pt x="31736" y="5809"/>
                      <a:pt x="31736" y="5468"/>
                      <a:pt x="31508" y="5240"/>
                    </a:cubicBezTo>
                    <a:cubicBezTo>
                      <a:pt x="31409" y="5141"/>
                      <a:pt x="31274" y="5091"/>
                      <a:pt x="31139" y="5091"/>
                    </a:cubicBezTo>
                    <a:close/>
                    <a:moveTo>
                      <a:pt x="28594" y="7650"/>
                    </a:moveTo>
                    <a:cubicBezTo>
                      <a:pt x="28458" y="7650"/>
                      <a:pt x="28323" y="7700"/>
                      <a:pt x="28210" y="7800"/>
                    </a:cubicBezTo>
                    <a:cubicBezTo>
                      <a:pt x="28011" y="7999"/>
                      <a:pt x="28011" y="8340"/>
                      <a:pt x="28210" y="8567"/>
                    </a:cubicBezTo>
                    <a:cubicBezTo>
                      <a:pt x="28323" y="8653"/>
                      <a:pt x="28466" y="8710"/>
                      <a:pt x="28608" y="8710"/>
                    </a:cubicBezTo>
                    <a:cubicBezTo>
                      <a:pt x="28722" y="8710"/>
                      <a:pt x="28864" y="8653"/>
                      <a:pt x="28977" y="8567"/>
                    </a:cubicBezTo>
                    <a:cubicBezTo>
                      <a:pt x="29177" y="8340"/>
                      <a:pt x="29177" y="7999"/>
                      <a:pt x="28977" y="7800"/>
                    </a:cubicBezTo>
                    <a:cubicBezTo>
                      <a:pt x="28864" y="7700"/>
                      <a:pt x="28729" y="7650"/>
                      <a:pt x="28594" y="7650"/>
                    </a:cubicBezTo>
                    <a:close/>
                    <a:moveTo>
                      <a:pt x="26048" y="10188"/>
                    </a:moveTo>
                    <a:cubicBezTo>
                      <a:pt x="25913" y="10188"/>
                      <a:pt x="25778" y="10245"/>
                      <a:pt x="25679" y="10359"/>
                    </a:cubicBezTo>
                    <a:cubicBezTo>
                      <a:pt x="25451" y="10558"/>
                      <a:pt x="25451" y="10899"/>
                      <a:pt x="25679" y="11098"/>
                    </a:cubicBezTo>
                    <a:cubicBezTo>
                      <a:pt x="25764" y="11212"/>
                      <a:pt x="25906" y="11269"/>
                      <a:pt x="26048" y="11269"/>
                    </a:cubicBezTo>
                    <a:cubicBezTo>
                      <a:pt x="26191" y="11269"/>
                      <a:pt x="26333" y="11212"/>
                      <a:pt x="26418" y="11098"/>
                    </a:cubicBezTo>
                    <a:cubicBezTo>
                      <a:pt x="26646" y="10899"/>
                      <a:pt x="26646" y="10558"/>
                      <a:pt x="26418" y="10359"/>
                    </a:cubicBezTo>
                    <a:cubicBezTo>
                      <a:pt x="26319" y="10245"/>
                      <a:pt x="26184" y="10188"/>
                      <a:pt x="26048" y="10188"/>
                    </a:cubicBezTo>
                    <a:close/>
                    <a:moveTo>
                      <a:pt x="23493" y="12741"/>
                    </a:moveTo>
                    <a:cubicBezTo>
                      <a:pt x="23354" y="12741"/>
                      <a:pt x="23219" y="12790"/>
                      <a:pt x="23120" y="12890"/>
                    </a:cubicBezTo>
                    <a:cubicBezTo>
                      <a:pt x="22920" y="13089"/>
                      <a:pt x="22920" y="13430"/>
                      <a:pt x="23120" y="13658"/>
                    </a:cubicBezTo>
                    <a:cubicBezTo>
                      <a:pt x="23233" y="13743"/>
                      <a:pt x="23375" y="13800"/>
                      <a:pt x="23489" y="13800"/>
                    </a:cubicBezTo>
                    <a:cubicBezTo>
                      <a:pt x="23631" y="13800"/>
                      <a:pt x="23774" y="13743"/>
                      <a:pt x="23887" y="13658"/>
                    </a:cubicBezTo>
                    <a:cubicBezTo>
                      <a:pt x="24086" y="13430"/>
                      <a:pt x="24086" y="13089"/>
                      <a:pt x="23887" y="12890"/>
                    </a:cubicBezTo>
                    <a:cubicBezTo>
                      <a:pt x="23774" y="12790"/>
                      <a:pt x="23631" y="12741"/>
                      <a:pt x="23493" y="12741"/>
                    </a:cubicBezTo>
                    <a:close/>
                    <a:moveTo>
                      <a:pt x="20958" y="15278"/>
                    </a:moveTo>
                    <a:cubicBezTo>
                      <a:pt x="20823" y="15278"/>
                      <a:pt x="20688" y="15335"/>
                      <a:pt x="20589" y="15449"/>
                    </a:cubicBezTo>
                    <a:cubicBezTo>
                      <a:pt x="20361" y="15648"/>
                      <a:pt x="20361" y="15989"/>
                      <a:pt x="20589" y="16188"/>
                    </a:cubicBezTo>
                    <a:cubicBezTo>
                      <a:pt x="20674" y="16302"/>
                      <a:pt x="20816" y="16359"/>
                      <a:pt x="20958" y="16359"/>
                    </a:cubicBezTo>
                    <a:cubicBezTo>
                      <a:pt x="21101" y="16359"/>
                      <a:pt x="21214" y="16302"/>
                      <a:pt x="21328" y="16188"/>
                    </a:cubicBezTo>
                    <a:cubicBezTo>
                      <a:pt x="21527" y="15989"/>
                      <a:pt x="21527" y="15648"/>
                      <a:pt x="21328" y="15449"/>
                    </a:cubicBezTo>
                    <a:cubicBezTo>
                      <a:pt x="21228" y="15335"/>
                      <a:pt x="21093" y="15278"/>
                      <a:pt x="20958" y="15278"/>
                    </a:cubicBezTo>
                    <a:close/>
                    <a:moveTo>
                      <a:pt x="18399" y="17831"/>
                    </a:moveTo>
                    <a:cubicBezTo>
                      <a:pt x="18264" y="17831"/>
                      <a:pt x="18129" y="17880"/>
                      <a:pt x="18029" y="17980"/>
                    </a:cubicBezTo>
                    <a:cubicBezTo>
                      <a:pt x="17830" y="18207"/>
                      <a:pt x="17830" y="18549"/>
                      <a:pt x="18029" y="18748"/>
                    </a:cubicBezTo>
                    <a:cubicBezTo>
                      <a:pt x="18143" y="18833"/>
                      <a:pt x="18257" y="18890"/>
                      <a:pt x="18399" y="18890"/>
                    </a:cubicBezTo>
                    <a:cubicBezTo>
                      <a:pt x="18541" y="18890"/>
                      <a:pt x="18683" y="18833"/>
                      <a:pt x="18769" y="18748"/>
                    </a:cubicBezTo>
                    <a:cubicBezTo>
                      <a:pt x="18996" y="18549"/>
                      <a:pt x="18996" y="18207"/>
                      <a:pt x="18769" y="17980"/>
                    </a:cubicBezTo>
                    <a:cubicBezTo>
                      <a:pt x="18669" y="17880"/>
                      <a:pt x="18534" y="17831"/>
                      <a:pt x="18399" y="17831"/>
                    </a:cubicBezTo>
                    <a:close/>
                    <a:moveTo>
                      <a:pt x="15865" y="20390"/>
                    </a:moveTo>
                    <a:cubicBezTo>
                      <a:pt x="15726" y="20390"/>
                      <a:pt x="15584" y="20440"/>
                      <a:pt x="15470" y="20539"/>
                    </a:cubicBezTo>
                    <a:cubicBezTo>
                      <a:pt x="15271" y="20738"/>
                      <a:pt x="15271" y="21080"/>
                      <a:pt x="15470" y="21279"/>
                    </a:cubicBezTo>
                    <a:cubicBezTo>
                      <a:pt x="15584" y="21392"/>
                      <a:pt x="15726" y="21449"/>
                      <a:pt x="15868" y="21449"/>
                    </a:cubicBezTo>
                    <a:cubicBezTo>
                      <a:pt x="15982" y="21449"/>
                      <a:pt x="16124" y="21392"/>
                      <a:pt x="16238" y="21279"/>
                    </a:cubicBezTo>
                    <a:cubicBezTo>
                      <a:pt x="16437" y="21080"/>
                      <a:pt x="16437" y="20738"/>
                      <a:pt x="16238" y="20539"/>
                    </a:cubicBezTo>
                    <a:cubicBezTo>
                      <a:pt x="16138" y="20440"/>
                      <a:pt x="16003" y="20390"/>
                      <a:pt x="15865" y="20390"/>
                    </a:cubicBezTo>
                    <a:close/>
                    <a:moveTo>
                      <a:pt x="13309" y="22921"/>
                    </a:moveTo>
                    <a:cubicBezTo>
                      <a:pt x="13174" y="22921"/>
                      <a:pt x="13039" y="22971"/>
                      <a:pt x="12939" y="23070"/>
                    </a:cubicBezTo>
                    <a:cubicBezTo>
                      <a:pt x="12712" y="23298"/>
                      <a:pt x="12712" y="23639"/>
                      <a:pt x="12939" y="23838"/>
                    </a:cubicBezTo>
                    <a:cubicBezTo>
                      <a:pt x="13025" y="23952"/>
                      <a:pt x="13167" y="23980"/>
                      <a:pt x="13309" y="23980"/>
                    </a:cubicBezTo>
                    <a:cubicBezTo>
                      <a:pt x="13451" y="23980"/>
                      <a:pt x="13593" y="23952"/>
                      <a:pt x="13679" y="23838"/>
                    </a:cubicBezTo>
                    <a:cubicBezTo>
                      <a:pt x="13906" y="23639"/>
                      <a:pt x="13906" y="23298"/>
                      <a:pt x="13679" y="23070"/>
                    </a:cubicBezTo>
                    <a:cubicBezTo>
                      <a:pt x="13579" y="22971"/>
                      <a:pt x="13444" y="22921"/>
                      <a:pt x="13309" y="22921"/>
                    </a:cubicBezTo>
                    <a:close/>
                    <a:moveTo>
                      <a:pt x="10764" y="25480"/>
                    </a:moveTo>
                    <a:cubicBezTo>
                      <a:pt x="10629" y="25480"/>
                      <a:pt x="10494" y="25530"/>
                      <a:pt x="10380" y="25629"/>
                    </a:cubicBezTo>
                    <a:cubicBezTo>
                      <a:pt x="10181" y="25829"/>
                      <a:pt x="10181" y="26170"/>
                      <a:pt x="10380" y="26397"/>
                    </a:cubicBezTo>
                    <a:cubicBezTo>
                      <a:pt x="10494" y="26483"/>
                      <a:pt x="10636" y="26539"/>
                      <a:pt x="10778" y="26539"/>
                    </a:cubicBezTo>
                    <a:cubicBezTo>
                      <a:pt x="10892" y="26539"/>
                      <a:pt x="11034" y="26483"/>
                      <a:pt x="11148" y="26397"/>
                    </a:cubicBezTo>
                    <a:cubicBezTo>
                      <a:pt x="11347" y="26170"/>
                      <a:pt x="11347" y="25829"/>
                      <a:pt x="11148" y="25629"/>
                    </a:cubicBezTo>
                    <a:cubicBezTo>
                      <a:pt x="11034" y="25530"/>
                      <a:pt x="10899" y="25480"/>
                      <a:pt x="10764" y="25480"/>
                    </a:cubicBezTo>
                    <a:close/>
                    <a:moveTo>
                      <a:pt x="8219" y="28018"/>
                    </a:moveTo>
                    <a:cubicBezTo>
                      <a:pt x="8084" y="28018"/>
                      <a:pt x="7949" y="28075"/>
                      <a:pt x="7849" y="28189"/>
                    </a:cubicBezTo>
                    <a:cubicBezTo>
                      <a:pt x="7622" y="28388"/>
                      <a:pt x="7622" y="28729"/>
                      <a:pt x="7849" y="28928"/>
                    </a:cubicBezTo>
                    <a:cubicBezTo>
                      <a:pt x="7934" y="29042"/>
                      <a:pt x="8077" y="29099"/>
                      <a:pt x="8219" y="29099"/>
                    </a:cubicBezTo>
                    <a:cubicBezTo>
                      <a:pt x="8361" y="29099"/>
                      <a:pt x="8475" y="29042"/>
                      <a:pt x="8588" y="28928"/>
                    </a:cubicBezTo>
                    <a:cubicBezTo>
                      <a:pt x="8787" y="28729"/>
                      <a:pt x="8787" y="28388"/>
                      <a:pt x="8588" y="28189"/>
                    </a:cubicBezTo>
                    <a:cubicBezTo>
                      <a:pt x="8489" y="28075"/>
                      <a:pt x="8354" y="28018"/>
                      <a:pt x="8219" y="28018"/>
                    </a:cubicBezTo>
                    <a:close/>
                    <a:moveTo>
                      <a:pt x="5663" y="30570"/>
                    </a:moveTo>
                    <a:cubicBezTo>
                      <a:pt x="5524" y="30570"/>
                      <a:pt x="5389" y="30620"/>
                      <a:pt x="5290" y="30720"/>
                    </a:cubicBezTo>
                    <a:cubicBezTo>
                      <a:pt x="5091" y="30947"/>
                      <a:pt x="5091" y="31260"/>
                      <a:pt x="5290" y="31487"/>
                    </a:cubicBezTo>
                    <a:cubicBezTo>
                      <a:pt x="5403" y="31573"/>
                      <a:pt x="5546" y="31630"/>
                      <a:pt x="5659" y="31630"/>
                    </a:cubicBezTo>
                    <a:cubicBezTo>
                      <a:pt x="5802" y="31630"/>
                      <a:pt x="5944" y="31573"/>
                      <a:pt x="6058" y="31487"/>
                    </a:cubicBezTo>
                    <a:cubicBezTo>
                      <a:pt x="6257" y="31260"/>
                      <a:pt x="6257" y="30947"/>
                      <a:pt x="6058" y="30720"/>
                    </a:cubicBezTo>
                    <a:cubicBezTo>
                      <a:pt x="5944" y="30620"/>
                      <a:pt x="5802" y="30570"/>
                      <a:pt x="5663" y="30570"/>
                    </a:cubicBezTo>
                    <a:close/>
                    <a:moveTo>
                      <a:pt x="3125" y="33108"/>
                    </a:moveTo>
                    <a:cubicBezTo>
                      <a:pt x="2986" y="33108"/>
                      <a:pt x="2844" y="33165"/>
                      <a:pt x="2730" y="33279"/>
                    </a:cubicBezTo>
                    <a:cubicBezTo>
                      <a:pt x="2531" y="33478"/>
                      <a:pt x="2531" y="33819"/>
                      <a:pt x="2730" y="34018"/>
                    </a:cubicBezTo>
                    <a:cubicBezTo>
                      <a:pt x="2844" y="34132"/>
                      <a:pt x="2986" y="34189"/>
                      <a:pt x="3129" y="34189"/>
                    </a:cubicBezTo>
                    <a:cubicBezTo>
                      <a:pt x="3242" y="34189"/>
                      <a:pt x="3384" y="34132"/>
                      <a:pt x="3498" y="34018"/>
                    </a:cubicBezTo>
                    <a:cubicBezTo>
                      <a:pt x="3697" y="33819"/>
                      <a:pt x="3697" y="33478"/>
                      <a:pt x="3498" y="33279"/>
                    </a:cubicBezTo>
                    <a:cubicBezTo>
                      <a:pt x="3399" y="33165"/>
                      <a:pt x="3264" y="33108"/>
                      <a:pt x="3125" y="33108"/>
                    </a:cubicBezTo>
                    <a:close/>
                    <a:moveTo>
                      <a:pt x="569" y="35660"/>
                    </a:moveTo>
                    <a:cubicBezTo>
                      <a:pt x="434" y="35660"/>
                      <a:pt x="299" y="35710"/>
                      <a:pt x="200" y="35810"/>
                    </a:cubicBezTo>
                    <a:cubicBezTo>
                      <a:pt x="1" y="36037"/>
                      <a:pt x="1" y="36379"/>
                      <a:pt x="200" y="36578"/>
                    </a:cubicBezTo>
                    <a:cubicBezTo>
                      <a:pt x="313" y="36691"/>
                      <a:pt x="427" y="36720"/>
                      <a:pt x="569" y="36720"/>
                    </a:cubicBezTo>
                    <a:cubicBezTo>
                      <a:pt x="711" y="36720"/>
                      <a:pt x="854" y="36691"/>
                      <a:pt x="939" y="36578"/>
                    </a:cubicBezTo>
                    <a:cubicBezTo>
                      <a:pt x="1166" y="36379"/>
                      <a:pt x="1166" y="36037"/>
                      <a:pt x="939" y="35810"/>
                    </a:cubicBezTo>
                    <a:cubicBezTo>
                      <a:pt x="839" y="35710"/>
                      <a:pt x="704" y="35660"/>
                      <a:pt x="569" y="3566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3" name="Google Shape;293;p32"/>
              <p:cNvSpPr/>
              <p:nvPr/>
            </p:nvSpPr>
            <p:spPr>
              <a:xfrm>
                <a:off x="4760675" y="353925"/>
                <a:ext cx="27050" cy="26875"/>
              </a:xfrm>
              <a:custGeom>
                <a:avLst/>
                <a:gdLst/>
                <a:ahLst/>
                <a:cxnLst/>
                <a:rect l="l" t="t" r="r" b="b"/>
                <a:pathLst>
                  <a:path w="1082" h="1075" extrusionOk="0">
                    <a:moveTo>
                      <a:pt x="563" y="0"/>
                    </a:moveTo>
                    <a:cubicBezTo>
                      <a:pt x="517" y="0"/>
                      <a:pt x="471" y="7"/>
                      <a:pt x="427" y="22"/>
                    </a:cubicBezTo>
                    <a:cubicBezTo>
                      <a:pt x="399" y="22"/>
                      <a:pt x="370" y="22"/>
                      <a:pt x="342" y="51"/>
                    </a:cubicBezTo>
                    <a:cubicBezTo>
                      <a:pt x="314" y="51"/>
                      <a:pt x="285" y="79"/>
                      <a:pt x="228" y="79"/>
                    </a:cubicBezTo>
                    <a:cubicBezTo>
                      <a:pt x="200" y="107"/>
                      <a:pt x="200" y="136"/>
                      <a:pt x="171" y="164"/>
                    </a:cubicBezTo>
                    <a:cubicBezTo>
                      <a:pt x="143" y="193"/>
                      <a:pt x="115" y="193"/>
                      <a:pt x="86" y="250"/>
                    </a:cubicBezTo>
                    <a:cubicBezTo>
                      <a:pt x="86" y="278"/>
                      <a:pt x="58" y="306"/>
                      <a:pt x="58" y="335"/>
                    </a:cubicBezTo>
                    <a:cubicBezTo>
                      <a:pt x="29" y="363"/>
                      <a:pt x="29" y="392"/>
                      <a:pt x="29" y="420"/>
                    </a:cubicBezTo>
                    <a:cubicBezTo>
                      <a:pt x="1" y="449"/>
                      <a:pt x="1" y="506"/>
                      <a:pt x="1" y="534"/>
                    </a:cubicBezTo>
                    <a:cubicBezTo>
                      <a:pt x="1" y="562"/>
                      <a:pt x="1" y="591"/>
                      <a:pt x="29" y="648"/>
                    </a:cubicBezTo>
                    <a:cubicBezTo>
                      <a:pt x="29" y="676"/>
                      <a:pt x="29" y="705"/>
                      <a:pt x="58" y="733"/>
                    </a:cubicBezTo>
                    <a:cubicBezTo>
                      <a:pt x="58" y="761"/>
                      <a:pt x="86" y="790"/>
                      <a:pt x="86" y="818"/>
                    </a:cubicBezTo>
                    <a:cubicBezTo>
                      <a:pt x="115" y="847"/>
                      <a:pt x="143" y="875"/>
                      <a:pt x="171" y="904"/>
                    </a:cubicBezTo>
                    <a:cubicBezTo>
                      <a:pt x="200" y="932"/>
                      <a:pt x="200" y="961"/>
                      <a:pt x="228" y="989"/>
                    </a:cubicBezTo>
                    <a:cubicBezTo>
                      <a:pt x="285" y="989"/>
                      <a:pt x="314" y="1017"/>
                      <a:pt x="342" y="1017"/>
                    </a:cubicBezTo>
                    <a:cubicBezTo>
                      <a:pt x="370" y="1046"/>
                      <a:pt x="399" y="1046"/>
                      <a:pt x="427" y="1046"/>
                    </a:cubicBezTo>
                    <a:cubicBezTo>
                      <a:pt x="456" y="1074"/>
                      <a:pt x="513" y="1074"/>
                      <a:pt x="541" y="1074"/>
                    </a:cubicBezTo>
                    <a:cubicBezTo>
                      <a:pt x="683" y="1074"/>
                      <a:pt x="825" y="1017"/>
                      <a:pt x="911" y="904"/>
                    </a:cubicBezTo>
                    <a:cubicBezTo>
                      <a:pt x="939" y="875"/>
                      <a:pt x="968" y="847"/>
                      <a:pt x="996" y="818"/>
                    </a:cubicBezTo>
                    <a:cubicBezTo>
                      <a:pt x="996" y="790"/>
                      <a:pt x="1025" y="761"/>
                      <a:pt x="1025" y="733"/>
                    </a:cubicBezTo>
                    <a:cubicBezTo>
                      <a:pt x="1053" y="705"/>
                      <a:pt x="1053" y="676"/>
                      <a:pt x="1053" y="648"/>
                    </a:cubicBezTo>
                    <a:cubicBezTo>
                      <a:pt x="1081" y="591"/>
                      <a:pt x="1081" y="562"/>
                      <a:pt x="1081" y="534"/>
                    </a:cubicBezTo>
                    <a:cubicBezTo>
                      <a:pt x="1081" y="506"/>
                      <a:pt x="1053" y="449"/>
                      <a:pt x="1053" y="420"/>
                    </a:cubicBezTo>
                    <a:cubicBezTo>
                      <a:pt x="1053" y="392"/>
                      <a:pt x="1053" y="363"/>
                      <a:pt x="1025" y="335"/>
                    </a:cubicBezTo>
                    <a:cubicBezTo>
                      <a:pt x="1025" y="306"/>
                      <a:pt x="996" y="278"/>
                      <a:pt x="996" y="250"/>
                    </a:cubicBezTo>
                    <a:cubicBezTo>
                      <a:pt x="968" y="193"/>
                      <a:pt x="939" y="193"/>
                      <a:pt x="911" y="164"/>
                    </a:cubicBezTo>
                    <a:cubicBezTo>
                      <a:pt x="826" y="59"/>
                      <a:pt x="695" y="0"/>
                      <a:pt x="563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294" name="Google Shape;294;p32"/>
            <p:cNvSpPr/>
            <p:nvPr/>
          </p:nvSpPr>
          <p:spPr>
            <a:xfrm rot="2700000">
              <a:off x="7904583" y="2109997"/>
              <a:ext cx="1657859" cy="1677759"/>
            </a:xfrm>
            <a:custGeom>
              <a:avLst/>
              <a:gdLst/>
              <a:ahLst/>
              <a:cxnLst/>
              <a:rect l="l" t="t" r="r" b="b"/>
              <a:pathLst>
                <a:path w="66315" h="67111" extrusionOk="0">
                  <a:moveTo>
                    <a:pt x="8446" y="67111"/>
                  </a:moveTo>
                  <a:cubicBezTo>
                    <a:pt x="6171" y="67111"/>
                    <a:pt x="4067" y="66258"/>
                    <a:pt x="2474" y="64665"/>
                  </a:cubicBezTo>
                  <a:cubicBezTo>
                    <a:pt x="882" y="63073"/>
                    <a:pt x="0" y="60940"/>
                    <a:pt x="0" y="58694"/>
                  </a:cubicBezTo>
                  <a:cubicBezTo>
                    <a:pt x="0" y="56447"/>
                    <a:pt x="882" y="54343"/>
                    <a:pt x="2474" y="52750"/>
                  </a:cubicBezTo>
                  <a:lnTo>
                    <a:pt x="51954" y="3271"/>
                  </a:lnTo>
                  <a:cubicBezTo>
                    <a:pt x="55224" y="0"/>
                    <a:pt x="60570" y="0"/>
                    <a:pt x="63841" y="3271"/>
                  </a:cubicBezTo>
                  <a:lnTo>
                    <a:pt x="63841" y="3271"/>
                  </a:lnTo>
                  <a:cubicBezTo>
                    <a:pt x="65433" y="4863"/>
                    <a:pt x="66315" y="6996"/>
                    <a:pt x="66315" y="9242"/>
                  </a:cubicBezTo>
                  <a:cubicBezTo>
                    <a:pt x="66315" y="11489"/>
                    <a:pt x="65433" y="13593"/>
                    <a:pt x="63841" y="15186"/>
                  </a:cubicBezTo>
                  <a:lnTo>
                    <a:pt x="14389" y="64665"/>
                  </a:lnTo>
                  <a:cubicBezTo>
                    <a:pt x="12797" y="66258"/>
                    <a:pt x="10692" y="67111"/>
                    <a:pt x="8446" y="67111"/>
                  </a:cubicBezTo>
                  <a:close/>
                  <a:moveTo>
                    <a:pt x="57897" y="2588"/>
                  </a:moveTo>
                  <a:cubicBezTo>
                    <a:pt x="56191" y="2588"/>
                    <a:pt x="54485" y="3242"/>
                    <a:pt x="53205" y="4522"/>
                  </a:cubicBezTo>
                  <a:lnTo>
                    <a:pt x="3725" y="54002"/>
                  </a:lnTo>
                  <a:cubicBezTo>
                    <a:pt x="2474" y="55253"/>
                    <a:pt x="1792" y="56931"/>
                    <a:pt x="1792" y="58694"/>
                  </a:cubicBezTo>
                  <a:cubicBezTo>
                    <a:pt x="1792" y="60457"/>
                    <a:pt x="2474" y="62135"/>
                    <a:pt x="3725" y="63386"/>
                  </a:cubicBezTo>
                  <a:cubicBezTo>
                    <a:pt x="4977" y="64637"/>
                    <a:pt x="6654" y="65348"/>
                    <a:pt x="8418" y="65348"/>
                  </a:cubicBezTo>
                  <a:cubicBezTo>
                    <a:pt x="10209" y="65348"/>
                    <a:pt x="11858" y="64637"/>
                    <a:pt x="13138" y="63386"/>
                  </a:cubicBezTo>
                  <a:lnTo>
                    <a:pt x="62589" y="13934"/>
                  </a:lnTo>
                  <a:cubicBezTo>
                    <a:pt x="63841" y="12683"/>
                    <a:pt x="64523" y="11005"/>
                    <a:pt x="64523" y="9242"/>
                  </a:cubicBezTo>
                  <a:cubicBezTo>
                    <a:pt x="64523" y="7451"/>
                    <a:pt x="63841" y="5801"/>
                    <a:pt x="62589" y="4550"/>
                  </a:cubicBezTo>
                  <a:lnTo>
                    <a:pt x="62589" y="4550"/>
                  </a:lnTo>
                  <a:cubicBezTo>
                    <a:pt x="61310" y="3242"/>
                    <a:pt x="59604" y="2588"/>
                    <a:pt x="57897" y="2588"/>
                  </a:cubicBezTo>
                  <a:close/>
                </a:path>
              </a:pathLst>
            </a:cu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2"/>
          <p:cNvGrpSpPr/>
          <p:nvPr/>
        </p:nvGrpSpPr>
        <p:grpSpPr>
          <a:xfrm>
            <a:off x="6551233" y="1811472"/>
            <a:ext cx="3759089" cy="707494"/>
            <a:chOff x="6456475" y="3575600"/>
            <a:chExt cx="2936100" cy="552600"/>
          </a:xfrm>
        </p:grpSpPr>
        <p:sp>
          <p:nvSpPr>
            <p:cNvPr id="296" name="Google Shape;296;p32"/>
            <p:cNvSpPr/>
            <p:nvPr/>
          </p:nvSpPr>
          <p:spPr>
            <a:xfrm>
              <a:off x="6456475" y="3575600"/>
              <a:ext cx="2936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2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6" name="Google Shape;306;p33"/>
          <p:cNvGrpSpPr/>
          <p:nvPr/>
        </p:nvGrpSpPr>
        <p:grpSpPr>
          <a:xfrm flipH="1">
            <a:off x="-140916" y="0"/>
            <a:ext cx="1590595" cy="875375"/>
            <a:chOff x="6456464" y="3575600"/>
            <a:chExt cx="1004100" cy="552601"/>
          </a:xfrm>
        </p:grpSpPr>
        <p:sp>
          <p:nvSpPr>
            <p:cNvPr id="307" name="Google Shape;307;p33"/>
            <p:cNvSpPr/>
            <p:nvPr/>
          </p:nvSpPr>
          <p:spPr>
            <a:xfrm>
              <a:off x="6456464" y="3575601"/>
              <a:ext cx="10041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lt2"/>
                </a:gs>
                <a:gs pos="100000">
                  <a:schemeClr val="accent3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9" name="Google Shape;309;p33"/>
          <p:cNvGrpSpPr/>
          <p:nvPr/>
        </p:nvGrpSpPr>
        <p:grpSpPr>
          <a:xfrm flipH="1">
            <a:off x="-140916" y="4435994"/>
            <a:ext cx="1249832" cy="707506"/>
            <a:chOff x="6456475" y="3575600"/>
            <a:chExt cx="976202" cy="552609"/>
          </a:xfrm>
        </p:grpSpPr>
        <p:sp>
          <p:nvSpPr>
            <p:cNvPr id="310" name="Google Shape;310;p33"/>
            <p:cNvSpPr/>
            <p:nvPr/>
          </p:nvSpPr>
          <p:spPr>
            <a:xfrm>
              <a:off x="6456477" y="3575609"/>
              <a:ext cx="976200" cy="552600"/>
            </a:xfrm>
            <a:prstGeom prst="roundRect">
              <a:avLst>
                <a:gd name="adj" fmla="val 50000"/>
              </a:avLst>
            </a:prstGeom>
            <a:gradFill>
              <a:gsLst>
                <a:gs pos="0">
                  <a:schemeClr val="accent3"/>
                </a:gs>
                <a:gs pos="100000">
                  <a:schemeClr val="lt2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33"/>
            <p:cNvSpPr/>
            <p:nvPr/>
          </p:nvSpPr>
          <p:spPr>
            <a:xfrm>
              <a:off x="6456475" y="3575600"/>
              <a:ext cx="552600" cy="5526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2" name="Google Shape;312;p33"/>
          <p:cNvSpPr txBox="1">
            <a:spLocks noGrp="1"/>
          </p:cNvSpPr>
          <p:nvPr>
            <p:ph type="title"/>
          </p:nvPr>
        </p:nvSpPr>
        <p:spPr>
          <a:xfrm>
            <a:off x="1534103" y="151336"/>
            <a:ext cx="7327675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 dirty="0"/>
              <a:t>Demo Page</a:t>
            </a:r>
            <a:endParaRPr sz="2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4559E72-DB84-E5C6-656F-C96959A56B45}"/>
              </a:ext>
            </a:extLst>
          </p:cNvPr>
          <p:cNvSpPr txBox="1"/>
          <p:nvPr/>
        </p:nvSpPr>
        <p:spPr>
          <a:xfrm>
            <a:off x="1011975" y="1040054"/>
            <a:ext cx="7418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dirty="0">
                <a:solidFill>
                  <a:srgbClr val="191919"/>
                </a:solidFill>
                <a:latin typeface="Albert Sans"/>
                <a:ea typeface="Albert Sans"/>
                <a:cs typeface="Albert Sans"/>
                <a:sym typeface="Albert Sans"/>
              </a:rPr>
              <a:t>Demo Body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unch Product Crowdfunding Pitch Deck by Slidesgo">
  <a:themeElements>
    <a:clrScheme name="Simple Light">
      <a:dk1>
        <a:srgbClr val="191919"/>
      </a:dk1>
      <a:lt1>
        <a:srgbClr val="FFFFFF"/>
      </a:lt1>
      <a:dk2>
        <a:srgbClr val="002080"/>
      </a:dk2>
      <a:lt2>
        <a:srgbClr val="0336D0"/>
      </a:lt2>
      <a:accent1>
        <a:srgbClr val="1382DB"/>
      </a:accent1>
      <a:accent2>
        <a:srgbClr val="1FC2E1"/>
      </a:accent2>
      <a:accent3>
        <a:srgbClr val="08E0DB"/>
      </a:accent3>
      <a:accent4>
        <a:srgbClr val="03FCD5"/>
      </a:accent4>
      <a:accent5>
        <a:srgbClr val="FFFFFF"/>
      </a:accent5>
      <a:accent6>
        <a:srgbClr val="FFFFFF"/>
      </a:accent6>
      <a:hlink>
        <a:srgbClr val="191919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15</Words>
  <Application>Microsoft Office PowerPoint</Application>
  <PresentationFormat>On-screen Show (16:9)</PresentationFormat>
  <Paragraphs>4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Albert Sans</vt:lpstr>
      <vt:lpstr>Nunito Light</vt:lpstr>
      <vt:lpstr>Launch Product Crowdfunding Pitch Deck by Slidesgo</vt:lpstr>
      <vt:lpstr>Launch Product Crowdfunding Pitch Deck</vt:lpstr>
      <vt:lpstr>Demo Page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TOG-M</cp:lastModifiedBy>
  <cp:revision>8</cp:revision>
  <dcterms:modified xsi:type="dcterms:W3CDTF">2025-09-11T17:40:35Z</dcterms:modified>
</cp:coreProperties>
</file>